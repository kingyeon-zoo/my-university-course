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57" r:id="rId3"/>
    <p:sldId id="261" r:id="rId4"/>
    <p:sldId id="273" r:id="rId5"/>
    <p:sldId id="330" r:id="rId6"/>
    <p:sldId id="331" r:id="rId7"/>
    <p:sldId id="332" r:id="rId9"/>
    <p:sldId id="333" r:id="rId10"/>
    <p:sldId id="325" r:id="rId11"/>
    <p:sldId id="334" r:id="rId12"/>
    <p:sldId id="275" r:id="rId13"/>
    <p:sldId id="336" r:id="rId14"/>
    <p:sldId id="342" r:id="rId15"/>
    <p:sldId id="326" r:id="rId16"/>
    <p:sldId id="344" r:id="rId17"/>
    <p:sldId id="327" r:id="rId18"/>
    <p:sldId id="346" r:id="rId19"/>
    <p:sldId id="347" r:id="rId20"/>
    <p:sldId id="348" r:id="rId21"/>
    <p:sldId id="349" r:id="rId22"/>
    <p:sldId id="350" r:id="rId23"/>
    <p:sldId id="351" r:id="rId24"/>
    <p:sldId id="272" r:id="rId25"/>
  </p:sldIdLst>
  <p:sldSz cx="12192000" cy="6858000"/>
  <p:notesSz cx="6858000" cy="9144000"/>
  <p:custDataLst>
    <p:tags r:id="rId3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66"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w" initials="w" lastIdx="2"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C9502"/>
    <a:srgbClr val="55D5FF"/>
    <a:srgbClr val="0000EC"/>
    <a:srgbClr val="45DB77"/>
    <a:srgbClr val="91DA9D"/>
    <a:srgbClr val="DCF1E0"/>
    <a:srgbClr val="C9FBA3"/>
    <a:srgbClr val="DCDCDC"/>
    <a:srgbClr val="F0F0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66"/>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notesMaster" Target="notesMasters/notesMaster1.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0" Type="http://schemas.openxmlformats.org/officeDocument/2006/relationships/tags" Target="tags/tag232.xml"/><Relationship Id="rId3" Type="http://schemas.openxmlformats.org/officeDocument/2006/relationships/slide" Target="slides/slide1.xml"/><Relationship Id="rId29" Type="http://schemas.openxmlformats.org/officeDocument/2006/relationships/commentAuthors" Target="commentAuthors.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387062B3-0201-4C6B-AAF6-DA48C32B3205}" type="doc">
      <dgm:prSet loTypeId="process" loCatId="process" qsTypeId="urn:microsoft.com/office/officeart/2005/8/quickstyle/simple3" qsCatId="simple" csTypeId="urn:microsoft.com/office/officeart/2005/8/colors/accent1_2" csCatId="accent1" phldr="1"/>
      <dgm:spPr/>
      <dgm:t>
        <a:bodyPr/>
        <a:lstStyle/>
        <a:p>
          <a:endParaRPr lang="zh-CN" altLang="en-US"/>
        </a:p>
      </dgm:t>
    </dgm:pt>
    <dgm:pt modelId="{284C18E3-13A4-4BE4-9020-539E2F1E3D4F}">
      <dgm:prSet phldrT="[文本]" phldr="0" custT="1"/>
      <dgm:spPr/>
      <dgm:t>
        <a:bodyPr vert="horz" wrap="square"/>
        <a:p>
          <a:pPr>
            <a:lnSpc>
              <a:spcPct val="100000"/>
            </a:lnSpc>
            <a:spcBef>
              <a:spcPct val="0"/>
            </a:spcBef>
            <a:spcAft>
              <a:spcPct val="35000"/>
            </a:spcAft>
          </a:pPr>
          <a:r>
            <a:rPr lang="en-US" altLang="zh-CN" sz="1400" dirty="0" smtClean="0">
              <a:latin typeface="+mn-ea"/>
            </a:rPr>
            <a:t>1</a:t>
          </a:r>
          <a:r>
            <a:rPr lang="zh-CN" altLang="en-US" sz="1400" dirty="0">
              <a:latin typeface="+mn-ea"/>
            </a:rPr>
            <a:t/>
          </a:r>
          <a:endParaRPr lang="zh-CN" altLang="en-US" sz="1400" dirty="0">
            <a:latin typeface="+mn-ea"/>
          </a:endParaRPr>
        </a:p>
      </dgm:t>
    </dgm:pt>
    <dgm:pt modelId="{62C9EBFA-33B8-4915-8257-333E3C336315}" cxnId="{A6DD5228-E401-4BEE-BE31-DB5355CE3876}" type="parTrans">
      <dgm:prSet/>
      <dgm:spPr/>
      <dgm:t>
        <a:bodyPr/>
        <a:lstStyle/>
        <a:p>
          <a:endParaRPr lang="zh-CN" altLang="en-US"/>
        </a:p>
      </dgm:t>
    </dgm:pt>
    <dgm:pt modelId="{91331400-B34A-4822-9254-DDB5557920E1}" cxnId="{A6DD5228-E401-4BEE-BE31-DB5355CE3876}" type="sibTrans">
      <dgm:prSet/>
      <dgm:spPr/>
      <dgm:t>
        <a:bodyPr/>
        <a:lstStyle/>
        <a:p>
          <a:endParaRPr lang="zh-CN" altLang="en-US"/>
        </a:p>
      </dgm:t>
    </dgm:pt>
    <dgm:pt modelId="{92019994-9747-464C-A3A3-7378B0876106}">
      <dgm:prSet phldrT="[文本]" phldr="0" custT="1"/>
      <dgm:spPr/>
      <dgm:t>
        <a:bodyPr vert="horz" wrap="square"/>
        <a:p>
          <a:pPr>
            <a:lnSpc>
              <a:spcPct val="100000"/>
            </a:lnSpc>
            <a:spcBef>
              <a:spcPct val="0"/>
            </a:spcBef>
            <a:spcAft>
              <a:spcPct val="15000"/>
            </a:spcAft>
          </a:pPr>
          <a:r>
            <a:rPr lang="zh-CN" altLang="en-US" sz="1400" dirty="0" smtClean="0">
              <a:latin typeface="+mn-ea"/>
            </a:rPr>
            <a:t>进行初步访谈</a:t>
          </a:r>
          <a:r>
            <a:rPr lang="zh-CN" altLang="en-US" sz="1400" dirty="0">
              <a:latin typeface="+mn-ea"/>
            </a:rPr>
            <a:t/>
          </a:r>
          <a:endParaRPr lang="zh-CN" altLang="en-US" sz="1400" dirty="0">
            <a:latin typeface="+mn-ea"/>
          </a:endParaRPr>
        </a:p>
      </dgm:t>
    </dgm:pt>
    <dgm:pt modelId="{99267270-CB51-4291-AE72-5869F262026E}" cxnId="{48FCAC19-BD28-4B6B-8537-CEB08778A5CA}" type="parTrans">
      <dgm:prSet/>
      <dgm:spPr/>
      <dgm:t>
        <a:bodyPr/>
        <a:lstStyle/>
        <a:p>
          <a:endParaRPr lang="zh-CN" altLang="en-US"/>
        </a:p>
      </dgm:t>
    </dgm:pt>
    <dgm:pt modelId="{30AFFB94-F05B-48B3-9D23-E2CEFE1F3DC8}" cxnId="{48FCAC19-BD28-4B6B-8537-CEB08778A5CA}" type="sibTrans">
      <dgm:prSet/>
      <dgm:spPr/>
      <dgm:t>
        <a:bodyPr/>
        <a:lstStyle/>
        <a:p>
          <a:endParaRPr lang="zh-CN" altLang="en-US"/>
        </a:p>
      </dgm:t>
    </dgm:pt>
    <dgm:pt modelId="{4FDDF789-1B8C-4280-A5AF-0E1B2CFA5BD0}">
      <dgm:prSet phldrT="[文本]" phldr="0" custT="1"/>
      <dgm:spPr/>
      <dgm:t>
        <a:bodyPr vert="horz" wrap="square"/>
        <a:p>
          <a:pPr>
            <a:lnSpc>
              <a:spcPct val="100000"/>
            </a:lnSpc>
            <a:spcBef>
              <a:spcPct val="0"/>
            </a:spcBef>
            <a:spcAft>
              <a:spcPct val="35000"/>
            </a:spcAft>
          </a:pPr>
          <a:r>
            <a:rPr lang="en-US" altLang="zh-CN" sz="1400" dirty="0" smtClean="0">
              <a:latin typeface="+mn-ea"/>
            </a:rPr>
            <a:t>2</a:t>
          </a:r>
          <a:r>
            <a:rPr lang="zh-CN" altLang="en-US" sz="1400" dirty="0">
              <a:latin typeface="+mn-ea"/>
            </a:rPr>
            <a:t/>
          </a:r>
          <a:endParaRPr lang="zh-CN" altLang="en-US" sz="1400" dirty="0">
            <a:latin typeface="+mn-ea"/>
          </a:endParaRPr>
        </a:p>
      </dgm:t>
    </dgm:pt>
    <dgm:pt modelId="{FD52D5FF-EDF6-4FCA-9FE6-8D4CE61794B9}" cxnId="{E5E7807E-108A-4EA6-A045-FCEF440453B1}" type="parTrans">
      <dgm:prSet/>
      <dgm:spPr/>
      <dgm:t>
        <a:bodyPr/>
        <a:lstStyle/>
        <a:p>
          <a:endParaRPr lang="zh-CN" altLang="en-US"/>
        </a:p>
      </dgm:t>
    </dgm:pt>
    <dgm:pt modelId="{34B2B031-6949-4289-9B70-993F08CB3F71}" cxnId="{E5E7807E-108A-4EA6-A045-FCEF440453B1}" type="sibTrans">
      <dgm:prSet/>
      <dgm:spPr/>
      <dgm:t>
        <a:bodyPr/>
        <a:lstStyle/>
        <a:p>
          <a:endParaRPr lang="zh-CN" altLang="en-US"/>
        </a:p>
      </dgm:t>
    </dgm:pt>
    <dgm:pt modelId="{41973CD1-9549-4942-AB36-4CEC0A0C3A0E}">
      <dgm:prSet phldrT="[文本]" phldr="0" custT="1"/>
      <dgm:spPr/>
      <dgm:t>
        <a:bodyPr vert="horz" wrap="square"/>
        <a:p>
          <a:pPr>
            <a:lnSpc>
              <a:spcPct val="100000"/>
            </a:lnSpc>
            <a:spcBef>
              <a:spcPct val="0"/>
            </a:spcBef>
            <a:spcAft>
              <a:spcPct val="15000"/>
            </a:spcAft>
          </a:pPr>
          <a:r>
            <a:rPr lang="zh-CN" altLang="en-US" sz="1400" dirty="0" smtClean="0">
              <a:latin typeface="+mn-ea"/>
              <a:cs typeface="+mn-ea"/>
            </a:rPr>
            <a:t>开发者和用户分别写出“产品需求”</a:t>
          </a:r>
          <a:r>
            <a:rPr lang="zh-CN" altLang="en-US" sz="1400" dirty="0">
              <a:latin typeface="+mn-ea"/>
              <a:cs typeface="+mn-ea"/>
            </a:rPr>
            <a:t/>
          </a:r>
          <a:endParaRPr lang="zh-CN" altLang="en-US" sz="1400" dirty="0">
            <a:latin typeface="+mn-ea"/>
            <a:cs typeface="+mn-ea"/>
          </a:endParaRPr>
        </a:p>
      </dgm:t>
    </dgm:pt>
    <dgm:pt modelId="{9029FB25-428E-44DE-82ED-1612B9761BDF}" cxnId="{A7240DE0-790B-4EE6-A2D7-4E7C993188EA}" type="parTrans">
      <dgm:prSet/>
      <dgm:spPr/>
      <dgm:t>
        <a:bodyPr/>
        <a:lstStyle/>
        <a:p>
          <a:endParaRPr lang="zh-CN" altLang="en-US"/>
        </a:p>
      </dgm:t>
    </dgm:pt>
    <dgm:pt modelId="{EFE1BDCC-5606-4879-98DF-FDE657515DD5}" cxnId="{A7240DE0-790B-4EE6-A2D7-4E7C993188EA}" type="sibTrans">
      <dgm:prSet/>
      <dgm:spPr/>
      <dgm:t>
        <a:bodyPr/>
        <a:lstStyle/>
        <a:p>
          <a:endParaRPr lang="zh-CN" altLang="en-US"/>
        </a:p>
      </dgm:t>
    </dgm:pt>
    <dgm:pt modelId="{781DDA18-BA63-4FB5-902F-479BC67FF5CA}">
      <dgm:prSet phldrT="[文本]" phldr="0" custT="1"/>
      <dgm:spPr/>
      <dgm:t>
        <a:bodyPr vert="horz" wrap="square"/>
        <a:p>
          <a:pPr>
            <a:lnSpc>
              <a:spcPct val="100000"/>
            </a:lnSpc>
            <a:spcBef>
              <a:spcPct val="0"/>
            </a:spcBef>
            <a:spcAft>
              <a:spcPct val="35000"/>
            </a:spcAft>
          </a:pPr>
          <a:r>
            <a:rPr lang="en-US" altLang="zh-CN" sz="1400" dirty="0" smtClean="0">
              <a:latin typeface="+mn-ea"/>
            </a:rPr>
            <a:t>3</a:t>
          </a:r>
          <a:r>
            <a:rPr lang="zh-CN" altLang="en-US" sz="1400" dirty="0">
              <a:latin typeface="+mn-ea"/>
            </a:rPr>
            <a:t/>
          </a:r>
          <a:endParaRPr lang="zh-CN" altLang="en-US" sz="1400" dirty="0">
            <a:latin typeface="+mn-ea"/>
          </a:endParaRPr>
        </a:p>
      </dgm:t>
    </dgm:pt>
    <dgm:pt modelId="{5976D99E-09DE-4592-AC19-00A1ABE6C674}" cxnId="{043E6C95-5EA7-4C57-9BDC-4A0748B5EE0D}" type="parTrans">
      <dgm:prSet/>
      <dgm:spPr/>
      <dgm:t>
        <a:bodyPr/>
        <a:lstStyle/>
        <a:p>
          <a:endParaRPr lang="zh-CN" altLang="en-US"/>
        </a:p>
      </dgm:t>
    </dgm:pt>
    <dgm:pt modelId="{9E953DAD-90FF-43A5-AFBA-DCFD0206593C}" cxnId="{043E6C95-5EA7-4C57-9BDC-4A0748B5EE0D}" type="sibTrans">
      <dgm:prSet/>
      <dgm:spPr/>
      <dgm:t>
        <a:bodyPr/>
        <a:lstStyle/>
        <a:p>
          <a:endParaRPr lang="zh-CN" altLang="en-US"/>
        </a:p>
      </dgm:t>
    </dgm:pt>
    <dgm:pt modelId="{CE8CDBE6-DD56-4B21-BE45-0F69995571F0}">
      <dgm:prSet phldrT="[文本]" phldr="0" custT="1"/>
      <dgm:spPr/>
      <dgm:t>
        <a:bodyPr vert="horz" wrap="square"/>
        <a:p>
          <a:pPr>
            <a:lnSpc>
              <a:spcPct val="100000"/>
            </a:lnSpc>
            <a:spcBef>
              <a:spcPct val="0"/>
            </a:spcBef>
            <a:spcAft>
              <a:spcPct val="15000"/>
            </a:spcAft>
          </a:pPr>
          <a:r>
            <a:rPr lang="zh-CN" altLang="en-US" sz="1400" dirty="0" smtClean="0">
              <a:latin typeface="+mn-ea"/>
            </a:rPr>
            <a:t>开会讨论，各自展示需求列表</a:t>
          </a:r>
          <a:r>
            <a:rPr lang="zh-CN" altLang="en-US" sz="1400" dirty="0">
              <a:latin typeface="+mn-ea"/>
            </a:rPr>
            <a:t/>
          </a:r>
          <a:endParaRPr lang="zh-CN" altLang="en-US" sz="1400" dirty="0">
            <a:latin typeface="+mn-ea"/>
          </a:endParaRPr>
        </a:p>
      </dgm:t>
    </dgm:pt>
    <dgm:pt modelId="{AE33D4DE-072C-4888-9C52-E15BAC15E2E6}" cxnId="{7DDEDD68-A353-46E0-A583-8E629069158A}" type="parTrans">
      <dgm:prSet/>
      <dgm:spPr/>
      <dgm:t>
        <a:bodyPr/>
        <a:lstStyle/>
        <a:p>
          <a:endParaRPr lang="zh-CN" altLang="en-US"/>
        </a:p>
      </dgm:t>
    </dgm:pt>
    <dgm:pt modelId="{7822F8D8-AEAD-4408-AEB0-1DF0ECD1DA92}" cxnId="{7DDEDD68-A353-46E0-A583-8E629069158A}" type="sibTrans">
      <dgm:prSet/>
      <dgm:spPr/>
      <dgm:t>
        <a:bodyPr/>
        <a:lstStyle/>
        <a:p>
          <a:endParaRPr lang="zh-CN" altLang="en-US"/>
        </a:p>
      </dgm:t>
    </dgm:pt>
    <dgm:pt modelId="{A57FED94-7950-4F4B-B05F-F864E419C185}">
      <dgm:prSet phldrT="[文本]" phldr="0" custT="1"/>
      <dgm:spPr/>
      <dgm:t>
        <a:bodyPr vert="horz" wrap="square"/>
        <a:p>
          <a:pPr>
            <a:lnSpc>
              <a:spcPct val="100000"/>
            </a:lnSpc>
            <a:spcBef>
              <a:spcPct val="0"/>
            </a:spcBef>
            <a:spcAft>
              <a:spcPct val="35000"/>
            </a:spcAft>
          </a:pPr>
          <a:r>
            <a:rPr lang="en-US" altLang="zh-CN" sz="1400" dirty="0" smtClean="0">
              <a:latin typeface="+mn-ea"/>
            </a:rPr>
            <a:t>4</a:t>
          </a:r>
          <a:r>
            <a:rPr lang="zh-CN" altLang="en-US" sz="1400" dirty="0">
              <a:latin typeface="+mn-ea"/>
            </a:rPr>
            <a:t/>
          </a:r>
          <a:endParaRPr lang="zh-CN" altLang="en-US" sz="1400" dirty="0">
            <a:latin typeface="+mn-ea"/>
          </a:endParaRPr>
        </a:p>
      </dgm:t>
    </dgm:pt>
    <dgm:pt modelId="{6EE82B55-3F75-498C-9D58-B3327CCB19E9}" cxnId="{E94FDDBB-A1A1-4315-BBD0-31C4242EA21C}" type="parTrans">
      <dgm:prSet/>
      <dgm:spPr/>
      <dgm:t>
        <a:bodyPr/>
        <a:lstStyle/>
        <a:p>
          <a:endParaRPr lang="zh-CN" altLang="en-US"/>
        </a:p>
      </dgm:t>
    </dgm:pt>
    <dgm:pt modelId="{0A9BBCB7-D32A-46CC-A2D3-85E5E6CCE9D5}" cxnId="{E94FDDBB-A1A1-4315-BBD0-31C4242EA21C}" type="sibTrans">
      <dgm:prSet/>
      <dgm:spPr/>
      <dgm:t>
        <a:bodyPr/>
        <a:lstStyle/>
        <a:p>
          <a:endParaRPr lang="zh-CN" altLang="en-US"/>
        </a:p>
      </dgm:t>
    </dgm:pt>
    <dgm:pt modelId="{5EA30E49-D5FE-4E99-BD66-6444BCEF7571}">
      <dgm:prSet phldrT="[文本]" phldr="0" custT="1"/>
      <dgm:spPr/>
      <dgm:t>
        <a:bodyPr vert="horz" wrap="square"/>
        <a:p>
          <a:pPr>
            <a:lnSpc>
              <a:spcPct val="100000"/>
            </a:lnSpc>
            <a:spcBef>
              <a:spcPct val="0"/>
            </a:spcBef>
            <a:spcAft>
              <a:spcPct val="15000"/>
            </a:spcAft>
          </a:pPr>
          <a:r>
            <a:rPr lang="zh-CN" altLang="en-US" sz="1400" dirty="0" smtClean="0">
              <a:latin typeface="+mn-ea"/>
            </a:rPr>
            <a:t>得出了意见一致，为需求列表制定小型规格说明</a:t>
          </a:r>
          <a:r>
            <a:rPr lang="zh-CN" altLang="en-US" sz="1400" dirty="0">
              <a:latin typeface="+mn-ea"/>
            </a:rPr>
            <a:t/>
          </a:r>
          <a:endParaRPr lang="zh-CN" altLang="en-US" sz="1400" dirty="0">
            <a:latin typeface="+mn-ea"/>
          </a:endParaRPr>
        </a:p>
      </dgm:t>
    </dgm:pt>
    <dgm:pt modelId="{C6DD3726-29FA-4181-87F6-CC67CA7A6EB7}" cxnId="{A6F5E517-3E8E-4DE4-9A92-80D04C48DF01}" type="parTrans">
      <dgm:prSet/>
      <dgm:spPr/>
      <dgm:t>
        <a:bodyPr/>
        <a:lstStyle/>
        <a:p>
          <a:endParaRPr lang="zh-CN" altLang="en-US"/>
        </a:p>
      </dgm:t>
    </dgm:pt>
    <dgm:pt modelId="{1C2A85B7-20B2-4184-A6DA-D053E6837AAD}" cxnId="{A6F5E517-3E8E-4DE4-9A92-80D04C48DF01}" type="sibTrans">
      <dgm:prSet/>
      <dgm:spPr/>
      <dgm:t>
        <a:bodyPr/>
        <a:lstStyle/>
        <a:p>
          <a:endParaRPr lang="zh-CN" altLang="en-US"/>
        </a:p>
      </dgm:t>
    </dgm:pt>
    <dgm:pt modelId="{EC15C22E-3B4C-43BF-9269-4BC408A02C6A}">
      <dgm:prSet phldrT="[文本]" phldr="0" custT="1"/>
      <dgm:spPr/>
      <dgm:t>
        <a:bodyPr vert="horz" wrap="square"/>
        <a:p>
          <a:pPr>
            <a:lnSpc>
              <a:spcPct val="100000"/>
            </a:lnSpc>
            <a:spcBef>
              <a:spcPct val="0"/>
            </a:spcBef>
            <a:spcAft>
              <a:spcPct val="35000"/>
            </a:spcAft>
          </a:pPr>
          <a:r>
            <a:rPr lang="en-US" altLang="zh-CN" sz="1400" dirty="0" smtClean="0">
              <a:latin typeface="+mn-ea"/>
            </a:rPr>
            <a:t>5</a:t>
          </a:r>
          <a:r>
            <a:rPr lang="zh-CN" altLang="en-US" sz="1400" dirty="0">
              <a:latin typeface="+mn-ea"/>
            </a:rPr>
            <a:t/>
          </a:r>
          <a:endParaRPr lang="zh-CN" altLang="en-US" sz="1400" dirty="0">
            <a:latin typeface="+mn-ea"/>
          </a:endParaRPr>
        </a:p>
      </dgm:t>
    </dgm:pt>
    <dgm:pt modelId="{4EB38C05-F7E8-4481-8628-B0AF8787CE24}" cxnId="{B8066D6B-4CFB-4A34-B187-DA75DACD0EBB}" type="parTrans">
      <dgm:prSet/>
      <dgm:spPr/>
      <dgm:t>
        <a:bodyPr/>
        <a:lstStyle/>
        <a:p>
          <a:endParaRPr lang="zh-CN" altLang="en-US"/>
        </a:p>
      </dgm:t>
    </dgm:pt>
    <dgm:pt modelId="{9524DB4A-C627-4BF8-B587-C926772D0B73}" cxnId="{B8066D6B-4CFB-4A34-B187-DA75DACD0EBB}" type="sibTrans">
      <dgm:prSet/>
      <dgm:spPr/>
      <dgm:t>
        <a:bodyPr/>
        <a:lstStyle/>
        <a:p>
          <a:endParaRPr lang="zh-CN" altLang="en-US"/>
        </a:p>
      </dgm:t>
    </dgm:pt>
    <dgm:pt modelId="{44EA5C2A-56A9-4DEE-A52D-33B930FFAA69}">
      <dgm:prSet phldrT="[文本]" phldr="0" custT="1"/>
      <dgm:spPr/>
      <dgm:t>
        <a:bodyPr vert="horz" wrap="square"/>
        <a:p>
          <a:pPr>
            <a:lnSpc>
              <a:spcPct val="100000"/>
            </a:lnSpc>
            <a:spcBef>
              <a:spcPct val="0"/>
            </a:spcBef>
            <a:spcAft>
              <a:spcPct val="15000"/>
            </a:spcAft>
          </a:pPr>
          <a:r>
            <a:rPr lang="zh-CN" altLang="en-US" sz="1400" dirty="0" smtClean="0">
              <a:latin typeface="+mn-ea"/>
            </a:rPr>
            <a:t>根据会议结果，起草完整的软件需求规格说明</a:t>
          </a:r>
          <a:r>
            <a:rPr lang="zh-CN" altLang="en-US" sz="1400" dirty="0">
              <a:latin typeface="+mn-ea"/>
            </a:rPr>
            <a:t/>
          </a:r>
          <a:endParaRPr lang="zh-CN" altLang="en-US" sz="1400" dirty="0">
            <a:latin typeface="+mn-ea"/>
          </a:endParaRPr>
        </a:p>
      </dgm:t>
    </dgm:pt>
    <dgm:pt modelId="{48E982E3-1EE6-4D00-B79F-DA8764F24980}" cxnId="{40C08A75-ADCA-4868-9B5A-E4B84E39A895}" type="parTrans">
      <dgm:prSet/>
      <dgm:spPr/>
      <dgm:t>
        <a:bodyPr/>
        <a:lstStyle/>
        <a:p>
          <a:endParaRPr lang="zh-CN" altLang="en-US"/>
        </a:p>
      </dgm:t>
    </dgm:pt>
    <dgm:pt modelId="{396F1A3B-EADE-45AF-9A91-13E75117835D}" cxnId="{40C08A75-ADCA-4868-9B5A-E4B84E39A895}" type="sibTrans">
      <dgm:prSet/>
      <dgm:spPr/>
      <dgm:t>
        <a:bodyPr/>
        <a:lstStyle/>
        <a:p>
          <a:endParaRPr lang="zh-CN" altLang="en-US"/>
        </a:p>
      </dgm:t>
    </dgm:pt>
    <dgm:pt modelId="{75E43550-7C6A-4759-9679-EDD4009996A4}" type="pres">
      <dgm:prSet presAssocID="{387062B3-0201-4C6B-AAF6-DA48C32B3205}" presName="linearFlow" presStyleCnt="0">
        <dgm:presLayoutVars>
          <dgm:dir/>
          <dgm:animLvl val="lvl"/>
          <dgm:resizeHandles val="exact"/>
        </dgm:presLayoutVars>
      </dgm:prSet>
      <dgm:spPr/>
      <dgm:t>
        <a:bodyPr/>
        <a:lstStyle/>
        <a:p>
          <a:endParaRPr lang="zh-CN" altLang="en-US"/>
        </a:p>
      </dgm:t>
    </dgm:pt>
    <dgm:pt modelId="{5EC49F67-C8AB-4462-8C82-B22D14E9D4D8}" type="pres">
      <dgm:prSet presAssocID="{284C18E3-13A4-4BE4-9020-539E2F1E3D4F}" presName="composite" presStyleCnt="0"/>
      <dgm:spPr/>
      <dgm:t>
        <a:bodyPr/>
        <a:lstStyle/>
        <a:p>
          <a:endParaRPr lang="zh-CN" altLang="en-US"/>
        </a:p>
      </dgm:t>
    </dgm:pt>
    <dgm:pt modelId="{E0F0E242-FABE-45B0-B9B4-EAE60C73225E}" type="pres">
      <dgm:prSet presAssocID="{284C18E3-13A4-4BE4-9020-539E2F1E3D4F}" presName="parentText" presStyleLbl="alignNode1" presStyleIdx="0" presStyleCnt="5">
        <dgm:presLayoutVars>
          <dgm:chMax val="1"/>
          <dgm:bulletEnabled val="1"/>
        </dgm:presLayoutVars>
      </dgm:prSet>
      <dgm:spPr/>
      <dgm:t>
        <a:bodyPr/>
        <a:lstStyle/>
        <a:p>
          <a:endParaRPr lang="zh-CN" altLang="en-US"/>
        </a:p>
      </dgm:t>
    </dgm:pt>
    <dgm:pt modelId="{F99F3960-8008-4D39-BEC6-4A5F32EAB198}" type="pres">
      <dgm:prSet presAssocID="{284C18E3-13A4-4BE4-9020-539E2F1E3D4F}" presName="descendantText" presStyleLbl="alignAcc1" presStyleIdx="0" presStyleCnt="5">
        <dgm:presLayoutVars>
          <dgm:bulletEnabled val="1"/>
        </dgm:presLayoutVars>
      </dgm:prSet>
      <dgm:spPr/>
      <dgm:t>
        <a:bodyPr/>
        <a:lstStyle/>
        <a:p>
          <a:endParaRPr lang="zh-CN" altLang="en-US"/>
        </a:p>
      </dgm:t>
    </dgm:pt>
    <dgm:pt modelId="{B0D306C6-CA80-45A0-92E5-B7BF9278E772}" type="pres">
      <dgm:prSet presAssocID="{91331400-B34A-4822-9254-DDB5557920E1}" presName="sp" presStyleCnt="0"/>
      <dgm:spPr/>
      <dgm:t>
        <a:bodyPr/>
        <a:lstStyle/>
        <a:p>
          <a:endParaRPr lang="zh-CN" altLang="en-US"/>
        </a:p>
      </dgm:t>
    </dgm:pt>
    <dgm:pt modelId="{EE879FEE-6E04-41CA-A854-45EAC65D9D7E}" type="pres">
      <dgm:prSet presAssocID="{4FDDF789-1B8C-4280-A5AF-0E1B2CFA5BD0}" presName="composite" presStyleCnt="0"/>
      <dgm:spPr/>
      <dgm:t>
        <a:bodyPr/>
        <a:lstStyle/>
        <a:p>
          <a:endParaRPr lang="zh-CN" altLang="en-US"/>
        </a:p>
      </dgm:t>
    </dgm:pt>
    <dgm:pt modelId="{6D536DD5-D66B-4D71-8536-973415F4040F}" type="pres">
      <dgm:prSet presAssocID="{4FDDF789-1B8C-4280-A5AF-0E1B2CFA5BD0}" presName="parentText" presStyleLbl="alignNode1" presStyleIdx="1" presStyleCnt="5">
        <dgm:presLayoutVars>
          <dgm:chMax val="1"/>
          <dgm:bulletEnabled val="1"/>
        </dgm:presLayoutVars>
      </dgm:prSet>
      <dgm:spPr/>
      <dgm:t>
        <a:bodyPr/>
        <a:lstStyle/>
        <a:p>
          <a:endParaRPr lang="zh-CN" altLang="en-US"/>
        </a:p>
      </dgm:t>
    </dgm:pt>
    <dgm:pt modelId="{504FA798-0EFE-4949-8FC7-CA9910307597}" type="pres">
      <dgm:prSet presAssocID="{4FDDF789-1B8C-4280-A5AF-0E1B2CFA5BD0}" presName="descendantText" presStyleLbl="alignAcc1" presStyleIdx="1" presStyleCnt="5">
        <dgm:presLayoutVars>
          <dgm:bulletEnabled val="1"/>
        </dgm:presLayoutVars>
      </dgm:prSet>
      <dgm:spPr/>
      <dgm:t>
        <a:bodyPr/>
        <a:lstStyle/>
        <a:p>
          <a:endParaRPr lang="zh-CN" altLang="en-US"/>
        </a:p>
      </dgm:t>
    </dgm:pt>
    <dgm:pt modelId="{E9B54275-BD2C-4DA5-A7D4-4135D74589DD}" type="pres">
      <dgm:prSet presAssocID="{34B2B031-6949-4289-9B70-993F08CB3F71}" presName="sp" presStyleCnt="0"/>
      <dgm:spPr/>
      <dgm:t>
        <a:bodyPr/>
        <a:lstStyle/>
        <a:p>
          <a:endParaRPr lang="zh-CN" altLang="en-US"/>
        </a:p>
      </dgm:t>
    </dgm:pt>
    <dgm:pt modelId="{4DF3CA7D-8D33-4227-8950-B65E0FC04A75}" type="pres">
      <dgm:prSet presAssocID="{781DDA18-BA63-4FB5-902F-479BC67FF5CA}" presName="composite" presStyleCnt="0"/>
      <dgm:spPr/>
      <dgm:t>
        <a:bodyPr/>
        <a:lstStyle/>
        <a:p>
          <a:endParaRPr lang="zh-CN" altLang="en-US"/>
        </a:p>
      </dgm:t>
    </dgm:pt>
    <dgm:pt modelId="{FE4F20F1-DEF7-4310-86E0-7E721EC505E2}" type="pres">
      <dgm:prSet presAssocID="{781DDA18-BA63-4FB5-902F-479BC67FF5CA}" presName="parentText" presStyleLbl="alignNode1" presStyleIdx="2" presStyleCnt="5">
        <dgm:presLayoutVars>
          <dgm:chMax val="1"/>
          <dgm:bulletEnabled val="1"/>
        </dgm:presLayoutVars>
      </dgm:prSet>
      <dgm:spPr/>
      <dgm:t>
        <a:bodyPr/>
        <a:lstStyle/>
        <a:p>
          <a:endParaRPr lang="zh-CN" altLang="en-US"/>
        </a:p>
      </dgm:t>
    </dgm:pt>
    <dgm:pt modelId="{6447306C-A7AC-4EE2-AC92-43001690F213}" type="pres">
      <dgm:prSet presAssocID="{781DDA18-BA63-4FB5-902F-479BC67FF5CA}" presName="descendantText" presStyleLbl="alignAcc1" presStyleIdx="2" presStyleCnt="5">
        <dgm:presLayoutVars>
          <dgm:bulletEnabled val="1"/>
        </dgm:presLayoutVars>
      </dgm:prSet>
      <dgm:spPr/>
      <dgm:t>
        <a:bodyPr/>
        <a:lstStyle/>
        <a:p>
          <a:endParaRPr lang="zh-CN" altLang="en-US"/>
        </a:p>
      </dgm:t>
    </dgm:pt>
    <dgm:pt modelId="{E036AB75-DF2E-4C92-AD1A-6EEBAD3A31EC}" type="pres">
      <dgm:prSet presAssocID="{9E953DAD-90FF-43A5-AFBA-DCFD0206593C}" presName="sp" presStyleCnt="0"/>
      <dgm:spPr/>
      <dgm:t>
        <a:bodyPr/>
        <a:lstStyle/>
        <a:p>
          <a:endParaRPr lang="zh-CN" altLang="en-US"/>
        </a:p>
      </dgm:t>
    </dgm:pt>
    <dgm:pt modelId="{2EF7AFB6-5CCF-4AA4-ABEC-4C3415C430A6}" type="pres">
      <dgm:prSet presAssocID="{A57FED94-7950-4F4B-B05F-F864E419C185}" presName="composite" presStyleCnt="0"/>
      <dgm:spPr/>
      <dgm:t>
        <a:bodyPr/>
        <a:lstStyle/>
        <a:p>
          <a:endParaRPr lang="zh-CN" altLang="en-US"/>
        </a:p>
      </dgm:t>
    </dgm:pt>
    <dgm:pt modelId="{1E7028D5-D760-49CC-AFB3-6404EB421397}" type="pres">
      <dgm:prSet presAssocID="{A57FED94-7950-4F4B-B05F-F864E419C185}" presName="parentText" presStyleLbl="alignNode1" presStyleIdx="3" presStyleCnt="5">
        <dgm:presLayoutVars>
          <dgm:chMax val="1"/>
          <dgm:bulletEnabled val="1"/>
        </dgm:presLayoutVars>
      </dgm:prSet>
      <dgm:spPr/>
      <dgm:t>
        <a:bodyPr/>
        <a:lstStyle/>
        <a:p>
          <a:endParaRPr lang="zh-CN" altLang="en-US"/>
        </a:p>
      </dgm:t>
    </dgm:pt>
    <dgm:pt modelId="{C7BFE422-643D-4182-BD44-9646D10F7068}" type="pres">
      <dgm:prSet presAssocID="{A57FED94-7950-4F4B-B05F-F864E419C185}" presName="descendantText" presStyleLbl="alignAcc1" presStyleIdx="3" presStyleCnt="5">
        <dgm:presLayoutVars>
          <dgm:bulletEnabled val="1"/>
        </dgm:presLayoutVars>
      </dgm:prSet>
      <dgm:spPr/>
      <dgm:t>
        <a:bodyPr/>
        <a:lstStyle/>
        <a:p>
          <a:endParaRPr lang="zh-CN" altLang="en-US"/>
        </a:p>
      </dgm:t>
    </dgm:pt>
    <dgm:pt modelId="{C2CA5979-D940-44F8-B842-8AF6ECF78724}" type="pres">
      <dgm:prSet presAssocID="{0A9BBCB7-D32A-46CC-A2D3-85E5E6CCE9D5}" presName="sp" presStyleCnt="0"/>
      <dgm:spPr/>
      <dgm:t>
        <a:bodyPr/>
        <a:lstStyle/>
        <a:p>
          <a:endParaRPr lang="zh-CN" altLang="en-US"/>
        </a:p>
      </dgm:t>
    </dgm:pt>
    <dgm:pt modelId="{66EAC2F6-4D46-401A-A531-D9167D543A5E}" type="pres">
      <dgm:prSet presAssocID="{EC15C22E-3B4C-43BF-9269-4BC408A02C6A}" presName="composite" presStyleCnt="0"/>
      <dgm:spPr/>
      <dgm:t>
        <a:bodyPr/>
        <a:lstStyle/>
        <a:p>
          <a:endParaRPr lang="zh-CN" altLang="en-US"/>
        </a:p>
      </dgm:t>
    </dgm:pt>
    <dgm:pt modelId="{2AD9E5AA-68BA-4189-BE4F-38F5145B4D7C}" type="pres">
      <dgm:prSet presAssocID="{EC15C22E-3B4C-43BF-9269-4BC408A02C6A}" presName="parentText" presStyleLbl="alignNode1" presStyleIdx="4" presStyleCnt="5">
        <dgm:presLayoutVars>
          <dgm:chMax val="1"/>
          <dgm:bulletEnabled val="1"/>
        </dgm:presLayoutVars>
      </dgm:prSet>
      <dgm:spPr/>
      <dgm:t>
        <a:bodyPr/>
        <a:lstStyle/>
        <a:p>
          <a:endParaRPr lang="zh-CN" altLang="en-US"/>
        </a:p>
      </dgm:t>
    </dgm:pt>
    <dgm:pt modelId="{C2C22188-07B7-4C0D-BA57-76A6E6C5430F}" type="pres">
      <dgm:prSet presAssocID="{EC15C22E-3B4C-43BF-9269-4BC408A02C6A}" presName="descendantText" presStyleLbl="alignAcc1" presStyleIdx="4" presStyleCnt="5">
        <dgm:presLayoutVars>
          <dgm:bulletEnabled val="1"/>
        </dgm:presLayoutVars>
      </dgm:prSet>
      <dgm:spPr/>
      <dgm:t>
        <a:bodyPr/>
        <a:lstStyle/>
        <a:p>
          <a:endParaRPr lang="zh-CN" altLang="en-US"/>
        </a:p>
      </dgm:t>
    </dgm:pt>
  </dgm:ptLst>
  <dgm:cxnLst>
    <dgm:cxn modelId="{A6DD5228-E401-4BEE-BE31-DB5355CE3876}" srcId="{387062B3-0201-4C6B-AAF6-DA48C32B3205}" destId="{284C18E3-13A4-4BE4-9020-539E2F1E3D4F}" srcOrd="0" destOrd="0" parTransId="{62C9EBFA-33B8-4915-8257-333E3C336315}" sibTransId="{91331400-B34A-4822-9254-DDB5557920E1}"/>
    <dgm:cxn modelId="{48FCAC19-BD28-4B6B-8537-CEB08778A5CA}" srcId="{284C18E3-13A4-4BE4-9020-539E2F1E3D4F}" destId="{92019994-9747-464C-A3A3-7378B0876106}" srcOrd="0" destOrd="0" parTransId="{99267270-CB51-4291-AE72-5869F262026E}" sibTransId="{30AFFB94-F05B-48B3-9D23-E2CEFE1F3DC8}"/>
    <dgm:cxn modelId="{E5E7807E-108A-4EA6-A045-FCEF440453B1}" srcId="{387062B3-0201-4C6B-AAF6-DA48C32B3205}" destId="{4FDDF789-1B8C-4280-A5AF-0E1B2CFA5BD0}" srcOrd="1" destOrd="0" parTransId="{FD52D5FF-EDF6-4FCA-9FE6-8D4CE61794B9}" sibTransId="{34B2B031-6949-4289-9B70-993F08CB3F71}"/>
    <dgm:cxn modelId="{A7240DE0-790B-4EE6-A2D7-4E7C993188EA}" srcId="{4FDDF789-1B8C-4280-A5AF-0E1B2CFA5BD0}" destId="{41973CD1-9549-4942-AB36-4CEC0A0C3A0E}" srcOrd="0" destOrd="1" parTransId="{9029FB25-428E-44DE-82ED-1612B9761BDF}" sibTransId="{EFE1BDCC-5606-4879-98DF-FDE657515DD5}"/>
    <dgm:cxn modelId="{043E6C95-5EA7-4C57-9BDC-4A0748B5EE0D}" srcId="{387062B3-0201-4C6B-AAF6-DA48C32B3205}" destId="{781DDA18-BA63-4FB5-902F-479BC67FF5CA}" srcOrd="2" destOrd="0" parTransId="{5976D99E-09DE-4592-AC19-00A1ABE6C674}" sibTransId="{9E953DAD-90FF-43A5-AFBA-DCFD0206593C}"/>
    <dgm:cxn modelId="{7DDEDD68-A353-46E0-A583-8E629069158A}" srcId="{781DDA18-BA63-4FB5-902F-479BC67FF5CA}" destId="{CE8CDBE6-DD56-4B21-BE45-0F69995571F0}" srcOrd="0" destOrd="2" parTransId="{AE33D4DE-072C-4888-9C52-E15BAC15E2E6}" sibTransId="{7822F8D8-AEAD-4408-AEB0-1DF0ECD1DA92}"/>
    <dgm:cxn modelId="{E94FDDBB-A1A1-4315-BBD0-31C4242EA21C}" srcId="{387062B3-0201-4C6B-AAF6-DA48C32B3205}" destId="{A57FED94-7950-4F4B-B05F-F864E419C185}" srcOrd="3" destOrd="0" parTransId="{6EE82B55-3F75-498C-9D58-B3327CCB19E9}" sibTransId="{0A9BBCB7-D32A-46CC-A2D3-85E5E6CCE9D5}"/>
    <dgm:cxn modelId="{A6F5E517-3E8E-4DE4-9A92-80D04C48DF01}" srcId="{A57FED94-7950-4F4B-B05F-F864E419C185}" destId="{5EA30E49-D5FE-4E99-BD66-6444BCEF7571}" srcOrd="0" destOrd="3" parTransId="{C6DD3726-29FA-4181-87F6-CC67CA7A6EB7}" sibTransId="{1C2A85B7-20B2-4184-A6DA-D053E6837AAD}"/>
    <dgm:cxn modelId="{B8066D6B-4CFB-4A34-B187-DA75DACD0EBB}" srcId="{387062B3-0201-4C6B-AAF6-DA48C32B3205}" destId="{EC15C22E-3B4C-43BF-9269-4BC408A02C6A}" srcOrd="4" destOrd="0" parTransId="{4EB38C05-F7E8-4481-8628-B0AF8787CE24}" sibTransId="{9524DB4A-C627-4BF8-B587-C926772D0B73}"/>
    <dgm:cxn modelId="{40C08A75-ADCA-4868-9B5A-E4B84E39A895}" srcId="{EC15C22E-3B4C-43BF-9269-4BC408A02C6A}" destId="{44EA5C2A-56A9-4DEE-A52D-33B930FFAA69}" srcOrd="0" destOrd="4" parTransId="{48E982E3-1EE6-4D00-B79F-DA8764F24980}" sibTransId="{396F1A3B-EADE-45AF-9A91-13E75117835D}"/>
    <dgm:cxn modelId="{4EB8DA48-5EDB-4041-8FD6-FAC587B88832}" type="presOf" srcId="{387062B3-0201-4C6B-AAF6-DA48C32B3205}" destId="{75E43550-7C6A-4759-9679-EDD4009996A4}" srcOrd="0" destOrd="0" presId="urn:microsoft.com/office/officeart/2005/8/layout/chevron2"/>
    <dgm:cxn modelId="{40A498DA-96BA-40CB-BE33-E025EB148AD2}" type="presParOf" srcId="{75E43550-7C6A-4759-9679-EDD4009996A4}" destId="{5EC49F67-C8AB-4462-8C82-B22D14E9D4D8}" srcOrd="0" destOrd="0" presId="urn:microsoft.com/office/officeart/2005/8/layout/chevron2"/>
    <dgm:cxn modelId="{1C771A1C-D183-4C31-9F41-D9594F202F15}" type="presParOf" srcId="{5EC49F67-C8AB-4462-8C82-B22D14E9D4D8}" destId="{E0F0E242-FABE-45B0-B9B4-EAE60C73225E}" srcOrd="0" destOrd="0" presId="urn:microsoft.com/office/officeart/2005/8/layout/chevron2"/>
    <dgm:cxn modelId="{CF630C74-0547-49A1-AB75-60DBE0449CA2}" type="presOf" srcId="{284C18E3-13A4-4BE4-9020-539E2F1E3D4F}" destId="{E0F0E242-FABE-45B0-B9B4-EAE60C73225E}" srcOrd="0" destOrd="0" presId="urn:microsoft.com/office/officeart/2005/8/layout/chevron2"/>
    <dgm:cxn modelId="{FA8BAD82-73EE-4F82-8627-F6C81A09BCEA}" type="presParOf" srcId="{5EC49F67-C8AB-4462-8C82-B22D14E9D4D8}" destId="{F99F3960-8008-4D39-BEC6-4A5F32EAB198}" srcOrd="1" destOrd="0" presId="urn:microsoft.com/office/officeart/2005/8/layout/chevron2"/>
    <dgm:cxn modelId="{AA228FD3-8280-44D5-8854-F7D84EDE3C3A}" type="presOf" srcId="{92019994-9747-464C-A3A3-7378B0876106}" destId="{F99F3960-8008-4D39-BEC6-4A5F32EAB198}" srcOrd="0" destOrd="0" presId="urn:microsoft.com/office/officeart/2005/8/layout/chevron2"/>
    <dgm:cxn modelId="{947C04A6-28D5-4CCA-83CC-15232AF5A686}" type="presParOf" srcId="{75E43550-7C6A-4759-9679-EDD4009996A4}" destId="{B0D306C6-CA80-45A0-92E5-B7BF9278E772}" srcOrd="1" destOrd="0" presId="urn:microsoft.com/office/officeart/2005/8/layout/chevron2"/>
    <dgm:cxn modelId="{5C4BB1C3-A56A-4EFD-B36B-65C1E96C3CD5}" type="presOf" srcId="{91331400-B34A-4822-9254-DDB5557920E1}" destId="{B0D306C6-CA80-45A0-92E5-B7BF9278E772}" srcOrd="0" destOrd="0" presId="urn:microsoft.com/office/officeart/2005/8/layout/chevron2"/>
    <dgm:cxn modelId="{78F63DFA-5CEA-4A82-B473-68905348012B}" type="presParOf" srcId="{75E43550-7C6A-4759-9679-EDD4009996A4}" destId="{EE879FEE-6E04-41CA-A854-45EAC65D9D7E}" srcOrd="2" destOrd="0" presId="urn:microsoft.com/office/officeart/2005/8/layout/chevron2"/>
    <dgm:cxn modelId="{340B1D64-224E-41FA-A0C6-65D2C553FCA6}" type="presParOf" srcId="{EE879FEE-6E04-41CA-A854-45EAC65D9D7E}" destId="{6D536DD5-D66B-4D71-8536-973415F4040F}" srcOrd="0" destOrd="2" presId="urn:microsoft.com/office/officeart/2005/8/layout/chevron2"/>
    <dgm:cxn modelId="{D3AE56DF-03A9-4642-88D4-8B5EFF1A05FA}" type="presOf" srcId="{4FDDF789-1B8C-4280-A5AF-0E1B2CFA5BD0}" destId="{6D536DD5-D66B-4D71-8536-973415F4040F}" srcOrd="0" destOrd="0" presId="urn:microsoft.com/office/officeart/2005/8/layout/chevron2"/>
    <dgm:cxn modelId="{731D56BB-0B70-429E-91F5-DC8BD3000501}" type="presParOf" srcId="{EE879FEE-6E04-41CA-A854-45EAC65D9D7E}" destId="{504FA798-0EFE-4949-8FC7-CA9910307597}" srcOrd="1" destOrd="2" presId="urn:microsoft.com/office/officeart/2005/8/layout/chevron2"/>
    <dgm:cxn modelId="{8EC52167-A01F-478E-9CF6-C6353841AE0E}" type="presOf" srcId="{41973CD1-9549-4942-AB36-4CEC0A0C3A0E}" destId="{504FA798-0EFE-4949-8FC7-CA9910307597}" srcOrd="0" destOrd="0" presId="urn:microsoft.com/office/officeart/2005/8/layout/chevron2"/>
    <dgm:cxn modelId="{05E5DCD8-4CBA-4833-8073-C5484958A319}" type="presParOf" srcId="{75E43550-7C6A-4759-9679-EDD4009996A4}" destId="{E9B54275-BD2C-4DA5-A7D4-4135D74589DD}" srcOrd="3" destOrd="0" presId="urn:microsoft.com/office/officeart/2005/8/layout/chevron2"/>
    <dgm:cxn modelId="{854B2250-4C74-4742-8925-D01240491999}" type="presOf" srcId="{34B2B031-6949-4289-9B70-993F08CB3F71}" destId="{E9B54275-BD2C-4DA5-A7D4-4135D74589DD}" srcOrd="0" destOrd="0" presId="urn:microsoft.com/office/officeart/2005/8/layout/chevron2"/>
    <dgm:cxn modelId="{FDF84167-E847-40A2-83E5-13F8B39DA7BD}" type="presParOf" srcId="{75E43550-7C6A-4759-9679-EDD4009996A4}" destId="{4DF3CA7D-8D33-4227-8950-B65E0FC04A75}" srcOrd="4" destOrd="0" presId="urn:microsoft.com/office/officeart/2005/8/layout/chevron2"/>
    <dgm:cxn modelId="{F30DADA1-62B5-4AAF-BB6E-40CFB1E22A7B}" type="presParOf" srcId="{4DF3CA7D-8D33-4227-8950-B65E0FC04A75}" destId="{FE4F20F1-DEF7-4310-86E0-7E721EC505E2}" srcOrd="0" destOrd="4" presId="urn:microsoft.com/office/officeart/2005/8/layout/chevron2"/>
    <dgm:cxn modelId="{829E794C-47AE-41BC-B91A-BE0E7405F8E9}" type="presOf" srcId="{781DDA18-BA63-4FB5-902F-479BC67FF5CA}" destId="{FE4F20F1-DEF7-4310-86E0-7E721EC505E2}" srcOrd="0" destOrd="0" presId="urn:microsoft.com/office/officeart/2005/8/layout/chevron2"/>
    <dgm:cxn modelId="{24EA3A80-E8E7-48B0-B976-D9FDE8248C7D}" type="presParOf" srcId="{4DF3CA7D-8D33-4227-8950-B65E0FC04A75}" destId="{6447306C-A7AC-4EE2-AC92-43001690F213}" srcOrd="1" destOrd="4" presId="urn:microsoft.com/office/officeart/2005/8/layout/chevron2"/>
    <dgm:cxn modelId="{6137F8EC-6460-4B62-BF6C-C389118292AD}" type="presOf" srcId="{CE8CDBE6-DD56-4B21-BE45-0F69995571F0}" destId="{6447306C-A7AC-4EE2-AC92-43001690F213}" srcOrd="0" destOrd="0" presId="urn:microsoft.com/office/officeart/2005/8/layout/chevron2"/>
    <dgm:cxn modelId="{CE043630-C195-4D1F-932D-05B89A204B62}" type="presParOf" srcId="{75E43550-7C6A-4759-9679-EDD4009996A4}" destId="{E036AB75-DF2E-4C92-AD1A-6EEBAD3A31EC}" srcOrd="5" destOrd="0" presId="urn:microsoft.com/office/officeart/2005/8/layout/chevron2"/>
    <dgm:cxn modelId="{FFD1A0E6-7AB5-4DD1-92A6-851E699ECE02}" type="presOf" srcId="{9E953DAD-90FF-43A5-AFBA-DCFD0206593C}" destId="{E036AB75-DF2E-4C92-AD1A-6EEBAD3A31EC}" srcOrd="0" destOrd="0" presId="urn:microsoft.com/office/officeart/2005/8/layout/chevron2"/>
    <dgm:cxn modelId="{48E26B01-E169-4739-88CD-33BCD1C90877}" type="presParOf" srcId="{75E43550-7C6A-4759-9679-EDD4009996A4}" destId="{2EF7AFB6-5CCF-4AA4-ABEC-4C3415C430A6}" srcOrd="6" destOrd="0" presId="urn:microsoft.com/office/officeart/2005/8/layout/chevron2"/>
    <dgm:cxn modelId="{66623D41-71B9-4FC5-986B-6267F78E6B7C}" type="presParOf" srcId="{2EF7AFB6-5CCF-4AA4-ABEC-4C3415C430A6}" destId="{1E7028D5-D760-49CC-AFB3-6404EB421397}" srcOrd="0" destOrd="6" presId="urn:microsoft.com/office/officeart/2005/8/layout/chevron2"/>
    <dgm:cxn modelId="{A0662486-B7C9-4E99-9896-D94164638905}" type="presOf" srcId="{A57FED94-7950-4F4B-B05F-F864E419C185}" destId="{1E7028D5-D760-49CC-AFB3-6404EB421397}" srcOrd="0" destOrd="0" presId="urn:microsoft.com/office/officeart/2005/8/layout/chevron2"/>
    <dgm:cxn modelId="{D376FCB1-08F8-4408-AE1E-FAEA3C31A554}" type="presParOf" srcId="{2EF7AFB6-5CCF-4AA4-ABEC-4C3415C430A6}" destId="{C7BFE422-643D-4182-BD44-9646D10F7068}" srcOrd="1" destOrd="6" presId="urn:microsoft.com/office/officeart/2005/8/layout/chevron2"/>
    <dgm:cxn modelId="{D478DE68-CDB8-4D8D-9664-1A94E9DCEF57}" type="presOf" srcId="{5EA30E49-D5FE-4E99-BD66-6444BCEF7571}" destId="{C7BFE422-643D-4182-BD44-9646D10F7068}" srcOrd="0" destOrd="0" presId="urn:microsoft.com/office/officeart/2005/8/layout/chevron2"/>
    <dgm:cxn modelId="{F4EBD351-55AE-4EC0-B978-8B57C384851C}" type="presParOf" srcId="{75E43550-7C6A-4759-9679-EDD4009996A4}" destId="{C2CA5979-D940-44F8-B842-8AF6ECF78724}" srcOrd="7" destOrd="0" presId="urn:microsoft.com/office/officeart/2005/8/layout/chevron2"/>
    <dgm:cxn modelId="{39F65002-C3B5-4E2E-868D-E4AB7DBE6FF4}" type="presOf" srcId="{0A9BBCB7-D32A-46CC-A2D3-85E5E6CCE9D5}" destId="{C2CA5979-D940-44F8-B842-8AF6ECF78724}" srcOrd="0" destOrd="0" presId="urn:microsoft.com/office/officeart/2005/8/layout/chevron2"/>
    <dgm:cxn modelId="{9E1DBBF0-4ED5-4864-8207-C753E36C530B}" type="presParOf" srcId="{75E43550-7C6A-4759-9679-EDD4009996A4}" destId="{66EAC2F6-4D46-401A-A531-D9167D543A5E}" srcOrd="8" destOrd="0" presId="urn:microsoft.com/office/officeart/2005/8/layout/chevron2"/>
    <dgm:cxn modelId="{B614114C-C473-46FC-952D-184F438C8195}" type="presParOf" srcId="{66EAC2F6-4D46-401A-A531-D9167D543A5E}" destId="{2AD9E5AA-68BA-4189-BE4F-38F5145B4D7C}" srcOrd="0" destOrd="8" presId="urn:microsoft.com/office/officeart/2005/8/layout/chevron2"/>
    <dgm:cxn modelId="{338F8EEE-8CAA-4BC6-8453-BCE706B4DB7E}" type="presOf" srcId="{EC15C22E-3B4C-43BF-9269-4BC408A02C6A}" destId="{2AD9E5AA-68BA-4189-BE4F-38F5145B4D7C}" srcOrd="0" destOrd="0" presId="urn:microsoft.com/office/officeart/2005/8/layout/chevron2"/>
    <dgm:cxn modelId="{7E1B51F9-244B-44FA-A284-3B1E4D515529}" type="presParOf" srcId="{66EAC2F6-4D46-401A-A531-D9167D543A5E}" destId="{C2C22188-07B7-4C0D-BA57-76A6E6C5430F}" srcOrd="1" destOrd="8" presId="urn:microsoft.com/office/officeart/2005/8/layout/chevron2"/>
    <dgm:cxn modelId="{18A54D13-6D22-4700-98C2-0668286EAD94}" type="presOf" srcId="{44EA5C2A-56A9-4DEE-A52D-33B930FFAA69}" destId="{C2C22188-07B7-4C0D-BA57-76A6E6C5430F}" srcOrd="0"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5408295" cy="2289810"/>
        <a:chOff x="0" y="0"/>
        <a:chExt cx="5408295" cy="2289810"/>
      </a:xfrm>
    </dsp:grpSpPr>
    <dsp:sp modelId="{E0F0E242-FABE-45B0-B9B4-EAE60C73225E}">
      <dsp:nvSpPr>
        <dsp:cNvPr id="3" name="燕尾形 2"/>
        <dsp:cNvSpPr/>
      </dsp:nvSpPr>
      <dsp:spPr bwMode="white">
        <a:xfrm rot="5400000">
          <a:off x="-84511" y="84511"/>
          <a:ext cx="563405" cy="394383"/>
        </a:xfrm>
        <a:prstGeom prst="chevron">
          <a:avLst/>
        </a:prstGeom>
      </dsp:spPr>
      <dsp:style>
        <a:lnRef idx="1">
          <a:schemeClr val="accent1"/>
        </a:lnRef>
        <a:fillRef idx="2">
          <a:schemeClr val="accent1"/>
        </a:fillRef>
        <a:effectRef idx="1">
          <a:scrgbClr r="0" g="0" b="0"/>
        </a:effectRef>
        <a:fontRef idx="minor">
          <a:schemeClr val="dk1"/>
        </a:fontRef>
      </dsp:style>
      <dsp:txBody>
        <a:bodyPr rot="-5400000" vert="horz" wrap="square" lIns="8890" tIns="8890" rIns="8890" bIns="889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altLang="zh-CN" sz="1400" dirty="0" smtClean="0">
              <a:latin typeface="+mn-ea"/>
            </a:rPr>
            <a:t>1</a:t>
          </a:r>
          <a:endParaRPr lang="zh-CN" altLang="en-US" sz="1400" dirty="0">
            <a:latin typeface="+mn-ea"/>
          </a:endParaRPr>
        </a:p>
      </dsp:txBody>
      <dsp:txXfrm rot="5400000">
        <a:off x="-84511" y="84511"/>
        <a:ext cx="563405" cy="394383"/>
      </dsp:txXfrm>
    </dsp:sp>
    <dsp:sp modelId="{F99F3960-8008-4D39-BEC6-4A5F32EAB198}">
      <dsp:nvSpPr>
        <dsp:cNvPr id="4" name="同侧圆角矩形 3"/>
        <dsp:cNvSpPr/>
      </dsp:nvSpPr>
      <dsp:spPr bwMode="white">
        <a:xfrm rot="5400000">
          <a:off x="2718233" y="-2323849"/>
          <a:ext cx="366213" cy="5013912"/>
        </a:xfrm>
        <a:prstGeom prst="round2SameRect">
          <a:avLst/>
        </a:prstGeom>
      </dsp:spPr>
      <dsp:style>
        <a:lnRef idx="1">
          <a:schemeClr val="accent1"/>
        </a:lnRef>
        <a:fillRef idx="1">
          <a:schemeClr val="lt1">
            <a:alpha val="90000"/>
          </a:schemeClr>
        </a:fillRef>
        <a:effectRef idx="0">
          <a:scrgbClr r="0" g="0" b="0"/>
        </a:effectRef>
        <a:fontRef idx="minor"/>
      </dsp:style>
      <dsp:txBody>
        <a:bodyPr rot="-5400000" vert="horz" wrap="square" lIns="99568" tIns="8890" rIns="8890" bIns="8890" anchor="ctr"/>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marL="114300" lvl="1" indent="-114300">
            <a:lnSpc>
              <a:spcPct val="100000"/>
            </a:lnSpc>
            <a:spcBef>
              <a:spcPct val="0"/>
            </a:spcBef>
            <a:spcAft>
              <a:spcPct val="15000"/>
            </a:spcAft>
            <a:buChar char="•"/>
          </a:pPr>
          <a:r>
            <a:rPr lang="zh-CN" altLang="en-US" sz="1400" dirty="0" smtClean="0">
              <a:solidFill>
                <a:schemeClr val="dk1"/>
              </a:solidFill>
              <a:latin typeface="+mn-ea"/>
            </a:rPr>
            <a:t>进行初步访谈</a:t>
          </a:r>
          <a:endParaRPr lang="zh-CN" altLang="en-US" sz="1400" dirty="0">
            <a:solidFill>
              <a:schemeClr val="dk1"/>
            </a:solidFill>
            <a:latin typeface="+mn-ea"/>
          </a:endParaRPr>
        </a:p>
      </dsp:txBody>
      <dsp:txXfrm rot="5400000">
        <a:off x="2718233" y="-2323849"/>
        <a:ext cx="366213" cy="5013912"/>
      </dsp:txXfrm>
    </dsp:sp>
    <dsp:sp modelId="{6D536DD5-D66B-4D71-8536-973415F4040F}">
      <dsp:nvSpPr>
        <dsp:cNvPr id="5" name="燕尾形 4"/>
        <dsp:cNvSpPr/>
      </dsp:nvSpPr>
      <dsp:spPr bwMode="white">
        <a:xfrm rot="5400000">
          <a:off x="-84511" y="516112"/>
          <a:ext cx="563405" cy="394383"/>
        </a:xfrm>
        <a:prstGeom prst="chevron">
          <a:avLst/>
        </a:prstGeom>
      </dsp:spPr>
      <dsp:style>
        <a:lnRef idx="1">
          <a:schemeClr val="accent1"/>
        </a:lnRef>
        <a:fillRef idx="2">
          <a:schemeClr val="accent1"/>
        </a:fillRef>
        <a:effectRef idx="1">
          <a:scrgbClr r="0" g="0" b="0"/>
        </a:effectRef>
        <a:fontRef idx="minor">
          <a:schemeClr val="dk1"/>
        </a:fontRef>
      </dsp:style>
      <dsp:txBody>
        <a:bodyPr rot="-5400000" vert="horz" wrap="square" lIns="8890" tIns="8890" rIns="8890" bIns="889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altLang="zh-CN" sz="1400" dirty="0" smtClean="0">
              <a:latin typeface="+mn-ea"/>
            </a:rPr>
            <a:t>2</a:t>
          </a:r>
          <a:endParaRPr lang="zh-CN" altLang="en-US" sz="1400" dirty="0">
            <a:latin typeface="+mn-ea"/>
          </a:endParaRPr>
        </a:p>
      </dsp:txBody>
      <dsp:txXfrm rot="5400000">
        <a:off x="-84511" y="516112"/>
        <a:ext cx="563405" cy="394383"/>
      </dsp:txXfrm>
    </dsp:sp>
    <dsp:sp modelId="{504FA798-0EFE-4949-8FC7-CA9910307597}">
      <dsp:nvSpPr>
        <dsp:cNvPr id="6" name="同侧圆角矩形 5"/>
        <dsp:cNvSpPr/>
      </dsp:nvSpPr>
      <dsp:spPr bwMode="white">
        <a:xfrm rot="5400000">
          <a:off x="2718233" y="-1892248"/>
          <a:ext cx="366213" cy="5013912"/>
        </a:xfrm>
        <a:prstGeom prst="round2SameRect">
          <a:avLst/>
        </a:prstGeom>
      </dsp:spPr>
      <dsp:style>
        <a:lnRef idx="1">
          <a:schemeClr val="accent1"/>
        </a:lnRef>
        <a:fillRef idx="1">
          <a:schemeClr val="lt1">
            <a:alpha val="90000"/>
          </a:schemeClr>
        </a:fillRef>
        <a:effectRef idx="0">
          <a:scrgbClr r="0" g="0" b="0"/>
        </a:effectRef>
        <a:fontRef idx="minor"/>
      </dsp:style>
      <dsp:txBody>
        <a:bodyPr rot="-5400000" vert="horz" wrap="square" lIns="99568" tIns="8890" rIns="8890" bIns="8890" anchor="ctr"/>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marL="114300" lvl="1" indent="-114300">
            <a:lnSpc>
              <a:spcPct val="100000"/>
            </a:lnSpc>
            <a:spcBef>
              <a:spcPct val="0"/>
            </a:spcBef>
            <a:spcAft>
              <a:spcPct val="15000"/>
            </a:spcAft>
            <a:buChar char="•"/>
          </a:pPr>
          <a:r>
            <a:rPr lang="zh-CN" altLang="en-US" sz="1400" dirty="0" smtClean="0">
              <a:solidFill>
                <a:schemeClr val="dk1"/>
              </a:solidFill>
              <a:latin typeface="+mn-ea"/>
              <a:cs typeface="+mn-ea"/>
            </a:rPr>
            <a:t>开发者和用户分别写出“产品需求”</a:t>
          </a:r>
          <a:endParaRPr lang="zh-CN" altLang="en-US" sz="1400" dirty="0">
            <a:solidFill>
              <a:schemeClr val="dk1"/>
            </a:solidFill>
            <a:latin typeface="+mn-ea"/>
            <a:cs typeface="+mn-ea"/>
          </a:endParaRPr>
        </a:p>
      </dsp:txBody>
      <dsp:txXfrm rot="5400000">
        <a:off x="2718233" y="-1892248"/>
        <a:ext cx="366213" cy="5013912"/>
      </dsp:txXfrm>
    </dsp:sp>
    <dsp:sp modelId="{FE4F20F1-DEF7-4310-86E0-7E721EC505E2}">
      <dsp:nvSpPr>
        <dsp:cNvPr id="7" name="燕尾形 6"/>
        <dsp:cNvSpPr/>
      </dsp:nvSpPr>
      <dsp:spPr bwMode="white">
        <a:xfrm rot="5400000">
          <a:off x="-84511" y="947713"/>
          <a:ext cx="563405" cy="394383"/>
        </a:xfrm>
        <a:prstGeom prst="chevron">
          <a:avLst/>
        </a:prstGeom>
      </dsp:spPr>
      <dsp:style>
        <a:lnRef idx="1">
          <a:schemeClr val="accent1"/>
        </a:lnRef>
        <a:fillRef idx="2">
          <a:schemeClr val="accent1"/>
        </a:fillRef>
        <a:effectRef idx="1">
          <a:scrgbClr r="0" g="0" b="0"/>
        </a:effectRef>
        <a:fontRef idx="minor">
          <a:schemeClr val="dk1"/>
        </a:fontRef>
      </dsp:style>
      <dsp:txBody>
        <a:bodyPr rot="-5400000" vert="horz" wrap="square" lIns="8890" tIns="8890" rIns="8890" bIns="889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altLang="zh-CN" sz="1400" dirty="0" smtClean="0">
              <a:latin typeface="+mn-ea"/>
            </a:rPr>
            <a:t>3</a:t>
          </a:r>
          <a:endParaRPr lang="zh-CN" altLang="en-US" sz="1400" dirty="0">
            <a:latin typeface="+mn-ea"/>
          </a:endParaRPr>
        </a:p>
      </dsp:txBody>
      <dsp:txXfrm rot="5400000">
        <a:off x="-84511" y="947713"/>
        <a:ext cx="563405" cy="394383"/>
      </dsp:txXfrm>
    </dsp:sp>
    <dsp:sp modelId="{6447306C-A7AC-4EE2-AC92-43001690F213}">
      <dsp:nvSpPr>
        <dsp:cNvPr id="8" name="同侧圆角矩形 7"/>
        <dsp:cNvSpPr/>
      </dsp:nvSpPr>
      <dsp:spPr bwMode="white">
        <a:xfrm rot="5400000">
          <a:off x="2718233" y="-1460647"/>
          <a:ext cx="366213" cy="5013912"/>
        </a:xfrm>
        <a:prstGeom prst="round2SameRect">
          <a:avLst/>
        </a:prstGeom>
      </dsp:spPr>
      <dsp:style>
        <a:lnRef idx="1">
          <a:schemeClr val="accent1"/>
        </a:lnRef>
        <a:fillRef idx="1">
          <a:schemeClr val="lt1">
            <a:alpha val="90000"/>
          </a:schemeClr>
        </a:fillRef>
        <a:effectRef idx="0">
          <a:scrgbClr r="0" g="0" b="0"/>
        </a:effectRef>
        <a:fontRef idx="minor"/>
      </dsp:style>
      <dsp:txBody>
        <a:bodyPr rot="-5400000" vert="horz" wrap="square" lIns="99568" tIns="8890" rIns="8890" bIns="8890" anchor="ctr"/>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marL="114300" lvl="1" indent="-114300">
            <a:lnSpc>
              <a:spcPct val="100000"/>
            </a:lnSpc>
            <a:spcBef>
              <a:spcPct val="0"/>
            </a:spcBef>
            <a:spcAft>
              <a:spcPct val="15000"/>
            </a:spcAft>
            <a:buChar char="•"/>
          </a:pPr>
          <a:r>
            <a:rPr lang="zh-CN" altLang="en-US" sz="1400" dirty="0" smtClean="0">
              <a:solidFill>
                <a:schemeClr val="dk1"/>
              </a:solidFill>
              <a:latin typeface="+mn-ea"/>
            </a:rPr>
            <a:t>开会讨论，各自展示需求列表</a:t>
          </a:r>
          <a:endParaRPr lang="zh-CN" altLang="en-US" sz="1400" dirty="0">
            <a:solidFill>
              <a:schemeClr val="dk1"/>
            </a:solidFill>
            <a:latin typeface="+mn-ea"/>
          </a:endParaRPr>
        </a:p>
      </dsp:txBody>
      <dsp:txXfrm rot="5400000">
        <a:off x="2718233" y="-1460647"/>
        <a:ext cx="366213" cy="5013912"/>
      </dsp:txXfrm>
    </dsp:sp>
    <dsp:sp modelId="{1E7028D5-D760-49CC-AFB3-6404EB421397}">
      <dsp:nvSpPr>
        <dsp:cNvPr id="9" name="燕尾形 8"/>
        <dsp:cNvSpPr/>
      </dsp:nvSpPr>
      <dsp:spPr bwMode="white">
        <a:xfrm rot="5400000">
          <a:off x="-84511" y="1379315"/>
          <a:ext cx="563405" cy="394383"/>
        </a:xfrm>
        <a:prstGeom prst="chevron">
          <a:avLst/>
        </a:prstGeom>
      </dsp:spPr>
      <dsp:style>
        <a:lnRef idx="1">
          <a:schemeClr val="accent1"/>
        </a:lnRef>
        <a:fillRef idx="2">
          <a:schemeClr val="accent1"/>
        </a:fillRef>
        <a:effectRef idx="1">
          <a:scrgbClr r="0" g="0" b="0"/>
        </a:effectRef>
        <a:fontRef idx="minor">
          <a:schemeClr val="dk1"/>
        </a:fontRef>
      </dsp:style>
      <dsp:txBody>
        <a:bodyPr rot="-5400000" vert="horz" wrap="square" lIns="8890" tIns="8890" rIns="8890" bIns="889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altLang="zh-CN" sz="1400" dirty="0" smtClean="0">
              <a:latin typeface="+mn-ea"/>
            </a:rPr>
            <a:t>4</a:t>
          </a:r>
          <a:endParaRPr lang="zh-CN" altLang="en-US" sz="1400" dirty="0">
            <a:latin typeface="+mn-ea"/>
          </a:endParaRPr>
        </a:p>
      </dsp:txBody>
      <dsp:txXfrm rot="5400000">
        <a:off x="-84511" y="1379315"/>
        <a:ext cx="563405" cy="394383"/>
      </dsp:txXfrm>
    </dsp:sp>
    <dsp:sp modelId="{C7BFE422-643D-4182-BD44-9646D10F7068}">
      <dsp:nvSpPr>
        <dsp:cNvPr id="10" name="同侧圆角矩形 9"/>
        <dsp:cNvSpPr/>
      </dsp:nvSpPr>
      <dsp:spPr bwMode="white">
        <a:xfrm rot="5400000">
          <a:off x="2718233" y="-1029045"/>
          <a:ext cx="366213" cy="5013912"/>
        </a:xfrm>
        <a:prstGeom prst="round2SameRect">
          <a:avLst/>
        </a:prstGeom>
      </dsp:spPr>
      <dsp:style>
        <a:lnRef idx="1">
          <a:schemeClr val="accent1"/>
        </a:lnRef>
        <a:fillRef idx="1">
          <a:schemeClr val="lt1">
            <a:alpha val="90000"/>
          </a:schemeClr>
        </a:fillRef>
        <a:effectRef idx="0">
          <a:scrgbClr r="0" g="0" b="0"/>
        </a:effectRef>
        <a:fontRef idx="minor"/>
      </dsp:style>
      <dsp:txBody>
        <a:bodyPr rot="-5400000" vert="horz" wrap="square" lIns="99568" tIns="8890" rIns="8890" bIns="8890" anchor="ctr"/>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marL="114300" lvl="1" indent="-114300">
            <a:lnSpc>
              <a:spcPct val="100000"/>
            </a:lnSpc>
            <a:spcBef>
              <a:spcPct val="0"/>
            </a:spcBef>
            <a:spcAft>
              <a:spcPct val="15000"/>
            </a:spcAft>
            <a:buChar char="•"/>
          </a:pPr>
          <a:r>
            <a:rPr lang="zh-CN" altLang="en-US" sz="1400" dirty="0" smtClean="0">
              <a:solidFill>
                <a:schemeClr val="dk1"/>
              </a:solidFill>
              <a:latin typeface="+mn-ea"/>
            </a:rPr>
            <a:t>得出了意见一致，为需求列表制定小型规格说明</a:t>
          </a:r>
          <a:endParaRPr lang="zh-CN" altLang="en-US" sz="1400" dirty="0">
            <a:solidFill>
              <a:schemeClr val="dk1"/>
            </a:solidFill>
            <a:latin typeface="+mn-ea"/>
          </a:endParaRPr>
        </a:p>
      </dsp:txBody>
      <dsp:txXfrm rot="5400000">
        <a:off x="2718233" y="-1029045"/>
        <a:ext cx="366213" cy="5013912"/>
      </dsp:txXfrm>
    </dsp:sp>
    <dsp:sp modelId="{2AD9E5AA-68BA-4189-BE4F-38F5145B4D7C}">
      <dsp:nvSpPr>
        <dsp:cNvPr id="11" name="燕尾形 10"/>
        <dsp:cNvSpPr/>
      </dsp:nvSpPr>
      <dsp:spPr bwMode="white">
        <a:xfrm rot="5400000">
          <a:off x="-84511" y="1810916"/>
          <a:ext cx="563405" cy="394383"/>
        </a:xfrm>
        <a:prstGeom prst="chevron">
          <a:avLst/>
        </a:prstGeom>
      </dsp:spPr>
      <dsp:style>
        <a:lnRef idx="1">
          <a:schemeClr val="accent1"/>
        </a:lnRef>
        <a:fillRef idx="2">
          <a:schemeClr val="accent1"/>
        </a:fillRef>
        <a:effectRef idx="1">
          <a:scrgbClr r="0" g="0" b="0"/>
        </a:effectRef>
        <a:fontRef idx="minor">
          <a:schemeClr val="dk1"/>
        </a:fontRef>
      </dsp:style>
      <dsp:txBody>
        <a:bodyPr rot="-5400000" vert="horz" wrap="square" lIns="8890" tIns="8890" rIns="8890" bIns="889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altLang="zh-CN" sz="1400" dirty="0" smtClean="0">
              <a:latin typeface="+mn-ea"/>
            </a:rPr>
            <a:t>5</a:t>
          </a:r>
          <a:endParaRPr lang="zh-CN" altLang="en-US" sz="1400" dirty="0">
            <a:latin typeface="+mn-ea"/>
          </a:endParaRPr>
        </a:p>
      </dsp:txBody>
      <dsp:txXfrm rot="5400000">
        <a:off x="-84511" y="1810916"/>
        <a:ext cx="563405" cy="394383"/>
      </dsp:txXfrm>
    </dsp:sp>
    <dsp:sp modelId="{C2C22188-07B7-4C0D-BA57-76A6E6C5430F}">
      <dsp:nvSpPr>
        <dsp:cNvPr id="12" name="同侧圆角矩形 11"/>
        <dsp:cNvSpPr/>
      </dsp:nvSpPr>
      <dsp:spPr bwMode="white">
        <a:xfrm rot="5400000">
          <a:off x="2718233" y="-597444"/>
          <a:ext cx="366213" cy="5013912"/>
        </a:xfrm>
        <a:prstGeom prst="round2SameRect">
          <a:avLst/>
        </a:prstGeom>
      </dsp:spPr>
      <dsp:style>
        <a:lnRef idx="1">
          <a:schemeClr val="accent1"/>
        </a:lnRef>
        <a:fillRef idx="1">
          <a:schemeClr val="lt1">
            <a:alpha val="90000"/>
          </a:schemeClr>
        </a:fillRef>
        <a:effectRef idx="0">
          <a:scrgbClr r="0" g="0" b="0"/>
        </a:effectRef>
        <a:fontRef idx="minor"/>
      </dsp:style>
      <dsp:txBody>
        <a:bodyPr rot="-5400000" vert="horz" wrap="square" lIns="99568" tIns="8890" rIns="8890" bIns="8890" anchor="ctr"/>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marL="114300" lvl="1" indent="-114300">
            <a:lnSpc>
              <a:spcPct val="100000"/>
            </a:lnSpc>
            <a:spcBef>
              <a:spcPct val="0"/>
            </a:spcBef>
            <a:spcAft>
              <a:spcPct val="15000"/>
            </a:spcAft>
            <a:buChar char="•"/>
          </a:pPr>
          <a:r>
            <a:rPr lang="zh-CN" altLang="en-US" sz="1400" dirty="0" smtClean="0">
              <a:solidFill>
                <a:schemeClr val="dk1"/>
              </a:solidFill>
              <a:latin typeface="+mn-ea"/>
            </a:rPr>
            <a:t>根据会议结果，起草完整的软件需求规格说明</a:t>
          </a:r>
          <a:endParaRPr lang="zh-CN" altLang="en-US" sz="1400" dirty="0">
            <a:solidFill>
              <a:schemeClr val="dk1"/>
            </a:solidFill>
            <a:latin typeface="+mn-ea"/>
          </a:endParaRPr>
        </a:p>
      </dsp:txBody>
      <dsp:txXfrm rot="5400000">
        <a:off x="2718233" y="-597444"/>
        <a:ext cx="366213" cy="5013912"/>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rSet qsTypeId="urn:microsoft.com/office/officeart/2005/8/quickstyle/simple5"/>
        </dgm:pt>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type="chevron" r:blip="" rot="90">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type="round2SameRect" r:blip="" rot="90">
                <dgm:adjLst/>
              </dgm:shape>
            </dgm:if>
            <dgm:else name="Name6">
              <dgm:alg type="tx">
                <dgm:param type="stBulletLvl" val="1"/>
                <dgm:param type="txAnchorVertCh" val="mid"/>
              </dgm:alg>
              <dgm:shape xmlns:r="http://schemas.openxmlformats.org/officeDocument/2006/relationships" type="round2SameRect" r:blip="" rot="-90">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alignNode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b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callout">
    <dgm:scene3d>
      <a:camera prst="orthographicFront"/>
      <a:lightRig rig="threePt" dir="t"/>
    </dgm:scene3d>
    <dgm:txPr/>
    <dgm:style>
      <a:lnRef idx="1">
        <a:scrgbClr r="0" g="0" b="0"/>
      </a:lnRef>
      <a:fillRef idx="2">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f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2">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sym typeface="+mn-ea"/>
              </a:rPr>
              <a:t>数据模型主要包括三部分内容：数据结构、数据操作和数据约束，任何一个系统都不可能没有数据（类型、大小、内容、相互联系、操作及约束等）</a:t>
            </a:r>
            <a:endParaRPr lang="zh-CN" altLang="en-US">
              <a:sym typeface="+mn-ea"/>
            </a:endParaRPr>
          </a:p>
          <a:p>
            <a:r>
              <a:rPr lang="zh-CN" altLang="en-US">
                <a:sym typeface="+mn-ea"/>
              </a:rPr>
              <a:t>行为模型：行为”是系统状态随时间变化过程的描述。“行为”代表系统的一种功能，它有输入、输出，它的功能就是把输入转换为输出。在这个转换过程中，可能伴随系统本身状态参数的变化。</a:t>
            </a:r>
            <a:endParaRPr lang="zh-CN" altLang="en-US">
              <a:sym typeface="+mn-ea"/>
            </a:endParaRPr>
          </a:p>
          <a:p>
            <a:r>
              <a:rPr lang="zh-CN" altLang="en-US">
                <a:sym typeface="+mn-ea"/>
              </a:rPr>
              <a:t>功能需求：</a:t>
            </a:r>
            <a:r>
              <a:rPr lang="zh-CN" altLang="en-US" dirty="0">
                <a:latin typeface="Bodoni MT Black" panose="02070A03080606020203" pitchFamily="18" charset="0"/>
                <a:sym typeface="+mn-ea"/>
              </a:rPr>
              <a:t>需求指定系统必须提供的</a:t>
            </a:r>
            <a:r>
              <a:rPr lang="zh-CN" altLang="en-US" dirty="0">
                <a:solidFill>
                  <a:srgbClr val="FF0000"/>
                </a:solidFill>
                <a:latin typeface="Bodoni MT Black" panose="02070A03080606020203" pitchFamily="18" charset="0"/>
                <a:sym typeface="+mn-ea"/>
              </a:rPr>
              <a:t>服务</a:t>
            </a:r>
            <a:r>
              <a:rPr lang="zh-CN" altLang="en-US" dirty="0">
                <a:latin typeface="Bodoni MT Black" panose="02070A03080606020203" pitchFamily="18" charset="0"/>
                <a:sym typeface="+mn-ea"/>
              </a:rPr>
              <a:t>。通过需求分析应该划分出系统必须完成的所有功能</a:t>
            </a:r>
            <a:endParaRPr lang="zh-CN" altLang="en-US" dirty="0">
              <a:latin typeface="Bodoni MT Black" panose="02070A03080606020203" pitchFamily="18" charset="0"/>
              <a:sym typeface="+mn-ea"/>
            </a:endParaRPr>
          </a:p>
          <a:p>
            <a:r>
              <a:rPr lang="zh-CN" altLang="zh-CN" dirty="0">
                <a:latin typeface="Bodoni MT Black" panose="02070A03080606020203" pitchFamily="18" charset="0"/>
                <a:sym typeface="+mn-ea"/>
              </a:rPr>
              <a:t>性能需求：指定系统必须满足的</a:t>
            </a:r>
            <a:r>
              <a:rPr lang="zh-CN" altLang="zh-CN" dirty="0">
                <a:solidFill>
                  <a:srgbClr val="FF0000"/>
                </a:solidFill>
                <a:latin typeface="Bodoni MT Black" panose="02070A03080606020203" pitchFamily="18" charset="0"/>
                <a:sym typeface="+mn-ea"/>
              </a:rPr>
              <a:t>定时约束</a:t>
            </a:r>
            <a:r>
              <a:rPr lang="zh-CN" altLang="zh-CN" dirty="0">
                <a:latin typeface="Bodoni MT Black" panose="02070A03080606020203" pitchFamily="18" charset="0"/>
                <a:sym typeface="+mn-ea"/>
              </a:rPr>
              <a:t>或</a:t>
            </a:r>
            <a:r>
              <a:rPr lang="zh-CN" altLang="zh-CN" dirty="0">
                <a:solidFill>
                  <a:srgbClr val="FF0000"/>
                </a:solidFill>
                <a:latin typeface="Bodoni MT Black" panose="02070A03080606020203" pitchFamily="18" charset="0"/>
                <a:sym typeface="+mn-ea"/>
              </a:rPr>
              <a:t>容量约束</a:t>
            </a:r>
            <a:r>
              <a:rPr lang="zh-CN" altLang="zh-CN" dirty="0">
                <a:latin typeface="Bodoni MT Black" panose="02070A03080606020203" pitchFamily="18" charset="0"/>
                <a:sym typeface="+mn-ea"/>
              </a:rPr>
              <a:t>，通常包括</a:t>
            </a:r>
            <a:r>
              <a:rPr lang="zh-CN" altLang="zh-CN" dirty="0" smtClean="0">
                <a:latin typeface="Bodoni MT Black" panose="02070A03080606020203" pitchFamily="18" charset="0"/>
                <a:sym typeface="+mn-ea"/>
              </a:rPr>
              <a:t>速度</a:t>
            </a:r>
            <a:r>
              <a:rPr lang="zh-CN" altLang="en-US" dirty="0" smtClean="0">
                <a:latin typeface="Bodoni MT Black" panose="02070A03080606020203" pitchFamily="18" charset="0"/>
                <a:sym typeface="+mn-ea"/>
              </a:rPr>
              <a:t>（</a:t>
            </a:r>
            <a:r>
              <a:rPr lang="zh-CN" altLang="zh-CN" dirty="0" smtClean="0">
                <a:latin typeface="Bodoni MT Black" panose="02070A03080606020203" pitchFamily="18" charset="0"/>
                <a:sym typeface="+mn-ea"/>
              </a:rPr>
              <a:t>响应时间</a:t>
            </a:r>
            <a:r>
              <a:rPr lang="zh-CN" altLang="en-US" dirty="0" smtClean="0">
                <a:latin typeface="Bodoni MT Black" panose="02070A03080606020203" pitchFamily="18" charset="0"/>
                <a:sym typeface="+mn-ea"/>
              </a:rPr>
              <a:t>）</a:t>
            </a:r>
            <a:r>
              <a:rPr lang="zh-CN" altLang="zh-CN" dirty="0" smtClean="0">
                <a:latin typeface="Bodoni MT Black" panose="02070A03080606020203" pitchFamily="18" charset="0"/>
                <a:sym typeface="+mn-ea"/>
              </a:rPr>
              <a:t>、</a:t>
            </a:r>
            <a:r>
              <a:rPr lang="zh-CN" altLang="zh-CN" dirty="0">
                <a:latin typeface="Bodoni MT Black" panose="02070A03080606020203" pitchFamily="18" charset="0"/>
                <a:sym typeface="+mn-ea"/>
              </a:rPr>
              <a:t>信息量速率、主存容量、磁盘容量、安全性等方面的需求。</a:t>
            </a:r>
            <a:endParaRPr lang="zh-CN" altLang="en-US" dirty="0">
              <a:latin typeface="Bodoni MT Black" panose="02070A03080606020203" pitchFamily="18" charset="0"/>
            </a:endParaRPr>
          </a:p>
          <a:p>
            <a:r>
              <a:rPr lang="zh-CN" altLang="en-US" dirty="0">
                <a:latin typeface="Bodoni MT Black" panose="02070A03080606020203" pitchFamily="18" charset="0"/>
                <a:sym typeface="+mn-ea"/>
              </a:rPr>
              <a:t>可靠性需求定量地指定系统的</a:t>
            </a:r>
            <a:r>
              <a:rPr lang="zh-CN" altLang="en-US" dirty="0">
                <a:solidFill>
                  <a:srgbClr val="FF0000"/>
                </a:solidFill>
                <a:latin typeface="Bodoni MT Black" panose="02070A03080606020203" pitchFamily="18" charset="0"/>
                <a:sym typeface="+mn-ea"/>
              </a:rPr>
              <a:t>可靠性</a:t>
            </a:r>
            <a:r>
              <a:rPr lang="zh-CN" altLang="en-US" dirty="0">
                <a:latin typeface="Bodoni MT Black" panose="02070A03080606020203" pitchFamily="18" charset="0"/>
                <a:sym typeface="+mn-ea"/>
              </a:rPr>
              <a:t>，</a:t>
            </a:r>
            <a:r>
              <a:rPr lang="zh-CN" altLang="en-US" dirty="0">
                <a:solidFill>
                  <a:srgbClr val="FF0000"/>
                </a:solidFill>
                <a:latin typeface="Bodoni MT Black" panose="02070A03080606020203" pitchFamily="18" charset="0"/>
                <a:sym typeface="+mn-ea"/>
              </a:rPr>
              <a:t>可用性</a:t>
            </a:r>
            <a:r>
              <a:rPr lang="zh-CN" altLang="en-US" dirty="0">
                <a:latin typeface="Bodoni MT Black" panose="02070A03080606020203" pitchFamily="18" charset="0"/>
                <a:sym typeface="+mn-ea"/>
              </a:rPr>
              <a:t>与可靠性密切相关，它量化了用户可以使用系统的程度。</a:t>
            </a:r>
            <a:endParaRPr lang="zh-CN" altLang="en-US" dirty="0">
              <a:latin typeface="Bodoni MT Black" panose="02070A03080606020203" pitchFamily="18" charset="0"/>
              <a:sym typeface="+mn-ea"/>
            </a:endParaRPr>
          </a:p>
          <a:p>
            <a:r>
              <a:rPr lang="zh-CN" altLang="en-US" dirty="0">
                <a:latin typeface="Bodoni MT Black" panose="02070A03080606020203" pitchFamily="18" charset="0"/>
                <a:sym typeface="+mn-ea"/>
              </a:rPr>
              <a:t>出错处理需求：说明</a:t>
            </a:r>
            <a:r>
              <a:rPr lang="zh-CN" altLang="en-US" dirty="0">
                <a:solidFill>
                  <a:srgbClr val="FF0000"/>
                </a:solidFill>
                <a:latin typeface="Bodoni MT Black" panose="02070A03080606020203" pitchFamily="18" charset="0"/>
                <a:sym typeface="+mn-ea"/>
              </a:rPr>
              <a:t>系统对环境错误应该怎样响应</a:t>
            </a:r>
            <a:r>
              <a:rPr lang="zh-CN" altLang="en-US" dirty="0">
                <a:latin typeface="Bodoni MT Black" panose="02070A03080606020203" pitchFamily="18" charset="0"/>
                <a:sym typeface="+mn-ea"/>
              </a:rPr>
              <a:t>。</a:t>
            </a:r>
            <a:endParaRPr lang="zh-CN" altLang="en-US" dirty="0">
              <a:latin typeface="Bodoni MT Black" panose="02070A03080606020203" pitchFamily="18" charset="0"/>
              <a:sym typeface="+mn-ea"/>
            </a:endParaRPr>
          </a:p>
          <a:p>
            <a:r>
              <a:rPr lang="zh-CN" altLang="zh-CN" dirty="0">
                <a:latin typeface="Bodoni MT Black" panose="02070A03080606020203" pitchFamily="18" charset="0"/>
                <a:sym typeface="+mn-ea"/>
              </a:rPr>
              <a:t>接口需求：描述应用</a:t>
            </a:r>
            <a:r>
              <a:rPr lang="zh-CN" altLang="zh-CN" dirty="0">
                <a:solidFill>
                  <a:srgbClr val="FF0000"/>
                </a:solidFill>
                <a:latin typeface="Bodoni MT Black" panose="02070A03080606020203" pitchFamily="18" charset="0"/>
                <a:sym typeface="+mn-ea"/>
              </a:rPr>
              <a:t>系统与</a:t>
            </a:r>
            <a:r>
              <a:rPr lang="zh-CN" altLang="zh-CN" dirty="0">
                <a:latin typeface="Bodoni MT Black" panose="02070A03080606020203" pitchFamily="18" charset="0"/>
                <a:sym typeface="+mn-ea"/>
              </a:rPr>
              <a:t>它的</a:t>
            </a:r>
            <a:r>
              <a:rPr lang="zh-CN" altLang="zh-CN" dirty="0">
                <a:solidFill>
                  <a:srgbClr val="FF0000"/>
                </a:solidFill>
                <a:latin typeface="Bodoni MT Black" panose="02070A03080606020203" pitchFamily="18" charset="0"/>
                <a:sym typeface="+mn-ea"/>
              </a:rPr>
              <a:t>环境通信</a:t>
            </a:r>
            <a:r>
              <a:rPr lang="zh-CN" altLang="zh-CN" dirty="0">
                <a:latin typeface="Bodoni MT Black" panose="02070A03080606020203" pitchFamily="18" charset="0"/>
                <a:sym typeface="+mn-ea"/>
              </a:rPr>
              <a:t>的格式。常见的接口需求有：用户接口需求；硬件接口需求；软件接口需求；通信接口需求。</a:t>
            </a:r>
            <a:endParaRPr lang="zh-CN" altLang="en-US" dirty="0">
              <a:latin typeface="Bodoni MT Black" panose="02070A03080606020203" pitchFamily="18" charset="0"/>
            </a:endParaRPr>
          </a:p>
          <a:p>
            <a:r>
              <a:rPr lang="zh-CN" altLang="zh-CN" dirty="0">
                <a:latin typeface="Bodoni MT Black" panose="02070A03080606020203" pitchFamily="18" charset="0"/>
                <a:sym typeface="+mn-ea"/>
              </a:rPr>
              <a:t>设计约束：描述在设计或实现应用系统时应遵守的</a:t>
            </a:r>
            <a:r>
              <a:rPr lang="zh-CN" altLang="zh-CN" dirty="0">
                <a:solidFill>
                  <a:srgbClr val="FF0000"/>
                </a:solidFill>
                <a:latin typeface="Bodoni MT Black" panose="02070A03080606020203" pitchFamily="18" charset="0"/>
                <a:sym typeface="+mn-ea"/>
              </a:rPr>
              <a:t>限制条件</a:t>
            </a:r>
            <a:r>
              <a:rPr lang="zh-CN" altLang="zh-CN" dirty="0">
                <a:latin typeface="Bodoni MT Black" panose="02070A03080606020203" pitchFamily="18" charset="0"/>
                <a:sym typeface="+mn-ea"/>
              </a:rPr>
              <a:t>。常见的约束有：精度；工具和语言约束；设计约束；应该使用的标准；应该使用的硬件平台。</a:t>
            </a:r>
            <a:endParaRPr lang="zh-CN" altLang="en-US" dirty="0">
              <a:latin typeface="Bodoni MT Black" panose="02070A03080606020203" pitchFamily="18" charset="0"/>
            </a:endParaRPr>
          </a:p>
          <a:p>
            <a:r>
              <a:rPr lang="zh-CN" altLang="zh-CN" dirty="0">
                <a:latin typeface="Bodoni MT Black" panose="02070A03080606020203" pitchFamily="18" charset="0"/>
                <a:sym typeface="+mn-ea"/>
              </a:rPr>
              <a:t>逆向需求：说明</a:t>
            </a:r>
            <a:r>
              <a:rPr lang="zh-CN" altLang="zh-CN" dirty="0">
                <a:solidFill>
                  <a:srgbClr val="FF0000"/>
                </a:solidFill>
                <a:latin typeface="Bodoni MT Black" panose="02070A03080606020203" pitchFamily="18" charset="0"/>
                <a:sym typeface="+mn-ea"/>
              </a:rPr>
              <a:t>软件系统不应该做什么</a:t>
            </a:r>
            <a:r>
              <a:rPr lang="zh-CN" altLang="zh-CN" dirty="0">
                <a:latin typeface="Bodoni MT Black" panose="02070A03080606020203" pitchFamily="18" charset="0"/>
                <a:sym typeface="+mn-ea"/>
              </a:rPr>
              <a:t>。理论上有无限多个逆向需求，人们应该仅选取能澄清真实需求且可消除可能发生的误解的那些逆向需求</a:t>
            </a:r>
            <a:endParaRPr lang="zh-CN" altLang="en-US" dirty="0">
              <a:latin typeface="Bodoni MT Black" panose="02070A03080606020203" pitchFamily="18" charset="0"/>
            </a:endParaRPr>
          </a:p>
          <a:p>
            <a:r>
              <a:rPr lang="zh-CN" altLang="zh-CN" dirty="0">
                <a:latin typeface="Bodoni MT Black" panose="02070A03080606020203" pitchFamily="18" charset="0"/>
                <a:sym typeface="+mn-ea"/>
              </a:rPr>
              <a:t>将来可能提出的需求：应该明确地列出那些虽然不属于当前系统开发范畴，但是据分析将来很可能会提出来的要求。这样做的目的是，在设计过程中对系统将来可能的</a:t>
            </a:r>
            <a:r>
              <a:rPr lang="zh-CN" altLang="zh-CN" dirty="0">
                <a:solidFill>
                  <a:srgbClr val="FF0000"/>
                </a:solidFill>
                <a:latin typeface="Bodoni MT Black" panose="02070A03080606020203" pitchFamily="18" charset="0"/>
                <a:sym typeface="+mn-ea"/>
              </a:rPr>
              <a:t>扩充</a:t>
            </a:r>
            <a:r>
              <a:rPr lang="zh-CN" altLang="zh-CN" dirty="0">
                <a:latin typeface="Bodoni MT Black" panose="02070A03080606020203" pitchFamily="18" charset="0"/>
                <a:sym typeface="+mn-ea"/>
              </a:rPr>
              <a:t>和</a:t>
            </a:r>
            <a:r>
              <a:rPr lang="zh-CN" altLang="zh-CN" dirty="0">
                <a:solidFill>
                  <a:srgbClr val="FF0000"/>
                </a:solidFill>
                <a:latin typeface="Bodoni MT Black" panose="02070A03080606020203" pitchFamily="18" charset="0"/>
                <a:sym typeface="+mn-ea"/>
              </a:rPr>
              <a:t>修改</a:t>
            </a:r>
            <a:r>
              <a:rPr lang="zh-CN" altLang="zh-CN" dirty="0">
                <a:latin typeface="Bodoni MT Black" panose="02070A03080606020203" pitchFamily="18" charset="0"/>
                <a:sym typeface="+mn-ea"/>
              </a:rPr>
              <a:t>预做准备，以便一旦确实需要时能比较容易地进行这种扩充和修改</a:t>
            </a:r>
            <a:endParaRPr lang="zh-CN" altLang="en-US">
              <a:sym typeface="+mn-ea"/>
            </a:endParaRPr>
          </a:p>
          <a:p>
            <a:endParaRPr lang="zh-CN" altLang="en-US"/>
          </a:p>
        </p:txBody>
      </p:sp>
      <p:sp>
        <p:nvSpPr>
          <p:cNvPr id="4" name="灯片编号占位符 3"/>
          <p:cNvSpPr>
            <a:spLocks noGrp="1"/>
          </p:cNvSpPr>
          <p:nvPr>
            <p:ph type="sldNum" sz="quarter" idx="5"/>
          </p:nvPr>
        </p:nvSpPr>
        <p:spPr/>
        <p:txBody>
          <a:bodyPr/>
          <a:lstStyle/>
          <a:p>
            <a:fld id="{6AE31AE1-35FC-457E-B04E-2B4CFC7B5608}"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AE31AE1-35FC-457E-B04E-2B4CFC7B5608}"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AE31AE1-35FC-457E-B04E-2B4CFC7B5608}"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sym typeface="+mn-ea"/>
              </a:rPr>
              <a:t>原始需求→用户认知：从心理学角度来看，人的精神由本我/自我/超我三个层面构成，需求源自本我，又受自我/超我影响，用户自身对这其中关系的认知可能也非常模糊；</a:t>
            </a:r>
            <a:endParaRPr lang="zh-CN" altLang="en-US"/>
          </a:p>
          <a:p>
            <a:endParaRPr lang="zh-CN" altLang="en-US"/>
          </a:p>
          <a:p>
            <a:r>
              <a:rPr lang="zh-CN" altLang="en-US">
                <a:sym typeface="+mn-ea"/>
              </a:rPr>
              <a:t>用户认知→用户表述：即便用户能充分了解自己的需求根源，也无法确保用户愿意如实表述，用户想让你了解的需求往往不等于用户真实的需求；</a:t>
            </a:r>
            <a:endParaRPr lang="zh-CN" altLang="en-US"/>
          </a:p>
          <a:p>
            <a:endParaRPr lang="zh-CN" altLang="en-US"/>
          </a:p>
          <a:p>
            <a:r>
              <a:rPr lang="zh-CN" altLang="en-US">
                <a:sym typeface="+mn-ea"/>
              </a:rPr>
              <a:t>用户表述→PM理解：用户表述能否准确无误，PM能否100%理解？</a:t>
            </a:r>
            <a:endParaRPr lang="zh-CN" altLang="en-US"/>
          </a:p>
          <a:p>
            <a:endParaRPr lang="zh-CN" altLang="en-US"/>
          </a:p>
          <a:p>
            <a:r>
              <a:rPr lang="zh-CN" altLang="en-US">
                <a:sym typeface="+mn-ea"/>
              </a:rPr>
              <a:t>PM理解→得出结论：彼之蜜糖，吾之砒霜。且不论分析方法论是否得当，PM能否完全屏蔽自身的角色干扰，客观准确的得出结论本身就是一个挑战。</a:t>
            </a:r>
            <a:endParaRPr lang="zh-CN" altLang="en-US"/>
          </a:p>
          <a:p>
            <a:endParaRPr lang="zh-CN" altLang="en-US"/>
          </a:p>
          <a:p>
            <a:r>
              <a:rPr lang="zh-CN" altLang="en-US">
                <a:sym typeface="+mn-ea"/>
              </a:rPr>
              <a:t>层层漏斗过滤之后，需求还能保持几分本来面目，真得打一个大大的问号。如果再考虑到最终实现交付，再加上一个需求实现漏斗，也就不难解释为什么会有大量需求是A，设计是B，产品是C的案例了。</a:t>
            </a:r>
            <a:endParaRPr lang="zh-CN" altLang="en-US"/>
          </a:p>
          <a:p>
            <a:endParaRPr lang="zh-CN" altLang="en-US"/>
          </a:p>
        </p:txBody>
      </p:sp>
      <p:sp>
        <p:nvSpPr>
          <p:cNvPr id="4" name="灯片编号占位符 3"/>
          <p:cNvSpPr>
            <a:spLocks noGrp="1"/>
          </p:cNvSpPr>
          <p:nvPr>
            <p:ph type="sldNum" sz="quarter" idx="5"/>
          </p:nvPr>
        </p:nvSpPr>
        <p:spPr/>
        <p:txBody>
          <a:bodyPr/>
          <a:lstStyle/>
          <a:p>
            <a:fld id="{6AE31AE1-35FC-457E-B04E-2B4CFC7B5608}"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9" Type="http://schemas.openxmlformats.org/officeDocument/2006/relationships/tags" Target="../tags/tag26.xml"/><Relationship Id="rId8" Type="http://schemas.openxmlformats.org/officeDocument/2006/relationships/tags" Target="../tags/tag25.xml"/><Relationship Id="rId7" Type="http://schemas.openxmlformats.org/officeDocument/2006/relationships/tags" Target="../tags/tag24.xml"/><Relationship Id="rId6" Type="http://schemas.openxmlformats.org/officeDocument/2006/relationships/tags" Target="../tags/tag23.xml"/><Relationship Id="rId5" Type="http://schemas.openxmlformats.org/officeDocument/2006/relationships/tags" Target="../tags/tag22.xml"/><Relationship Id="rId4" Type="http://schemas.openxmlformats.org/officeDocument/2006/relationships/tags" Target="../tags/tag21.xml"/><Relationship Id="rId3" Type="http://schemas.openxmlformats.org/officeDocument/2006/relationships/tags" Target="../tags/tag20.xml"/><Relationship Id="rId2" Type="http://schemas.openxmlformats.org/officeDocument/2006/relationships/tags" Target="../tags/tag19.xml"/><Relationship Id="rId15" Type="http://schemas.openxmlformats.org/officeDocument/2006/relationships/tags" Target="../tags/tag32.xml"/><Relationship Id="rId14" Type="http://schemas.openxmlformats.org/officeDocument/2006/relationships/tags" Target="../tags/tag31.xml"/><Relationship Id="rId13" Type="http://schemas.openxmlformats.org/officeDocument/2006/relationships/tags" Target="../tags/tag30.xml"/><Relationship Id="rId12" Type="http://schemas.openxmlformats.org/officeDocument/2006/relationships/tags" Target="../tags/tag29.xml"/><Relationship Id="rId11" Type="http://schemas.openxmlformats.org/officeDocument/2006/relationships/tags" Target="../tags/tag28.xml"/><Relationship Id="rId10" Type="http://schemas.openxmlformats.org/officeDocument/2006/relationships/tags" Target="../tags/tag27.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38.xml"/><Relationship Id="rId6" Type="http://schemas.openxmlformats.org/officeDocument/2006/relationships/tags" Target="../tags/tag37.xml"/><Relationship Id="rId5" Type="http://schemas.openxmlformats.org/officeDocument/2006/relationships/tags" Target="../tags/tag36.xml"/><Relationship Id="rId4" Type="http://schemas.openxmlformats.org/officeDocument/2006/relationships/tags" Target="../tags/tag35.xml"/><Relationship Id="rId3" Type="http://schemas.openxmlformats.org/officeDocument/2006/relationships/tags" Target="../tags/tag34.xml"/><Relationship Id="rId2" Type="http://schemas.openxmlformats.org/officeDocument/2006/relationships/tags" Target="../tags/tag33.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46.xml"/><Relationship Id="rId8" Type="http://schemas.openxmlformats.org/officeDocument/2006/relationships/tags" Target="../tags/tag45.xml"/><Relationship Id="rId7" Type="http://schemas.openxmlformats.org/officeDocument/2006/relationships/tags" Target="../tags/tag44.xml"/><Relationship Id="rId6" Type="http://schemas.openxmlformats.org/officeDocument/2006/relationships/tags" Target="../tags/tag43.xml"/><Relationship Id="rId5" Type="http://schemas.openxmlformats.org/officeDocument/2006/relationships/tags" Target="../tags/tag42.xml"/><Relationship Id="rId4" Type="http://schemas.openxmlformats.org/officeDocument/2006/relationships/tags" Target="../tags/tag41.xml"/><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8" Type="http://schemas.openxmlformats.org/officeDocument/2006/relationships/tags" Target="../tags/tag53.xml"/><Relationship Id="rId7" Type="http://schemas.openxmlformats.org/officeDocument/2006/relationships/tags" Target="../tags/tag52.xml"/><Relationship Id="rId6" Type="http://schemas.openxmlformats.org/officeDocument/2006/relationships/tags" Target="../tags/tag51.xml"/><Relationship Id="rId5" Type="http://schemas.openxmlformats.org/officeDocument/2006/relationships/tags" Target="../tags/tag50.xml"/><Relationship Id="rId4" Type="http://schemas.openxmlformats.org/officeDocument/2006/relationships/tags" Target="../tags/tag49.xml"/><Relationship Id="rId3" Type="http://schemas.openxmlformats.org/officeDocument/2006/relationships/tags" Target="../tags/tag48.xml"/><Relationship Id="rId2" Type="http://schemas.openxmlformats.org/officeDocument/2006/relationships/tags" Target="../tags/tag47.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56.xml"/><Relationship Id="rId3" Type="http://schemas.openxmlformats.org/officeDocument/2006/relationships/tags" Target="../tags/tag55.xml"/><Relationship Id="rId2" Type="http://schemas.openxmlformats.org/officeDocument/2006/relationships/tags" Target="../tags/tag5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62.xml"/><Relationship Id="rId6" Type="http://schemas.openxmlformats.org/officeDocument/2006/relationships/tags" Target="../tags/tag61.xml"/><Relationship Id="rId5" Type="http://schemas.openxmlformats.org/officeDocument/2006/relationships/tags" Target="../tags/tag60.xml"/><Relationship Id="rId4" Type="http://schemas.openxmlformats.org/officeDocument/2006/relationships/tags" Target="../tags/tag59.xml"/><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67.xml"/><Relationship Id="rId5" Type="http://schemas.openxmlformats.org/officeDocument/2006/relationships/tags" Target="../tags/tag66.xml"/><Relationship Id="rId4" Type="http://schemas.openxmlformats.org/officeDocument/2006/relationships/tags" Target="../tags/tag65.xml"/><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71.xml"/><Relationship Id="rId4" Type="http://schemas.openxmlformats.org/officeDocument/2006/relationships/tags" Target="../tags/tag70.xml"/><Relationship Id="rId3" Type="http://schemas.openxmlformats.org/officeDocument/2006/relationships/tags" Target="../tags/tag69.xml"/><Relationship Id="rId2" Type="http://schemas.openxmlformats.org/officeDocument/2006/relationships/tags" Target="../tags/tag6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9" Type="http://schemas.openxmlformats.org/officeDocument/2006/relationships/tags" Target="../tags/tag79.xml"/><Relationship Id="rId8" Type="http://schemas.openxmlformats.org/officeDocument/2006/relationships/tags" Target="../tags/tag78.xml"/><Relationship Id="rId7" Type="http://schemas.openxmlformats.org/officeDocument/2006/relationships/tags" Target="../tags/tag77.xml"/><Relationship Id="rId6" Type="http://schemas.openxmlformats.org/officeDocument/2006/relationships/tags" Target="../tags/tag76.xml"/><Relationship Id="rId5" Type="http://schemas.openxmlformats.org/officeDocument/2006/relationships/tags" Target="../tags/tag75.xml"/><Relationship Id="rId4" Type="http://schemas.openxmlformats.org/officeDocument/2006/relationships/tags" Target="../tags/tag74.xml"/><Relationship Id="rId3" Type="http://schemas.openxmlformats.org/officeDocument/2006/relationships/tags" Target="../tags/tag73.xml"/><Relationship Id="rId2" Type="http://schemas.openxmlformats.org/officeDocument/2006/relationships/tags" Target="../tags/tag72.xml"/><Relationship Id="rId11" Type="http://schemas.openxmlformats.org/officeDocument/2006/relationships/tags" Target="../tags/tag81.xml"/><Relationship Id="rId10" Type="http://schemas.openxmlformats.org/officeDocument/2006/relationships/tags" Target="../tags/tag80.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openxmlformats.org/officeDocument/2006/relationships/tags" Target="../tags/tag88.xml"/><Relationship Id="rId7" Type="http://schemas.openxmlformats.org/officeDocument/2006/relationships/tags" Target="../tags/tag87.xml"/><Relationship Id="rId6" Type="http://schemas.openxmlformats.org/officeDocument/2006/relationships/tags" Target="../tags/tag86.xml"/><Relationship Id="rId5" Type="http://schemas.openxmlformats.org/officeDocument/2006/relationships/tags" Target="../tags/tag85.xml"/><Relationship Id="rId4" Type="http://schemas.openxmlformats.org/officeDocument/2006/relationships/tags" Target="../tags/tag84.xml"/><Relationship Id="rId3" Type="http://schemas.openxmlformats.org/officeDocument/2006/relationships/tags" Target="../tags/tag83.xml"/><Relationship Id="rId2" Type="http://schemas.openxmlformats.org/officeDocument/2006/relationships/tags" Target="../tags/tag82.xm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9" Type="http://schemas.openxmlformats.org/officeDocument/2006/relationships/tags" Target="../tags/tag96.xml"/><Relationship Id="rId8" Type="http://schemas.openxmlformats.org/officeDocument/2006/relationships/tags" Target="../tags/tag95.xml"/><Relationship Id="rId7" Type="http://schemas.openxmlformats.org/officeDocument/2006/relationships/tags" Target="../tags/tag94.xml"/><Relationship Id="rId6" Type="http://schemas.openxmlformats.org/officeDocument/2006/relationships/tags" Target="../tags/tag93.xml"/><Relationship Id="rId5" Type="http://schemas.openxmlformats.org/officeDocument/2006/relationships/tags" Target="../tags/tag92.xml"/><Relationship Id="rId4" Type="http://schemas.openxmlformats.org/officeDocument/2006/relationships/tags" Target="../tags/tag91.xml"/><Relationship Id="rId3" Type="http://schemas.openxmlformats.org/officeDocument/2006/relationships/tags" Target="../tags/tag90.xml"/><Relationship Id="rId2" Type="http://schemas.openxmlformats.org/officeDocument/2006/relationships/tags" Target="../tags/tag89.xml"/><Relationship Id="rId13" Type="http://schemas.openxmlformats.org/officeDocument/2006/relationships/tags" Target="../tags/tag100.xml"/><Relationship Id="rId12" Type="http://schemas.openxmlformats.org/officeDocument/2006/relationships/tags" Target="../tags/tag99.xml"/><Relationship Id="rId11" Type="http://schemas.openxmlformats.org/officeDocument/2006/relationships/tags" Target="../tags/tag98.xml"/><Relationship Id="rId10" Type="http://schemas.openxmlformats.org/officeDocument/2006/relationships/tags" Target="../tags/tag97.xm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9" Type="http://schemas.openxmlformats.org/officeDocument/2006/relationships/tags" Target="../tags/tag108.xml"/><Relationship Id="rId8" Type="http://schemas.openxmlformats.org/officeDocument/2006/relationships/tags" Target="../tags/tag107.xml"/><Relationship Id="rId7" Type="http://schemas.openxmlformats.org/officeDocument/2006/relationships/tags" Target="../tags/tag106.xml"/><Relationship Id="rId6" Type="http://schemas.openxmlformats.org/officeDocument/2006/relationships/tags" Target="../tags/tag105.xml"/><Relationship Id="rId5" Type="http://schemas.openxmlformats.org/officeDocument/2006/relationships/tags" Target="../tags/tag104.xml"/><Relationship Id="rId4" Type="http://schemas.openxmlformats.org/officeDocument/2006/relationships/tags" Target="../tags/tag103.xml"/><Relationship Id="rId3" Type="http://schemas.openxmlformats.org/officeDocument/2006/relationships/tags" Target="../tags/tag102.xml"/><Relationship Id="rId2" Type="http://schemas.openxmlformats.org/officeDocument/2006/relationships/tags" Target="../tags/tag101.xml"/><Relationship Id="rId11" Type="http://schemas.openxmlformats.org/officeDocument/2006/relationships/tags" Target="../tags/tag110.xml"/><Relationship Id="rId10" Type="http://schemas.openxmlformats.org/officeDocument/2006/relationships/tags" Target="../tags/tag109.xm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9" Type="http://schemas.openxmlformats.org/officeDocument/2006/relationships/tags" Target="../tags/tag118.xml"/><Relationship Id="rId8" Type="http://schemas.openxmlformats.org/officeDocument/2006/relationships/tags" Target="../tags/tag117.xml"/><Relationship Id="rId7" Type="http://schemas.openxmlformats.org/officeDocument/2006/relationships/tags" Target="../tags/tag116.xml"/><Relationship Id="rId6" Type="http://schemas.openxmlformats.org/officeDocument/2006/relationships/tags" Target="../tags/tag115.xml"/><Relationship Id="rId5" Type="http://schemas.openxmlformats.org/officeDocument/2006/relationships/tags" Target="../tags/tag114.xml"/><Relationship Id="rId4" Type="http://schemas.openxmlformats.org/officeDocument/2006/relationships/tags" Target="../tags/tag113.xml"/><Relationship Id="rId3" Type="http://schemas.openxmlformats.org/officeDocument/2006/relationships/tags" Target="../tags/tag112.xml"/><Relationship Id="rId2" Type="http://schemas.openxmlformats.org/officeDocument/2006/relationships/tags" Target="../tags/tag111.xml"/><Relationship Id="rId11" Type="http://schemas.openxmlformats.org/officeDocument/2006/relationships/tags" Target="../tags/tag120.xml"/><Relationship Id="rId10" Type="http://schemas.openxmlformats.org/officeDocument/2006/relationships/tags" Target="../tags/tag119.xml"/><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9" Type="http://schemas.openxmlformats.org/officeDocument/2006/relationships/tags" Target="../tags/tag128.xml"/><Relationship Id="rId8" Type="http://schemas.openxmlformats.org/officeDocument/2006/relationships/tags" Target="../tags/tag127.xml"/><Relationship Id="rId7" Type="http://schemas.openxmlformats.org/officeDocument/2006/relationships/tags" Target="../tags/tag126.xml"/><Relationship Id="rId6" Type="http://schemas.openxmlformats.org/officeDocument/2006/relationships/tags" Target="../tags/tag125.xml"/><Relationship Id="rId5" Type="http://schemas.openxmlformats.org/officeDocument/2006/relationships/tags" Target="../tags/tag124.xml"/><Relationship Id="rId4" Type="http://schemas.openxmlformats.org/officeDocument/2006/relationships/tags" Target="../tags/tag123.xml"/><Relationship Id="rId3" Type="http://schemas.openxmlformats.org/officeDocument/2006/relationships/tags" Target="../tags/tag122.xml"/><Relationship Id="rId2" Type="http://schemas.openxmlformats.org/officeDocument/2006/relationships/tags" Target="../tags/tag121.xml"/><Relationship Id="rId11" Type="http://schemas.openxmlformats.org/officeDocument/2006/relationships/tags" Target="../tags/tag130.xml"/><Relationship Id="rId10" Type="http://schemas.openxmlformats.org/officeDocument/2006/relationships/tags" Target="../tags/tag129.xml"/><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9" Type="http://schemas.openxmlformats.org/officeDocument/2006/relationships/tags" Target="../tags/tag138.xml"/><Relationship Id="rId8" Type="http://schemas.openxmlformats.org/officeDocument/2006/relationships/tags" Target="../tags/tag137.xml"/><Relationship Id="rId7" Type="http://schemas.openxmlformats.org/officeDocument/2006/relationships/tags" Target="../tags/tag136.xml"/><Relationship Id="rId6" Type="http://schemas.openxmlformats.org/officeDocument/2006/relationships/tags" Target="../tags/tag135.xml"/><Relationship Id="rId5" Type="http://schemas.openxmlformats.org/officeDocument/2006/relationships/tags" Target="../tags/tag134.xml"/><Relationship Id="rId4" Type="http://schemas.openxmlformats.org/officeDocument/2006/relationships/tags" Target="../tags/tag133.xml"/><Relationship Id="rId3" Type="http://schemas.openxmlformats.org/officeDocument/2006/relationships/tags" Target="../tags/tag132.xml"/><Relationship Id="rId2" Type="http://schemas.openxmlformats.org/officeDocument/2006/relationships/tags" Target="../tags/tag131.xml"/><Relationship Id="rId13" Type="http://schemas.openxmlformats.org/officeDocument/2006/relationships/tags" Target="../tags/tag142.xml"/><Relationship Id="rId12" Type="http://schemas.openxmlformats.org/officeDocument/2006/relationships/tags" Target="../tags/tag141.xml"/><Relationship Id="rId11" Type="http://schemas.openxmlformats.org/officeDocument/2006/relationships/tags" Target="../tags/tag140.xml"/><Relationship Id="rId10" Type="http://schemas.openxmlformats.org/officeDocument/2006/relationships/tags" Target="../tags/tag139.xml"/><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9" Type="http://schemas.openxmlformats.org/officeDocument/2006/relationships/tags" Target="../tags/tag150.xml"/><Relationship Id="rId8" Type="http://schemas.openxmlformats.org/officeDocument/2006/relationships/tags" Target="../tags/tag149.xml"/><Relationship Id="rId7" Type="http://schemas.openxmlformats.org/officeDocument/2006/relationships/tags" Target="../tags/tag148.xml"/><Relationship Id="rId6" Type="http://schemas.openxmlformats.org/officeDocument/2006/relationships/tags" Target="../tags/tag147.xml"/><Relationship Id="rId5" Type="http://schemas.openxmlformats.org/officeDocument/2006/relationships/tags" Target="../tags/tag146.xml"/><Relationship Id="rId4" Type="http://schemas.openxmlformats.org/officeDocument/2006/relationships/tags" Target="../tags/tag145.xml"/><Relationship Id="rId3" Type="http://schemas.openxmlformats.org/officeDocument/2006/relationships/tags" Target="../tags/tag144.xml"/><Relationship Id="rId2" Type="http://schemas.openxmlformats.org/officeDocument/2006/relationships/tags" Target="../tags/tag143.xml"/><Relationship Id="rId13" Type="http://schemas.openxmlformats.org/officeDocument/2006/relationships/tags" Target="../tags/tag154.xml"/><Relationship Id="rId12" Type="http://schemas.openxmlformats.org/officeDocument/2006/relationships/tags" Target="../tags/tag153.xml"/><Relationship Id="rId11" Type="http://schemas.openxmlformats.org/officeDocument/2006/relationships/tags" Target="../tags/tag152.xml"/><Relationship Id="rId10" Type="http://schemas.openxmlformats.org/officeDocument/2006/relationships/tags" Target="../tags/tag151.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2"/>
        </a:solidFill>
        <a:effectLst/>
      </p:bgPr>
    </p:bg>
    <p:spTree>
      <p:nvGrpSpPr>
        <p:cNvPr id="1" name=""/>
        <p:cNvGrpSpPr/>
        <p:nvPr/>
      </p:nvGrpSpPr>
      <p:grpSpPr>
        <a:xfrm>
          <a:off x="0" y="0"/>
          <a:ext cx="0" cy="0"/>
          <a:chOff x="0" y="0"/>
          <a:chExt cx="0" cy="0"/>
        </a:xfrm>
      </p:grpSpPr>
      <p:grpSp>
        <p:nvGrpSpPr>
          <p:cNvPr id="7" name="组合 6"/>
          <p:cNvGrpSpPr/>
          <p:nvPr userDrawn="1">
            <p:custDataLst>
              <p:tags r:id="rId2"/>
            </p:custDataLst>
          </p:nvPr>
        </p:nvGrpSpPr>
        <p:grpSpPr>
          <a:xfrm>
            <a:off x="-127311" y="5"/>
            <a:ext cx="12429370" cy="2108195"/>
            <a:chOff x="-127311" y="5"/>
            <a:chExt cx="12429370" cy="2108195"/>
          </a:xfrm>
        </p:grpSpPr>
        <p:sp>
          <p:nvSpPr>
            <p:cNvPr id="8" name="任意多边形: 形状 7"/>
            <p:cNvSpPr/>
            <p:nvPr>
              <p:custDataLst>
                <p:tags r:id="rId3"/>
              </p:custDataLst>
            </p:nvPr>
          </p:nvSpPr>
          <p:spPr>
            <a:xfrm rot="4971377">
              <a:off x="5633770" y="-4560088"/>
              <a:ext cx="907207" cy="12429370"/>
            </a:xfrm>
            <a:custGeom>
              <a:avLst/>
              <a:gdLst>
                <a:gd name="connsiteX0" fmla="*/ 0 w 1132861"/>
                <a:gd name="connsiteY0" fmla="*/ 0 h 12429370"/>
                <a:gd name="connsiteX1" fmla="*/ 421422 w 1132861"/>
                <a:gd name="connsiteY1" fmla="*/ 52817 h 12429370"/>
                <a:gd name="connsiteX2" fmla="*/ 1132861 w 1132861"/>
                <a:gd name="connsiteY2" fmla="*/ 12429370 h 12429370"/>
                <a:gd name="connsiteX3" fmla="*/ 0 w 1132861"/>
                <a:gd name="connsiteY3" fmla="*/ 12287388 h 12429370"/>
              </a:gdLst>
              <a:ahLst/>
              <a:cxnLst>
                <a:cxn ang="0">
                  <a:pos x="connsiteX0" y="connsiteY0"/>
                </a:cxn>
                <a:cxn ang="0">
                  <a:pos x="connsiteX1" y="connsiteY1"/>
                </a:cxn>
                <a:cxn ang="0">
                  <a:pos x="connsiteX2" y="connsiteY2"/>
                </a:cxn>
                <a:cxn ang="0">
                  <a:pos x="connsiteX3" y="connsiteY3"/>
                </a:cxn>
              </a:cxnLst>
              <a:rect l="l" t="t" r="r" b="b"/>
              <a:pathLst>
                <a:path w="1132861" h="12429370">
                  <a:moveTo>
                    <a:pt x="0" y="0"/>
                  </a:moveTo>
                  <a:lnTo>
                    <a:pt x="421422" y="52817"/>
                  </a:lnTo>
                  <a:lnTo>
                    <a:pt x="1132861" y="12429370"/>
                  </a:lnTo>
                  <a:lnTo>
                    <a:pt x="0" y="12287388"/>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形状 8"/>
            <p:cNvSpPr/>
            <p:nvPr>
              <p:custDataLst>
                <p:tags r:id="rId4"/>
              </p:custDataLst>
            </p:nvPr>
          </p:nvSpPr>
          <p:spPr>
            <a:xfrm rot="5400000">
              <a:off x="5215200" y="-5215203"/>
              <a:ext cx="1761592" cy="12192007"/>
            </a:xfrm>
            <a:custGeom>
              <a:avLst/>
              <a:gdLst>
                <a:gd name="connsiteX0" fmla="*/ 0 w 1930397"/>
                <a:gd name="connsiteY0" fmla="*/ 12192007 h 12192007"/>
                <a:gd name="connsiteX1" fmla="*/ 0 w 1930397"/>
                <a:gd name="connsiteY1" fmla="*/ 0 h 12192007"/>
                <a:gd name="connsiteX2" fmla="*/ 758239 w 1930397"/>
                <a:gd name="connsiteY2" fmla="*/ 0 h 12192007"/>
                <a:gd name="connsiteX3" fmla="*/ 1930397 w 1930397"/>
                <a:gd name="connsiteY3" fmla="*/ 12192007 h 12192007"/>
              </a:gdLst>
              <a:ahLst/>
              <a:cxnLst>
                <a:cxn ang="0">
                  <a:pos x="connsiteX0" y="connsiteY0"/>
                </a:cxn>
                <a:cxn ang="0">
                  <a:pos x="connsiteX1" y="connsiteY1"/>
                </a:cxn>
                <a:cxn ang="0">
                  <a:pos x="connsiteX2" y="connsiteY2"/>
                </a:cxn>
                <a:cxn ang="0">
                  <a:pos x="connsiteX3" y="connsiteY3"/>
                </a:cxn>
              </a:cxnLst>
              <a:rect l="l" t="t" r="r" b="b"/>
              <a:pathLst>
                <a:path w="1930397" h="12192007">
                  <a:moveTo>
                    <a:pt x="0" y="12192007"/>
                  </a:moveTo>
                  <a:lnTo>
                    <a:pt x="0" y="0"/>
                  </a:lnTo>
                  <a:lnTo>
                    <a:pt x="758239" y="0"/>
                  </a:lnTo>
                  <a:lnTo>
                    <a:pt x="1930397" y="1219200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任意多边形: 形状 9"/>
            <p:cNvSpPr/>
            <p:nvPr>
              <p:custDataLst>
                <p:tags r:id="rId5"/>
              </p:custDataLst>
            </p:nvPr>
          </p:nvSpPr>
          <p:spPr>
            <a:xfrm rot="5107084">
              <a:off x="4552342" y="-3275210"/>
              <a:ext cx="536239" cy="9742831"/>
            </a:xfrm>
            <a:custGeom>
              <a:avLst/>
              <a:gdLst>
                <a:gd name="connsiteX0" fmla="*/ 0 w 587624"/>
                <a:gd name="connsiteY0" fmla="*/ 0 h 9742831"/>
                <a:gd name="connsiteX1" fmla="*/ 587624 w 587624"/>
                <a:gd name="connsiteY1" fmla="*/ 9742831 h 9742831"/>
                <a:gd name="connsiteX2" fmla="*/ 0 w 587624"/>
                <a:gd name="connsiteY2" fmla="*/ 9685968 h 9742831"/>
              </a:gdLst>
              <a:ahLst/>
              <a:cxnLst>
                <a:cxn ang="0">
                  <a:pos x="connsiteX0" y="connsiteY0"/>
                </a:cxn>
                <a:cxn ang="0">
                  <a:pos x="connsiteX1" y="connsiteY1"/>
                </a:cxn>
                <a:cxn ang="0">
                  <a:pos x="connsiteX2" y="connsiteY2"/>
                </a:cxn>
              </a:cxnLst>
              <a:rect l="l" t="t" r="r" b="b"/>
              <a:pathLst>
                <a:path w="587624" h="9742831">
                  <a:moveTo>
                    <a:pt x="0" y="0"/>
                  </a:moveTo>
                  <a:lnTo>
                    <a:pt x="587624" y="9742831"/>
                  </a:lnTo>
                  <a:lnTo>
                    <a:pt x="0" y="9685968"/>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任意多边形: 形状 10"/>
            <p:cNvSpPr/>
            <p:nvPr>
              <p:custDataLst>
                <p:tags r:id="rId6"/>
              </p:custDataLst>
            </p:nvPr>
          </p:nvSpPr>
          <p:spPr>
            <a:xfrm rot="15897560">
              <a:off x="9001004" y="-1390393"/>
              <a:ext cx="846410" cy="5663579"/>
            </a:xfrm>
            <a:custGeom>
              <a:avLst/>
              <a:gdLst>
                <a:gd name="connsiteX0" fmla="*/ 927517 w 927517"/>
                <a:gd name="connsiteY0" fmla="*/ 5663579 h 5663579"/>
                <a:gd name="connsiteX1" fmla="*/ 0 w 927517"/>
                <a:gd name="connsiteY1" fmla="*/ 5577535 h 5663579"/>
                <a:gd name="connsiteX2" fmla="*/ 419317 w 927517"/>
                <a:gd name="connsiteY2" fmla="*/ 0 h 5663579"/>
              </a:gdLst>
              <a:ahLst/>
              <a:cxnLst>
                <a:cxn ang="0">
                  <a:pos x="connsiteX0" y="connsiteY0"/>
                </a:cxn>
                <a:cxn ang="0">
                  <a:pos x="connsiteX1" y="connsiteY1"/>
                </a:cxn>
                <a:cxn ang="0">
                  <a:pos x="connsiteX2" y="connsiteY2"/>
                </a:cxn>
              </a:cxnLst>
              <a:rect l="l" t="t" r="r" b="b"/>
              <a:pathLst>
                <a:path w="927517" h="5663579">
                  <a:moveTo>
                    <a:pt x="927517" y="5663579"/>
                  </a:moveTo>
                  <a:lnTo>
                    <a:pt x="0" y="5577535"/>
                  </a:lnTo>
                  <a:lnTo>
                    <a:pt x="419317" y="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 name="等腰三角形 11"/>
          <p:cNvSpPr/>
          <p:nvPr userDrawn="1">
            <p:custDataLst>
              <p:tags r:id="rId7"/>
            </p:custDataLst>
          </p:nvPr>
        </p:nvSpPr>
        <p:spPr>
          <a:xfrm rot="16200000">
            <a:off x="7826138" y="2492134"/>
            <a:ext cx="997432" cy="7734300"/>
          </a:xfrm>
          <a:prstGeom prst="triangle">
            <a:avLst>
              <a:gd name="adj" fmla="val 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ctrTitle" hasCustomPrompt="1"/>
            <p:custDataLst>
              <p:tags r:id="rId8"/>
            </p:custDataLst>
          </p:nvPr>
        </p:nvSpPr>
        <p:spPr>
          <a:xfrm>
            <a:off x="2730319" y="2702794"/>
            <a:ext cx="7117545" cy="1118535"/>
          </a:xfrm>
        </p:spPr>
        <p:txBody>
          <a:bodyPr lIns="90000" tIns="46800" rIns="90000" bIns="46800" anchor="b" anchorCtr="0">
            <a:normAutofit/>
          </a:bodyPr>
          <a:lstStyle>
            <a:lvl1pPr algn="ctr">
              <a:defRPr sz="6600" spc="600" baseline="0">
                <a:solidFill>
                  <a:schemeClr val="tx1">
                    <a:lumMod val="85000"/>
                    <a:lumOff val="15000"/>
                  </a:schemeClr>
                </a:solidFill>
                <a:ea typeface="汉仪旗黑-85S" panose="00020600040101010101" pitchFamily="18" charset="-122"/>
              </a:defRPr>
            </a:lvl1pPr>
          </a:lstStyle>
          <a:p>
            <a:r>
              <a:rPr lang="zh-CN" altLang="en-US" dirty="0"/>
              <a:t>编辑标题</a:t>
            </a:r>
            <a:endParaRPr lang="zh-CN" altLang="en-US" dirty="0"/>
          </a:p>
        </p:txBody>
      </p:sp>
      <p:sp>
        <p:nvSpPr>
          <p:cNvPr id="3" name="副标题 2"/>
          <p:cNvSpPr>
            <a:spLocks noGrp="1"/>
          </p:cNvSpPr>
          <p:nvPr>
            <p:ph type="subTitle" idx="1" hasCustomPrompt="1"/>
            <p:custDataLst>
              <p:tags r:id="rId9"/>
            </p:custDataLst>
          </p:nvPr>
        </p:nvSpPr>
        <p:spPr>
          <a:xfrm>
            <a:off x="2730319" y="3886684"/>
            <a:ext cx="7117545" cy="676319"/>
          </a:xfrm>
        </p:spPr>
        <p:txBody>
          <a:bodyPr lIns="90000" tIns="46800" rIns="90000" bIns="46800" anchor="t">
            <a:normAutofit/>
          </a:bodyPr>
          <a:lstStyle>
            <a:lvl1pPr marL="0" indent="0" algn="ctr" eaLnBrk="1" fontAlgn="auto" latinLnBrk="0" hangingPunct="1">
              <a:lnSpc>
                <a:spcPct val="100000"/>
              </a:lnSpc>
              <a:buNone/>
              <a:defRPr sz="2800" u="none" strike="noStrike" kern="1200" cap="none" spc="200" normalizeH="0" baseline="0">
                <a:solidFill>
                  <a:schemeClr val="tx1">
                    <a:lumMod val="85000"/>
                    <a:lumOff val="1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10"/>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11"/>
            </p:custDataLst>
          </p:nvPr>
        </p:nvSpPr>
        <p:spPr/>
        <p:txBody>
          <a:bodyPr/>
          <a:lstStyle/>
          <a:p>
            <a:endParaRPr lang="zh-CN" altLang="en-US" dirty="0"/>
          </a:p>
        </p:txBody>
      </p:sp>
      <p:sp>
        <p:nvSpPr>
          <p:cNvPr id="18" name="灯片编号占位符 17"/>
          <p:cNvSpPr>
            <a:spLocks noGrp="1"/>
          </p:cNvSpPr>
          <p:nvPr>
            <p:ph type="sldNum" sz="quarter" idx="12"/>
            <p:custDataLst>
              <p:tags r:id="rId12"/>
            </p:custDataLst>
          </p:nvPr>
        </p:nvSpPr>
        <p:spPr/>
        <p:txBody>
          <a:bodyPr/>
          <a:lstStyle/>
          <a:p>
            <a:fld id="{49AE70B2-8BF9-45C0-BB95-33D1B9D3A854}" type="slidenum">
              <a:rPr lang="zh-CN" altLang="en-US" smtClean="0"/>
            </a:fld>
            <a:endParaRPr lang="zh-CN" altLang="en-US" dirty="0"/>
          </a:p>
        </p:txBody>
      </p:sp>
      <p:sp>
        <p:nvSpPr>
          <p:cNvPr id="5" name="文本占位符 4"/>
          <p:cNvSpPr>
            <a:spLocks noGrp="1"/>
          </p:cNvSpPr>
          <p:nvPr>
            <p:ph type="body" sz="quarter" idx="13" hasCustomPrompt="1"/>
            <p:custDataLst>
              <p:tags r:id="rId13"/>
            </p:custDataLst>
          </p:nvPr>
        </p:nvSpPr>
        <p:spPr>
          <a:xfrm>
            <a:off x="3630542" y="4681986"/>
            <a:ext cx="2523129" cy="412826"/>
          </a:xfrm>
        </p:spPr>
        <p:txBody>
          <a:bodyPr lIns="90000" tIns="46800" rIns="90000" bIns="46800" anchor="ctr" anchorCtr="0">
            <a:normAutofit/>
          </a:bodyPr>
          <a:lstStyle>
            <a:lvl1pPr marL="0" indent="0" algn="r">
              <a:lnSpc>
                <a:spcPct val="100000"/>
              </a:lnSpc>
              <a:buNone/>
              <a:defRPr sz="1800">
                <a:solidFill>
                  <a:schemeClr val="tx1">
                    <a:lumMod val="85000"/>
                    <a:lumOff val="15000"/>
                  </a:schemeClr>
                </a:solidFill>
              </a:defRPr>
            </a:lvl1pPr>
          </a:lstStyle>
          <a:p>
            <a:pPr lvl="0"/>
            <a:r>
              <a:rPr lang="zh-CN" altLang="en-US" dirty="0"/>
              <a:t>编辑文本</a:t>
            </a:r>
            <a:endParaRPr lang="zh-CN" altLang="en-US" dirty="0"/>
          </a:p>
        </p:txBody>
      </p:sp>
      <p:sp>
        <p:nvSpPr>
          <p:cNvPr id="13" name="文本占位符 12"/>
          <p:cNvSpPr>
            <a:spLocks noGrp="1"/>
          </p:cNvSpPr>
          <p:nvPr>
            <p:ph type="body" sz="quarter" idx="14" hasCustomPrompt="1"/>
            <p:custDataLst>
              <p:tags r:id="rId14"/>
            </p:custDataLst>
          </p:nvPr>
        </p:nvSpPr>
        <p:spPr>
          <a:xfrm>
            <a:off x="6402188" y="4681986"/>
            <a:ext cx="2523127" cy="412826"/>
          </a:xfrm>
        </p:spPr>
        <p:txBody>
          <a:bodyPr lIns="90000" tIns="46800" rIns="90000" bIns="46800" anchor="ctr" anchorCtr="0">
            <a:normAutofit/>
          </a:bodyPr>
          <a:lstStyle>
            <a:lvl1pPr marL="0" indent="0" algn="l">
              <a:lnSpc>
                <a:spcPct val="100000"/>
              </a:lnSpc>
              <a:buNone/>
              <a:defRPr sz="1800">
                <a:solidFill>
                  <a:schemeClr val="tx1">
                    <a:lumMod val="85000"/>
                    <a:lumOff val="15000"/>
                  </a:schemeClr>
                </a:solidFill>
              </a:defRPr>
            </a:lvl1pPr>
          </a:lstStyle>
          <a:p>
            <a:pPr lvl="0"/>
            <a:r>
              <a:rPr lang="zh-CN" altLang="en-US" dirty="0"/>
              <a:t>编辑文本</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vert="horz" lIns="101600" tIns="38100" rIns="76200" bIns="38100" rtlCol="0" anchor="t" anchorCtr="0">
            <a:no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69882" y="952508"/>
            <a:ext cx="10852237"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2"/>
        </a:solidFill>
        <a:effectLst/>
      </p:bgPr>
    </p:bg>
    <p:spTree>
      <p:nvGrpSpPr>
        <p:cNvPr id="1" name=""/>
        <p:cNvGrpSpPr/>
        <p:nvPr/>
      </p:nvGrpSpPr>
      <p:grpSpPr>
        <a:xfrm>
          <a:off x="0" y="0"/>
          <a:ext cx="0" cy="0"/>
          <a:chOff x="0" y="0"/>
          <a:chExt cx="0" cy="0"/>
        </a:xfrm>
      </p:grpSpPr>
      <p:grpSp>
        <p:nvGrpSpPr>
          <p:cNvPr id="7" name="组合 6"/>
          <p:cNvGrpSpPr/>
          <p:nvPr userDrawn="1">
            <p:custDataLst>
              <p:tags r:id="rId2"/>
            </p:custDataLst>
          </p:nvPr>
        </p:nvGrpSpPr>
        <p:grpSpPr>
          <a:xfrm>
            <a:off x="4001597" y="5613400"/>
            <a:ext cx="8190403" cy="1244600"/>
            <a:chOff x="4001597" y="5613400"/>
            <a:chExt cx="8190403" cy="1244600"/>
          </a:xfrm>
        </p:grpSpPr>
        <p:sp>
          <p:nvSpPr>
            <p:cNvPr id="8" name="任意多边形: 形状 7"/>
            <p:cNvSpPr/>
            <p:nvPr>
              <p:custDataLst>
                <p:tags r:id="rId3"/>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dirty="0"/>
            </a:p>
          </p:txBody>
        </p:sp>
        <p:sp>
          <p:nvSpPr>
            <p:cNvPr id="9" name="等腰三角形 8"/>
            <p:cNvSpPr/>
            <p:nvPr>
              <p:custDataLst>
                <p:tags r:id="rId4"/>
              </p:custDataLst>
            </p:nvPr>
          </p:nvSpPr>
          <p:spPr>
            <a:xfrm>
              <a:off x="5816600" y="5949254"/>
              <a:ext cx="6375400" cy="908746"/>
            </a:xfrm>
            <a:prstGeom prst="triangle">
              <a:avLst>
                <a:gd name="adj" fmla="val 10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p>
          </p:txBody>
        </p:sp>
      </p:grpSp>
      <p:grpSp>
        <p:nvGrpSpPr>
          <p:cNvPr id="10" name="组合 9"/>
          <p:cNvGrpSpPr/>
          <p:nvPr userDrawn="1">
            <p:custDataLst>
              <p:tags r:id="rId5"/>
            </p:custDataLst>
          </p:nvPr>
        </p:nvGrpSpPr>
        <p:grpSpPr>
          <a:xfrm>
            <a:off x="5187002" y="2377388"/>
            <a:ext cx="570170" cy="707886"/>
            <a:chOff x="10608342" y="5053054"/>
            <a:chExt cx="1583658" cy="1966165"/>
          </a:xfrm>
        </p:grpSpPr>
        <p:sp>
          <p:nvSpPr>
            <p:cNvPr id="11" name="任意多边形: 形状 10"/>
            <p:cNvSpPr/>
            <p:nvPr>
              <p:custDataLst>
                <p:tags r:id="rId6"/>
              </p:custDataLst>
            </p:nvPr>
          </p:nvSpPr>
          <p:spPr>
            <a:xfrm rot="697528">
              <a:off x="10608342" y="5053054"/>
              <a:ext cx="1399913" cy="1966165"/>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p>
          </p:txBody>
        </p:sp>
        <p:sp>
          <p:nvSpPr>
            <p:cNvPr id="12" name="等腰三角形 11"/>
            <p:cNvSpPr/>
            <p:nvPr>
              <p:custDataLst>
                <p:tags r:id="rId7"/>
              </p:custDataLst>
            </p:nvPr>
          </p:nvSpPr>
          <p:spPr>
            <a:xfrm>
              <a:off x="10960100" y="5207000"/>
              <a:ext cx="1231900" cy="165100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85000" lnSpcReduction="10000"/>
            </a:bodyPr>
            <a:lstStyle/>
            <a:p>
              <a:pPr algn="ctr"/>
              <a:endParaRPr lang="zh-CN" altLang="en-US"/>
            </a:p>
          </p:txBody>
        </p:sp>
      </p:grpSp>
      <p:grpSp>
        <p:nvGrpSpPr>
          <p:cNvPr id="14" name="组合 13"/>
          <p:cNvGrpSpPr/>
          <p:nvPr userDrawn="1">
            <p:custDataLst>
              <p:tags r:id="rId8"/>
            </p:custDataLst>
          </p:nvPr>
        </p:nvGrpSpPr>
        <p:grpSpPr>
          <a:xfrm rot="10800000">
            <a:off x="-1" y="0"/>
            <a:ext cx="12192000" cy="1244600"/>
            <a:chOff x="4001597" y="5613400"/>
            <a:chExt cx="8190403" cy="1244600"/>
          </a:xfrm>
        </p:grpSpPr>
        <p:sp>
          <p:nvSpPr>
            <p:cNvPr id="15" name="任意多边形: 形状 14"/>
            <p:cNvSpPr/>
            <p:nvPr>
              <p:custDataLst>
                <p:tags r:id="rId9"/>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p>
          </p:txBody>
        </p:sp>
        <p:sp>
          <p:nvSpPr>
            <p:cNvPr id="16" name="等腰三角形 15"/>
            <p:cNvSpPr/>
            <p:nvPr>
              <p:custDataLst>
                <p:tags r:id="rId10"/>
              </p:custDataLst>
            </p:nvPr>
          </p:nvSpPr>
          <p:spPr>
            <a:xfrm>
              <a:off x="5816600" y="5949254"/>
              <a:ext cx="6375400" cy="908746"/>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p>
          </p:txBody>
        </p:sp>
      </p:grpSp>
      <p:sp>
        <p:nvSpPr>
          <p:cNvPr id="2" name="标题 1"/>
          <p:cNvSpPr>
            <a:spLocks noGrp="1"/>
          </p:cNvSpPr>
          <p:nvPr>
            <p:ph type="title" hasCustomPrompt="1"/>
            <p:custDataLst>
              <p:tags r:id="rId11"/>
            </p:custDataLst>
          </p:nvPr>
        </p:nvSpPr>
        <p:spPr>
          <a:xfrm>
            <a:off x="3500907" y="3090044"/>
            <a:ext cx="5190185" cy="740727"/>
          </a:xfrm>
        </p:spPr>
        <p:txBody>
          <a:bodyPr lIns="90170" tIns="46990" rIns="90170" bIns="0" anchor="b" anchorCtr="0">
            <a:normAutofit/>
          </a:bodyPr>
          <a:lstStyle>
            <a:lvl1pPr algn="ctr">
              <a:defRPr sz="4000" u="none" strike="noStrike" kern="1200" cap="none" spc="300" normalizeH="0">
                <a:solidFill>
                  <a:schemeClr val="tx1">
                    <a:lumMod val="85000"/>
                    <a:lumOff val="15000"/>
                  </a:schemeClr>
                </a:solidFill>
                <a:uFillTx/>
                <a:latin typeface="Arial" panose="020B0604020202020204" pitchFamily="34" charset="0"/>
                <a:ea typeface="汉仪旗黑-85S" panose="00020600040101010101" pitchFamily="18" charset="-122"/>
              </a:defRPr>
            </a:lvl1pPr>
          </a:lstStyle>
          <a:p>
            <a:r>
              <a:rPr lang="zh-CN" altLang="en-US" dirty="0"/>
              <a:t>单击此处编辑标题</a:t>
            </a:r>
            <a:endParaRPr lang="zh-CN" altLang="en-US" dirty="0"/>
          </a:p>
        </p:txBody>
      </p:sp>
      <p:sp>
        <p:nvSpPr>
          <p:cNvPr id="3" name="文本占位符 2"/>
          <p:cNvSpPr>
            <a:spLocks noGrp="1"/>
          </p:cNvSpPr>
          <p:nvPr>
            <p:ph type="body" idx="1"/>
            <p:custDataLst>
              <p:tags r:id="rId12"/>
            </p:custDataLst>
          </p:nvPr>
        </p:nvSpPr>
        <p:spPr>
          <a:xfrm>
            <a:off x="3500907" y="3883113"/>
            <a:ext cx="5190185" cy="1477027"/>
          </a:xfrm>
        </p:spPr>
        <p:txBody>
          <a:bodyPr lIns="90170" tIns="0" rIns="90170" bIns="46990">
            <a:normAutofit/>
          </a:bodyPr>
          <a:lstStyle>
            <a:lvl1pPr marL="0" indent="0" algn="ctr" eaLnBrk="1" fontAlgn="auto" latinLnBrk="0" hangingPunct="1">
              <a:buNone/>
              <a:defRPr kumimoji="0" lang="zh-CN" altLang="en-US" sz="2000" b="0" i="0" u="none" strike="noStrike" kern="1200" cap="none" spc="150" normalizeH="0" baseline="0" noProof="1">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custDataLst>
              <p:tags r:id="rId13"/>
            </p:custDataLst>
          </p:nvPr>
        </p:nvSpPr>
        <p:spPr/>
        <p:txBody>
          <a:bodyPr>
            <a:normAutofit/>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14"/>
            </p:custDataLst>
          </p:nvPr>
        </p:nvSpPr>
        <p:spPr/>
        <p:txBody>
          <a:bodyPr>
            <a:normAutofit/>
          </a:bodyPr>
          <a:lstStyle/>
          <a:p>
            <a:endParaRPr lang="zh-CN" altLang="en-US"/>
          </a:p>
        </p:txBody>
      </p:sp>
      <p:sp>
        <p:nvSpPr>
          <p:cNvPr id="6" name="灯片编号占位符 5"/>
          <p:cNvSpPr>
            <a:spLocks noGrp="1"/>
          </p:cNvSpPr>
          <p:nvPr>
            <p:ph type="sldNum" sz="quarter" idx="12"/>
            <p:custDataLst>
              <p:tags r:id="rId15"/>
            </p:custDataLst>
          </p:nvPr>
        </p:nvSpPr>
        <p:spPr/>
        <p:txBody>
          <a:bodyPr>
            <a:normAutofit/>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vert="horz" lIns="90170" tIns="46990" rIns="90170" bIns="46990" rtlCol="0" anchor="t"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汉仪旗黑-85S" panose="00020600040101010101" pitchFamily="18" charset="-122"/>
                <a:cs typeface="+mj-cs"/>
                <a:sym typeface="+mn-ea"/>
              </a:defRPr>
            </a:lvl1pPr>
          </a:lstStyle>
          <a:p>
            <a:pPr lvl="0"/>
            <a:r>
              <a:rPr>
                <a:sym typeface="+mn-ea"/>
              </a:rPr>
              <a:t>单击此处编辑母版标题样式</a:t>
            </a:r>
            <a:endParaRPr>
              <a:sym typeface="+mn-ea"/>
            </a:endParaRPr>
          </a:p>
        </p:txBody>
      </p:sp>
      <p:sp>
        <p:nvSpPr>
          <p:cNvPr id="3" name="内容占位符 2"/>
          <p:cNvSpPr>
            <a:spLocks noGrp="1"/>
          </p:cNvSpPr>
          <p:nvPr>
            <p:ph sz="half" idx="1"/>
            <p:custDataLst>
              <p:tags r:id="rId3"/>
            </p:custDataLst>
          </p:nvPr>
        </p:nvSpPr>
        <p:spPr>
          <a:xfrm>
            <a:off x="669930" y="952508"/>
            <a:ext cx="5283242" cy="5388907"/>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4" name="内容占位符 3"/>
          <p:cNvSpPr>
            <a:spLocks noGrp="1"/>
          </p:cNvSpPr>
          <p:nvPr>
            <p:ph sz="half" idx="2"/>
            <p:custDataLst>
              <p:tags r:id="rId4"/>
            </p:custDataLst>
          </p:nvPr>
        </p:nvSpPr>
        <p:spPr>
          <a:xfrm>
            <a:off x="6238877" y="952508"/>
            <a:ext cx="5283242" cy="5388907"/>
          </a:xfrm>
        </p:spPr>
        <p:txBody>
          <a:bodyPr lIns="90170" tIns="46990" rIns="90170" bIns="46990">
            <a:normAutofit/>
          </a:bodyPr>
          <a:lstStyle>
            <a:lvl1pPr>
              <a:defRPr sz="1600" baseline="0">
                <a:solidFill>
                  <a:schemeClr val="tx1">
                    <a:lumMod val="85000"/>
                    <a:lumOff val="15000"/>
                  </a:schemeClr>
                </a:solidFill>
                <a:latin typeface="Arial" panose="020B0604020202020204" pitchFamily="34" charset="0"/>
                <a:ea typeface="微软雅黑" panose="020B0503020204020204" charset="-122"/>
              </a:defRPr>
            </a:lvl1pPr>
            <a:lvl2pPr>
              <a:defRPr sz="1600" baseline="0">
                <a:solidFill>
                  <a:schemeClr val="tx1">
                    <a:lumMod val="85000"/>
                    <a:lumOff val="15000"/>
                  </a:schemeClr>
                </a:solidFill>
                <a:latin typeface="Arial" panose="020B0604020202020204" pitchFamily="34" charset="0"/>
                <a:ea typeface="微软雅黑" panose="020B0503020204020204" charset="-122"/>
              </a:defRPr>
            </a:lvl2pPr>
            <a:lvl3pPr>
              <a:defRPr sz="1600" baseline="0">
                <a:solidFill>
                  <a:schemeClr val="tx1">
                    <a:lumMod val="85000"/>
                    <a:lumOff val="15000"/>
                  </a:schemeClr>
                </a:solidFill>
                <a:latin typeface="Arial" panose="020B0604020202020204" pitchFamily="34" charset="0"/>
                <a:ea typeface="微软雅黑" panose="020B0503020204020204" charset="-122"/>
              </a:defRPr>
            </a:lvl3pPr>
            <a:lvl4pPr>
              <a:defRPr sz="1600" baseline="0">
                <a:solidFill>
                  <a:schemeClr val="tx1">
                    <a:lumMod val="85000"/>
                    <a:lumOff val="15000"/>
                  </a:schemeClr>
                </a:solidFill>
                <a:latin typeface="Arial" panose="020B0604020202020204" pitchFamily="34" charset="0"/>
                <a:ea typeface="微软雅黑" panose="020B0503020204020204" charset="-122"/>
              </a:defRPr>
            </a:lvl4pPr>
            <a:lvl5pPr>
              <a:defRPr sz="160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lIns="90170" tIns="46990" rIns="90170" bIns="46990">
            <a:normAutofit/>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lIns="90170" tIns="46990" rIns="90170" bIns="46990">
            <a:normAutofit/>
          </a:bodyPr>
          <a:lstStyle/>
          <a:p>
            <a:endParaRPr lang="zh-CN" altLang="en-US"/>
          </a:p>
        </p:txBody>
      </p:sp>
      <p:sp>
        <p:nvSpPr>
          <p:cNvPr id="7" name="灯片编号占位符 6"/>
          <p:cNvSpPr>
            <a:spLocks noGrp="1"/>
          </p:cNvSpPr>
          <p:nvPr>
            <p:ph type="sldNum" sz="quarter" idx="12"/>
            <p:custDataLst>
              <p:tags r:id="rId7"/>
            </p:custDataLst>
          </p:nvPr>
        </p:nvSpPr>
        <p:spPr/>
        <p:txBody>
          <a:bodyPr lIns="90170" tIns="46990" rIns="90170" bIns="46990">
            <a:normAutofit/>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69930" y="952508"/>
            <a:ext cx="5283242" cy="381003"/>
          </a:xfrm>
        </p:spPr>
        <p:txBody>
          <a:bodyPr lIns="101600" tIns="38100" rIns="76200" bIns="38100" anchor="t" anchorCtr="0">
            <a:no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69925" y="1406525"/>
            <a:ext cx="5283200"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952508"/>
            <a:ext cx="5283242" cy="381003"/>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406525"/>
            <a:ext cx="5283242"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grpSp>
        <p:nvGrpSpPr>
          <p:cNvPr id="9" name="组合 8"/>
          <p:cNvGrpSpPr/>
          <p:nvPr userDrawn="1">
            <p:custDataLst>
              <p:tags r:id="rId2"/>
            </p:custDataLst>
          </p:nvPr>
        </p:nvGrpSpPr>
        <p:grpSpPr>
          <a:xfrm>
            <a:off x="10608342" y="5053054"/>
            <a:ext cx="1583658" cy="1966165"/>
            <a:chOff x="10608342" y="5053054"/>
            <a:chExt cx="1583658" cy="1966165"/>
          </a:xfrm>
        </p:grpSpPr>
        <p:sp>
          <p:nvSpPr>
            <p:cNvPr id="10" name="任意多边形: 形状 9"/>
            <p:cNvSpPr/>
            <p:nvPr>
              <p:custDataLst>
                <p:tags r:id="rId3"/>
              </p:custDataLst>
            </p:nvPr>
          </p:nvSpPr>
          <p:spPr>
            <a:xfrm rot="697528">
              <a:off x="10608342" y="5053054"/>
              <a:ext cx="1399913" cy="1966165"/>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p:custDataLst>
                <p:tags r:id="rId4"/>
              </p:custDataLst>
            </p:nvPr>
          </p:nvSpPr>
          <p:spPr>
            <a:xfrm>
              <a:off x="10960100" y="5207000"/>
              <a:ext cx="1231900" cy="1651000"/>
            </a:xfrm>
            <a:prstGeom prst="triangle">
              <a:avLst>
                <a:gd name="adj" fmla="val 10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p:ph type="title"/>
            <p:custDataLst>
              <p:tags r:id="rId5"/>
            </p:custDataLst>
          </p:nvPr>
        </p:nvSpPr>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930"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图片占位符 2"/>
          <p:cNvSpPr>
            <a:spLocks noGrp="1"/>
          </p:cNvSpPr>
          <p:nvPr>
            <p:ph type="pic" idx="1"/>
            <p:custDataLst>
              <p:tags r:id="rId3"/>
            </p:custDataLst>
          </p:nvPr>
        </p:nvSpPr>
        <p:spPr>
          <a:xfrm>
            <a:off x="669930" y="952508"/>
            <a:ext cx="5283242" cy="5388907"/>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4"/>
            </p:custDataLst>
          </p:nvPr>
        </p:nvSpPr>
        <p:spPr>
          <a:xfrm>
            <a:off x="6238925" y="952508"/>
            <a:ext cx="5283242" cy="5388907"/>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stStyle>
          <a:p>
            <a:pPr lvl="0"/>
            <a:r>
              <a:rPr>
                <a:sym typeface="+mn-ea"/>
              </a:rPr>
              <a:t>单击此处编辑母版文本样式</a:t>
            </a:r>
            <a:endParaRPr>
              <a:sym typeface="+mn-ea"/>
            </a:endParaRPr>
          </a:p>
        </p:txBody>
      </p:sp>
      <p:sp>
        <p:nvSpPr>
          <p:cNvPr id="5" name="日期占位符 4"/>
          <p:cNvSpPr>
            <a:spLocks noGrp="1"/>
          </p:cNvSpPr>
          <p:nvPr>
            <p:ph type="dt" sz="half" idx="10"/>
            <p:custDataLst>
              <p:tags r:id="rId5"/>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6"/>
            </p:custDataLst>
          </p:nvPr>
        </p:nvSpPr>
        <p:spPr/>
        <p:txBody>
          <a:bodyPr/>
          <a:lstStyle/>
          <a:p>
            <a:endParaRPr lang="zh-CN" altLang="en-US" dirty="0"/>
          </a:p>
        </p:txBody>
      </p:sp>
      <p:sp>
        <p:nvSpPr>
          <p:cNvPr id="7" name="灯片编号占位符 6"/>
          <p:cNvSpPr>
            <a:spLocks noGrp="1"/>
          </p:cNvSpPr>
          <p:nvPr>
            <p:ph type="sldNum" sz="quarter" idx="12"/>
            <p:custDataLst>
              <p:tags r:id="rId7"/>
            </p:custDataLst>
          </p:nvPr>
        </p:nvSpPr>
        <p:spPr/>
        <p:txBody>
          <a:bodyPr/>
          <a:lstStyle/>
          <a:p>
            <a:fld id="{FABC47A4-756D-490B-A52F-7D9E2C9FC05F}"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2"/>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custDataLst>
              <p:tags r:id="rId2"/>
            </p:custDataLst>
          </p:nvPr>
        </p:nvSpPr>
        <p:spPr>
          <a:xfrm>
            <a:off x="10571135" y="952508"/>
            <a:ext cx="950984" cy="5388907"/>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竖排文字占位符 2"/>
          <p:cNvSpPr>
            <a:spLocks noGrp="1"/>
          </p:cNvSpPr>
          <p:nvPr>
            <p:ph type="body" orient="vert" idx="1"/>
            <p:custDataLst>
              <p:tags r:id="rId3"/>
            </p:custDataLst>
          </p:nvPr>
        </p:nvSpPr>
        <p:spPr>
          <a:xfrm>
            <a:off x="669925" y="952500"/>
            <a:ext cx="9828101" cy="5388907"/>
          </a:xfrm>
        </p:spPr>
        <p:txBody>
          <a:bodyPr vert="eaVert"/>
          <a:lstStyle>
            <a:lvl1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1pPr>
            <a:lvl2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2pPr>
            <a:lvl3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3pPr>
            <a:lvl4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4pPr>
            <a:lvl5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2"/>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69930" y="952508"/>
            <a:ext cx="10852237" cy="5388907"/>
          </a:xfrm>
        </p:spPr>
        <p:txBody>
          <a:bodyPr/>
          <a:lstStyle>
            <a:lvl1pPr>
              <a:defRPr>
                <a:solidFill>
                  <a:schemeClr val="tx1">
                    <a:lumMod val="85000"/>
                    <a:lumOff val="15000"/>
                  </a:schemeClr>
                </a:solidFill>
              </a:defRPr>
            </a:lvl1pPr>
            <a:lvl2pPr>
              <a:defRPr>
                <a:solidFill>
                  <a:schemeClr val="tx1">
                    <a:lumMod val="85000"/>
                    <a:lumOff val="15000"/>
                  </a:schemeClr>
                </a:solidFill>
              </a:defRPr>
            </a:lvl2pPr>
            <a:lvl3pPr>
              <a:defRPr>
                <a:solidFill>
                  <a:schemeClr val="tx1">
                    <a:lumMod val="85000"/>
                    <a:lumOff val="15000"/>
                  </a:schemeClr>
                </a:solidFill>
              </a:defRPr>
            </a:lvl3pPr>
            <a:lvl4pPr>
              <a:defRPr>
                <a:solidFill>
                  <a:schemeClr val="tx1">
                    <a:lumMod val="85000"/>
                    <a:lumOff val="15000"/>
                  </a:schemeClr>
                </a:solidFill>
              </a:defRPr>
            </a:lvl4pPr>
            <a:lvl5pPr>
              <a:defRPr>
                <a:solidFill>
                  <a:schemeClr val="tx1">
                    <a:lumMod val="85000"/>
                    <a:lumOff val="1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3588374" y="2588654"/>
            <a:ext cx="5015250" cy="1519707"/>
          </a:xfrm>
        </p:spPr>
        <p:txBody>
          <a:bodyPr vert="horz" lIns="90170" tIns="46990" rIns="90170" bIns="46990" rtlCol="0" anchor="ctr" anchorCtr="0">
            <a:normAutofit/>
          </a:bodyPr>
          <a:lstStyle>
            <a:lvl1pPr marL="0" marR="0" algn="ctr" defTabSz="914400" rtl="0" eaLnBrk="1" fontAlgn="auto" latinLnBrk="0" hangingPunct="1">
              <a:lnSpc>
                <a:spcPct val="100000"/>
              </a:lnSpc>
              <a:buNone/>
              <a:defRPr kumimoji="0" lang="zh-CN" altLang="en-US" sz="8000" b="1" i="0" u="none" strike="noStrike" kern="1200" cap="none" spc="600" normalizeH="0" baseline="0" noProof="1" dirty="0">
                <a:solidFill>
                  <a:schemeClr val="tx1">
                    <a:lumMod val="85000"/>
                    <a:lumOff val="15000"/>
                  </a:schemeClr>
                </a:solidFill>
                <a:uFillTx/>
                <a:latin typeface="Arial" panose="020B0604020202020204" pitchFamily="34" charset="0"/>
                <a:ea typeface="汉仪旗黑-85S" panose="00020600040101010101" pitchFamily="18" charset="-122"/>
                <a:cs typeface="+mj-cs"/>
                <a:sym typeface="+mn-ea"/>
              </a:defRPr>
            </a:lvl1pPr>
          </a:lstStyle>
          <a:p>
            <a:pPr lvl="0"/>
            <a:r>
              <a:rPr dirty="0">
                <a:sym typeface="+mn-ea"/>
              </a:rPr>
              <a:t>编辑标题</a:t>
            </a:r>
            <a:endParaRPr dirty="0">
              <a:sym typeface="+mn-ea"/>
            </a:endParaRPr>
          </a:p>
        </p:txBody>
      </p:sp>
      <p:sp>
        <p:nvSpPr>
          <p:cNvPr id="3" name="日期占位符 2"/>
          <p:cNvSpPr>
            <a:spLocks noGrp="1"/>
          </p:cNvSpPr>
          <p:nvPr>
            <p:ph type="dt" sz="half" idx="10"/>
            <p:custDataLst>
              <p:tags r:id="rId3"/>
            </p:custDataLst>
          </p:nvPr>
        </p:nvSpPr>
        <p:spPr/>
        <p:txBody>
          <a:bodyPr lIns="90170" tIns="46990" rIns="90170" bIns="46990">
            <a:normAutofit/>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lIns="90170" tIns="46990" rIns="90170" bIns="46990">
            <a:normAutofit/>
          </a:bodyPr>
          <a:lstStyle/>
          <a:p>
            <a:endParaRPr lang="zh-CN" altLang="en-US"/>
          </a:p>
        </p:txBody>
      </p:sp>
      <p:sp>
        <p:nvSpPr>
          <p:cNvPr id="5" name="灯片编号占位符 4"/>
          <p:cNvSpPr>
            <a:spLocks noGrp="1"/>
          </p:cNvSpPr>
          <p:nvPr>
            <p:ph type="sldNum" sz="quarter" idx="12"/>
            <p:custDataLst>
              <p:tags r:id="rId5"/>
            </p:custDataLst>
          </p:nvPr>
        </p:nvSpPr>
        <p:spPr/>
        <p:txBody>
          <a:bodyPr lIns="90170" tIns="46990" rIns="90170" bIns="46990">
            <a:normAutofit/>
          </a:bodyPr>
          <a:lstStyle/>
          <a:p>
            <a:fld id="{49AE70B2-8BF9-45C0-BB95-33D1B9D3A854}" type="slidenum">
              <a:rPr lang="zh-CN" altLang="en-US" smtClean="0"/>
            </a:fld>
            <a:endParaRPr lang="zh-CN" altLang="en-US"/>
          </a:p>
        </p:txBody>
      </p:sp>
      <p:grpSp>
        <p:nvGrpSpPr>
          <p:cNvPr id="6" name="组合 5"/>
          <p:cNvGrpSpPr/>
          <p:nvPr userDrawn="1">
            <p:custDataLst>
              <p:tags r:id="rId6"/>
            </p:custDataLst>
          </p:nvPr>
        </p:nvGrpSpPr>
        <p:grpSpPr>
          <a:xfrm flipH="1">
            <a:off x="8603626" y="3112882"/>
            <a:ext cx="436739" cy="542227"/>
            <a:chOff x="10608342" y="5053054"/>
            <a:chExt cx="1583658" cy="1966165"/>
          </a:xfrm>
        </p:grpSpPr>
        <p:sp>
          <p:nvSpPr>
            <p:cNvPr id="7" name="任意多边形: 形状 6"/>
            <p:cNvSpPr/>
            <p:nvPr>
              <p:custDataLst>
                <p:tags r:id="rId7"/>
              </p:custDataLst>
            </p:nvPr>
          </p:nvSpPr>
          <p:spPr>
            <a:xfrm rot="697528">
              <a:off x="10608342" y="5053054"/>
              <a:ext cx="1399913" cy="1966165"/>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0170" tIns="46990" rIns="90170" bIns="46990" rtlCol="0" anchor="ctr">
              <a:normAutofit/>
            </a:bodyPr>
            <a:lstStyle/>
            <a:p>
              <a:pPr algn="ctr"/>
              <a:endParaRPr lang="zh-CN" altLang="en-US" dirty="0"/>
            </a:p>
          </p:txBody>
        </p:sp>
        <p:sp>
          <p:nvSpPr>
            <p:cNvPr id="8" name="等腰三角形 7"/>
            <p:cNvSpPr/>
            <p:nvPr>
              <p:custDataLst>
                <p:tags r:id="rId8"/>
              </p:custDataLst>
            </p:nvPr>
          </p:nvSpPr>
          <p:spPr>
            <a:xfrm>
              <a:off x="10960100" y="5207000"/>
              <a:ext cx="1231900" cy="165100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0170" tIns="46990" rIns="90170" bIns="46990" rtlCol="0" anchor="ctr">
              <a:normAutofit fontScale="55000" lnSpcReduction="20000"/>
            </a:bodyPr>
            <a:lstStyle/>
            <a:p>
              <a:pPr algn="ctr"/>
              <a:endParaRPr lang="zh-CN" altLang="en-US" dirty="0"/>
            </a:p>
          </p:txBody>
        </p:sp>
      </p:grpSp>
      <p:grpSp>
        <p:nvGrpSpPr>
          <p:cNvPr id="9" name="组合 8"/>
          <p:cNvGrpSpPr/>
          <p:nvPr userDrawn="1">
            <p:custDataLst>
              <p:tags r:id="rId9"/>
            </p:custDataLst>
          </p:nvPr>
        </p:nvGrpSpPr>
        <p:grpSpPr>
          <a:xfrm>
            <a:off x="3151635" y="3119499"/>
            <a:ext cx="436739" cy="542227"/>
            <a:chOff x="10608342" y="5053054"/>
            <a:chExt cx="1583658" cy="1966165"/>
          </a:xfrm>
        </p:grpSpPr>
        <p:sp>
          <p:nvSpPr>
            <p:cNvPr id="10" name="任意多边形: 形状 9"/>
            <p:cNvSpPr/>
            <p:nvPr>
              <p:custDataLst>
                <p:tags r:id="rId10"/>
              </p:custDataLst>
            </p:nvPr>
          </p:nvSpPr>
          <p:spPr>
            <a:xfrm rot="697528">
              <a:off x="10608342" y="5053054"/>
              <a:ext cx="1399913" cy="1966165"/>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0170" tIns="46990" rIns="90170" bIns="46990" rtlCol="0" anchor="ctr">
              <a:normAutofit/>
            </a:bodyPr>
            <a:lstStyle/>
            <a:p>
              <a:pPr algn="ctr"/>
              <a:endParaRPr lang="zh-CN" altLang="en-US">
                <a:solidFill>
                  <a:schemeClr val="bg1"/>
                </a:solidFill>
              </a:endParaRPr>
            </a:p>
          </p:txBody>
        </p:sp>
        <p:sp>
          <p:nvSpPr>
            <p:cNvPr id="11" name="等腰三角形 10"/>
            <p:cNvSpPr/>
            <p:nvPr>
              <p:custDataLst>
                <p:tags r:id="rId11"/>
              </p:custDataLst>
            </p:nvPr>
          </p:nvSpPr>
          <p:spPr>
            <a:xfrm>
              <a:off x="10960100" y="5207000"/>
              <a:ext cx="1231900" cy="165100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0170" tIns="46990" rIns="90170" bIns="46990" rtlCol="0" anchor="ctr">
              <a:normAutofit fontScale="55000" lnSpcReduction="20000"/>
            </a:bodyPr>
            <a:lstStyle/>
            <a:p>
              <a:pPr algn="ctr"/>
              <a:endParaRPr lang="zh-CN" altLang="en-US" dirty="0"/>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grpSp>
        <p:nvGrpSpPr>
          <p:cNvPr id="8" name="组合 7"/>
          <p:cNvGrpSpPr/>
          <p:nvPr userDrawn="1">
            <p:custDataLst>
              <p:tags r:id="rId2"/>
            </p:custDataLst>
          </p:nvPr>
        </p:nvGrpSpPr>
        <p:grpSpPr>
          <a:xfrm>
            <a:off x="4001597" y="6045200"/>
            <a:ext cx="8190403" cy="812800"/>
            <a:chOff x="4001597" y="5613400"/>
            <a:chExt cx="8190403" cy="1244600"/>
          </a:xfrm>
        </p:grpSpPr>
        <p:sp>
          <p:nvSpPr>
            <p:cNvPr id="9" name="任意多边形: 形状 8"/>
            <p:cNvSpPr/>
            <p:nvPr>
              <p:custDataLst>
                <p:tags r:id="rId3"/>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p:custDataLst>
                <p:tags r:id="rId4"/>
              </p:custDataLst>
            </p:nvPr>
          </p:nvSpPr>
          <p:spPr>
            <a:xfrm>
              <a:off x="5816600" y="5949254"/>
              <a:ext cx="6375400" cy="908746"/>
            </a:xfrm>
            <a:prstGeom prst="triangle">
              <a:avLst>
                <a:gd name="adj" fmla="val 10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userDrawn="1">
            <p:ph type="title" hasCustomPrompt="1"/>
            <p:custDataLst>
              <p:tags r:id="rId5"/>
            </p:custDataLst>
          </p:nvPr>
        </p:nvSpPr>
        <p:spPr>
          <a:xfrm>
            <a:off x="838200" y="794326"/>
            <a:ext cx="10515600" cy="540484"/>
          </a:xfrm>
        </p:spPr>
        <p:txBody>
          <a:bodyPr>
            <a:normAutofit/>
          </a:bodyPr>
          <a:lstStyle>
            <a:lvl1pPr>
              <a:defRPr sz="2200" b="1" spc="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a:t>单击此处添加标题</a:t>
            </a:r>
            <a:endParaRPr lang="zh-CN" altLang="en-US" dirty="0"/>
          </a:p>
        </p:txBody>
      </p:sp>
      <p:sp>
        <p:nvSpPr>
          <p:cNvPr id="3" name="日期占位符 2"/>
          <p:cNvSpPr>
            <a:spLocks noGrp="1"/>
          </p:cNvSpPr>
          <p:nvPr userDrawn="1">
            <p:ph type="dt" sz="half" idx="10"/>
            <p:custDataLst>
              <p:tags r:id="rId6"/>
            </p:custDataLst>
          </p:nvPr>
        </p:nvSpPr>
        <p:spPr/>
        <p:txBody>
          <a:bodyPr/>
          <a:lstStyle>
            <a:lvl1pPr>
              <a:defRPr baseline="0">
                <a:latin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userDrawn="1">
            <p:ph type="ftr" sz="quarter" idx="11"/>
            <p:custDataLst>
              <p:tags r:id="rId7"/>
            </p:custDataLst>
          </p:nvPr>
        </p:nvSpPr>
        <p:spPr/>
        <p:txBody>
          <a:bodyPr/>
          <a:lstStyle>
            <a:lvl1pPr>
              <a:defRPr baseline="0">
                <a:latin typeface="微软雅黑" panose="020B0503020204020204" charset="-122"/>
              </a:defRPr>
            </a:lvl1pPr>
          </a:lstStyle>
          <a:p>
            <a:endParaRPr lang="zh-CN" altLang="en-US" dirty="0"/>
          </a:p>
        </p:txBody>
      </p:sp>
      <p:sp>
        <p:nvSpPr>
          <p:cNvPr id="5" name="灯片编号占位符 4"/>
          <p:cNvSpPr>
            <a:spLocks noGrp="1"/>
          </p:cNvSpPr>
          <p:nvPr userDrawn="1">
            <p:ph type="sldNum" sz="quarter" idx="12"/>
            <p:custDataLst>
              <p:tags r:id="rId8"/>
            </p:custDataLst>
          </p:nvPr>
        </p:nvSpPr>
        <p:spPr/>
        <p:txBody>
          <a:bodyPr/>
          <a:lstStyle>
            <a:lvl1pPr>
              <a:defRPr baseline="0">
                <a:latin typeface="微软雅黑" panose="020B0503020204020204" charset="-122"/>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tx2"/>
        </a:solidFill>
        <a:effectLst/>
      </p:bgPr>
    </p:bg>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292735" y="304165"/>
            <a:ext cx="11606530" cy="62496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charset="-122"/>
            </a:endParaRPr>
          </a:p>
        </p:txBody>
      </p:sp>
      <p:grpSp>
        <p:nvGrpSpPr>
          <p:cNvPr id="11" name="组合 10"/>
          <p:cNvGrpSpPr/>
          <p:nvPr userDrawn="1">
            <p:custDataLst>
              <p:tags r:id="rId3"/>
            </p:custDataLst>
          </p:nvPr>
        </p:nvGrpSpPr>
        <p:grpSpPr>
          <a:xfrm rot="16200000">
            <a:off x="11009630" y="351790"/>
            <a:ext cx="737870" cy="916305"/>
            <a:chOff x="10608342" y="5053054"/>
            <a:chExt cx="1583658" cy="1966165"/>
          </a:xfrm>
        </p:grpSpPr>
        <p:sp>
          <p:nvSpPr>
            <p:cNvPr id="12" name="任意多边形: 形状 11"/>
            <p:cNvSpPr/>
            <p:nvPr>
              <p:custDataLst>
                <p:tags r:id="rId4"/>
              </p:custDataLst>
            </p:nvPr>
          </p:nvSpPr>
          <p:spPr>
            <a:xfrm rot="697528">
              <a:off x="10608342" y="5053054"/>
              <a:ext cx="1399913" cy="1966165"/>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sp>
          <p:nvSpPr>
            <p:cNvPr id="13" name="等腰三角形 12"/>
            <p:cNvSpPr/>
            <p:nvPr>
              <p:custDataLst>
                <p:tags r:id="rId5"/>
              </p:custDataLst>
            </p:nvPr>
          </p:nvSpPr>
          <p:spPr>
            <a:xfrm>
              <a:off x="10960100" y="5207000"/>
              <a:ext cx="1231900" cy="165100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grpSp>
      <p:grpSp>
        <p:nvGrpSpPr>
          <p:cNvPr id="14" name="组合 13"/>
          <p:cNvGrpSpPr/>
          <p:nvPr userDrawn="1">
            <p:custDataLst>
              <p:tags r:id="rId6"/>
            </p:custDataLst>
          </p:nvPr>
        </p:nvGrpSpPr>
        <p:grpSpPr>
          <a:xfrm rot="5400000">
            <a:off x="443865" y="5584825"/>
            <a:ext cx="737870" cy="916305"/>
            <a:chOff x="10608342" y="5053054"/>
            <a:chExt cx="1583658" cy="1966165"/>
          </a:xfrm>
        </p:grpSpPr>
        <p:sp>
          <p:nvSpPr>
            <p:cNvPr id="16" name="任意多边形: 形状 15"/>
            <p:cNvSpPr/>
            <p:nvPr>
              <p:custDataLst>
                <p:tags r:id="rId7"/>
              </p:custDataLst>
            </p:nvPr>
          </p:nvSpPr>
          <p:spPr>
            <a:xfrm rot="697528">
              <a:off x="10608342" y="5053054"/>
              <a:ext cx="1399913" cy="1966165"/>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sp>
          <p:nvSpPr>
            <p:cNvPr id="17" name="等腰三角形 16"/>
            <p:cNvSpPr/>
            <p:nvPr>
              <p:custDataLst>
                <p:tags r:id="rId8"/>
              </p:custDataLst>
            </p:nvPr>
          </p:nvSpPr>
          <p:spPr>
            <a:xfrm>
              <a:off x="10960100" y="5207000"/>
              <a:ext cx="1231900" cy="165100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grpSp>
      <p:sp>
        <p:nvSpPr>
          <p:cNvPr id="2" name="标题 1"/>
          <p:cNvSpPr>
            <a:spLocks noGrp="1"/>
          </p:cNvSpPr>
          <p:nvPr>
            <p:ph type="title" hasCustomPrompt="1"/>
            <p:custDataLst>
              <p:tags r:id="rId9"/>
            </p:custDataLst>
          </p:nvPr>
        </p:nvSpPr>
        <p:spPr>
          <a:xfrm>
            <a:off x="1281600" y="1249200"/>
            <a:ext cx="9626400" cy="723600"/>
          </a:xfrm>
        </p:spPr>
        <p:txBody>
          <a:bodyPr anchor="ctr"/>
          <a:lstStyle>
            <a:lvl1pPr>
              <a:defRPr sz="3200" b="1"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7" name="内容占位符 6"/>
          <p:cNvSpPr>
            <a:spLocks noGrp="1"/>
          </p:cNvSpPr>
          <p:nvPr>
            <p:ph sz="quarter" idx="13" hasCustomPrompt="1"/>
            <p:custDataLst>
              <p:tags r:id="rId10"/>
            </p:custDataLst>
          </p:nvPr>
        </p:nvSpPr>
        <p:spPr>
          <a:xfrm>
            <a:off x="1281113" y="2163600"/>
            <a:ext cx="9626600" cy="3445200"/>
          </a:xfrm>
        </p:spPr>
        <p:txBody>
          <a:bodyPr>
            <a:normAutofit/>
          </a:bodyPr>
          <a:lstStyle>
            <a:lvl1pPr marL="0" indent="0">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1pPr>
            <a:lvl2pPr>
              <a:defRPr baseline="0">
                <a:solidFill>
                  <a:schemeClr val="tx1"/>
                </a:solidFill>
                <a:latin typeface="微软雅黑" panose="020B0503020204020204" charset="-122"/>
                <a:ea typeface="微软雅黑" panose="020B0503020204020204" charset="-122"/>
              </a:defRPr>
            </a:lvl2pPr>
            <a:lvl3pPr>
              <a:defRPr baseline="0">
                <a:solidFill>
                  <a:schemeClr val="tx1"/>
                </a:solidFill>
                <a:latin typeface="微软雅黑" panose="020B0503020204020204" charset="-122"/>
                <a:ea typeface="微软雅黑" panose="020B0503020204020204" charset="-122"/>
              </a:defRPr>
            </a:lvl3pPr>
            <a:lvl4pPr>
              <a:defRPr baseline="0">
                <a:solidFill>
                  <a:schemeClr val="tx1"/>
                </a:solidFill>
                <a:latin typeface="微软雅黑" panose="020B0503020204020204" charset="-122"/>
                <a:ea typeface="微软雅黑" panose="020B0503020204020204" charset="-122"/>
              </a:defRPr>
            </a:lvl4pPr>
            <a:lvl5pPr>
              <a:defRPr baseline="0">
                <a:solidFill>
                  <a:schemeClr val="tx1"/>
                </a:solidFill>
                <a:latin typeface="微软雅黑" panose="020B0503020204020204" charset="-122"/>
                <a:ea typeface="微软雅黑" panose="020B0503020204020204" charset="-122"/>
              </a:defRPr>
            </a:lvl5pPr>
          </a:lstStyle>
          <a:p>
            <a:pPr lvl="0"/>
            <a:r>
              <a:rPr lang="zh-CN" altLang="en-US"/>
              <a:t>单击此处添加文本</a:t>
            </a:r>
            <a:endParaRPr lang="zh-CN" altLang="en-US" dirty="0"/>
          </a:p>
        </p:txBody>
      </p:sp>
      <p:sp>
        <p:nvSpPr>
          <p:cNvPr id="3" name="日期占位符 2"/>
          <p:cNvSpPr>
            <a:spLocks noGrp="1"/>
          </p:cNvSpPr>
          <p:nvPr>
            <p:ph type="dt" sz="half" idx="10"/>
            <p:custDataLst>
              <p:tags r:id="rId11"/>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5" name="灯片编号占位符 4"/>
          <p:cNvSpPr>
            <a:spLocks noGrp="1"/>
          </p:cNvSpPr>
          <p:nvPr>
            <p:ph type="sldNum" sz="quarter" idx="12"/>
            <p:custDataLst>
              <p:tags r:id="rId12"/>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4" name="页脚占位符 3"/>
          <p:cNvSpPr>
            <a:spLocks noGrp="1"/>
          </p:cNvSpPr>
          <p:nvPr>
            <p:ph type="ftr" sz="quarter" idx="11"/>
            <p:custDataLst>
              <p:tags r:id="rId13"/>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左右">
    <p:spTree>
      <p:nvGrpSpPr>
        <p:cNvPr id="1" name=""/>
        <p:cNvGrpSpPr/>
        <p:nvPr/>
      </p:nvGrpSpPr>
      <p:grpSpPr>
        <a:xfrm>
          <a:off x="0" y="0"/>
          <a:ext cx="0" cy="0"/>
          <a:chOff x="0" y="0"/>
          <a:chExt cx="0" cy="0"/>
        </a:xfrm>
      </p:grpSpPr>
      <p:sp>
        <p:nvSpPr>
          <p:cNvPr id="13" name="矩形 12"/>
          <p:cNvSpPr/>
          <p:nvPr userDrawn="1">
            <p:custDataLst>
              <p:tags r:id="rId2"/>
            </p:custDataLst>
          </p:nvPr>
        </p:nvSpPr>
        <p:spPr>
          <a:xfrm>
            <a:off x="0" y="0"/>
            <a:ext cx="4823460" cy="6858635"/>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latin typeface="Arial" panose="020B0604020202020204" pitchFamily="34" charset="0"/>
              <a:ea typeface="微软雅黑" panose="020B0503020204020204" charset="-122"/>
              <a:sym typeface="+mn-ea"/>
            </a:endParaRPr>
          </a:p>
        </p:txBody>
      </p:sp>
      <p:sp>
        <p:nvSpPr>
          <p:cNvPr id="2" name="标题 1"/>
          <p:cNvSpPr>
            <a:spLocks noGrp="1"/>
          </p:cNvSpPr>
          <p:nvPr userDrawn="1">
            <p:ph type="title" hasCustomPrompt="1"/>
            <p:custDataLst>
              <p:tags r:id="rId3"/>
            </p:custDataLst>
          </p:nvPr>
        </p:nvSpPr>
        <p:spPr>
          <a:xfrm>
            <a:off x="583200" y="770400"/>
            <a:ext cx="3960000" cy="882000"/>
          </a:xfrm>
        </p:spPr>
        <p:txBody>
          <a:bodyPr anchor="ctr">
            <a:normAutofit/>
          </a:bodyPr>
          <a:lstStyle>
            <a:lvl1pPr>
              <a:defRPr sz="3200" b="1" u="none" strike="noStrike" kern="1200" cap="none" spc="0" normalizeH="0" baseline="0">
                <a:solidFill>
                  <a:schemeClr val="bg1"/>
                </a:solidFill>
                <a:uFillTx/>
                <a:latin typeface="Arial" panose="020B0604020202020204" pitchFamily="34" charset="0"/>
                <a:ea typeface="微软雅黑" panose="020B0503020204020204" charset="-122"/>
              </a:defRPr>
            </a:lvl1pPr>
          </a:lstStyle>
          <a:p>
            <a:r>
              <a:rPr lang="zh-CN" altLang="en-US" dirty="0"/>
              <a:t>单击编辑标题</a:t>
            </a:r>
            <a:endParaRPr lang="zh-CN" altLang="en-US" dirty="0"/>
          </a:p>
        </p:txBody>
      </p:sp>
      <p:sp>
        <p:nvSpPr>
          <p:cNvPr id="3" name="日期占位符 2"/>
          <p:cNvSpPr>
            <a:spLocks noGrp="1"/>
          </p:cNvSpPr>
          <p:nvPr>
            <p:ph type="dt" sz="half" idx="10"/>
            <p:custDataLst>
              <p:tags r:id="rId4"/>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userDrawn="1">
            <p:ph type="ftr" sz="quarter" idx="11"/>
            <p:custDataLst>
              <p:tags r:id="rId5"/>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userDrawn="1">
            <p:ph type="sldNum" sz="quarter" idx="12"/>
            <p:custDataLst>
              <p:tags r:id="rId6"/>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文本占位符 6"/>
          <p:cNvSpPr>
            <a:spLocks noGrp="1"/>
          </p:cNvSpPr>
          <p:nvPr userDrawn="1">
            <p:ph type="body" sz="quarter" idx="13"/>
            <p:custDataLst>
              <p:tags r:id="rId7"/>
            </p:custDataLst>
          </p:nvPr>
        </p:nvSpPr>
        <p:spPr>
          <a:xfrm>
            <a:off x="586800" y="1764000"/>
            <a:ext cx="3956400" cy="4093200"/>
          </a:xfrm>
        </p:spPr>
        <p:txBody>
          <a:bodyPr>
            <a:normAutofit/>
          </a:bodyPr>
          <a:lstStyle>
            <a:lvl1pPr marL="0" indent="0">
              <a:lnSpc>
                <a:spcPct val="130000"/>
              </a:lnSpc>
              <a:spcAft>
                <a:spcPts val="1000"/>
              </a:spcAft>
              <a:buFont typeface="Arial" panose="020B0604020202020204" pitchFamily="34" charset="0"/>
              <a:buNone/>
              <a:defRPr sz="1600" u="none" strike="noStrike" kern="1200" cap="none" spc="0" normalizeH="0" baseline="0">
                <a:solidFill>
                  <a:schemeClr val="bg1"/>
                </a:solidFill>
                <a:latin typeface="Arial" panose="020B0604020202020204" pitchFamily="34" charset="0"/>
                <a:ea typeface="微软雅黑" panose="020B0503020204020204" charset="-122"/>
              </a:defRPr>
            </a:lvl1pPr>
            <a:lvl2pPr marL="457200" indent="0">
              <a:lnSpc>
                <a:spcPct val="130000"/>
              </a:lnSpc>
              <a:spcAft>
                <a:spcPts val="1000"/>
              </a:spcAft>
              <a:buFont typeface="Arial" panose="020B0604020202020204" pitchFamily="34" charset="0"/>
              <a:buNone/>
              <a:defRPr sz="1600" u="none" strike="noStrike" kern="1200" cap="none" spc="0" normalizeH="0" baseline="0">
                <a:solidFill>
                  <a:schemeClr val="bg1"/>
                </a:solidFill>
                <a:latin typeface="Arial" panose="020B0604020202020204" pitchFamily="34" charset="0"/>
                <a:ea typeface="微软雅黑" panose="020B0503020204020204" charset="-122"/>
              </a:defRPr>
            </a:lvl2pPr>
            <a:lvl3pPr marL="914400" indent="0">
              <a:lnSpc>
                <a:spcPct val="130000"/>
              </a:lnSpc>
              <a:spcAft>
                <a:spcPts val="1000"/>
              </a:spcAft>
              <a:buFont typeface="Arial" panose="020B0604020202020204" pitchFamily="34" charset="0"/>
              <a:buNone/>
              <a:defRPr sz="1600" u="none" strike="noStrike" kern="1200" cap="none" spc="0" normalizeH="0" baseline="0">
                <a:solidFill>
                  <a:schemeClr val="bg1"/>
                </a:solidFill>
                <a:latin typeface="Arial" panose="020B0604020202020204" pitchFamily="34" charset="0"/>
                <a:ea typeface="微软雅黑" panose="020B0503020204020204" charset="-122"/>
              </a:defRPr>
            </a:lvl3pPr>
            <a:lvl4pPr marL="1371600" indent="0">
              <a:lnSpc>
                <a:spcPct val="130000"/>
              </a:lnSpc>
              <a:spcAft>
                <a:spcPts val="1000"/>
              </a:spcAft>
              <a:buFont typeface="Arial" panose="020B0604020202020204" pitchFamily="34" charset="0"/>
              <a:buNone/>
              <a:defRPr sz="1600" u="none" strike="noStrike" kern="1200" cap="none" spc="0" normalizeH="0" baseline="0">
                <a:solidFill>
                  <a:schemeClr val="bg1"/>
                </a:solidFill>
                <a:latin typeface="Arial" panose="020B0604020202020204" pitchFamily="34" charset="0"/>
                <a:ea typeface="微软雅黑" panose="020B0503020204020204" charset="-122"/>
              </a:defRPr>
            </a:lvl4pPr>
            <a:lvl5pPr marL="1828800" indent="0">
              <a:lnSpc>
                <a:spcPct val="130000"/>
              </a:lnSpc>
              <a:spcAft>
                <a:spcPts val="1000"/>
              </a:spcAft>
              <a:buFont typeface="Arial" panose="020B0604020202020204" pitchFamily="34" charset="0"/>
              <a:buNone/>
              <a:defRPr sz="1600" u="none" strike="noStrike" kern="1200" cap="none" spc="0" normalizeH="0" baseline="0">
                <a:solidFill>
                  <a:schemeClr val="bg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9" name="内容占位符 8"/>
          <p:cNvSpPr>
            <a:spLocks noGrp="1"/>
          </p:cNvSpPr>
          <p:nvPr userDrawn="1">
            <p:ph sz="quarter" idx="14"/>
            <p:custDataLst>
              <p:tags r:id="rId8"/>
            </p:custDataLst>
          </p:nvPr>
        </p:nvSpPr>
        <p:spPr>
          <a:xfrm>
            <a:off x="5101200" y="769938"/>
            <a:ext cx="6480000" cy="5087937"/>
          </a:xfrm>
        </p:spPr>
        <p:txBody>
          <a:bodyPr>
            <a:normAutofit/>
          </a:bodyPr>
          <a:lstStyle>
            <a:lvl1pPr marL="0" indent="0">
              <a:lnSpc>
                <a:spcPct val="130000"/>
              </a:lnSpc>
              <a:spcAft>
                <a:spcPts val="1000"/>
              </a:spcAft>
              <a:buFont typeface="Arial" panose="020B0604020202020204" pitchFamily="34" charset="0"/>
              <a:buNone/>
              <a:defRPr sz="1600" u="none" strike="noStrike" kern="1200" cap="none" spc="0" normalizeH="0" baseline="0">
                <a:solidFill>
                  <a:schemeClr val="tx1">
                    <a:lumMod val="75000"/>
                  </a:schemeClr>
                </a:solidFill>
                <a:latin typeface="Arial" panose="020B0604020202020204" pitchFamily="34" charset="0"/>
                <a:ea typeface="微软雅黑" panose="020B0503020204020204" charset="-122"/>
              </a:defRPr>
            </a:lvl1pPr>
            <a:lvl2pPr marL="457200" indent="0">
              <a:lnSpc>
                <a:spcPct val="130000"/>
              </a:lnSpc>
              <a:spcAft>
                <a:spcPts val="1000"/>
              </a:spcAft>
              <a:buFont typeface="Arial" panose="020B0604020202020204" pitchFamily="34" charset="0"/>
              <a:buNone/>
              <a:defRPr sz="1600" u="none" strike="noStrike" kern="1200" cap="none" spc="0" normalizeH="0" baseline="0">
                <a:solidFill>
                  <a:schemeClr val="tx1">
                    <a:lumMod val="75000"/>
                  </a:schemeClr>
                </a:solidFill>
                <a:latin typeface="Arial" panose="020B0604020202020204" pitchFamily="34" charset="0"/>
                <a:ea typeface="微软雅黑" panose="020B0503020204020204" charset="-122"/>
              </a:defRPr>
            </a:lvl2pPr>
            <a:lvl3pPr marL="914400" indent="0">
              <a:lnSpc>
                <a:spcPct val="130000"/>
              </a:lnSpc>
              <a:spcAft>
                <a:spcPts val="1000"/>
              </a:spcAft>
              <a:buFont typeface="Arial" panose="020B0604020202020204" pitchFamily="34" charset="0"/>
              <a:buNone/>
              <a:defRPr sz="1600" u="none" strike="noStrike" kern="1200" cap="none" spc="0" normalizeH="0" baseline="0">
                <a:solidFill>
                  <a:schemeClr val="tx1">
                    <a:lumMod val="75000"/>
                  </a:schemeClr>
                </a:solidFill>
                <a:latin typeface="Arial" panose="020B0604020202020204" pitchFamily="34" charset="0"/>
                <a:ea typeface="微软雅黑" panose="020B0503020204020204" charset="-122"/>
              </a:defRPr>
            </a:lvl3pPr>
            <a:lvl4pPr marL="1371600" indent="0">
              <a:lnSpc>
                <a:spcPct val="130000"/>
              </a:lnSpc>
              <a:spcAft>
                <a:spcPts val="1000"/>
              </a:spcAft>
              <a:buFont typeface="Arial" panose="020B0604020202020204" pitchFamily="34" charset="0"/>
              <a:buNone/>
              <a:defRPr sz="1600" u="none" strike="noStrike" kern="1200" cap="none" spc="0" normalizeH="0" baseline="0">
                <a:solidFill>
                  <a:schemeClr val="tx1">
                    <a:lumMod val="75000"/>
                  </a:schemeClr>
                </a:solidFill>
                <a:latin typeface="Arial" panose="020B0604020202020204" pitchFamily="34" charset="0"/>
                <a:ea typeface="微软雅黑" panose="020B0503020204020204" charset="-122"/>
              </a:defRPr>
            </a:lvl4pPr>
            <a:lvl5pPr marL="1828800" indent="0">
              <a:lnSpc>
                <a:spcPct val="130000"/>
              </a:lnSpc>
              <a:spcAft>
                <a:spcPts val="1000"/>
              </a:spcAft>
              <a:buFont typeface="Arial" panose="020B0604020202020204" pitchFamily="34" charset="0"/>
              <a:buNone/>
              <a:defRPr sz="1600" u="none" strike="noStrike" kern="1200" cap="none" spc="0" normalizeH="0" baseline="0">
                <a:solidFill>
                  <a:schemeClr val="tx1">
                    <a:lumMod val="75000"/>
                  </a:schemeClr>
                </a:solidFill>
                <a:latin typeface="Arial" panose="020B0604020202020204" pitchFamily="34" charset="0"/>
                <a:ea typeface="微软雅黑" panose="020B0503020204020204" charset="-122"/>
              </a:defRPr>
            </a:lvl5pPr>
          </a:lstStyle>
          <a:p>
            <a:pPr lvl="0"/>
            <a:r>
              <a:rPr lang="zh-CN" altLang="en-US"/>
              <a:t>单击此处编辑母版文本样式</a:t>
            </a:r>
            <a:endParaRPr lang="zh-CN" altLang="en-US"/>
          </a:p>
          <a:p>
            <a:pPr lvl="1"/>
            <a:r>
              <a:rPr lang="zh-CN" altLang="en-US">
                <a:sym typeface="+mn-ea"/>
              </a:rPr>
              <a:t>第</a:t>
            </a:r>
            <a:r>
              <a:rPr lang="zh-CN" altLang="en-US"/>
              <a:t>二级</a:t>
            </a:r>
            <a:endParaRPr lang="zh-CN" altLang="en-US"/>
          </a:p>
          <a:p>
            <a:pPr lvl="2"/>
            <a:r>
              <a:rPr lang="zh-CN" altLang="en-US">
                <a:sym typeface="+mn-ea"/>
              </a:rPr>
              <a:t>第</a:t>
            </a:r>
            <a:r>
              <a:rPr lang="zh-CN" altLang="en-US"/>
              <a:t>三级</a:t>
            </a:r>
            <a:endParaRPr lang="zh-CN" altLang="en-US"/>
          </a:p>
          <a:p>
            <a:pPr lvl="3"/>
            <a:r>
              <a:rPr lang="zh-CN" altLang="en-US">
                <a:sym typeface="+mn-ea"/>
              </a:rPr>
              <a:t>第</a:t>
            </a:r>
            <a:r>
              <a:rPr lang="zh-CN" altLang="en-US"/>
              <a:t>四级</a:t>
            </a:r>
            <a:endParaRPr lang="zh-CN" altLang="en-US"/>
          </a:p>
          <a:p>
            <a:pPr lvl="4"/>
            <a:r>
              <a:rPr lang="zh-CN" altLang="en-US">
                <a:sym typeface="+mn-ea"/>
              </a:rPr>
              <a:t>第</a:t>
            </a:r>
            <a:r>
              <a:rPr lang="zh-CN" altLang="en-US"/>
              <a:t>五级</a:t>
            </a:r>
            <a:endParaRPr lang="zh-CN" altLang="en-US" dirty="0"/>
          </a:p>
        </p:txBody>
      </p:sp>
      <p:grpSp>
        <p:nvGrpSpPr>
          <p:cNvPr id="11" name="组合 10"/>
          <p:cNvGrpSpPr/>
          <p:nvPr userDrawn="1">
            <p:custDataLst>
              <p:tags r:id="rId9"/>
            </p:custDataLst>
          </p:nvPr>
        </p:nvGrpSpPr>
        <p:grpSpPr>
          <a:xfrm>
            <a:off x="-1" y="0"/>
            <a:ext cx="4823460" cy="769938"/>
            <a:chOff x="-1" y="0"/>
            <a:chExt cx="4823460" cy="769938"/>
          </a:xfrm>
        </p:grpSpPr>
        <p:sp>
          <p:nvSpPr>
            <p:cNvPr id="12" name="任意多边形: 形状 11"/>
            <p:cNvSpPr/>
            <p:nvPr>
              <p:custDataLst>
                <p:tags r:id="rId10"/>
              </p:custDataLst>
            </p:nvPr>
          </p:nvSpPr>
          <p:spPr>
            <a:xfrm rot="10800000">
              <a:off x="0" y="0"/>
              <a:ext cx="4823459" cy="769938"/>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charset="-122"/>
              </a:endParaRPr>
            </a:p>
          </p:txBody>
        </p:sp>
        <p:sp>
          <p:nvSpPr>
            <p:cNvPr id="14" name="等腰三角形 13"/>
            <p:cNvSpPr/>
            <p:nvPr>
              <p:custDataLst>
                <p:tags r:id="rId11"/>
              </p:custDataLst>
            </p:nvPr>
          </p:nvSpPr>
          <p:spPr>
            <a:xfrm rot="10800000">
              <a:off x="-1" y="0"/>
              <a:ext cx="3754576" cy="562171"/>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85000"/>
                    <a:lumOff val="15000"/>
                  </a:schemeClr>
                </a:solidFill>
                <a:ea typeface="微软雅黑" panose="020B0503020204020204" charset="-122"/>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上下">
    <p:spTree>
      <p:nvGrpSpPr>
        <p:cNvPr id="1" name=""/>
        <p:cNvGrpSpPr/>
        <p:nvPr/>
      </p:nvGrpSpPr>
      <p:grpSpPr>
        <a:xfrm>
          <a:off x="0" y="0"/>
          <a:ext cx="0" cy="0"/>
          <a:chOff x="0" y="0"/>
          <a:chExt cx="0" cy="0"/>
        </a:xfrm>
      </p:grpSpPr>
      <p:sp>
        <p:nvSpPr>
          <p:cNvPr id="13" name="矩形 12"/>
          <p:cNvSpPr/>
          <p:nvPr userDrawn="1">
            <p:custDataLst>
              <p:tags r:id="rId2"/>
            </p:custDataLst>
          </p:nvPr>
        </p:nvSpPr>
        <p:spPr>
          <a:xfrm>
            <a:off x="0" y="0"/>
            <a:ext cx="12192000" cy="26640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latin typeface="Arial" panose="020B0604020202020204" pitchFamily="34" charset="0"/>
              <a:ea typeface="微软雅黑" panose="020B0503020204020204" charset="-122"/>
              <a:sym typeface="+mn-ea"/>
            </a:endParaRPr>
          </a:p>
        </p:txBody>
      </p:sp>
      <p:sp>
        <p:nvSpPr>
          <p:cNvPr id="2" name="标题 1"/>
          <p:cNvSpPr>
            <a:spLocks noGrp="1"/>
          </p:cNvSpPr>
          <p:nvPr userDrawn="1">
            <p:ph type="title"/>
            <p:custDataLst>
              <p:tags r:id="rId3"/>
            </p:custDataLst>
          </p:nvPr>
        </p:nvSpPr>
        <p:spPr>
          <a:xfrm>
            <a:off x="612000" y="781200"/>
            <a:ext cx="10976400" cy="626400"/>
          </a:xfrm>
        </p:spPr>
        <p:txBody>
          <a:bodyPr anchor="ctr"/>
          <a:lstStyle>
            <a:lvl1pPr algn="ctr">
              <a:defRPr sz="3600" b="1" u="none" strike="noStrike" kern="1200" cap="none" spc="0" normalizeH="0" baseline="0">
                <a:solidFill>
                  <a:schemeClr val="bg1"/>
                </a:solidFill>
                <a:uFillTx/>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userDrawn="1">
            <p:ph type="dt" sz="half" idx="10"/>
            <p:custDataLst>
              <p:tags r:id="rId4"/>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userDrawn="1">
            <p:ph type="ftr" sz="quarter" idx="11"/>
            <p:custDataLst>
              <p:tags r:id="rId5"/>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userDrawn="1">
            <p:ph type="sldNum" sz="quarter" idx="12"/>
            <p:custDataLst>
              <p:tags r:id="rId6"/>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文本占位符 6"/>
          <p:cNvSpPr>
            <a:spLocks noGrp="1"/>
          </p:cNvSpPr>
          <p:nvPr userDrawn="1">
            <p:ph type="body" sz="quarter" idx="13"/>
            <p:custDataLst>
              <p:tags r:id="rId7"/>
            </p:custDataLst>
          </p:nvPr>
        </p:nvSpPr>
        <p:spPr>
          <a:xfrm>
            <a:off x="612000" y="1659600"/>
            <a:ext cx="10975975" cy="828000"/>
          </a:xfrm>
        </p:spPr>
        <p:txBody>
          <a:bodyPr>
            <a:normAutofit/>
          </a:bodyPr>
          <a:lstStyle>
            <a:lvl1pPr marL="0" indent="0" algn="ctr">
              <a:lnSpc>
                <a:spcPct val="130000"/>
              </a:lnSpc>
              <a:spcBef>
                <a:spcPts val="0"/>
              </a:spcBef>
              <a:spcAft>
                <a:spcPts val="1000"/>
              </a:spcAft>
              <a:buNone/>
              <a:defRPr sz="1600" u="none" strike="noStrike" kern="1200" cap="none" spc="0" normalizeH="0" baseline="0">
                <a:solidFill>
                  <a:schemeClr val="bg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9" name="内容占位符 8"/>
          <p:cNvSpPr>
            <a:spLocks noGrp="1"/>
          </p:cNvSpPr>
          <p:nvPr userDrawn="1">
            <p:ph sz="quarter" idx="14"/>
            <p:custDataLst>
              <p:tags r:id="rId8"/>
            </p:custDataLst>
          </p:nvPr>
        </p:nvSpPr>
        <p:spPr>
          <a:xfrm>
            <a:off x="612775" y="2808000"/>
            <a:ext cx="10965600" cy="3430800"/>
          </a:xfrm>
        </p:spPr>
        <p:txBody>
          <a:bodyPr>
            <a:normAutofit/>
          </a:bodyPr>
          <a:lstStyle>
            <a:lvl1pPr marL="0" indent="0">
              <a:lnSpc>
                <a:spcPct val="130000"/>
              </a:lnSpc>
              <a:spcAft>
                <a:spcPts val="1000"/>
              </a:spcAft>
              <a:buNone/>
              <a:defRPr sz="16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1pPr>
            <a:lvl2pPr marL="457200" indent="0">
              <a:lnSpc>
                <a:spcPct val="130000"/>
              </a:lnSpc>
              <a:spcAft>
                <a:spcPts val="1000"/>
              </a:spcAft>
              <a:buNone/>
              <a:defRPr sz="16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2pPr>
            <a:lvl3pPr marL="914400" indent="0">
              <a:lnSpc>
                <a:spcPct val="130000"/>
              </a:lnSpc>
              <a:spcAft>
                <a:spcPts val="1000"/>
              </a:spcAft>
              <a:buNone/>
              <a:defRPr sz="16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3pPr>
            <a:lvl4pPr marL="1371600" indent="0">
              <a:lnSpc>
                <a:spcPct val="130000"/>
              </a:lnSpc>
              <a:spcAft>
                <a:spcPts val="1000"/>
              </a:spcAft>
              <a:buNone/>
              <a:defRPr sz="16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4pPr>
            <a:lvl5pPr marL="1828800" indent="0">
              <a:lnSpc>
                <a:spcPct val="130000"/>
              </a:lnSpc>
              <a:spcAft>
                <a:spcPts val="1000"/>
              </a:spcAft>
              <a:buNone/>
              <a:defRPr sz="16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grpSp>
        <p:nvGrpSpPr>
          <p:cNvPr id="12" name="组合 11"/>
          <p:cNvGrpSpPr/>
          <p:nvPr userDrawn="1">
            <p:custDataLst>
              <p:tags r:id="rId9"/>
            </p:custDataLst>
          </p:nvPr>
        </p:nvGrpSpPr>
        <p:grpSpPr>
          <a:xfrm flipV="1">
            <a:off x="5921829" y="0"/>
            <a:ext cx="6270171" cy="812800"/>
            <a:chOff x="4001597" y="5613400"/>
            <a:chExt cx="8190403" cy="1244600"/>
          </a:xfrm>
        </p:grpSpPr>
        <p:sp>
          <p:nvSpPr>
            <p:cNvPr id="14" name="任意多边形: 形状 13"/>
            <p:cNvSpPr/>
            <p:nvPr>
              <p:custDataLst>
                <p:tags r:id="rId10"/>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sp>
          <p:nvSpPr>
            <p:cNvPr id="15" name="等腰三角形 14"/>
            <p:cNvSpPr/>
            <p:nvPr>
              <p:custDataLst>
                <p:tags r:id="rId11"/>
              </p:custDataLst>
            </p:nvPr>
          </p:nvSpPr>
          <p:spPr>
            <a:xfrm>
              <a:off x="5816600" y="5949254"/>
              <a:ext cx="6375400" cy="908746"/>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下上">
    <p:spTree>
      <p:nvGrpSpPr>
        <p:cNvPr id="1" name=""/>
        <p:cNvGrpSpPr/>
        <p:nvPr/>
      </p:nvGrpSpPr>
      <p:grpSpPr>
        <a:xfrm>
          <a:off x="0" y="0"/>
          <a:ext cx="0" cy="0"/>
          <a:chOff x="0" y="0"/>
          <a:chExt cx="0" cy="0"/>
        </a:xfrm>
      </p:grpSpPr>
      <p:grpSp>
        <p:nvGrpSpPr>
          <p:cNvPr id="12" name="组合 11"/>
          <p:cNvGrpSpPr/>
          <p:nvPr userDrawn="1">
            <p:custDataLst>
              <p:tags r:id="rId2"/>
            </p:custDataLst>
          </p:nvPr>
        </p:nvGrpSpPr>
        <p:grpSpPr>
          <a:xfrm flipV="1">
            <a:off x="5921829" y="0"/>
            <a:ext cx="6270171" cy="812800"/>
            <a:chOff x="4001597" y="5613400"/>
            <a:chExt cx="8190403" cy="1244600"/>
          </a:xfrm>
        </p:grpSpPr>
        <p:sp>
          <p:nvSpPr>
            <p:cNvPr id="14" name="任意多边形: 形状 13"/>
            <p:cNvSpPr/>
            <p:nvPr>
              <p:custDataLst>
                <p:tags r:id="rId3"/>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charset="-122"/>
              </a:endParaRPr>
            </a:p>
          </p:txBody>
        </p:sp>
        <p:sp>
          <p:nvSpPr>
            <p:cNvPr id="15" name="等腰三角形 14"/>
            <p:cNvSpPr/>
            <p:nvPr>
              <p:custDataLst>
                <p:tags r:id="rId4"/>
              </p:custDataLst>
            </p:nvPr>
          </p:nvSpPr>
          <p:spPr>
            <a:xfrm>
              <a:off x="5816600" y="5949254"/>
              <a:ext cx="6375400" cy="908746"/>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grpSp>
      <p:sp>
        <p:nvSpPr>
          <p:cNvPr id="13" name="矩形 12"/>
          <p:cNvSpPr/>
          <p:nvPr userDrawn="1">
            <p:custDataLst>
              <p:tags r:id="rId5"/>
            </p:custDataLst>
          </p:nvPr>
        </p:nvSpPr>
        <p:spPr>
          <a:xfrm>
            <a:off x="0" y="5041901"/>
            <a:ext cx="12192000" cy="1828799"/>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ea typeface="微软雅黑" panose="020B0503020204020204" charset="-122"/>
              <a:sym typeface="+mn-ea"/>
            </a:endParaRPr>
          </a:p>
        </p:txBody>
      </p:sp>
      <p:sp>
        <p:nvSpPr>
          <p:cNvPr id="2" name="标题 1"/>
          <p:cNvSpPr>
            <a:spLocks noGrp="1"/>
          </p:cNvSpPr>
          <p:nvPr userDrawn="1">
            <p:ph type="title"/>
            <p:custDataLst>
              <p:tags r:id="rId6"/>
            </p:custDataLst>
          </p:nvPr>
        </p:nvSpPr>
        <p:spPr>
          <a:xfrm>
            <a:off x="604520" y="669290"/>
            <a:ext cx="10976610" cy="565150"/>
          </a:xfrm>
        </p:spPr>
        <p:txBody>
          <a:bodyPr anchor="ctr"/>
          <a:lstStyle>
            <a:lvl1pPr algn="ctr">
              <a:lnSpc>
                <a:spcPct val="100000"/>
              </a:lnSpc>
              <a:defRPr sz="3200" b="1"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userDrawn="1">
            <p:ph type="dt" sz="half" idx="10"/>
            <p:custDataLst>
              <p:tags r:id="rId7"/>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userDrawn="1">
            <p:ph type="ftr" sz="quarter" idx="11"/>
            <p:custDataLst>
              <p:tags r:id="rId8"/>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userDrawn="1">
            <p:ph type="sldNum" sz="quarter" idx="12"/>
            <p:custDataLst>
              <p:tags r:id="rId9"/>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内容占位符 6"/>
          <p:cNvSpPr>
            <a:spLocks noGrp="1"/>
          </p:cNvSpPr>
          <p:nvPr userDrawn="1">
            <p:ph sz="quarter" idx="13"/>
            <p:custDataLst>
              <p:tags r:id="rId10"/>
            </p:custDataLst>
          </p:nvPr>
        </p:nvSpPr>
        <p:spPr>
          <a:xfrm>
            <a:off x="604837" y="1681200"/>
            <a:ext cx="10990800" cy="3211200"/>
          </a:xfrm>
        </p:spPr>
        <p:txBody>
          <a:bodyPr>
            <a:normAutofit/>
          </a:bodyPr>
          <a:lstStyle>
            <a:lvl1pPr marL="0" indent="0">
              <a:lnSpc>
                <a:spcPct val="130000"/>
              </a:lnSpc>
              <a:spcAft>
                <a:spcPts val="1000"/>
              </a:spcAft>
              <a:buFont typeface="Arial" panose="020B0604020202020204" pitchFamily="34" charset="0"/>
              <a:buNone/>
              <a:defRPr sz="16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1pPr>
            <a:lvl2pPr marL="457200" indent="0">
              <a:lnSpc>
                <a:spcPct val="130000"/>
              </a:lnSpc>
              <a:spcAft>
                <a:spcPts val="1000"/>
              </a:spcAft>
              <a:buFont typeface="Arial" panose="020B0604020202020204" pitchFamily="34" charset="0"/>
              <a:buNone/>
              <a:defRPr sz="16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2pPr>
            <a:lvl3pPr marL="914400" indent="0">
              <a:lnSpc>
                <a:spcPct val="130000"/>
              </a:lnSpc>
              <a:spcAft>
                <a:spcPts val="1000"/>
              </a:spcAft>
              <a:buFont typeface="Arial" panose="020B0604020202020204" pitchFamily="34" charset="0"/>
              <a:buNone/>
              <a:defRPr sz="16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3pPr>
            <a:lvl4pPr marL="1371600" indent="0">
              <a:lnSpc>
                <a:spcPct val="130000"/>
              </a:lnSpc>
              <a:spcAft>
                <a:spcPts val="1000"/>
              </a:spcAft>
              <a:buFont typeface="Arial" panose="020B0604020202020204" pitchFamily="34" charset="0"/>
              <a:buNone/>
              <a:defRPr sz="16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4pPr>
            <a:lvl5pPr marL="1828800" indent="0">
              <a:lnSpc>
                <a:spcPct val="130000"/>
              </a:lnSpc>
              <a:spcAft>
                <a:spcPts val="1000"/>
              </a:spcAft>
              <a:buFont typeface="Arial" panose="020B0604020202020204" pitchFamily="34" charset="0"/>
              <a:buNone/>
              <a:defRPr sz="16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9" name="文本占位符 8"/>
          <p:cNvSpPr>
            <a:spLocks noGrp="1"/>
          </p:cNvSpPr>
          <p:nvPr userDrawn="1">
            <p:ph type="body" sz="quarter" idx="14"/>
            <p:custDataLst>
              <p:tags r:id="rId11"/>
            </p:custDataLst>
          </p:nvPr>
        </p:nvSpPr>
        <p:spPr>
          <a:xfrm>
            <a:off x="594000" y="5180400"/>
            <a:ext cx="11001600" cy="1011600"/>
          </a:xfrm>
        </p:spPr>
        <p:txBody>
          <a:bodyPr>
            <a:normAutofit/>
          </a:bodyPr>
          <a:lstStyle>
            <a:lvl1pPr marL="0" indent="0">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导航">
    <p:spTree>
      <p:nvGrpSpPr>
        <p:cNvPr id="1" name=""/>
        <p:cNvGrpSpPr/>
        <p:nvPr/>
      </p:nvGrpSpPr>
      <p:grpSpPr>
        <a:xfrm>
          <a:off x="0" y="0"/>
          <a:ext cx="0" cy="0"/>
          <a:chOff x="0" y="0"/>
          <a:chExt cx="0" cy="0"/>
        </a:xfrm>
      </p:grpSpPr>
      <p:grpSp>
        <p:nvGrpSpPr>
          <p:cNvPr id="16" name="组合 15"/>
          <p:cNvGrpSpPr/>
          <p:nvPr userDrawn="1">
            <p:custDataLst>
              <p:tags r:id="rId2"/>
            </p:custDataLst>
          </p:nvPr>
        </p:nvGrpSpPr>
        <p:grpSpPr>
          <a:xfrm>
            <a:off x="4001597" y="6045200"/>
            <a:ext cx="8190403" cy="812800"/>
            <a:chOff x="4001597" y="5613400"/>
            <a:chExt cx="8190403" cy="1244600"/>
          </a:xfrm>
        </p:grpSpPr>
        <p:sp>
          <p:nvSpPr>
            <p:cNvPr id="17" name="任意多边形: 形状 16"/>
            <p:cNvSpPr/>
            <p:nvPr>
              <p:custDataLst>
                <p:tags r:id="rId3"/>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charset="-122"/>
              </a:endParaRPr>
            </a:p>
          </p:txBody>
        </p:sp>
        <p:sp>
          <p:nvSpPr>
            <p:cNvPr id="18" name="等腰三角形 17"/>
            <p:cNvSpPr/>
            <p:nvPr>
              <p:custDataLst>
                <p:tags r:id="rId4"/>
              </p:custDataLst>
            </p:nvPr>
          </p:nvSpPr>
          <p:spPr>
            <a:xfrm>
              <a:off x="5816600" y="5949254"/>
              <a:ext cx="6375400" cy="908746"/>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charset="-122"/>
              </a:endParaRPr>
            </a:p>
          </p:txBody>
        </p:sp>
      </p:grpSp>
      <p:sp>
        <p:nvSpPr>
          <p:cNvPr id="15" name="矩形 14"/>
          <p:cNvSpPr/>
          <p:nvPr userDrawn="1">
            <p:custDataLst>
              <p:tags r:id="rId5"/>
            </p:custDataLst>
          </p:nvPr>
        </p:nvSpPr>
        <p:spPr>
          <a:xfrm>
            <a:off x="0" y="0"/>
            <a:ext cx="12192000" cy="914407"/>
          </a:xfrm>
          <a:prstGeom prst="rect">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altLang="zh-CN">
              <a:solidFill>
                <a:schemeClr val="bg1"/>
              </a:solidFill>
              <a:latin typeface="Viner Hand ITC" panose="03070502030502020203" charset="0"/>
              <a:ea typeface="微软雅黑" panose="020B0503020204020204" charset="-122"/>
              <a:cs typeface="Viner Hand ITC" panose="03070502030502020203" charset="0"/>
              <a:sym typeface="+mn-ea"/>
            </a:endParaRPr>
          </a:p>
        </p:txBody>
      </p:sp>
      <p:sp>
        <p:nvSpPr>
          <p:cNvPr id="2" name="标题 1"/>
          <p:cNvSpPr>
            <a:spLocks noGrp="1"/>
          </p:cNvSpPr>
          <p:nvPr>
            <p:ph type="title"/>
            <p:custDataLst>
              <p:tags r:id="rId6"/>
            </p:custDataLst>
          </p:nvPr>
        </p:nvSpPr>
        <p:spPr>
          <a:xfrm>
            <a:off x="579600" y="237600"/>
            <a:ext cx="11037600" cy="441964"/>
          </a:xfrm>
        </p:spPr>
        <p:txBody>
          <a:bodyPr>
            <a:noAutofit/>
          </a:bodyPr>
          <a:lstStyle>
            <a:lvl1pPr>
              <a:lnSpc>
                <a:spcPct val="100000"/>
              </a:lnSpc>
              <a:defRPr sz="2400" b="1" u="none" strike="noStrike" kern="1200" cap="none" spc="0" normalizeH="0" baseline="0">
                <a:solidFill>
                  <a:schemeClr val="bg1"/>
                </a:solidFill>
                <a:uFillTx/>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7" name="内容占位符 6"/>
          <p:cNvSpPr>
            <a:spLocks noGrp="1"/>
          </p:cNvSpPr>
          <p:nvPr>
            <p:ph sz="quarter" idx="13"/>
            <p:custDataLst>
              <p:tags r:id="rId7"/>
            </p:custDataLst>
          </p:nvPr>
        </p:nvSpPr>
        <p:spPr>
          <a:xfrm>
            <a:off x="579600" y="1663200"/>
            <a:ext cx="5342400" cy="2894400"/>
          </a:xfrm>
        </p:spPr>
        <p:txBody>
          <a:bodyPr/>
          <a:lstStyle>
            <a:lvl1pPr marL="0" indent="0">
              <a:lnSpc>
                <a:spcPct val="130000"/>
              </a:lnSpc>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1pPr>
            <a:lvl2pPr marL="457200" indent="0">
              <a:lnSpc>
                <a:spcPct val="130000"/>
              </a:lnSpc>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2pPr>
            <a:lvl3pPr marL="914400" indent="0">
              <a:lnSpc>
                <a:spcPct val="130000"/>
              </a:lnSpc>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3pPr>
            <a:lvl4pPr marL="1371600" indent="0">
              <a:lnSpc>
                <a:spcPct val="130000"/>
              </a:lnSpc>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4pPr>
            <a:lvl5pPr marL="1828800" indent="0">
              <a:lnSpc>
                <a:spcPct val="130000"/>
              </a:lnSpc>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5pPr>
          </a:lstStyle>
          <a:p>
            <a:pPr lvl="0"/>
            <a:r>
              <a:rPr lang="zh-CN" altLang="en-US"/>
              <a:t>单击此处编辑母版文本样式</a:t>
            </a:r>
            <a:endParaRPr lang="zh-CN" altLang="en-US"/>
          </a:p>
          <a:p>
            <a:pPr lvl="1"/>
            <a:r>
              <a:rPr lang="zh-CN" altLang="en-US" dirty="0">
                <a:sym typeface="+mn-ea"/>
              </a:rPr>
              <a:t>第</a:t>
            </a:r>
            <a:r>
              <a:rPr lang="zh-CN" altLang="en-US"/>
              <a:t>二级</a:t>
            </a:r>
            <a:endParaRPr lang="zh-CN" altLang="en-US"/>
          </a:p>
          <a:p>
            <a:pPr lvl="2"/>
            <a:r>
              <a:rPr lang="zh-CN" altLang="en-US" dirty="0">
                <a:sym typeface="+mn-ea"/>
              </a:rPr>
              <a:t>第</a:t>
            </a:r>
            <a:r>
              <a:rPr lang="zh-CN" altLang="en-US"/>
              <a:t>三级</a:t>
            </a:r>
            <a:endParaRPr lang="zh-CN" altLang="en-US"/>
          </a:p>
          <a:p>
            <a:pPr lvl="3"/>
            <a:r>
              <a:rPr lang="zh-CN" altLang="en-US" dirty="0">
                <a:sym typeface="+mn-ea"/>
              </a:rPr>
              <a:t>第</a:t>
            </a:r>
            <a:r>
              <a:rPr lang="zh-CN" altLang="en-US"/>
              <a:t>四级</a:t>
            </a:r>
            <a:endParaRPr lang="zh-CN" altLang="en-US"/>
          </a:p>
          <a:p>
            <a:pPr lvl="4"/>
            <a:r>
              <a:rPr lang="zh-CN" altLang="en-US" dirty="0">
                <a:sym typeface="+mn-ea"/>
              </a:rPr>
              <a:t>第</a:t>
            </a:r>
            <a:r>
              <a:rPr lang="zh-CN" altLang="en-US"/>
              <a:t>五级</a:t>
            </a:r>
            <a:endParaRPr lang="zh-CN" altLang="en-US"/>
          </a:p>
        </p:txBody>
      </p:sp>
      <p:sp>
        <p:nvSpPr>
          <p:cNvPr id="3" name="日期占位符 2"/>
          <p:cNvSpPr>
            <a:spLocks noGrp="1"/>
          </p:cNvSpPr>
          <p:nvPr>
            <p:ph type="dt" sz="half" idx="10"/>
            <p:custDataLst>
              <p:tags r:id="rId8"/>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9"/>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10"/>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9" name="内容占位符 8"/>
          <p:cNvSpPr>
            <a:spLocks noGrp="1"/>
          </p:cNvSpPr>
          <p:nvPr>
            <p:ph sz="quarter" idx="14"/>
            <p:custDataLst>
              <p:tags r:id="rId11"/>
            </p:custDataLst>
          </p:nvPr>
        </p:nvSpPr>
        <p:spPr>
          <a:xfrm>
            <a:off x="6242400" y="1663200"/>
            <a:ext cx="5367600" cy="2894400"/>
          </a:xfrm>
        </p:spPr>
        <p:txBody>
          <a:bodyPr>
            <a:normAutofit/>
          </a:bodyPr>
          <a:lstStyle>
            <a:lvl1pPr marL="0" indent="0">
              <a:lnSpc>
                <a:spcPct val="130000"/>
              </a:lnSpc>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1pPr>
            <a:lvl2pPr marL="457200" indent="0">
              <a:lnSpc>
                <a:spcPct val="130000"/>
              </a:lnSpc>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2pPr>
            <a:lvl3pPr marL="914400" indent="0">
              <a:lnSpc>
                <a:spcPct val="130000"/>
              </a:lnSpc>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3pPr>
            <a:lvl4pPr marL="1371600" indent="0">
              <a:lnSpc>
                <a:spcPct val="130000"/>
              </a:lnSpc>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4pPr>
            <a:lvl5pPr marL="1828800" indent="0">
              <a:lnSpc>
                <a:spcPct val="130000"/>
              </a:lnSpc>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5pPr>
          </a:lstStyle>
          <a:p>
            <a:pPr lvl="0"/>
            <a:r>
              <a:rPr lang="zh-CN" altLang="en-US"/>
              <a:t>单击此处编辑母版文本样式</a:t>
            </a:r>
            <a:endParaRPr lang="zh-CN" altLang="en-US"/>
          </a:p>
          <a:p>
            <a:pPr lvl="1"/>
            <a:r>
              <a:rPr lang="zh-CN" altLang="en-US" dirty="0">
                <a:sym typeface="+mn-ea"/>
              </a:rPr>
              <a:t>第</a:t>
            </a:r>
            <a:r>
              <a:rPr lang="zh-CN" altLang="en-US"/>
              <a:t>二级</a:t>
            </a:r>
            <a:endParaRPr lang="zh-CN" altLang="en-US"/>
          </a:p>
          <a:p>
            <a:pPr lvl="2"/>
            <a:r>
              <a:rPr lang="zh-CN" altLang="en-US" dirty="0">
                <a:sym typeface="+mn-ea"/>
              </a:rPr>
              <a:t>第</a:t>
            </a:r>
            <a:r>
              <a:rPr lang="zh-CN" altLang="en-US"/>
              <a:t>三级</a:t>
            </a:r>
            <a:endParaRPr lang="zh-CN" altLang="en-US"/>
          </a:p>
          <a:p>
            <a:pPr lvl="3"/>
            <a:r>
              <a:rPr lang="zh-CN" altLang="en-US" dirty="0">
                <a:sym typeface="+mn-ea"/>
              </a:rPr>
              <a:t>第</a:t>
            </a:r>
            <a:r>
              <a:rPr lang="zh-CN" altLang="en-US"/>
              <a:t>四级</a:t>
            </a:r>
            <a:endParaRPr lang="zh-CN" altLang="en-US"/>
          </a:p>
          <a:p>
            <a:pPr lvl="4"/>
            <a:r>
              <a:rPr lang="zh-CN" altLang="en-US" dirty="0">
                <a:sym typeface="+mn-ea"/>
              </a:rPr>
              <a:t>第</a:t>
            </a:r>
            <a:r>
              <a:rPr lang="zh-CN" altLang="en-US"/>
              <a:t>五级</a:t>
            </a:r>
            <a:endParaRPr lang="zh-CN" altLang="en-US"/>
          </a:p>
        </p:txBody>
      </p:sp>
      <p:sp>
        <p:nvSpPr>
          <p:cNvPr id="11" name="文本占位符 10"/>
          <p:cNvSpPr>
            <a:spLocks noGrp="1"/>
          </p:cNvSpPr>
          <p:nvPr>
            <p:ph type="body" sz="quarter" idx="15"/>
            <p:custDataLst>
              <p:tags r:id="rId12"/>
            </p:custDataLst>
          </p:nvPr>
        </p:nvSpPr>
        <p:spPr>
          <a:xfrm>
            <a:off x="572400" y="4816800"/>
            <a:ext cx="5342400" cy="781200"/>
          </a:xfrm>
        </p:spPr>
        <p:txBody>
          <a:bodyPr>
            <a:normAutofit/>
          </a:bodyPr>
          <a:lstStyle>
            <a:lvl1pPr marL="0" indent="0">
              <a:lnSpc>
                <a:spcPct val="130000"/>
              </a:lnSpc>
              <a:spcBef>
                <a:spcPts val="0"/>
              </a:spcBef>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13" name="文本占位符 12"/>
          <p:cNvSpPr>
            <a:spLocks noGrp="1"/>
          </p:cNvSpPr>
          <p:nvPr>
            <p:ph type="body" sz="quarter" idx="16"/>
            <p:custDataLst>
              <p:tags r:id="rId13"/>
            </p:custDataLst>
          </p:nvPr>
        </p:nvSpPr>
        <p:spPr>
          <a:xfrm>
            <a:off x="6253200" y="4813200"/>
            <a:ext cx="5367600" cy="781200"/>
          </a:xfrm>
        </p:spPr>
        <p:txBody>
          <a:bodyPr>
            <a:normAutofit/>
          </a:bodyPr>
          <a:lstStyle>
            <a:lvl1pPr marL="0" indent="0">
              <a:lnSpc>
                <a:spcPct val="130000"/>
              </a:lnSpc>
              <a:spcBef>
                <a:spcPts val="0"/>
              </a:spcBef>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tx2"/>
        </a:solidFill>
        <a:effectLst/>
      </p:bgPr>
    </p:bg>
    <p:spTree>
      <p:nvGrpSpPr>
        <p:cNvPr id="1" name=""/>
        <p:cNvGrpSpPr/>
        <p:nvPr/>
      </p:nvGrpSpPr>
      <p:grpSpPr>
        <a:xfrm>
          <a:off x="0" y="0"/>
          <a:ext cx="0" cy="0"/>
          <a:chOff x="0" y="0"/>
          <a:chExt cx="0" cy="0"/>
        </a:xfrm>
      </p:grpSpPr>
      <p:sp>
        <p:nvSpPr>
          <p:cNvPr id="12" name="矩形 11"/>
          <p:cNvSpPr/>
          <p:nvPr userDrawn="1">
            <p:custDataLst>
              <p:tags r:id="rId2"/>
            </p:custDataLst>
          </p:nvPr>
        </p:nvSpPr>
        <p:spPr>
          <a:xfrm>
            <a:off x="0" y="959224"/>
            <a:ext cx="12192000" cy="4939553"/>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latin typeface="Arial" panose="020B0604020202020204" pitchFamily="34" charset="0"/>
              <a:ea typeface="微软雅黑" panose="020B0503020204020204" charset="-122"/>
              <a:sym typeface="+mn-ea"/>
            </a:endParaRPr>
          </a:p>
        </p:txBody>
      </p:sp>
      <p:grpSp>
        <p:nvGrpSpPr>
          <p:cNvPr id="15" name="组合 14"/>
          <p:cNvGrpSpPr/>
          <p:nvPr userDrawn="1">
            <p:custDataLst>
              <p:tags r:id="rId3"/>
            </p:custDataLst>
          </p:nvPr>
        </p:nvGrpSpPr>
        <p:grpSpPr>
          <a:xfrm rot="10800000">
            <a:off x="0" y="0"/>
            <a:ext cx="5457825" cy="1529715"/>
            <a:chOff x="4001597" y="5613400"/>
            <a:chExt cx="8190403" cy="1244600"/>
          </a:xfrm>
        </p:grpSpPr>
        <p:sp>
          <p:nvSpPr>
            <p:cNvPr id="16" name="任意多边形: 形状 15"/>
            <p:cNvSpPr/>
            <p:nvPr>
              <p:custDataLst>
                <p:tags r:id="rId4"/>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sp>
          <p:nvSpPr>
            <p:cNvPr id="17" name="等腰三角形 16"/>
            <p:cNvSpPr/>
            <p:nvPr>
              <p:custDataLst>
                <p:tags r:id="rId5"/>
              </p:custDataLst>
            </p:nvPr>
          </p:nvSpPr>
          <p:spPr>
            <a:xfrm>
              <a:off x="5816600" y="5949254"/>
              <a:ext cx="6375400" cy="908746"/>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charset="-122"/>
              </a:endParaRPr>
            </a:p>
          </p:txBody>
        </p:sp>
      </p:grpSp>
      <p:grpSp>
        <p:nvGrpSpPr>
          <p:cNvPr id="18" name="组合 17"/>
          <p:cNvGrpSpPr/>
          <p:nvPr userDrawn="1">
            <p:custDataLst>
              <p:tags r:id="rId6"/>
            </p:custDataLst>
          </p:nvPr>
        </p:nvGrpSpPr>
        <p:grpSpPr>
          <a:xfrm>
            <a:off x="6734175" y="5323840"/>
            <a:ext cx="5457825" cy="1529715"/>
            <a:chOff x="4001597" y="5613400"/>
            <a:chExt cx="8190403" cy="1244600"/>
          </a:xfrm>
        </p:grpSpPr>
        <p:sp>
          <p:nvSpPr>
            <p:cNvPr id="19" name="任意多边形: 形状 18"/>
            <p:cNvSpPr/>
            <p:nvPr>
              <p:custDataLst>
                <p:tags r:id="rId7"/>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charset="-122"/>
              </a:endParaRPr>
            </a:p>
          </p:txBody>
        </p:sp>
        <p:sp>
          <p:nvSpPr>
            <p:cNvPr id="20" name="等腰三角形 19"/>
            <p:cNvSpPr/>
            <p:nvPr>
              <p:custDataLst>
                <p:tags r:id="rId8"/>
              </p:custDataLst>
            </p:nvPr>
          </p:nvSpPr>
          <p:spPr>
            <a:xfrm>
              <a:off x="5816600" y="5949254"/>
              <a:ext cx="6375400" cy="908746"/>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grpSp>
      <p:sp>
        <p:nvSpPr>
          <p:cNvPr id="2" name="标题 1"/>
          <p:cNvSpPr>
            <a:spLocks noGrp="1"/>
          </p:cNvSpPr>
          <p:nvPr userDrawn="1">
            <p:ph type="title" hasCustomPrompt="1"/>
            <p:custDataLst>
              <p:tags r:id="rId9"/>
            </p:custDataLst>
          </p:nvPr>
        </p:nvSpPr>
        <p:spPr>
          <a:xfrm>
            <a:off x="1522800" y="1339200"/>
            <a:ext cx="9144000" cy="2386800"/>
          </a:xfrm>
        </p:spPr>
        <p:txBody>
          <a:bodyPr anchor="b"/>
          <a:lstStyle>
            <a:lvl1pPr algn="ctr">
              <a:defRPr sz="6000" b="1"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3" name="日期占位符 2"/>
          <p:cNvSpPr>
            <a:spLocks noGrp="1"/>
          </p:cNvSpPr>
          <p:nvPr userDrawn="1">
            <p:ph type="dt" sz="half" idx="10"/>
            <p:custDataLst>
              <p:tags r:id="rId10"/>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userDrawn="1">
            <p:ph type="ftr" sz="quarter" idx="11"/>
            <p:custDataLst>
              <p:tags r:id="rId11"/>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userDrawn="1">
            <p:ph type="sldNum" sz="quarter" idx="12"/>
            <p:custDataLst>
              <p:tags r:id="rId12"/>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文本占位符 6"/>
          <p:cNvSpPr>
            <a:spLocks noGrp="1"/>
          </p:cNvSpPr>
          <p:nvPr userDrawn="1">
            <p:ph type="body" sz="quarter" idx="13"/>
            <p:custDataLst>
              <p:tags r:id="rId13"/>
            </p:custDataLst>
          </p:nvPr>
        </p:nvSpPr>
        <p:spPr>
          <a:xfrm>
            <a:off x="1522413" y="3862800"/>
            <a:ext cx="9144000" cy="1656000"/>
          </a:xfrm>
        </p:spPr>
        <p:txBody>
          <a:bodyPr>
            <a:normAutofit/>
          </a:bodyPr>
          <a:lstStyle>
            <a:lvl1pPr marL="0" indent="0" algn="ctr">
              <a:lnSpc>
                <a:spcPct val="130000"/>
              </a:lnSpc>
              <a:spcBef>
                <a:spcPts val="0"/>
              </a:spcBef>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5" Type="http://schemas.openxmlformats.org/officeDocument/2006/relationships/theme" Target="../theme/theme1.xml"/><Relationship Id="rId24" Type="http://schemas.openxmlformats.org/officeDocument/2006/relationships/tags" Target="../tags/tag160.xml"/><Relationship Id="rId23" Type="http://schemas.openxmlformats.org/officeDocument/2006/relationships/tags" Target="../tags/tag159.xml"/><Relationship Id="rId22" Type="http://schemas.openxmlformats.org/officeDocument/2006/relationships/tags" Target="../tags/tag158.xml"/><Relationship Id="rId21" Type="http://schemas.openxmlformats.org/officeDocument/2006/relationships/tags" Target="../tags/tag157.xml"/><Relationship Id="rId20" Type="http://schemas.openxmlformats.org/officeDocument/2006/relationships/tags" Target="../tags/tag156.xml"/><Relationship Id="rId2" Type="http://schemas.openxmlformats.org/officeDocument/2006/relationships/slideLayout" Target="../slideLayouts/slideLayout2.xml"/><Relationship Id="rId19" Type="http://schemas.openxmlformats.org/officeDocument/2006/relationships/tags" Target="../tags/tag155.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9"/>
            </p:custDataLst>
          </p:nvPr>
        </p:nvSpPr>
        <p:spPr>
          <a:xfrm>
            <a:off x="669882" y="443230"/>
            <a:ext cx="10852237" cy="441964"/>
          </a:xfrm>
          <a:prstGeom prst="rect">
            <a:avLst/>
          </a:prstGeom>
        </p:spPr>
        <p:txBody>
          <a:bodyPr vert="horz" lIns="101600" tIns="38100" rIns="76200" bIns="38100" rtlCol="0" anchor="t" anchorCtr="0">
            <a:no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0"/>
            </p:custDataLst>
          </p:nvPr>
        </p:nvSpPr>
        <p:spPr>
          <a:xfrm>
            <a:off x="669882" y="952508"/>
            <a:ext cx="10852237" cy="5388907"/>
          </a:xfrm>
          <a:prstGeom prst="rect">
            <a:avLst/>
          </a:prstGeom>
        </p:spPr>
        <p:txBody>
          <a:bodyPr vert="horz" lIns="101600" tIns="0" rIns="8255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1"/>
            </p:custDataLst>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2"/>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3"/>
            </p:custDataLst>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dirty="0"/>
          </a:p>
        </p:txBody>
      </p:sp>
      <p:sp>
        <p:nvSpPr>
          <p:cNvPr id="7" name="KSO_TEMPLATE" hidden="1"/>
          <p:cNvSpPr/>
          <p:nvPr userDrawn="1">
            <p:custDataLst>
              <p:tags r:id="rId24"/>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txStyles>
    <p:titleStyle>
      <a:lvl1pPr algn="l" defTabSz="914400" rtl="0" eaLnBrk="1" fontAlgn="auto" latinLnBrk="0" hangingPunct="1">
        <a:lnSpc>
          <a:spcPct val="100000"/>
        </a:lnSpc>
        <a:spcBef>
          <a:spcPct val="0"/>
        </a:spcBef>
        <a:buNone/>
        <a:defRPr sz="2400" b="1"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62.xml"/><Relationship Id="rId1" Type="http://schemas.openxmlformats.org/officeDocument/2006/relationships/tags" Target="../tags/tag161.xml"/></Relationships>
</file>

<file path=ppt/slides/_rels/slide2.xml.rels><?xml version="1.0" encoding="UTF-8" standalone="yes"?>
<Relationships xmlns="http://schemas.openxmlformats.org/package/2006/relationships"><Relationship Id="rId8" Type="http://schemas.openxmlformats.org/officeDocument/2006/relationships/slideLayout" Target="../slideLayouts/slideLayout6.xml"/><Relationship Id="rId7" Type="http://schemas.openxmlformats.org/officeDocument/2006/relationships/tags" Target="../tags/tag169.xml"/><Relationship Id="rId6" Type="http://schemas.openxmlformats.org/officeDocument/2006/relationships/tags" Target="../tags/tag168.xml"/><Relationship Id="rId5" Type="http://schemas.openxmlformats.org/officeDocument/2006/relationships/tags" Target="../tags/tag167.xml"/><Relationship Id="rId4" Type="http://schemas.openxmlformats.org/officeDocument/2006/relationships/tags" Target="../tags/tag166.xml"/><Relationship Id="rId3" Type="http://schemas.openxmlformats.org/officeDocument/2006/relationships/tags" Target="../tags/tag165.xml"/><Relationship Id="rId2" Type="http://schemas.openxmlformats.org/officeDocument/2006/relationships/tags" Target="../tags/tag164.xml"/><Relationship Id="rId1" Type="http://schemas.openxmlformats.org/officeDocument/2006/relationships/tags" Target="../tags/tag163.xml"/></Relationships>
</file>

<file path=ppt/slides/_rels/slide3.xml.rels><?xml version="1.0" encoding="UTF-8" standalone="yes"?>
<Relationships xmlns="http://schemas.openxmlformats.org/package/2006/relationships"><Relationship Id="rId9" Type="http://schemas.openxmlformats.org/officeDocument/2006/relationships/tags" Target="../tags/tag178.xml"/><Relationship Id="rId8" Type="http://schemas.openxmlformats.org/officeDocument/2006/relationships/tags" Target="../tags/tag177.xml"/><Relationship Id="rId7" Type="http://schemas.openxmlformats.org/officeDocument/2006/relationships/tags" Target="../tags/tag176.xml"/><Relationship Id="rId6" Type="http://schemas.openxmlformats.org/officeDocument/2006/relationships/tags" Target="../tags/tag175.xml"/><Relationship Id="rId5" Type="http://schemas.openxmlformats.org/officeDocument/2006/relationships/tags" Target="../tags/tag174.xml"/><Relationship Id="rId4" Type="http://schemas.openxmlformats.org/officeDocument/2006/relationships/tags" Target="../tags/tag173.xml"/><Relationship Id="rId32" Type="http://schemas.openxmlformats.org/officeDocument/2006/relationships/slideLayout" Target="../slideLayouts/slideLayout6.xml"/><Relationship Id="rId31" Type="http://schemas.openxmlformats.org/officeDocument/2006/relationships/tags" Target="../tags/tag200.xml"/><Relationship Id="rId30" Type="http://schemas.openxmlformats.org/officeDocument/2006/relationships/tags" Target="../tags/tag199.xml"/><Relationship Id="rId3" Type="http://schemas.openxmlformats.org/officeDocument/2006/relationships/tags" Target="../tags/tag172.xml"/><Relationship Id="rId29" Type="http://schemas.openxmlformats.org/officeDocument/2006/relationships/tags" Target="../tags/tag198.xml"/><Relationship Id="rId28" Type="http://schemas.openxmlformats.org/officeDocument/2006/relationships/tags" Target="../tags/tag197.xml"/><Relationship Id="rId27" Type="http://schemas.openxmlformats.org/officeDocument/2006/relationships/tags" Target="../tags/tag196.xml"/><Relationship Id="rId26" Type="http://schemas.openxmlformats.org/officeDocument/2006/relationships/tags" Target="../tags/tag195.xml"/><Relationship Id="rId25" Type="http://schemas.openxmlformats.org/officeDocument/2006/relationships/tags" Target="../tags/tag194.xml"/><Relationship Id="rId24" Type="http://schemas.openxmlformats.org/officeDocument/2006/relationships/tags" Target="../tags/tag193.xml"/><Relationship Id="rId23" Type="http://schemas.openxmlformats.org/officeDocument/2006/relationships/tags" Target="../tags/tag192.xml"/><Relationship Id="rId22" Type="http://schemas.openxmlformats.org/officeDocument/2006/relationships/tags" Target="../tags/tag191.xml"/><Relationship Id="rId21" Type="http://schemas.openxmlformats.org/officeDocument/2006/relationships/tags" Target="../tags/tag190.xml"/><Relationship Id="rId20" Type="http://schemas.openxmlformats.org/officeDocument/2006/relationships/tags" Target="../tags/tag189.xml"/><Relationship Id="rId2" Type="http://schemas.openxmlformats.org/officeDocument/2006/relationships/tags" Target="../tags/tag171.xml"/><Relationship Id="rId19" Type="http://schemas.openxmlformats.org/officeDocument/2006/relationships/tags" Target="../tags/tag188.xml"/><Relationship Id="rId18" Type="http://schemas.openxmlformats.org/officeDocument/2006/relationships/tags" Target="../tags/tag187.xml"/><Relationship Id="rId17" Type="http://schemas.openxmlformats.org/officeDocument/2006/relationships/tags" Target="../tags/tag186.xml"/><Relationship Id="rId16" Type="http://schemas.openxmlformats.org/officeDocument/2006/relationships/tags" Target="../tags/tag185.xml"/><Relationship Id="rId15" Type="http://schemas.openxmlformats.org/officeDocument/2006/relationships/tags" Target="../tags/tag184.xml"/><Relationship Id="rId14" Type="http://schemas.openxmlformats.org/officeDocument/2006/relationships/tags" Target="../tags/tag183.xml"/><Relationship Id="rId13" Type="http://schemas.openxmlformats.org/officeDocument/2006/relationships/tags" Target="../tags/tag182.xml"/><Relationship Id="rId12" Type="http://schemas.openxmlformats.org/officeDocument/2006/relationships/tags" Target="../tags/tag181.xml"/><Relationship Id="rId11" Type="http://schemas.openxmlformats.org/officeDocument/2006/relationships/tags" Target="../tags/tag180.xml"/><Relationship Id="rId10" Type="http://schemas.openxmlformats.org/officeDocument/2006/relationships/tags" Target="../tags/tag179.xml"/><Relationship Id="rId1" Type="http://schemas.openxmlformats.org/officeDocument/2006/relationships/tags" Target="../tags/tag170.xml"/></Relationships>
</file>

<file path=ppt/slides/_rels/slide4.xml.rels><?xml version="1.0" encoding="UTF-8" standalone="yes"?>
<Relationships xmlns="http://schemas.openxmlformats.org/package/2006/relationships"><Relationship Id="rId8" Type="http://schemas.openxmlformats.org/officeDocument/2006/relationships/slideLayout" Target="../slideLayouts/slideLayout14.xml"/><Relationship Id="rId7" Type="http://schemas.openxmlformats.org/officeDocument/2006/relationships/tags" Target="../tags/tag20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14.xml"/><Relationship Id="rId4" Type="http://schemas.openxmlformats.org/officeDocument/2006/relationships/tags" Target="../tags/tag204.xml"/><Relationship Id="rId3" Type="http://schemas.openxmlformats.org/officeDocument/2006/relationships/tags" Target="../tags/tag203.xml"/><Relationship Id="rId2" Type="http://schemas.openxmlformats.org/officeDocument/2006/relationships/image" Target="../media/image7.png"/><Relationship Id="rId1" Type="http://schemas.openxmlformats.org/officeDocument/2006/relationships/tags" Target="../tags/tag202.xml"/></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14.xml"/><Relationship Id="rId4" Type="http://schemas.openxmlformats.org/officeDocument/2006/relationships/tags" Target="../tags/tag207.xml"/><Relationship Id="rId3" Type="http://schemas.openxmlformats.org/officeDocument/2006/relationships/image" Target="../media/image8.png"/><Relationship Id="rId2" Type="http://schemas.openxmlformats.org/officeDocument/2006/relationships/tags" Target="../tags/tag206.xml"/><Relationship Id="rId1" Type="http://schemas.openxmlformats.org/officeDocument/2006/relationships/tags" Target="../tags/tag205.xml"/></Relationships>
</file>

<file path=ppt/slides/_rels/slide7.xml.rels><?xml version="1.0" encoding="UTF-8" standalone="yes"?>
<Relationships xmlns="http://schemas.openxmlformats.org/package/2006/relationships"><Relationship Id="rId9" Type="http://schemas.openxmlformats.org/officeDocument/2006/relationships/image" Target="../media/image13.png"/><Relationship Id="rId8" Type="http://schemas.openxmlformats.org/officeDocument/2006/relationships/image" Target="../media/image12.png"/><Relationship Id="rId7" Type="http://schemas.openxmlformats.org/officeDocument/2006/relationships/tags" Target="../tags/tag211.xml"/><Relationship Id="rId6" Type="http://schemas.openxmlformats.org/officeDocument/2006/relationships/image" Target="../media/image11.png"/><Relationship Id="rId5" Type="http://schemas.openxmlformats.org/officeDocument/2006/relationships/tags" Target="../tags/tag210.xml"/><Relationship Id="rId4" Type="http://schemas.openxmlformats.org/officeDocument/2006/relationships/image" Target="../media/image10.png"/><Relationship Id="rId3" Type="http://schemas.openxmlformats.org/officeDocument/2006/relationships/tags" Target="../tags/tag209.xml"/><Relationship Id="rId2" Type="http://schemas.openxmlformats.org/officeDocument/2006/relationships/image" Target="../media/image9.png"/><Relationship Id="rId12" Type="http://schemas.openxmlformats.org/officeDocument/2006/relationships/slideLayout" Target="../slideLayouts/slideLayout13.xml"/><Relationship Id="rId11" Type="http://schemas.openxmlformats.org/officeDocument/2006/relationships/tags" Target="../tags/tag212.xml"/><Relationship Id="rId10" Type="http://schemas.openxmlformats.org/officeDocument/2006/relationships/image" Target="../media/image14.png"/><Relationship Id="rId1" Type="http://schemas.openxmlformats.org/officeDocument/2006/relationships/tags" Target="../tags/tag208.xml"/></Relationships>
</file>

<file path=ppt/slides/_rels/slide8.xml.rels><?xml version="1.0" encoding="UTF-8" standalone="yes"?>
<Relationships xmlns="http://schemas.openxmlformats.org/package/2006/relationships"><Relationship Id="rId6" Type="http://schemas.openxmlformats.org/officeDocument/2006/relationships/slideLayout" Target="../slideLayouts/slideLayout13.xml"/><Relationship Id="rId5" Type="http://schemas.openxmlformats.org/officeDocument/2006/relationships/tags" Target="../tags/tag214.xml"/><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tags" Target="../tags/tag213.xml"/></Relationships>
</file>

<file path=ppt/slides/_rels/slide9.xml.rels><?xml version="1.0" encoding="UTF-8" standalone="yes"?>
<Relationships xmlns="http://schemas.openxmlformats.org/package/2006/relationships"><Relationship Id="rId9" Type="http://schemas.openxmlformats.org/officeDocument/2006/relationships/image" Target="../media/image20.png"/><Relationship Id="rId8" Type="http://schemas.openxmlformats.org/officeDocument/2006/relationships/image" Target="../media/image19.png"/><Relationship Id="rId7" Type="http://schemas.microsoft.com/office/2007/relationships/diagramDrawing" Target="../diagrams/drawing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3" Type="http://schemas.openxmlformats.org/officeDocument/2006/relationships/diagramData" Target="../diagrams/data1.xml"/><Relationship Id="rId2" Type="http://schemas.openxmlformats.org/officeDocument/2006/relationships/image" Target="../media/image18.png"/><Relationship Id="rId11" Type="http://schemas.openxmlformats.org/officeDocument/2006/relationships/slideLayout" Target="../slideLayouts/slideLayout13.xml"/><Relationship Id="rId10" Type="http://schemas.openxmlformats.org/officeDocument/2006/relationships/tags" Target="../tags/tag216.xml"/><Relationship Id="rId1" Type="http://schemas.openxmlformats.org/officeDocument/2006/relationships/tags" Target="../tags/tag215.xml"/></Relationships>
</file>

<file path=ppt/slides/_rels/slide10.xml.rels><?xml version="1.0" encoding="UTF-8" standalone="yes"?>
<Relationships xmlns="http://schemas.openxmlformats.org/package/2006/relationships"><Relationship Id="rId8" Type="http://schemas.openxmlformats.org/officeDocument/2006/relationships/notesSlide" Target="../notesSlides/notesSlide3.xml"/><Relationship Id="rId7" Type="http://schemas.openxmlformats.org/officeDocument/2006/relationships/slideLayout" Target="../slideLayouts/slideLayout14.xml"/><Relationship Id="rId6" Type="http://schemas.openxmlformats.org/officeDocument/2006/relationships/tags" Target="../tags/tag219.xml"/><Relationship Id="rId5" Type="http://schemas.openxmlformats.org/officeDocument/2006/relationships/image" Target="../media/image23.png"/><Relationship Id="rId4" Type="http://schemas.openxmlformats.org/officeDocument/2006/relationships/image" Target="../media/image22.png"/><Relationship Id="rId3" Type="http://schemas.openxmlformats.org/officeDocument/2006/relationships/image" Target="../media/image21.png"/><Relationship Id="rId2" Type="http://schemas.openxmlformats.org/officeDocument/2006/relationships/tags" Target="../tags/tag218.xml"/><Relationship Id="rId1" Type="http://schemas.openxmlformats.org/officeDocument/2006/relationships/tags" Target="../tags/tag217.xml"/></Relationships>
</file>

<file path=ppt/slides/_rels/slide11.xml.rels><?xml version="1.0" encoding="UTF-8" standalone="yes"?>
<Relationships xmlns="http://schemas.openxmlformats.org/package/2006/relationships"><Relationship Id="rId7" Type="http://schemas.openxmlformats.org/officeDocument/2006/relationships/notesSlide" Target="../notesSlides/notesSlide4.xml"/><Relationship Id="rId6" Type="http://schemas.openxmlformats.org/officeDocument/2006/relationships/slideLayout" Target="../slideLayouts/slideLayout13.xml"/><Relationship Id="rId5" Type="http://schemas.openxmlformats.org/officeDocument/2006/relationships/tags" Target="../tags/tag221.xml"/><Relationship Id="rId4" Type="http://schemas.openxmlformats.org/officeDocument/2006/relationships/image" Target="../media/image26.png"/><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tags" Target="../tags/tag220.xml"/></Relationships>
</file>

<file path=ppt/slides/_rels/slide12.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13.xml"/><Relationship Id="rId4" Type="http://schemas.openxmlformats.org/officeDocument/2006/relationships/tags" Target="../tags/tag223.xml"/><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tags" Target="../tags/tag222.xml"/></Relationships>
</file>

<file path=ppt/slides/_rels/slide13.xml.rels><?xml version="1.0" encoding="UTF-8" standalone="yes"?>
<Relationships xmlns="http://schemas.openxmlformats.org/package/2006/relationships"><Relationship Id="rId7" Type="http://schemas.openxmlformats.org/officeDocument/2006/relationships/slideLayout" Target="../slideLayouts/slideLayout13.xml"/><Relationship Id="rId6" Type="http://schemas.openxmlformats.org/officeDocument/2006/relationships/tags" Target="../tags/tag224.xml"/><Relationship Id="rId5" Type="http://schemas.openxmlformats.org/officeDocument/2006/relationships/image" Target="../media/image33.png"/><Relationship Id="rId4" Type="http://schemas.openxmlformats.org/officeDocument/2006/relationships/image" Target="../media/image32.png"/><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image" Target="../media/image29.png"/></Relationships>
</file>

<file path=ppt/slides/_rels/slide14.xml.rels><?xml version="1.0" encoding="UTF-8" standalone="yes"?>
<Relationships xmlns="http://schemas.openxmlformats.org/package/2006/relationships"><Relationship Id="rId7" Type="http://schemas.openxmlformats.org/officeDocument/2006/relationships/slideLayout" Target="../slideLayouts/slideLayout13.xml"/><Relationship Id="rId6" Type="http://schemas.openxmlformats.org/officeDocument/2006/relationships/tags" Target="../tags/tag226.xml"/><Relationship Id="rId5" Type="http://schemas.openxmlformats.org/officeDocument/2006/relationships/image" Target="../media/image37.png"/><Relationship Id="rId4" Type="http://schemas.openxmlformats.org/officeDocument/2006/relationships/image" Target="../media/image36.png"/><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tags" Target="../tags/tag225.xml"/></Relationships>
</file>

<file path=ppt/slides/_rels/slide15.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14.xml"/><Relationship Id="rId4" Type="http://schemas.openxmlformats.org/officeDocument/2006/relationships/tags" Target="../tags/tag229.xml"/><Relationship Id="rId3" Type="http://schemas.openxmlformats.org/officeDocument/2006/relationships/image" Target="../media/image38.png"/><Relationship Id="rId2" Type="http://schemas.openxmlformats.org/officeDocument/2006/relationships/tags" Target="../tags/tag228.xml"/><Relationship Id="rId1" Type="http://schemas.openxmlformats.org/officeDocument/2006/relationships/tags" Target="../tags/tag227.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9.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1.png"/><Relationship Id="rId1" Type="http://schemas.openxmlformats.org/officeDocument/2006/relationships/image" Target="../media/image40.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2.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3.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4.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5.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231.xml"/><Relationship Id="rId1" Type="http://schemas.openxmlformats.org/officeDocument/2006/relationships/tags" Target="../tags/tag2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custDataLst>
              <p:tags r:id="rId1"/>
            </p:custDataLst>
          </p:nvPr>
        </p:nvSpPr>
        <p:spPr>
          <a:xfrm>
            <a:off x="1984375" y="3632835"/>
            <a:ext cx="8977630" cy="1118235"/>
          </a:xfrm>
        </p:spPr>
        <p:txBody>
          <a:bodyPr>
            <a:normAutofit fontScale="90000"/>
          </a:bodyPr>
          <a:p>
            <a:r>
              <a:rPr lang="zh-CN" altLang="en-US" dirty="0">
                <a:solidFill>
                  <a:schemeClr val="accent1"/>
                </a:solidFill>
                <a:sym typeface="+mn-lt"/>
              </a:rPr>
              <a:t>软件工程导论（第</a:t>
            </a:r>
            <a:r>
              <a:rPr lang="en-US" altLang="zh-CN" dirty="0">
                <a:solidFill>
                  <a:schemeClr val="accent1"/>
                </a:solidFill>
                <a:sym typeface="+mn-lt"/>
              </a:rPr>
              <a:t>6</a:t>
            </a:r>
            <a:r>
              <a:rPr lang="zh-CN" altLang="en-US" dirty="0">
                <a:solidFill>
                  <a:schemeClr val="accent1"/>
                </a:solidFill>
                <a:sym typeface="+mn-lt"/>
              </a:rPr>
              <a:t>版）</a:t>
            </a:r>
            <a:endParaRPr lang="zh-CN" altLang="en-US" dirty="0">
              <a:solidFill>
                <a:schemeClr val="accent1"/>
              </a:solidFill>
              <a:sym typeface="+mn-lt"/>
            </a:endParaRPr>
          </a:p>
        </p:txBody>
      </p:sp>
      <p:sp>
        <p:nvSpPr>
          <p:cNvPr id="2" name="副标题 1"/>
          <p:cNvSpPr/>
          <p:nvPr>
            <p:ph type="subTitle" idx="1"/>
          </p:nvPr>
        </p:nvSpPr>
        <p:spPr>
          <a:xfrm>
            <a:off x="2574744" y="2752574"/>
            <a:ext cx="7117545" cy="676319"/>
          </a:xfrm>
        </p:spPr>
        <p:txBody>
          <a:bodyPr/>
          <a:p>
            <a:r>
              <a:rPr lang="en-US" altLang="zh-CN">
                <a:solidFill>
                  <a:srgbClr val="FF0000"/>
                </a:solidFill>
              </a:rPr>
              <a:t>21</a:t>
            </a:r>
            <a:r>
              <a:rPr lang="zh-CN" altLang="en-US">
                <a:solidFill>
                  <a:srgbClr val="FF0000"/>
                </a:solidFill>
              </a:rPr>
              <a:t>世纪软件工程专业规划教材</a:t>
            </a:r>
            <a:endParaRPr lang="zh-CN" altLang="en-US">
              <a:solidFill>
                <a:srgbClr val="FF0000"/>
              </a:solidFill>
            </a:endParaRPr>
          </a:p>
        </p:txBody>
      </p:sp>
    </p:spTree>
    <p:custDataLst>
      <p:tags r:id="rId2"/>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多边形: 形状 5"/>
          <p:cNvSpPr/>
          <p:nvPr userDrawn="1">
            <p:custDataLst>
              <p:tags r:id="rId1"/>
            </p:custDataLst>
          </p:nvPr>
        </p:nvSpPr>
        <p:spPr>
          <a:xfrm rot="10800000" flipH="1">
            <a:off x="-1" y="-1"/>
            <a:ext cx="3309257" cy="6858001"/>
          </a:xfrm>
          <a:custGeom>
            <a:avLst/>
            <a:gdLst>
              <a:gd name="connsiteX0" fmla="*/ 0 w 3309257"/>
              <a:gd name="connsiteY0" fmla="*/ 6858001 h 6858001"/>
              <a:gd name="connsiteX1" fmla="*/ 3309257 w 3309257"/>
              <a:gd name="connsiteY1" fmla="*/ 6858001 h 6858001"/>
              <a:gd name="connsiteX2" fmla="*/ 1718889 w 3309257"/>
              <a:gd name="connsiteY2" fmla="*/ 0 h 6858001"/>
              <a:gd name="connsiteX3" fmla="*/ 0 w 3309257"/>
              <a:gd name="connsiteY3" fmla="*/ 0 h 6858001"/>
            </a:gdLst>
            <a:ahLst/>
            <a:cxnLst>
              <a:cxn ang="0">
                <a:pos x="connsiteX0" y="connsiteY0"/>
              </a:cxn>
              <a:cxn ang="0">
                <a:pos x="connsiteX1" y="connsiteY1"/>
              </a:cxn>
              <a:cxn ang="0">
                <a:pos x="connsiteX2" y="connsiteY2"/>
              </a:cxn>
              <a:cxn ang="0">
                <a:pos x="connsiteX3" y="connsiteY3"/>
              </a:cxn>
            </a:cxnLst>
            <a:rect l="l" t="t" r="r" b="b"/>
            <a:pathLst>
              <a:path w="3309257" h="6858001">
                <a:moveTo>
                  <a:pt x="0" y="6858001"/>
                </a:moveTo>
                <a:lnTo>
                  <a:pt x="3309257" y="6858001"/>
                </a:lnTo>
                <a:lnTo>
                  <a:pt x="1718889" y="0"/>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dirty="0"/>
          </a:p>
        </p:txBody>
      </p:sp>
      <p:sp>
        <p:nvSpPr>
          <p:cNvPr id="8" name="任意多边形: 形状 6"/>
          <p:cNvSpPr/>
          <p:nvPr userDrawn="1">
            <p:custDataLst>
              <p:tags r:id="rId2"/>
            </p:custDataLst>
          </p:nvPr>
        </p:nvSpPr>
        <p:spPr>
          <a:xfrm rot="11574254">
            <a:off x="2509618" y="-200140"/>
            <a:ext cx="971535" cy="7258276"/>
          </a:xfrm>
          <a:custGeom>
            <a:avLst/>
            <a:gdLst>
              <a:gd name="connsiteX0" fmla="*/ 0 w 971535"/>
              <a:gd name="connsiteY0" fmla="*/ 7258276 h 7258276"/>
              <a:gd name="connsiteX1" fmla="*/ 932891 w 971535"/>
              <a:gd name="connsiteY1" fmla="*/ 8853 h 7258276"/>
              <a:gd name="connsiteX2" fmla="*/ 971535 w 971535"/>
              <a:gd name="connsiteY2" fmla="*/ 0 h 7258276"/>
              <a:gd name="connsiteX3" fmla="*/ 971535 w 971535"/>
              <a:gd name="connsiteY3" fmla="*/ 7035689 h 7258276"/>
            </a:gdLst>
            <a:ahLst/>
            <a:cxnLst>
              <a:cxn ang="0">
                <a:pos x="connsiteX0" y="connsiteY0"/>
              </a:cxn>
              <a:cxn ang="0">
                <a:pos x="connsiteX1" y="connsiteY1"/>
              </a:cxn>
              <a:cxn ang="0">
                <a:pos x="connsiteX2" y="connsiteY2"/>
              </a:cxn>
              <a:cxn ang="0">
                <a:pos x="connsiteX3" y="connsiteY3"/>
              </a:cxn>
            </a:cxnLst>
            <a:rect l="l" t="t" r="r" b="b"/>
            <a:pathLst>
              <a:path w="971535" h="7258276">
                <a:moveTo>
                  <a:pt x="0" y="7258276"/>
                </a:moveTo>
                <a:lnTo>
                  <a:pt x="932891" y="8853"/>
                </a:lnTo>
                <a:lnTo>
                  <a:pt x="971535" y="0"/>
                </a:lnTo>
                <a:lnTo>
                  <a:pt x="971535" y="7035689"/>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sp>
        <p:nvSpPr>
          <p:cNvPr id="9" name="任意多边形: 形状 7"/>
          <p:cNvSpPr/>
          <p:nvPr userDrawn="1">
            <p:custDataLst>
              <p:tags r:id="rId3"/>
            </p:custDataLst>
          </p:nvPr>
        </p:nvSpPr>
        <p:spPr>
          <a:xfrm>
            <a:off x="1743317" y="3937000"/>
            <a:ext cx="1393003" cy="2921000"/>
          </a:xfrm>
          <a:custGeom>
            <a:avLst/>
            <a:gdLst>
              <a:gd name="connsiteX0" fmla="*/ 1089482 w 1393003"/>
              <a:gd name="connsiteY0" fmla="*/ 0 h 2921000"/>
              <a:gd name="connsiteX1" fmla="*/ 1393003 w 1393003"/>
              <a:gd name="connsiteY1" fmla="*/ 2921000 h 2921000"/>
              <a:gd name="connsiteX2" fmla="*/ 0 w 1393003"/>
              <a:gd name="connsiteY2" fmla="*/ 2921000 h 2921000"/>
            </a:gdLst>
            <a:ahLst/>
            <a:cxnLst>
              <a:cxn ang="0">
                <a:pos x="connsiteX0" y="connsiteY0"/>
              </a:cxn>
              <a:cxn ang="0">
                <a:pos x="connsiteX1" y="connsiteY1"/>
              </a:cxn>
              <a:cxn ang="0">
                <a:pos x="connsiteX2" y="connsiteY2"/>
              </a:cxn>
            </a:cxnLst>
            <a:rect l="l" t="t" r="r" b="b"/>
            <a:pathLst>
              <a:path w="1393003" h="2921000">
                <a:moveTo>
                  <a:pt x="1089482" y="0"/>
                </a:moveTo>
                <a:lnTo>
                  <a:pt x="1393003" y="2921000"/>
                </a:lnTo>
                <a:lnTo>
                  <a:pt x="0" y="292100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sp>
        <p:nvSpPr>
          <p:cNvPr id="4" name="文本框 3"/>
          <p:cNvSpPr txBox="1"/>
          <p:nvPr>
            <p:custDataLst>
              <p:tags r:id="rId4"/>
            </p:custDataLst>
          </p:nvPr>
        </p:nvSpPr>
        <p:spPr>
          <a:xfrm>
            <a:off x="520065" y="653415"/>
            <a:ext cx="1967230" cy="400050"/>
          </a:xfrm>
          <a:prstGeom prst="rect">
            <a:avLst/>
          </a:prstGeom>
          <a:noFill/>
        </p:spPr>
        <p:txBody>
          <a:bodyPr wrap="square" rtlCol="0">
            <a:noAutofit/>
          </a:bodyPr>
          <a:lstStyle/>
          <a:p>
            <a:r>
              <a:rPr lang="en-US" altLang="zh-CN" sz="2800">
                <a:solidFill>
                  <a:schemeClr val="bg1"/>
                </a:solidFill>
                <a:latin typeface="华光彩云_CNKI" panose="02000500000000000000" charset="-122"/>
                <a:ea typeface="华光彩云_CNKI" panose="02000500000000000000" charset="-122"/>
                <a:cs typeface="Arial" panose="020B0604020202020204" pitchFamily="34" charset="0"/>
              </a:rPr>
              <a:t>overview</a:t>
            </a:r>
            <a:endParaRPr lang="en-US" altLang="zh-CN" sz="2800">
              <a:solidFill>
                <a:schemeClr val="bg1"/>
              </a:solidFill>
              <a:latin typeface="华光彩云_CNKI" panose="02000500000000000000" charset="-122"/>
              <a:ea typeface="华光彩云_CNKI" panose="02000500000000000000" charset="-122"/>
              <a:cs typeface="Arial" panose="020B0604020202020204" pitchFamily="34" charset="0"/>
            </a:endParaRPr>
          </a:p>
        </p:txBody>
      </p:sp>
      <p:sp>
        <p:nvSpPr>
          <p:cNvPr id="11" name="标题 10"/>
          <p:cNvSpPr>
            <a:spLocks noGrp="1"/>
          </p:cNvSpPr>
          <p:nvPr>
            <p:ph type="ctrTitle"/>
            <p:custDataLst>
              <p:tags r:id="rId5"/>
            </p:custDataLst>
          </p:nvPr>
        </p:nvSpPr>
        <p:spPr>
          <a:xfrm>
            <a:off x="3436620" y="506730"/>
            <a:ext cx="8755380" cy="1118235"/>
          </a:xfrm>
        </p:spPr>
        <p:txBody>
          <a:bodyPr>
            <a:normAutofit/>
          </a:bodyPr>
          <a:p>
            <a:r>
              <a:rPr lang="zh-CN" altLang="en-US" sz="4000" dirty="0">
                <a:sym typeface="+mn-lt"/>
              </a:rPr>
              <a:t>第</a:t>
            </a:r>
            <a:r>
              <a:rPr lang="en-US" altLang="zh-CN" sz="4000" dirty="0">
                <a:solidFill>
                  <a:srgbClr val="FF0000"/>
                </a:solidFill>
                <a:latin typeface="华光彩云_CNKI" panose="02000500000000000000" charset="-122"/>
                <a:ea typeface="华光彩云_CNKI" panose="02000500000000000000" charset="-122"/>
                <a:sym typeface="+mn-lt"/>
              </a:rPr>
              <a:t>3</a:t>
            </a:r>
            <a:r>
              <a:rPr lang="zh-CN" altLang="en-US" sz="4000" dirty="0">
                <a:sym typeface="+mn-lt"/>
              </a:rPr>
              <a:t>章</a:t>
            </a:r>
            <a:r>
              <a:rPr lang="en-US" altLang="zh-CN" sz="4000" dirty="0">
                <a:sym typeface="+mn-lt"/>
              </a:rPr>
              <a:t>  </a:t>
            </a:r>
            <a:r>
              <a:rPr lang="zh-CN" altLang="en-US" sz="4000" dirty="0">
                <a:sym typeface="+mn-lt"/>
              </a:rPr>
              <a:t>需求分析</a:t>
            </a:r>
            <a:endParaRPr lang="zh-CN" altLang="en-US" sz="4000" dirty="0">
              <a:sym typeface="+mn-lt"/>
            </a:endParaRPr>
          </a:p>
        </p:txBody>
      </p:sp>
      <p:sp>
        <p:nvSpPr>
          <p:cNvPr id="12" name="文本占位符 11"/>
          <p:cNvSpPr>
            <a:spLocks noGrp="1"/>
          </p:cNvSpPr>
          <p:nvPr>
            <p:ph type="body" idx="1"/>
            <p:custDataLst>
              <p:tags r:id="rId6"/>
            </p:custDataLst>
          </p:nvPr>
        </p:nvSpPr>
        <p:spPr>
          <a:xfrm>
            <a:off x="3136265" y="2273935"/>
            <a:ext cx="8485505" cy="1903730"/>
          </a:xfrm>
        </p:spPr>
        <p:txBody>
          <a:bodyPr>
            <a:normAutofit fontScale="25000"/>
          </a:bodyPr>
          <a:p>
            <a:pPr indent="457200" eaLnBrk="1" hangingPunct="1">
              <a:lnSpc>
                <a:spcPts val="3500"/>
              </a:lnSpc>
              <a:defRPr/>
            </a:pPr>
            <a:r>
              <a:rPr lang="zh-CN" altLang="zh-CN" sz="7200">
                <a:latin typeface="Bodoni MT Black" panose="02070A03080606020203" pitchFamily="18" charset="0"/>
                <a:sym typeface="+mn-ea"/>
              </a:rPr>
              <a:t>为了开发出真正满足用户需求的软件产品，首先必须知道</a:t>
            </a:r>
            <a:r>
              <a:rPr lang="zh-CN" altLang="zh-CN" sz="7200" b="1">
                <a:solidFill>
                  <a:srgbClr val="00B0F0"/>
                </a:solidFill>
                <a:latin typeface="Bodoni MT Black" panose="02070A03080606020203" pitchFamily="18" charset="0"/>
                <a:sym typeface="+mn-ea"/>
              </a:rPr>
              <a:t>用户的需求</a:t>
            </a:r>
            <a:r>
              <a:rPr lang="zh-CN" altLang="zh-CN" sz="7200">
                <a:latin typeface="Bodoni MT Black" panose="02070A03080606020203" pitchFamily="18" charset="0"/>
                <a:sym typeface="+mn-ea"/>
              </a:rPr>
              <a:t>。对软件需求的</a:t>
            </a:r>
            <a:r>
              <a:rPr lang="zh-CN" altLang="zh-CN" sz="7200">
                <a:solidFill>
                  <a:srgbClr val="00B0F0"/>
                </a:solidFill>
                <a:latin typeface="Bodoni MT Black" panose="02070A03080606020203" pitchFamily="18" charset="0"/>
                <a:sym typeface="+mn-ea"/>
              </a:rPr>
              <a:t>深入理解</a:t>
            </a:r>
            <a:r>
              <a:rPr lang="zh-CN" altLang="zh-CN" sz="7200">
                <a:latin typeface="Bodoni MT Black" panose="02070A03080606020203" pitchFamily="18" charset="0"/>
                <a:sym typeface="+mn-ea"/>
              </a:rPr>
              <a:t>是软件开发工作获得成功的前提条件，不论人们把设计和编码工作做得如何出色，不能真正满足用户需求的程序只会令用户失望，给开发者带来烦恼。</a:t>
            </a:r>
            <a:endParaRPr lang="zh-CN" altLang="en-US" sz="7200">
              <a:latin typeface="Bodoni MT Black" panose="02070A03080606020203" pitchFamily="18" charset="0"/>
            </a:endParaRPr>
          </a:p>
          <a:p>
            <a:pPr indent="457200" eaLnBrk="1" fontAlgn="auto" hangingPunct="1">
              <a:lnSpc>
                <a:spcPts val="3700"/>
              </a:lnSpc>
              <a:spcBef>
                <a:spcPts val="0"/>
              </a:spcBef>
              <a:spcAft>
                <a:spcPts val="0"/>
              </a:spcAft>
              <a:defRPr/>
            </a:pPr>
            <a:r>
              <a:rPr lang="zh-CN" altLang="en-US" sz="7200" b="1" dirty="0">
                <a:solidFill>
                  <a:srgbClr val="FF0000"/>
                </a:solidFill>
                <a:latin typeface="Bodoni MT Black" panose="02070A03080606020203" pitchFamily="18" charset="0"/>
                <a:sym typeface="+mn-ea"/>
              </a:rPr>
              <a:t>需求分析</a:t>
            </a:r>
            <a:r>
              <a:rPr lang="zh-CN" altLang="en-US" sz="7200" dirty="0">
                <a:solidFill>
                  <a:schemeClr val="tx1"/>
                </a:solidFill>
                <a:latin typeface="Bodoni MT Black" panose="02070A03080606020203" pitchFamily="18" charset="0"/>
                <a:sym typeface="+mn-ea"/>
              </a:rPr>
              <a:t>是软件定义时期的最后一个阶段，它的基本任务是准确地回答“</a:t>
            </a:r>
            <a:r>
              <a:rPr lang="zh-CN" altLang="en-US" sz="7200" dirty="0">
                <a:solidFill>
                  <a:srgbClr val="FF0000"/>
                </a:solidFill>
                <a:latin typeface="Bodoni MT Black" panose="02070A03080606020203" pitchFamily="18" charset="0"/>
                <a:sym typeface="+mn-ea"/>
              </a:rPr>
              <a:t>系统必须做什么</a:t>
            </a:r>
            <a:r>
              <a:rPr lang="zh-CN" altLang="en-US" sz="7200" dirty="0">
                <a:solidFill>
                  <a:schemeClr val="tx1"/>
                </a:solidFill>
                <a:latin typeface="Bodoni MT Black" panose="02070A03080606020203" pitchFamily="18" charset="0"/>
                <a:sym typeface="+mn-ea"/>
              </a:rPr>
              <a:t>”这个问题，需求分析阶段最终产出是</a:t>
            </a:r>
            <a:r>
              <a:rPr lang="en-US" altLang="zh-CN" sz="7200" dirty="0">
                <a:solidFill>
                  <a:schemeClr val="tx1"/>
                </a:solidFill>
                <a:latin typeface="Bodoni MT Black" panose="02070A03080606020203" pitchFamily="18" charset="0"/>
                <a:sym typeface="+mn-ea"/>
              </a:rPr>
              <a:t>“</a:t>
            </a:r>
            <a:r>
              <a:rPr lang="zh-CN" altLang="en-US" sz="7200" b="1" dirty="0">
                <a:solidFill>
                  <a:srgbClr val="00B0F0"/>
                </a:solidFill>
                <a:latin typeface="Bodoni MT Black" panose="02070A03080606020203" pitchFamily="18" charset="0"/>
                <a:sym typeface="+mn-ea"/>
              </a:rPr>
              <a:t>软件需求规格说明书</a:t>
            </a:r>
            <a:r>
              <a:rPr lang="en-US" altLang="zh-CN" sz="7200" dirty="0">
                <a:solidFill>
                  <a:schemeClr val="tx1"/>
                </a:solidFill>
                <a:latin typeface="Bodoni MT Black" panose="02070A03080606020203" pitchFamily="18" charset="0"/>
                <a:sym typeface="+mn-ea"/>
              </a:rPr>
              <a:t>”</a:t>
            </a:r>
            <a:r>
              <a:rPr lang="zh-CN" altLang="en-US" sz="7200" dirty="0">
                <a:solidFill>
                  <a:schemeClr val="tx1"/>
                </a:solidFill>
                <a:latin typeface="Bodoni MT Black" panose="02070A03080606020203" pitchFamily="18" charset="0"/>
                <a:sym typeface="+mn-ea"/>
              </a:rPr>
              <a:t>，以书面形式准确描述软件需求。</a:t>
            </a:r>
            <a:endParaRPr lang="zh-CN" altLang="en-US" sz="7200" dirty="0">
              <a:solidFill>
                <a:schemeClr val="tx1"/>
              </a:solidFill>
              <a:latin typeface="Bodoni MT Black" panose="02070A03080606020203" pitchFamily="18" charset="0"/>
              <a:sym typeface="+mn-ea"/>
            </a:endParaRPr>
          </a:p>
        </p:txBody>
      </p:sp>
    </p:spTree>
    <p:custDataLst>
      <p:tags r:id="rId7"/>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多边形: 形状 5"/>
          <p:cNvSpPr/>
          <p:nvPr userDrawn="1">
            <p:custDataLst>
              <p:tags r:id="rId1"/>
            </p:custDataLst>
          </p:nvPr>
        </p:nvSpPr>
        <p:spPr>
          <a:xfrm rot="10800000" flipH="1">
            <a:off x="-1" y="-1"/>
            <a:ext cx="3309257" cy="6858001"/>
          </a:xfrm>
          <a:custGeom>
            <a:avLst/>
            <a:gdLst>
              <a:gd name="connsiteX0" fmla="*/ 0 w 3309257"/>
              <a:gd name="connsiteY0" fmla="*/ 6858001 h 6858001"/>
              <a:gd name="connsiteX1" fmla="*/ 3309257 w 3309257"/>
              <a:gd name="connsiteY1" fmla="*/ 6858001 h 6858001"/>
              <a:gd name="connsiteX2" fmla="*/ 1718889 w 3309257"/>
              <a:gd name="connsiteY2" fmla="*/ 0 h 6858001"/>
              <a:gd name="connsiteX3" fmla="*/ 0 w 3309257"/>
              <a:gd name="connsiteY3" fmla="*/ 0 h 6858001"/>
            </a:gdLst>
            <a:ahLst/>
            <a:cxnLst>
              <a:cxn ang="0">
                <a:pos x="connsiteX0" y="connsiteY0"/>
              </a:cxn>
              <a:cxn ang="0">
                <a:pos x="connsiteX1" y="connsiteY1"/>
              </a:cxn>
              <a:cxn ang="0">
                <a:pos x="connsiteX2" y="connsiteY2"/>
              </a:cxn>
              <a:cxn ang="0">
                <a:pos x="connsiteX3" y="connsiteY3"/>
              </a:cxn>
            </a:cxnLst>
            <a:rect l="l" t="t" r="r" b="b"/>
            <a:pathLst>
              <a:path w="3309257" h="6858001">
                <a:moveTo>
                  <a:pt x="0" y="6858001"/>
                </a:moveTo>
                <a:lnTo>
                  <a:pt x="3309257" y="6858001"/>
                </a:lnTo>
                <a:lnTo>
                  <a:pt x="1718889" y="0"/>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dirty="0"/>
          </a:p>
        </p:txBody>
      </p:sp>
      <p:sp>
        <p:nvSpPr>
          <p:cNvPr id="8" name="任意多边形: 形状 6"/>
          <p:cNvSpPr/>
          <p:nvPr userDrawn="1">
            <p:custDataLst>
              <p:tags r:id="rId2"/>
            </p:custDataLst>
          </p:nvPr>
        </p:nvSpPr>
        <p:spPr>
          <a:xfrm rot="11574254">
            <a:off x="2509618" y="-200140"/>
            <a:ext cx="971535" cy="7258276"/>
          </a:xfrm>
          <a:custGeom>
            <a:avLst/>
            <a:gdLst>
              <a:gd name="connsiteX0" fmla="*/ 0 w 971535"/>
              <a:gd name="connsiteY0" fmla="*/ 7258276 h 7258276"/>
              <a:gd name="connsiteX1" fmla="*/ 932891 w 971535"/>
              <a:gd name="connsiteY1" fmla="*/ 8853 h 7258276"/>
              <a:gd name="connsiteX2" fmla="*/ 971535 w 971535"/>
              <a:gd name="connsiteY2" fmla="*/ 0 h 7258276"/>
              <a:gd name="connsiteX3" fmla="*/ 971535 w 971535"/>
              <a:gd name="connsiteY3" fmla="*/ 7035689 h 7258276"/>
            </a:gdLst>
            <a:ahLst/>
            <a:cxnLst>
              <a:cxn ang="0">
                <a:pos x="connsiteX0" y="connsiteY0"/>
              </a:cxn>
              <a:cxn ang="0">
                <a:pos x="connsiteX1" y="connsiteY1"/>
              </a:cxn>
              <a:cxn ang="0">
                <a:pos x="connsiteX2" y="connsiteY2"/>
              </a:cxn>
              <a:cxn ang="0">
                <a:pos x="connsiteX3" y="connsiteY3"/>
              </a:cxn>
            </a:cxnLst>
            <a:rect l="l" t="t" r="r" b="b"/>
            <a:pathLst>
              <a:path w="971535" h="7258276">
                <a:moveTo>
                  <a:pt x="0" y="7258276"/>
                </a:moveTo>
                <a:lnTo>
                  <a:pt x="932891" y="8853"/>
                </a:lnTo>
                <a:lnTo>
                  <a:pt x="971535" y="0"/>
                </a:lnTo>
                <a:lnTo>
                  <a:pt x="971535" y="7035689"/>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sp>
        <p:nvSpPr>
          <p:cNvPr id="9" name="任意多边形: 形状 7"/>
          <p:cNvSpPr/>
          <p:nvPr userDrawn="1">
            <p:custDataLst>
              <p:tags r:id="rId3"/>
            </p:custDataLst>
          </p:nvPr>
        </p:nvSpPr>
        <p:spPr>
          <a:xfrm>
            <a:off x="1743317" y="3937000"/>
            <a:ext cx="1393003" cy="2921000"/>
          </a:xfrm>
          <a:custGeom>
            <a:avLst/>
            <a:gdLst>
              <a:gd name="connsiteX0" fmla="*/ 1089482 w 1393003"/>
              <a:gd name="connsiteY0" fmla="*/ 0 h 2921000"/>
              <a:gd name="connsiteX1" fmla="*/ 1393003 w 1393003"/>
              <a:gd name="connsiteY1" fmla="*/ 2921000 h 2921000"/>
              <a:gd name="connsiteX2" fmla="*/ 0 w 1393003"/>
              <a:gd name="connsiteY2" fmla="*/ 2921000 h 2921000"/>
            </a:gdLst>
            <a:ahLst/>
            <a:cxnLst>
              <a:cxn ang="0">
                <a:pos x="connsiteX0" y="connsiteY0"/>
              </a:cxn>
              <a:cxn ang="0">
                <a:pos x="connsiteX1" y="connsiteY1"/>
              </a:cxn>
              <a:cxn ang="0">
                <a:pos x="connsiteX2" y="connsiteY2"/>
              </a:cxn>
            </a:cxnLst>
            <a:rect l="l" t="t" r="r" b="b"/>
            <a:pathLst>
              <a:path w="1393003" h="2921000">
                <a:moveTo>
                  <a:pt x="1089482" y="0"/>
                </a:moveTo>
                <a:lnTo>
                  <a:pt x="1393003" y="2921000"/>
                </a:lnTo>
                <a:lnTo>
                  <a:pt x="0" y="292100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sp>
        <p:nvSpPr>
          <p:cNvPr id="28" name="文本框 27"/>
          <p:cNvSpPr txBox="1"/>
          <p:nvPr>
            <p:custDataLst>
              <p:tags r:id="rId4"/>
            </p:custDataLst>
          </p:nvPr>
        </p:nvSpPr>
        <p:spPr>
          <a:xfrm>
            <a:off x="5201285" y="801370"/>
            <a:ext cx="527685" cy="831215"/>
          </a:xfrm>
          <a:prstGeom prst="rect">
            <a:avLst/>
          </a:prstGeom>
          <a:noFill/>
        </p:spPr>
        <p:txBody>
          <a:bodyPr wrap="square" rtlCol="0">
            <a:normAutofit/>
          </a:bodyPr>
          <a:lstStyle/>
          <a:p>
            <a:r>
              <a:rPr lang="en-US" altLang="zh-CN" sz="4000" b="1" dirty="0">
                <a:solidFill>
                  <a:schemeClr val="accent2"/>
                </a:solidFill>
                <a:latin typeface="Arial" panose="020B0604020202020204" pitchFamily="34" charset="0"/>
                <a:ea typeface="微软雅黑" panose="020B0503020204020204" charset="-122"/>
                <a:cs typeface="Arial" panose="020B0604020202020204" pitchFamily="34" charset="0"/>
              </a:rPr>
              <a:t>1</a:t>
            </a:r>
            <a:endParaRPr lang="en-US" altLang="zh-CN" sz="4000" b="1" dirty="0">
              <a:solidFill>
                <a:schemeClr val="accent2"/>
              </a:solidFill>
              <a:latin typeface="Arial" panose="020B0604020202020204" pitchFamily="34" charset="0"/>
              <a:ea typeface="微软雅黑" panose="020B0503020204020204" charset="-122"/>
              <a:cs typeface="Arial" panose="020B0604020202020204" pitchFamily="34" charset="0"/>
            </a:endParaRPr>
          </a:p>
        </p:txBody>
      </p:sp>
      <p:grpSp>
        <p:nvGrpSpPr>
          <p:cNvPr id="5" name="组合 4"/>
          <p:cNvGrpSpPr/>
          <p:nvPr>
            <p:custDataLst>
              <p:tags r:id="rId5"/>
            </p:custDataLst>
          </p:nvPr>
        </p:nvGrpSpPr>
        <p:grpSpPr>
          <a:xfrm>
            <a:off x="4693920" y="1007745"/>
            <a:ext cx="279400" cy="347980"/>
            <a:chOff x="9072" y="2431"/>
            <a:chExt cx="440" cy="548"/>
          </a:xfrm>
        </p:grpSpPr>
        <p:sp>
          <p:nvSpPr>
            <p:cNvPr id="34" name="任意多边形: 形状 33"/>
            <p:cNvSpPr/>
            <p:nvPr>
              <p:custDataLst>
                <p:tags r:id="rId6"/>
              </p:custDataLst>
            </p:nvPr>
          </p:nvSpPr>
          <p:spPr>
            <a:xfrm rot="697528">
              <a:off x="9072" y="2431"/>
              <a:ext cx="390" cy="548"/>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800" b="1" dirty="0">
                <a:solidFill>
                  <a:schemeClr val="tx1">
                    <a:lumMod val="85000"/>
                    <a:lumOff val="15000"/>
                  </a:schemeClr>
                </a:solidFill>
              </a:endParaRPr>
            </a:p>
          </p:txBody>
        </p:sp>
        <p:sp>
          <p:nvSpPr>
            <p:cNvPr id="35" name="等腰三角形 34"/>
            <p:cNvSpPr/>
            <p:nvPr>
              <p:custDataLst>
                <p:tags r:id="rId7"/>
              </p:custDataLst>
            </p:nvPr>
          </p:nvSpPr>
          <p:spPr>
            <a:xfrm>
              <a:off x="9170" y="2474"/>
              <a:ext cx="343" cy="46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1200" b="1">
                <a:solidFill>
                  <a:schemeClr val="tx1">
                    <a:lumMod val="85000"/>
                    <a:lumOff val="15000"/>
                  </a:schemeClr>
                </a:solidFill>
              </a:endParaRPr>
            </a:p>
          </p:txBody>
        </p:sp>
      </p:grpSp>
      <p:sp>
        <p:nvSpPr>
          <p:cNvPr id="29" name="文本框 28"/>
          <p:cNvSpPr txBox="1"/>
          <p:nvPr>
            <p:custDataLst>
              <p:tags r:id="rId8"/>
            </p:custDataLst>
          </p:nvPr>
        </p:nvSpPr>
        <p:spPr>
          <a:xfrm>
            <a:off x="5201285" y="1982470"/>
            <a:ext cx="527685" cy="831215"/>
          </a:xfrm>
          <a:prstGeom prst="rect">
            <a:avLst/>
          </a:prstGeom>
          <a:noFill/>
        </p:spPr>
        <p:txBody>
          <a:bodyPr wrap="square" rtlCol="0">
            <a:normAutofit/>
          </a:bodyPr>
          <a:lstStyle/>
          <a:p>
            <a:r>
              <a:rPr lang="en-US" altLang="zh-CN" sz="4000" b="1">
                <a:solidFill>
                  <a:schemeClr val="accent2"/>
                </a:solidFill>
                <a:latin typeface="Arial" panose="020B0604020202020204" pitchFamily="34" charset="0"/>
                <a:ea typeface="微软雅黑" panose="020B0503020204020204" charset="-122"/>
                <a:cs typeface="Arial" panose="020B0604020202020204" pitchFamily="34" charset="0"/>
              </a:rPr>
              <a:t>2</a:t>
            </a:r>
            <a:endParaRPr lang="en-US" altLang="zh-CN" sz="4000" b="1">
              <a:solidFill>
                <a:schemeClr val="accent2"/>
              </a:solidFill>
              <a:latin typeface="Arial" panose="020B0604020202020204" pitchFamily="34" charset="0"/>
              <a:ea typeface="微软雅黑" panose="020B0503020204020204" charset="-122"/>
              <a:cs typeface="Arial" panose="020B0604020202020204" pitchFamily="34" charset="0"/>
            </a:endParaRPr>
          </a:p>
        </p:txBody>
      </p:sp>
      <p:grpSp>
        <p:nvGrpSpPr>
          <p:cNvPr id="6" name="组合 5"/>
          <p:cNvGrpSpPr/>
          <p:nvPr>
            <p:custDataLst>
              <p:tags r:id="rId9"/>
            </p:custDataLst>
          </p:nvPr>
        </p:nvGrpSpPr>
        <p:grpSpPr>
          <a:xfrm>
            <a:off x="4693920" y="2224405"/>
            <a:ext cx="279400" cy="347980"/>
            <a:chOff x="9072" y="4347"/>
            <a:chExt cx="440" cy="548"/>
          </a:xfrm>
        </p:grpSpPr>
        <p:sp>
          <p:nvSpPr>
            <p:cNvPr id="37" name="任意多边形: 形状 36"/>
            <p:cNvSpPr/>
            <p:nvPr>
              <p:custDataLst>
                <p:tags r:id="rId10"/>
              </p:custDataLst>
            </p:nvPr>
          </p:nvSpPr>
          <p:spPr>
            <a:xfrm rot="697528">
              <a:off x="9072" y="4347"/>
              <a:ext cx="390" cy="548"/>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800" b="1">
                <a:solidFill>
                  <a:schemeClr val="tx1">
                    <a:lumMod val="85000"/>
                    <a:lumOff val="15000"/>
                  </a:schemeClr>
                </a:solidFill>
              </a:endParaRPr>
            </a:p>
          </p:txBody>
        </p:sp>
        <p:sp>
          <p:nvSpPr>
            <p:cNvPr id="38" name="等腰三角形 37"/>
            <p:cNvSpPr/>
            <p:nvPr>
              <p:custDataLst>
                <p:tags r:id="rId11"/>
              </p:custDataLst>
            </p:nvPr>
          </p:nvSpPr>
          <p:spPr>
            <a:xfrm>
              <a:off x="9170" y="4390"/>
              <a:ext cx="343" cy="46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1200" b="1">
                <a:solidFill>
                  <a:schemeClr val="tx1">
                    <a:lumMod val="85000"/>
                    <a:lumOff val="15000"/>
                  </a:schemeClr>
                </a:solidFill>
              </a:endParaRPr>
            </a:p>
          </p:txBody>
        </p:sp>
      </p:grpSp>
      <p:sp>
        <p:nvSpPr>
          <p:cNvPr id="30" name="文本框 29"/>
          <p:cNvSpPr txBox="1"/>
          <p:nvPr>
            <p:custDataLst>
              <p:tags r:id="rId12"/>
            </p:custDataLst>
          </p:nvPr>
        </p:nvSpPr>
        <p:spPr>
          <a:xfrm>
            <a:off x="5201285" y="3162935"/>
            <a:ext cx="527685" cy="831215"/>
          </a:xfrm>
          <a:prstGeom prst="rect">
            <a:avLst/>
          </a:prstGeom>
          <a:noFill/>
        </p:spPr>
        <p:txBody>
          <a:bodyPr wrap="square" rtlCol="0">
            <a:normAutofit/>
          </a:bodyPr>
          <a:lstStyle/>
          <a:p>
            <a:r>
              <a:rPr lang="en-US" altLang="zh-CN" sz="4000" b="1">
                <a:solidFill>
                  <a:schemeClr val="accent2"/>
                </a:solidFill>
                <a:uFillTx/>
                <a:latin typeface="Arial" panose="020B0604020202020204" pitchFamily="34" charset="0"/>
                <a:ea typeface="微软雅黑" panose="020B0503020204020204" charset="-122"/>
                <a:cs typeface="Arial" panose="020B0604020202020204" pitchFamily="34" charset="0"/>
              </a:rPr>
              <a:t>3</a:t>
            </a:r>
            <a:endParaRPr lang="en-US" altLang="zh-CN" sz="4000" b="1">
              <a:solidFill>
                <a:schemeClr val="accent2"/>
              </a:solidFill>
              <a:uFillTx/>
              <a:latin typeface="Arial" panose="020B0604020202020204" pitchFamily="34" charset="0"/>
              <a:ea typeface="微软雅黑" panose="020B0503020204020204" charset="-122"/>
              <a:cs typeface="Arial" panose="020B0604020202020204" pitchFamily="34" charset="0"/>
            </a:endParaRPr>
          </a:p>
        </p:txBody>
      </p:sp>
      <p:grpSp>
        <p:nvGrpSpPr>
          <p:cNvPr id="7" name="组合 6"/>
          <p:cNvGrpSpPr/>
          <p:nvPr>
            <p:custDataLst>
              <p:tags r:id="rId13"/>
            </p:custDataLst>
          </p:nvPr>
        </p:nvGrpSpPr>
        <p:grpSpPr>
          <a:xfrm>
            <a:off x="4693920" y="3404870"/>
            <a:ext cx="279400" cy="347980"/>
            <a:chOff x="9072" y="6206"/>
            <a:chExt cx="440" cy="548"/>
          </a:xfrm>
        </p:grpSpPr>
        <p:sp>
          <p:nvSpPr>
            <p:cNvPr id="40" name="任意多边形: 形状 39"/>
            <p:cNvSpPr/>
            <p:nvPr>
              <p:custDataLst>
                <p:tags r:id="rId14"/>
              </p:custDataLst>
            </p:nvPr>
          </p:nvSpPr>
          <p:spPr>
            <a:xfrm rot="697528">
              <a:off x="9072" y="6206"/>
              <a:ext cx="390" cy="548"/>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800" b="1">
                <a:solidFill>
                  <a:schemeClr val="tx1">
                    <a:lumMod val="85000"/>
                    <a:lumOff val="15000"/>
                  </a:schemeClr>
                </a:solidFill>
              </a:endParaRPr>
            </a:p>
          </p:txBody>
        </p:sp>
        <p:sp>
          <p:nvSpPr>
            <p:cNvPr id="41" name="等腰三角形 40"/>
            <p:cNvSpPr/>
            <p:nvPr>
              <p:custDataLst>
                <p:tags r:id="rId15"/>
              </p:custDataLst>
            </p:nvPr>
          </p:nvSpPr>
          <p:spPr>
            <a:xfrm>
              <a:off x="9170" y="6249"/>
              <a:ext cx="343" cy="46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1200" b="1">
                <a:solidFill>
                  <a:schemeClr val="tx1">
                    <a:lumMod val="85000"/>
                    <a:lumOff val="15000"/>
                  </a:schemeClr>
                </a:solidFill>
              </a:endParaRPr>
            </a:p>
          </p:txBody>
        </p:sp>
      </p:grpSp>
      <p:sp>
        <p:nvSpPr>
          <p:cNvPr id="31" name="文本框 30"/>
          <p:cNvSpPr txBox="1"/>
          <p:nvPr>
            <p:custDataLst>
              <p:tags r:id="rId16"/>
            </p:custDataLst>
          </p:nvPr>
        </p:nvSpPr>
        <p:spPr>
          <a:xfrm>
            <a:off x="5201285" y="4343400"/>
            <a:ext cx="527685" cy="831215"/>
          </a:xfrm>
          <a:prstGeom prst="rect">
            <a:avLst/>
          </a:prstGeom>
          <a:noFill/>
        </p:spPr>
        <p:txBody>
          <a:bodyPr wrap="square" rtlCol="0">
            <a:normAutofit/>
          </a:bodyPr>
          <a:lstStyle/>
          <a:p>
            <a:r>
              <a:rPr lang="en-US" altLang="zh-CN" sz="4000" b="1">
                <a:solidFill>
                  <a:schemeClr val="accent2"/>
                </a:solidFill>
                <a:uFillTx/>
                <a:latin typeface="Arial" panose="020B0604020202020204" pitchFamily="34" charset="0"/>
                <a:ea typeface="微软雅黑" panose="020B0503020204020204" charset="-122"/>
                <a:cs typeface="Arial" panose="020B0604020202020204" pitchFamily="34" charset="0"/>
              </a:rPr>
              <a:t>4</a:t>
            </a:r>
            <a:endParaRPr lang="en-US" altLang="zh-CN" sz="4000" b="1">
              <a:solidFill>
                <a:schemeClr val="accent2"/>
              </a:solidFill>
              <a:uFillTx/>
              <a:latin typeface="Arial" panose="020B0604020202020204" pitchFamily="34" charset="0"/>
              <a:ea typeface="微软雅黑" panose="020B0503020204020204" charset="-122"/>
              <a:cs typeface="Arial" panose="020B0604020202020204" pitchFamily="34" charset="0"/>
            </a:endParaRPr>
          </a:p>
        </p:txBody>
      </p:sp>
      <p:grpSp>
        <p:nvGrpSpPr>
          <p:cNvPr id="14" name="组合 13"/>
          <p:cNvGrpSpPr/>
          <p:nvPr>
            <p:custDataLst>
              <p:tags r:id="rId17"/>
            </p:custDataLst>
          </p:nvPr>
        </p:nvGrpSpPr>
        <p:grpSpPr>
          <a:xfrm>
            <a:off x="4693920" y="4585335"/>
            <a:ext cx="279400" cy="347980"/>
            <a:chOff x="9072" y="8065"/>
            <a:chExt cx="440" cy="548"/>
          </a:xfrm>
        </p:grpSpPr>
        <p:sp>
          <p:nvSpPr>
            <p:cNvPr id="43" name="任意多边形: 形状 42"/>
            <p:cNvSpPr/>
            <p:nvPr>
              <p:custDataLst>
                <p:tags r:id="rId18"/>
              </p:custDataLst>
            </p:nvPr>
          </p:nvSpPr>
          <p:spPr>
            <a:xfrm rot="697528">
              <a:off x="9072" y="8065"/>
              <a:ext cx="390" cy="548"/>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800" b="1">
                <a:solidFill>
                  <a:schemeClr val="tx1">
                    <a:lumMod val="85000"/>
                    <a:lumOff val="15000"/>
                  </a:schemeClr>
                </a:solidFill>
              </a:endParaRPr>
            </a:p>
          </p:txBody>
        </p:sp>
        <p:sp>
          <p:nvSpPr>
            <p:cNvPr id="44" name="等腰三角形 43"/>
            <p:cNvSpPr/>
            <p:nvPr>
              <p:custDataLst>
                <p:tags r:id="rId19"/>
              </p:custDataLst>
            </p:nvPr>
          </p:nvSpPr>
          <p:spPr>
            <a:xfrm>
              <a:off x="9170" y="8108"/>
              <a:ext cx="343" cy="46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1200" b="1">
                <a:solidFill>
                  <a:schemeClr val="tx1">
                    <a:lumMod val="85000"/>
                    <a:lumOff val="15000"/>
                  </a:schemeClr>
                </a:solidFill>
              </a:endParaRPr>
            </a:p>
          </p:txBody>
        </p:sp>
      </p:grpSp>
      <p:sp>
        <p:nvSpPr>
          <p:cNvPr id="13" name="文本框 12"/>
          <p:cNvSpPr txBox="1"/>
          <p:nvPr>
            <p:custDataLst>
              <p:tags r:id="rId20"/>
            </p:custDataLst>
          </p:nvPr>
        </p:nvSpPr>
        <p:spPr>
          <a:xfrm>
            <a:off x="6141720" y="702311"/>
            <a:ext cx="2879725" cy="861060"/>
          </a:xfrm>
          <a:prstGeom prst="rect">
            <a:avLst/>
          </a:prstGeom>
          <a:noFill/>
        </p:spPr>
        <p:txBody>
          <a:bodyPr wrap="square" rtlCol="0" anchor="ctr">
            <a:normAutofit fontScale="80000"/>
          </a:bodyPr>
          <a:lstStyle/>
          <a:p>
            <a:r>
              <a:rPr lang="zh-CN" altLang="en-US" sz="3500" b="1" spc="150">
                <a:solidFill>
                  <a:schemeClr val="accent2"/>
                </a:solidFill>
                <a:latin typeface="Arial" panose="020B0604020202020204" pitchFamily="34" charset="0"/>
                <a:ea typeface="微软雅黑" panose="020B0503020204020204" charset="-122"/>
                <a:cs typeface="微软雅黑" panose="020B0503020204020204" charset="-122"/>
                <a:sym typeface="+mn-lt"/>
              </a:rPr>
              <a:t>需求分析的任务</a:t>
            </a:r>
            <a:endParaRPr lang="zh-CN" altLang="en-US" sz="3500" b="1" spc="150">
              <a:solidFill>
                <a:schemeClr val="accent2"/>
              </a:solidFill>
              <a:latin typeface="Arial" panose="020B0604020202020204" pitchFamily="34" charset="0"/>
              <a:ea typeface="微软雅黑" panose="020B0503020204020204" charset="-122"/>
              <a:cs typeface="微软雅黑" panose="020B0503020204020204" charset="-122"/>
              <a:sym typeface="+mn-lt"/>
            </a:endParaRPr>
          </a:p>
        </p:txBody>
      </p:sp>
      <p:sp>
        <p:nvSpPr>
          <p:cNvPr id="66" name="文本框 65"/>
          <p:cNvSpPr txBox="1"/>
          <p:nvPr>
            <p:custDataLst>
              <p:tags r:id="rId21"/>
            </p:custDataLst>
          </p:nvPr>
        </p:nvSpPr>
        <p:spPr>
          <a:xfrm>
            <a:off x="6141720" y="1883410"/>
            <a:ext cx="3100070" cy="861060"/>
          </a:xfrm>
          <a:prstGeom prst="rect">
            <a:avLst/>
          </a:prstGeom>
          <a:noFill/>
        </p:spPr>
        <p:txBody>
          <a:bodyPr wrap="square" rtlCol="0" anchor="ctr">
            <a:noAutofit/>
          </a:bodyPr>
          <a:lstStyle/>
          <a:p>
            <a:pPr algn="l">
              <a:buClrTx/>
              <a:buSzTx/>
              <a:buFontTx/>
            </a:pPr>
            <a:r>
              <a:rPr lang="zh-CN" altLang="en-US" sz="2800" b="1" spc="150">
                <a:solidFill>
                  <a:schemeClr val="accent2"/>
                </a:solidFill>
                <a:latin typeface="Arial" panose="020B0604020202020204" pitchFamily="34" charset="0"/>
                <a:ea typeface="微软雅黑" panose="020B0503020204020204" charset="-122"/>
                <a:cs typeface="微软雅黑" panose="020B0503020204020204" charset="-122"/>
                <a:sym typeface="+mn-lt"/>
              </a:rPr>
              <a:t>需求获取的方法</a:t>
            </a:r>
            <a:endParaRPr lang="zh-CN" altLang="en-US" sz="2800" b="1" spc="150">
              <a:solidFill>
                <a:schemeClr val="accent2"/>
              </a:solidFill>
              <a:latin typeface="Arial" panose="020B0604020202020204" pitchFamily="34" charset="0"/>
              <a:ea typeface="微软雅黑" panose="020B0503020204020204" charset="-122"/>
              <a:cs typeface="微软雅黑" panose="020B0503020204020204" charset="-122"/>
              <a:sym typeface="+mn-lt"/>
            </a:endParaRPr>
          </a:p>
        </p:txBody>
      </p:sp>
      <p:sp>
        <p:nvSpPr>
          <p:cNvPr id="68" name="文本框 67"/>
          <p:cNvSpPr txBox="1"/>
          <p:nvPr>
            <p:custDataLst>
              <p:tags r:id="rId22"/>
            </p:custDataLst>
          </p:nvPr>
        </p:nvSpPr>
        <p:spPr>
          <a:xfrm>
            <a:off x="6141720" y="3064511"/>
            <a:ext cx="2879725" cy="861060"/>
          </a:xfrm>
          <a:prstGeom prst="rect">
            <a:avLst/>
          </a:prstGeom>
          <a:noFill/>
        </p:spPr>
        <p:txBody>
          <a:bodyPr wrap="square" rtlCol="0" anchor="ctr">
            <a:normAutofit/>
          </a:bodyPr>
          <a:lstStyle/>
          <a:p>
            <a:pPr algn="l">
              <a:buClrTx/>
              <a:buSzTx/>
              <a:buFontTx/>
            </a:pPr>
            <a:r>
              <a:rPr lang="zh-CN" altLang="en-US" sz="2800" b="1" spc="150">
                <a:solidFill>
                  <a:schemeClr val="accent2"/>
                </a:solidFill>
                <a:latin typeface="Arial" panose="020B0604020202020204" pitchFamily="34" charset="0"/>
                <a:ea typeface="微软雅黑" panose="020B0503020204020204" charset="-122"/>
                <a:cs typeface="微软雅黑" panose="020B0503020204020204" charset="-122"/>
                <a:sym typeface="+mn-lt"/>
              </a:rPr>
              <a:t>实体-联系图</a:t>
            </a:r>
            <a:endParaRPr lang="zh-CN" altLang="en-US" sz="2800" b="1" spc="150">
              <a:solidFill>
                <a:schemeClr val="accent2"/>
              </a:solidFill>
              <a:latin typeface="Arial" panose="020B0604020202020204" pitchFamily="34" charset="0"/>
              <a:ea typeface="微软雅黑" panose="020B0503020204020204" charset="-122"/>
              <a:cs typeface="微软雅黑" panose="020B0503020204020204" charset="-122"/>
              <a:sym typeface="+mn-lt"/>
            </a:endParaRPr>
          </a:p>
        </p:txBody>
      </p:sp>
      <p:sp>
        <p:nvSpPr>
          <p:cNvPr id="70" name="文本框 69"/>
          <p:cNvSpPr txBox="1"/>
          <p:nvPr>
            <p:custDataLst>
              <p:tags r:id="rId23"/>
            </p:custDataLst>
          </p:nvPr>
        </p:nvSpPr>
        <p:spPr>
          <a:xfrm>
            <a:off x="6141720" y="4245611"/>
            <a:ext cx="2879725" cy="861060"/>
          </a:xfrm>
          <a:prstGeom prst="rect">
            <a:avLst/>
          </a:prstGeom>
          <a:noFill/>
        </p:spPr>
        <p:txBody>
          <a:bodyPr wrap="square" rtlCol="0" anchor="ctr">
            <a:normAutofit/>
          </a:bodyPr>
          <a:lstStyle/>
          <a:p>
            <a:r>
              <a:rPr lang="zh-CN" altLang="en-US" sz="2800" b="1" spc="150">
                <a:solidFill>
                  <a:schemeClr val="accent2"/>
                </a:solidFill>
                <a:latin typeface="Arial" panose="020B0604020202020204" pitchFamily="34" charset="0"/>
                <a:ea typeface="微软雅黑" panose="020B0503020204020204" charset="-122"/>
                <a:cs typeface="微软雅黑" panose="020B0503020204020204" charset="-122"/>
                <a:sym typeface="+mn-lt"/>
              </a:rPr>
              <a:t>状态转换图</a:t>
            </a:r>
            <a:endParaRPr lang="zh-CN" altLang="en-US" sz="2800" b="1" spc="150">
              <a:solidFill>
                <a:schemeClr val="accent2"/>
              </a:solidFill>
              <a:latin typeface="Arial" panose="020B0604020202020204" pitchFamily="34" charset="0"/>
              <a:ea typeface="微软雅黑" panose="020B0503020204020204" charset="-122"/>
              <a:cs typeface="微软雅黑" panose="020B0503020204020204" charset="-122"/>
              <a:sym typeface="+mn-lt"/>
            </a:endParaRPr>
          </a:p>
        </p:txBody>
      </p:sp>
      <p:sp>
        <p:nvSpPr>
          <p:cNvPr id="3" name="文本框 2"/>
          <p:cNvSpPr txBox="1"/>
          <p:nvPr>
            <p:custDataLst>
              <p:tags r:id="rId24"/>
            </p:custDataLst>
          </p:nvPr>
        </p:nvSpPr>
        <p:spPr>
          <a:xfrm>
            <a:off x="582295" y="457200"/>
            <a:ext cx="1402080" cy="829945"/>
          </a:xfrm>
          <a:prstGeom prst="rect">
            <a:avLst/>
          </a:prstGeom>
          <a:noFill/>
        </p:spPr>
        <p:txBody>
          <a:bodyPr wrap="square" rtlCol="0">
            <a:normAutofit/>
          </a:bodyPr>
          <a:lstStyle/>
          <a:p>
            <a:r>
              <a:rPr lang="zh-CN" altLang="en-US" sz="4800">
                <a:solidFill>
                  <a:schemeClr val="bg1"/>
                </a:solidFill>
                <a:uFillTx/>
                <a:latin typeface="Arial" panose="020B0604020202020204" pitchFamily="34" charset="0"/>
                <a:ea typeface="汉仪旗黑-85S" panose="00020600040101010101" pitchFamily="18" charset="-122"/>
              </a:rPr>
              <a:t>目录</a:t>
            </a:r>
            <a:endParaRPr lang="zh-CN" altLang="en-US" sz="4800">
              <a:solidFill>
                <a:schemeClr val="bg1"/>
              </a:solidFill>
              <a:uFillTx/>
              <a:latin typeface="Arial" panose="020B0604020202020204" pitchFamily="34" charset="0"/>
              <a:ea typeface="汉仪旗黑-85S" panose="00020600040101010101" pitchFamily="18" charset="-122"/>
            </a:endParaRPr>
          </a:p>
        </p:txBody>
      </p:sp>
      <p:sp>
        <p:nvSpPr>
          <p:cNvPr id="4" name="文本框 3"/>
          <p:cNvSpPr txBox="1"/>
          <p:nvPr>
            <p:custDataLst>
              <p:tags r:id="rId25"/>
            </p:custDataLst>
          </p:nvPr>
        </p:nvSpPr>
        <p:spPr>
          <a:xfrm>
            <a:off x="645795" y="1224915"/>
            <a:ext cx="1598295" cy="400050"/>
          </a:xfrm>
          <a:prstGeom prst="rect">
            <a:avLst/>
          </a:prstGeom>
          <a:noFill/>
        </p:spPr>
        <p:txBody>
          <a:bodyPr wrap="square" rtlCol="0">
            <a:normAutofit/>
          </a:bodyPr>
          <a:lstStyle/>
          <a:p>
            <a:r>
              <a:rPr lang="en-US" altLang="zh-CN" sz="2000">
                <a:solidFill>
                  <a:schemeClr val="bg1"/>
                </a:solidFill>
                <a:latin typeface="Arial" panose="020B0604020202020204" pitchFamily="34" charset="0"/>
                <a:ea typeface="微软雅黑" panose="020B0503020204020204" charset="-122"/>
                <a:cs typeface="Arial" panose="020B0604020202020204" pitchFamily="34" charset="0"/>
              </a:rPr>
              <a:t>CONTENTS</a:t>
            </a:r>
            <a:endParaRPr lang="en-US" altLang="zh-CN" sz="2000">
              <a:solidFill>
                <a:schemeClr val="bg1"/>
              </a:solidFill>
              <a:latin typeface="Arial" panose="020B0604020202020204" pitchFamily="34" charset="0"/>
              <a:ea typeface="微软雅黑" panose="020B0503020204020204" charset="-122"/>
              <a:cs typeface="Arial" panose="020B0604020202020204" pitchFamily="34" charset="0"/>
            </a:endParaRPr>
          </a:p>
        </p:txBody>
      </p:sp>
      <p:sp>
        <p:nvSpPr>
          <p:cNvPr id="10" name="文本框 9"/>
          <p:cNvSpPr txBox="1"/>
          <p:nvPr>
            <p:custDataLst>
              <p:tags r:id="rId26"/>
            </p:custDataLst>
          </p:nvPr>
        </p:nvSpPr>
        <p:spPr>
          <a:xfrm>
            <a:off x="5168900" y="5329555"/>
            <a:ext cx="527685" cy="831215"/>
          </a:xfrm>
          <a:prstGeom prst="rect">
            <a:avLst/>
          </a:prstGeom>
          <a:noFill/>
        </p:spPr>
        <p:txBody>
          <a:bodyPr wrap="square" rtlCol="0">
            <a:normAutofit/>
          </a:bodyPr>
          <a:p>
            <a:r>
              <a:rPr lang="en-US" altLang="zh-CN" sz="4000" b="1" dirty="0">
                <a:solidFill>
                  <a:schemeClr val="accent2"/>
                </a:solidFill>
                <a:latin typeface="Arial" panose="020B0604020202020204" pitchFamily="34" charset="0"/>
                <a:ea typeface="微软雅黑" panose="020B0503020204020204" charset="-122"/>
                <a:cs typeface="Arial" panose="020B0604020202020204" pitchFamily="34" charset="0"/>
              </a:rPr>
              <a:t>5</a:t>
            </a:r>
            <a:endParaRPr lang="en-US" altLang="zh-CN" sz="4000" b="1" dirty="0">
              <a:solidFill>
                <a:schemeClr val="accent2"/>
              </a:solidFill>
              <a:latin typeface="Arial" panose="020B0604020202020204" pitchFamily="34" charset="0"/>
              <a:ea typeface="微软雅黑" panose="020B0503020204020204" charset="-122"/>
              <a:cs typeface="Arial" panose="020B0604020202020204" pitchFamily="34" charset="0"/>
            </a:endParaRPr>
          </a:p>
        </p:txBody>
      </p:sp>
      <p:grpSp>
        <p:nvGrpSpPr>
          <p:cNvPr id="11" name="组合 10"/>
          <p:cNvGrpSpPr/>
          <p:nvPr>
            <p:custDataLst>
              <p:tags r:id="rId27"/>
            </p:custDataLst>
          </p:nvPr>
        </p:nvGrpSpPr>
        <p:grpSpPr>
          <a:xfrm>
            <a:off x="4661535" y="5535930"/>
            <a:ext cx="279400" cy="347980"/>
            <a:chOff x="9072" y="2431"/>
            <a:chExt cx="440" cy="548"/>
          </a:xfrm>
        </p:grpSpPr>
        <p:sp>
          <p:nvSpPr>
            <p:cNvPr id="12" name="任意多边形: 形状 33"/>
            <p:cNvSpPr/>
            <p:nvPr>
              <p:custDataLst>
                <p:tags r:id="rId28"/>
              </p:custDataLst>
            </p:nvPr>
          </p:nvSpPr>
          <p:spPr>
            <a:xfrm rot="697528">
              <a:off x="9072" y="2431"/>
              <a:ext cx="390" cy="548"/>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sz="2800" b="1" dirty="0">
                <a:solidFill>
                  <a:schemeClr val="tx1">
                    <a:lumMod val="85000"/>
                    <a:lumOff val="15000"/>
                  </a:schemeClr>
                </a:solidFill>
              </a:endParaRPr>
            </a:p>
          </p:txBody>
        </p:sp>
        <p:sp>
          <p:nvSpPr>
            <p:cNvPr id="15" name="等腰三角形 14"/>
            <p:cNvSpPr/>
            <p:nvPr>
              <p:custDataLst>
                <p:tags r:id="rId29"/>
              </p:custDataLst>
            </p:nvPr>
          </p:nvSpPr>
          <p:spPr>
            <a:xfrm>
              <a:off x="9170" y="2474"/>
              <a:ext cx="343" cy="46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p>
              <a:pPr algn="ctr"/>
              <a:endParaRPr lang="zh-CN" altLang="en-US" sz="11200" b="1">
                <a:solidFill>
                  <a:schemeClr val="tx1">
                    <a:lumMod val="85000"/>
                    <a:lumOff val="15000"/>
                  </a:schemeClr>
                </a:solidFill>
              </a:endParaRPr>
            </a:p>
          </p:txBody>
        </p:sp>
      </p:grpSp>
      <p:sp>
        <p:nvSpPr>
          <p:cNvPr id="16" name="文本框 15"/>
          <p:cNvSpPr txBox="1"/>
          <p:nvPr>
            <p:custDataLst>
              <p:tags r:id="rId30"/>
            </p:custDataLst>
          </p:nvPr>
        </p:nvSpPr>
        <p:spPr>
          <a:xfrm>
            <a:off x="6141720" y="5287646"/>
            <a:ext cx="2879725" cy="861060"/>
          </a:xfrm>
          <a:prstGeom prst="rect">
            <a:avLst/>
          </a:prstGeom>
          <a:noFill/>
        </p:spPr>
        <p:txBody>
          <a:bodyPr wrap="square" rtlCol="0" anchor="ctr">
            <a:normAutofit/>
          </a:bodyPr>
          <a:p>
            <a:r>
              <a:rPr lang="zh-CN" altLang="en-US" sz="2800" b="1" spc="150">
                <a:solidFill>
                  <a:schemeClr val="accent2"/>
                </a:solidFill>
                <a:latin typeface="Arial" panose="020B0604020202020204" pitchFamily="34" charset="0"/>
                <a:ea typeface="微软雅黑" panose="020B0503020204020204" charset="-122"/>
                <a:cs typeface="微软雅黑" panose="020B0503020204020204" charset="-122"/>
                <a:sym typeface="+mn-lt"/>
              </a:rPr>
              <a:t>软件需求验证</a:t>
            </a:r>
            <a:endParaRPr lang="zh-CN" altLang="en-US" sz="2800" b="1" spc="150">
              <a:solidFill>
                <a:schemeClr val="accent2"/>
              </a:solidFill>
              <a:latin typeface="Arial" panose="020B0604020202020204" pitchFamily="34" charset="0"/>
              <a:ea typeface="微软雅黑" panose="020B0503020204020204" charset="-122"/>
              <a:cs typeface="微软雅黑" panose="020B0503020204020204" charset="-122"/>
              <a:sym typeface="+mn-lt"/>
            </a:endParaRPr>
          </a:p>
        </p:txBody>
      </p:sp>
    </p:spTree>
    <p:custDataLst>
      <p:tags r:id="rId3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66360" y="417975"/>
            <a:ext cx="3960000" cy="882000"/>
          </a:xfrm>
        </p:spPr>
        <p:txBody>
          <a:bodyPr/>
          <a:p>
            <a:pPr algn="ctr"/>
            <a:r>
              <a:rPr lang="zh-CN" altLang="en-US" sz="2400"/>
              <a:t>需</a:t>
            </a:r>
            <a:r>
              <a:rPr lang="en-US" altLang="zh-CN" sz="2400"/>
              <a:t> </a:t>
            </a:r>
            <a:r>
              <a:rPr lang="zh-CN" altLang="en-US" sz="2400"/>
              <a:t>求</a:t>
            </a:r>
            <a:r>
              <a:rPr lang="en-US" altLang="zh-CN" sz="2400"/>
              <a:t> </a:t>
            </a:r>
            <a:r>
              <a:rPr lang="zh-CN" altLang="en-US" sz="2400"/>
              <a:t>分</a:t>
            </a:r>
            <a:r>
              <a:rPr lang="en-US" altLang="zh-CN" sz="2400"/>
              <a:t> </a:t>
            </a:r>
            <a:r>
              <a:rPr lang="zh-CN" altLang="en-US" sz="2400"/>
              <a:t>析</a:t>
            </a:r>
            <a:endParaRPr lang="zh-CN" altLang="en-US" sz="2400"/>
          </a:p>
        </p:txBody>
      </p:sp>
      <p:sp>
        <p:nvSpPr>
          <p:cNvPr id="3" name="文本占位符 2"/>
          <p:cNvSpPr>
            <a:spLocks noGrp="1"/>
          </p:cNvSpPr>
          <p:nvPr>
            <p:ph type="body" sz="quarter" idx="13"/>
          </p:nvPr>
        </p:nvSpPr>
        <p:spPr>
          <a:xfrm>
            <a:off x="179070" y="1284605"/>
            <a:ext cx="4459605" cy="2402840"/>
          </a:xfrm>
        </p:spPr>
        <p:txBody>
          <a:bodyPr>
            <a:normAutofit/>
          </a:bodyPr>
          <a:p>
            <a:pPr>
              <a:lnSpc>
                <a:spcPct val="170000"/>
              </a:lnSpc>
            </a:pPr>
            <a:r>
              <a:rPr lang="zh-CN" altLang="en-US" sz="1400" b="1">
                <a:solidFill>
                  <a:srgbClr val="FF0000"/>
                </a:solidFill>
                <a:sym typeface="+mn-ea"/>
              </a:rPr>
              <a:t>需求分析</a:t>
            </a:r>
            <a:r>
              <a:rPr lang="zh-CN" altLang="en-US" sz="1400" b="1">
                <a:sym typeface="+mn-ea"/>
              </a:rPr>
              <a:t>是系统工程和软件工程中的一个正式过程</a:t>
            </a:r>
            <a:r>
              <a:rPr lang="zh-CN" altLang="en-US" sz="1400" b="1"/>
              <a:t>。是系统化地</a:t>
            </a:r>
            <a:r>
              <a:rPr lang="zh-CN" altLang="en-US" sz="1400" b="1">
                <a:solidFill>
                  <a:srgbClr val="55D5FF"/>
                </a:solidFill>
              </a:rPr>
              <a:t>研究、提炼、文档化和验证</a:t>
            </a:r>
            <a:r>
              <a:rPr lang="zh-CN" altLang="en-US" sz="1400" b="1"/>
              <a:t>用户对软件系统的</a:t>
            </a:r>
            <a:r>
              <a:rPr lang="zh-CN" altLang="en-US" sz="1400" b="1">
                <a:solidFill>
                  <a:srgbClr val="FF0000"/>
                </a:solidFill>
              </a:rPr>
              <a:t>需要和约束</a:t>
            </a:r>
            <a:r>
              <a:rPr lang="zh-CN" altLang="en-US" sz="1400" b="1"/>
              <a:t>的过程。</a:t>
            </a:r>
            <a:r>
              <a:rPr lang="zh-CN" altLang="en-US" sz="1400" b="1">
                <a:sym typeface="+mn-ea"/>
              </a:rPr>
              <a:t>为系统开发建立一致、完整、准确且可行的需求集合。</a:t>
            </a:r>
            <a:r>
              <a:rPr lang="zh-CN" altLang="en-US" sz="1400" b="1"/>
              <a:t>它回答一个根本问题：“</a:t>
            </a:r>
            <a:r>
              <a:rPr lang="zh-CN" altLang="en-US" sz="1400" b="1">
                <a:solidFill>
                  <a:srgbClr val="FF0000"/>
                </a:solidFill>
              </a:rPr>
              <a:t>系统到底应该做什么？”</a:t>
            </a:r>
            <a:endParaRPr lang="zh-CN" altLang="en-US" sz="1400" b="1">
              <a:solidFill>
                <a:srgbClr val="FF0000"/>
              </a:solidFill>
            </a:endParaRPr>
          </a:p>
          <a:p>
            <a:endParaRPr lang="zh-CN" altLang="en-US" sz="1400" b="1">
              <a:solidFill>
                <a:srgbClr val="FF0000"/>
              </a:solidFill>
            </a:endParaRPr>
          </a:p>
        </p:txBody>
      </p:sp>
      <p:pic>
        <p:nvPicPr>
          <p:cNvPr id="6" name="图片 5"/>
          <p:cNvPicPr>
            <a:picLocks noChangeAspect="1"/>
          </p:cNvPicPr>
          <p:nvPr/>
        </p:nvPicPr>
        <p:blipFill>
          <a:blip r:embed="rId1"/>
          <a:stretch>
            <a:fillRect/>
          </a:stretch>
        </p:blipFill>
        <p:spPr>
          <a:xfrm>
            <a:off x="0" y="3650615"/>
            <a:ext cx="4819650" cy="2498090"/>
          </a:xfrm>
          <a:prstGeom prst="rect">
            <a:avLst/>
          </a:prstGeom>
        </p:spPr>
      </p:pic>
      <p:pic>
        <p:nvPicPr>
          <p:cNvPr id="9" name="图片 8"/>
          <p:cNvPicPr>
            <a:picLocks noChangeAspect="1"/>
          </p:cNvPicPr>
          <p:nvPr/>
        </p:nvPicPr>
        <p:blipFill>
          <a:blip r:embed="rId2"/>
          <a:stretch>
            <a:fillRect/>
          </a:stretch>
        </p:blipFill>
        <p:spPr>
          <a:xfrm>
            <a:off x="4819650" y="0"/>
            <a:ext cx="7372350" cy="1913255"/>
          </a:xfrm>
          <a:prstGeom prst="rect">
            <a:avLst/>
          </a:prstGeom>
          <a:ln>
            <a:solidFill>
              <a:schemeClr val="accent1"/>
            </a:solidFill>
          </a:ln>
        </p:spPr>
      </p:pic>
      <p:pic>
        <p:nvPicPr>
          <p:cNvPr id="10" name="图片 9"/>
          <p:cNvPicPr>
            <a:picLocks noChangeAspect="1"/>
          </p:cNvPicPr>
          <p:nvPr/>
        </p:nvPicPr>
        <p:blipFill>
          <a:blip r:embed="rId3"/>
          <a:stretch>
            <a:fillRect/>
          </a:stretch>
        </p:blipFill>
        <p:spPr>
          <a:xfrm>
            <a:off x="4819650" y="1984375"/>
            <a:ext cx="7372350" cy="2589530"/>
          </a:xfrm>
          <a:prstGeom prst="rect">
            <a:avLst/>
          </a:prstGeom>
          <a:ln>
            <a:solidFill>
              <a:schemeClr val="accent1"/>
            </a:solidFill>
          </a:ln>
        </p:spPr>
      </p:pic>
      <p:pic>
        <p:nvPicPr>
          <p:cNvPr id="13" name="图片 12"/>
          <p:cNvPicPr>
            <a:picLocks noChangeAspect="1"/>
          </p:cNvPicPr>
          <p:nvPr/>
        </p:nvPicPr>
        <p:blipFill>
          <a:blip r:embed="rId4"/>
          <a:srcRect l="20854"/>
          <a:stretch>
            <a:fillRect/>
          </a:stretch>
        </p:blipFill>
        <p:spPr>
          <a:xfrm>
            <a:off x="5287010" y="4645025"/>
            <a:ext cx="3319145" cy="983615"/>
          </a:xfrm>
          <a:prstGeom prst="rect">
            <a:avLst/>
          </a:prstGeom>
        </p:spPr>
      </p:pic>
      <p:pic>
        <p:nvPicPr>
          <p:cNvPr id="14" name="图片 13"/>
          <p:cNvPicPr>
            <a:picLocks noChangeAspect="1"/>
          </p:cNvPicPr>
          <p:nvPr/>
        </p:nvPicPr>
        <p:blipFill>
          <a:blip r:embed="rId5"/>
          <a:srcRect l="19064"/>
          <a:stretch>
            <a:fillRect/>
          </a:stretch>
        </p:blipFill>
        <p:spPr>
          <a:xfrm>
            <a:off x="8956675" y="4645025"/>
            <a:ext cx="3237230" cy="930275"/>
          </a:xfrm>
          <a:prstGeom prst="rect">
            <a:avLst/>
          </a:prstGeom>
        </p:spPr>
      </p:pic>
      <p:pic>
        <p:nvPicPr>
          <p:cNvPr id="15" name="图片 14"/>
          <p:cNvPicPr>
            <a:picLocks noChangeAspect="1"/>
          </p:cNvPicPr>
          <p:nvPr/>
        </p:nvPicPr>
        <p:blipFill>
          <a:blip r:embed="rId6"/>
          <a:stretch>
            <a:fillRect/>
          </a:stretch>
        </p:blipFill>
        <p:spPr>
          <a:xfrm>
            <a:off x="5125720" y="5754370"/>
            <a:ext cx="3480435" cy="958215"/>
          </a:xfrm>
          <a:prstGeom prst="rect">
            <a:avLst/>
          </a:prstGeom>
        </p:spPr>
      </p:pic>
      <p:sp>
        <p:nvSpPr>
          <p:cNvPr id="16" name="文本框 15"/>
          <p:cNvSpPr txBox="1"/>
          <p:nvPr/>
        </p:nvSpPr>
        <p:spPr>
          <a:xfrm>
            <a:off x="4901565" y="4772025"/>
            <a:ext cx="220980" cy="535940"/>
          </a:xfrm>
          <a:prstGeom prst="rect">
            <a:avLst/>
          </a:prstGeom>
          <a:noFill/>
        </p:spPr>
        <p:txBody>
          <a:bodyPr wrap="square" rtlCol="0">
            <a:noAutofit/>
          </a:bodyPr>
          <a:p>
            <a:r>
              <a:rPr lang="zh-CN" altLang="en-US" sz="1200" b="1">
                <a:solidFill>
                  <a:srgbClr val="FF0000"/>
                </a:solidFill>
              </a:rPr>
              <a:t>表达性</a:t>
            </a:r>
            <a:endParaRPr lang="zh-CN" altLang="en-US" sz="1200" b="1">
              <a:solidFill>
                <a:srgbClr val="FF0000"/>
              </a:solidFill>
            </a:endParaRPr>
          </a:p>
        </p:txBody>
      </p:sp>
      <p:sp>
        <p:nvSpPr>
          <p:cNvPr id="17" name="文本框 16"/>
          <p:cNvSpPr txBox="1"/>
          <p:nvPr/>
        </p:nvSpPr>
        <p:spPr>
          <a:xfrm>
            <a:off x="4888230" y="5866130"/>
            <a:ext cx="220980" cy="535940"/>
          </a:xfrm>
          <a:prstGeom prst="rect">
            <a:avLst/>
          </a:prstGeom>
          <a:noFill/>
        </p:spPr>
        <p:txBody>
          <a:bodyPr wrap="square" rtlCol="0">
            <a:noAutofit/>
          </a:bodyPr>
          <a:p>
            <a:r>
              <a:rPr lang="zh-CN" altLang="en-US" sz="1200" b="1">
                <a:solidFill>
                  <a:srgbClr val="FF0000"/>
                </a:solidFill>
              </a:rPr>
              <a:t>抽象层次</a:t>
            </a:r>
            <a:endParaRPr lang="zh-CN" altLang="en-US" sz="1200" b="1">
              <a:solidFill>
                <a:srgbClr val="FF0000"/>
              </a:solidFill>
            </a:endParaRPr>
          </a:p>
        </p:txBody>
      </p:sp>
      <p:sp>
        <p:nvSpPr>
          <p:cNvPr id="18" name="文本框 17"/>
          <p:cNvSpPr txBox="1"/>
          <p:nvPr/>
        </p:nvSpPr>
        <p:spPr>
          <a:xfrm>
            <a:off x="8696325" y="4842510"/>
            <a:ext cx="220980" cy="535940"/>
          </a:xfrm>
          <a:prstGeom prst="rect">
            <a:avLst/>
          </a:prstGeom>
          <a:noFill/>
        </p:spPr>
        <p:txBody>
          <a:bodyPr wrap="square" rtlCol="0">
            <a:noAutofit/>
          </a:bodyPr>
          <a:p>
            <a:r>
              <a:rPr lang="zh-CN" altLang="en-US" sz="1200" b="1">
                <a:solidFill>
                  <a:srgbClr val="FF0000"/>
                </a:solidFill>
              </a:rPr>
              <a:t>稳定性</a:t>
            </a:r>
            <a:endParaRPr lang="zh-CN" altLang="en-US" sz="1200" b="1">
              <a:solidFill>
                <a:srgbClr val="FF0000"/>
              </a:solidFill>
            </a:endParaRPr>
          </a:p>
        </p:txBody>
      </p:sp>
    </p:spTree>
    <p:custDataLst>
      <p:tags r:id="rId7"/>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3"/>
          <p:cNvSpPr>
            <a:spLocks noGrp="1"/>
          </p:cNvSpPr>
          <p:nvPr>
            <p:ph type="title"/>
            <p:custDataLst>
              <p:tags r:id="rId1"/>
            </p:custDataLst>
          </p:nvPr>
        </p:nvSpPr>
        <p:spPr>
          <a:xfrm>
            <a:off x="502555" y="390670"/>
            <a:ext cx="3960000" cy="882000"/>
          </a:xfrm>
        </p:spPr>
        <p:txBody>
          <a:bodyPr>
            <a:normAutofit/>
          </a:bodyPr>
          <a:lstStyle/>
          <a:p>
            <a:pPr algn="ctr"/>
            <a:r>
              <a:rPr lang="zh-CN" altLang="en-US" sz="2400" spc="200" dirty="0">
                <a:latin typeface="+mn-ea"/>
                <a:ea typeface="+mn-ea"/>
              </a:rPr>
              <a:t>需求分析的任务</a:t>
            </a:r>
            <a:endParaRPr lang="zh-CN" altLang="en-US" sz="2400" spc="200" dirty="0">
              <a:latin typeface="+mn-ea"/>
              <a:ea typeface="+mn-ea"/>
            </a:endParaRPr>
          </a:p>
        </p:txBody>
      </p:sp>
      <p:grpSp>
        <p:nvGrpSpPr>
          <p:cNvPr id="22" name="组合 21"/>
          <p:cNvGrpSpPr/>
          <p:nvPr/>
        </p:nvGrpSpPr>
        <p:grpSpPr>
          <a:xfrm>
            <a:off x="6050915" y="855345"/>
            <a:ext cx="4674235" cy="2993320"/>
            <a:chOff x="4836" y="2856"/>
            <a:chExt cx="8412" cy="5295"/>
          </a:xfrm>
        </p:grpSpPr>
        <p:grpSp>
          <p:nvGrpSpPr>
            <p:cNvPr id="24" name="组合 23"/>
            <p:cNvGrpSpPr/>
            <p:nvPr/>
          </p:nvGrpSpPr>
          <p:grpSpPr>
            <a:xfrm rot="0">
              <a:off x="6638" y="2856"/>
              <a:ext cx="5185" cy="4922"/>
              <a:chOff x="5426" y="2415"/>
              <a:chExt cx="7154" cy="6676"/>
            </a:xfrm>
          </p:grpSpPr>
          <p:sp>
            <p:nvSpPr>
              <p:cNvPr id="25" name="椭圆 24"/>
              <p:cNvSpPr/>
              <p:nvPr/>
            </p:nvSpPr>
            <p:spPr>
              <a:xfrm>
                <a:off x="7364" y="4289"/>
                <a:ext cx="3278" cy="3153"/>
              </a:xfrm>
              <a:prstGeom prst="ellipse">
                <a:avLst/>
              </a:prstGeom>
              <a:solidFill>
                <a:schemeClr val="accent1">
                  <a:lumMod val="5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600" b="1">
                    <a:solidFill>
                      <a:srgbClr val="FFFF00"/>
                    </a:solidFill>
                  </a:rPr>
                  <a:t>对系统的综合要求</a:t>
                </a:r>
                <a:endParaRPr lang="zh-CN" altLang="en-US" sz="1600" b="1">
                  <a:solidFill>
                    <a:srgbClr val="FFFF00"/>
                  </a:solidFill>
                </a:endParaRPr>
              </a:p>
            </p:txBody>
          </p:sp>
          <p:grpSp>
            <p:nvGrpSpPr>
              <p:cNvPr id="26" name="组合 25"/>
              <p:cNvGrpSpPr/>
              <p:nvPr/>
            </p:nvGrpSpPr>
            <p:grpSpPr>
              <a:xfrm>
                <a:off x="5426" y="2415"/>
                <a:ext cx="7155" cy="6677"/>
                <a:chOff x="5028" y="1820"/>
                <a:chExt cx="7980" cy="7485"/>
              </a:xfrm>
            </p:grpSpPr>
            <p:sp>
              <p:nvSpPr>
                <p:cNvPr id="28" name="椭圆 27"/>
                <p:cNvSpPr/>
                <p:nvPr/>
              </p:nvSpPr>
              <p:spPr>
                <a:xfrm>
                  <a:off x="5271" y="2042"/>
                  <a:ext cx="7493" cy="7263"/>
                </a:xfrm>
                <a:prstGeom prst="ellipse">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9" name="椭圆 28"/>
                <p:cNvSpPr/>
                <p:nvPr/>
              </p:nvSpPr>
              <p:spPr>
                <a:xfrm>
                  <a:off x="11314" y="2750"/>
                  <a:ext cx="412" cy="398"/>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4" name="椭圆 33"/>
                <p:cNvSpPr/>
                <p:nvPr/>
              </p:nvSpPr>
              <p:spPr>
                <a:xfrm>
                  <a:off x="12596" y="4803"/>
                  <a:ext cx="412" cy="398"/>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5" name="椭圆 34"/>
                <p:cNvSpPr/>
                <p:nvPr/>
              </p:nvSpPr>
              <p:spPr>
                <a:xfrm>
                  <a:off x="12092" y="7262"/>
                  <a:ext cx="412" cy="398"/>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6" name="椭圆 35"/>
                <p:cNvSpPr/>
                <p:nvPr/>
              </p:nvSpPr>
              <p:spPr>
                <a:xfrm>
                  <a:off x="7469" y="8907"/>
                  <a:ext cx="412" cy="398"/>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8" name="椭圆 37"/>
                <p:cNvSpPr/>
                <p:nvPr/>
              </p:nvSpPr>
              <p:spPr>
                <a:xfrm>
                  <a:off x="5742" y="7522"/>
                  <a:ext cx="412" cy="398"/>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9" name="椭圆 38"/>
                <p:cNvSpPr/>
                <p:nvPr/>
              </p:nvSpPr>
              <p:spPr>
                <a:xfrm>
                  <a:off x="5028" y="5201"/>
                  <a:ext cx="412" cy="398"/>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0" name="椭圆 39"/>
                <p:cNvSpPr/>
                <p:nvPr/>
              </p:nvSpPr>
              <p:spPr>
                <a:xfrm>
                  <a:off x="6264" y="2750"/>
                  <a:ext cx="412" cy="398"/>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1" name="椭圆 40"/>
                <p:cNvSpPr/>
                <p:nvPr/>
              </p:nvSpPr>
              <p:spPr>
                <a:xfrm>
                  <a:off x="8812" y="1820"/>
                  <a:ext cx="412" cy="398"/>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2" name="椭圆 41"/>
                <p:cNvSpPr/>
                <p:nvPr/>
              </p:nvSpPr>
              <p:spPr>
                <a:xfrm>
                  <a:off x="10231" y="8816"/>
                  <a:ext cx="412" cy="398"/>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grpSp>
        <p:sp>
          <p:nvSpPr>
            <p:cNvPr id="43" name="文本框 42"/>
            <p:cNvSpPr txBox="1"/>
            <p:nvPr/>
          </p:nvSpPr>
          <p:spPr>
            <a:xfrm>
              <a:off x="10510" y="3137"/>
              <a:ext cx="1645" cy="623"/>
            </a:xfrm>
            <a:prstGeom prst="rect">
              <a:avLst/>
            </a:prstGeom>
            <a:solidFill>
              <a:schemeClr val="bg1"/>
            </a:solidFill>
          </p:spPr>
          <p:txBody>
            <a:bodyPr wrap="square" rtlCol="0">
              <a:noAutofit/>
            </a:bodyPr>
            <a:p>
              <a:pPr algn="l">
                <a:lnSpc>
                  <a:spcPct val="70000"/>
                </a:lnSpc>
              </a:pPr>
              <a:r>
                <a:rPr lang="zh-CN" altLang="en-US" sz="1400" b="1">
                  <a:solidFill>
                    <a:schemeClr val="accent3"/>
                  </a:solidFill>
                  <a:sym typeface="+mn-ea"/>
                </a:rPr>
                <a:t>性能需求</a:t>
              </a:r>
              <a:endParaRPr lang="zh-CN" altLang="en-US" sz="1400" b="1">
                <a:solidFill>
                  <a:schemeClr val="accent3"/>
                </a:solidFill>
                <a:sym typeface="+mn-ea"/>
              </a:endParaRPr>
            </a:p>
          </p:txBody>
        </p:sp>
        <p:sp>
          <p:nvSpPr>
            <p:cNvPr id="44" name="文本框 43"/>
            <p:cNvSpPr txBox="1"/>
            <p:nvPr/>
          </p:nvSpPr>
          <p:spPr>
            <a:xfrm>
              <a:off x="11228" y="4620"/>
              <a:ext cx="1787" cy="575"/>
            </a:xfrm>
            <a:prstGeom prst="rect">
              <a:avLst/>
            </a:prstGeom>
            <a:solidFill>
              <a:schemeClr val="bg1"/>
            </a:solidFill>
          </p:spPr>
          <p:txBody>
            <a:bodyPr wrap="square" rtlCol="0">
              <a:noAutofit/>
            </a:bodyPr>
            <a:p>
              <a:pPr algn="l">
                <a:lnSpc>
                  <a:spcPct val="70000"/>
                </a:lnSpc>
              </a:pPr>
              <a:r>
                <a:rPr lang="zh-CN" altLang="en-US" sz="1400" b="1">
                  <a:solidFill>
                    <a:srgbClr val="C00000"/>
                  </a:solidFill>
                  <a:sym typeface="+mn-ea"/>
                </a:rPr>
                <a:t>接口需求</a:t>
              </a:r>
              <a:endParaRPr lang="zh-CN" altLang="en-US" sz="1400" b="1">
                <a:solidFill>
                  <a:schemeClr val="tx1"/>
                </a:solidFill>
                <a:sym typeface="+mn-ea"/>
              </a:endParaRPr>
            </a:p>
            <a:p>
              <a:pPr algn="l">
                <a:lnSpc>
                  <a:spcPct val="110000"/>
                </a:lnSpc>
              </a:pPr>
              <a:endParaRPr lang="zh-CN" altLang="en-US" sz="1400" b="1">
                <a:solidFill>
                  <a:schemeClr val="tx1"/>
                </a:solidFill>
              </a:endParaRPr>
            </a:p>
          </p:txBody>
        </p:sp>
        <p:sp>
          <p:nvSpPr>
            <p:cNvPr id="45" name="文本框 44"/>
            <p:cNvSpPr txBox="1"/>
            <p:nvPr/>
          </p:nvSpPr>
          <p:spPr>
            <a:xfrm>
              <a:off x="11085" y="6138"/>
              <a:ext cx="1930" cy="637"/>
            </a:xfrm>
            <a:prstGeom prst="rect">
              <a:avLst/>
            </a:prstGeom>
            <a:solidFill>
              <a:schemeClr val="bg1"/>
            </a:solidFill>
          </p:spPr>
          <p:txBody>
            <a:bodyPr wrap="square" rtlCol="0">
              <a:noAutofit/>
            </a:bodyPr>
            <a:p>
              <a:pPr algn="l">
                <a:lnSpc>
                  <a:spcPct val="110000"/>
                </a:lnSpc>
              </a:pPr>
              <a:r>
                <a:rPr lang="zh-CN" altLang="en-US" sz="1400" b="1">
                  <a:solidFill>
                    <a:srgbClr val="00B0F0"/>
                  </a:solidFill>
                  <a:sym typeface="+mn-ea"/>
                </a:rPr>
                <a:t>逆行需求</a:t>
              </a:r>
              <a:endParaRPr lang="zh-CN" altLang="en-US" sz="1400" b="1">
                <a:solidFill>
                  <a:srgbClr val="00B0F0"/>
                </a:solidFill>
                <a:sym typeface="+mn-ea"/>
              </a:endParaRPr>
            </a:p>
          </p:txBody>
        </p:sp>
        <p:sp>
          <p:nvSpPr>
            <p:cNvPr id="46" name="文本框 45"/>
            <p:cNvSpPr txBox="1"/>
            <p:nvPr/>
          </p:nvSpPr>
          <p:spPr>
            <a:xfrm>
              <a:off x="5301" y="6251"/>
              <a:ext cx="2075" cy="638"/>
            </a:xfrm>
            <a:prstGeom prst="rect">
              <a:avLst/>
            </a:prstGeom>
            <a:solidFill>
              <a:schemeClr val="bg1"/>
            </a:solidFill>
          </p:spPr>
          <p:txBody>
            <a:bodyPr wrap="square" rtlCol="0">
              <a:noAutofit/>
            </a:bodyPr>
            <a:p>
              <a:pPr algn="ctr">
                <a:lnSpc>
                  <a:spcPct val="130000"/>
                </a:lnSpc>
              </a:pPr>
              <a:r>
                <a:rPr lang="zh-CN" altLang="en-US" sz="1400" b="1">
                  <a:gradFill>
                    <a:gsLst>
                      <a:gs pos="50000">
                        <a:schemeClr val="accent3"/>
                      </a:gs>
                      <a:gs pos="0">
                        <a:schemeClr val="accent3">
                          <a:lumMod val="25000"/>
                          <a:lumOff val="75000"/>
                        </a:schemeClr>
                      </a:gs>
                      <a:gs pos="100000">
                        <a:schemeClr val="accent3">
                          <a:lumMod val="85000"/>
                        </a:schemeClr>
                      </a:gs>
                    </a:gsLst>
                    <a:lin ang="5400000" scaled="1"/>
                  </a:gradFill>
                  <a:sym typeface="+mn-ea"/>
                </a:rPr>
                <a:t>约束</a:t>
              </a:r>
              <a:endParaRPr lang="zh-CN" altLang="en-US" sz="1400" b="1">
                <a:gradFill>
                  <a:gsLst>
                    <a:gs pos="50000">
                      <a:schemeClr val="accent3"/>
                    </a:gs>
                    <a:gs pos="0">
                      <a:schemeClr val="accent3">
                        <a:lumMod val="25000"/>
                        <a:lumOff val="75000"/>
                      </a:schemeClr>
                    </a:gs>
                    <a:gs pos="100000">
                      <a:schemeClr val="accent3">
                        <a:lumMod val="85000"/>
                      </a:schemeClr>
                    </a:gs>
                  </a:gsLst>
                  <a:lin ang="5400000" scaled="1"/>
                </a:gradFill>
                <a:sym typeface="+mn-ea"/>
              </a:endParaRPr>
            </a:p>
          </p:txBody>
        </p:sp>
        <p:sp>
          <p:nvSpPr>
            <p:cNvPr id="47" name="文本框 46"/>
            <p:cNvSpPr txBox="1"/>
            <p:nvPr/>
          </p:nvSpPr>
          <p:spPr>
            <a:xfrm>
              <a:off x="6137" y="2976"/>
              <a:ext cx="1650" cy="784"/>
            </a:xfrm>
            <a:prstGeom prst="rect">
              <a:avLst/>
            </a:prstGeom>
            <a:solidFill>
              <a:schemeClr val="bg1"/>
            </a:solidFill>
          </p:spPr>
          <p:txBody>
            <a:bodyPr wrap="square" rtlCol="0">
              <a:noAutofit/>
            </a:bodyPr>
            <a:p>
              <a:pPr algn="l">
                <a:lnSpc>
                  <a:spcPct val="130000"/>
                </a:lnSpc>
                <a:buClrTx/>
                <a:buSzTx/>
                <a:buFontTx/>
              </a:pPr>
              <a:r>
                <a:rPr lang="zh-CN" altLang="en-US" sz="1400" b="1">
                  <a:solidFill>
                    <a:srgbClr val="92D050"/>
                  </a:solidFill>
                </a:rPr>
                <a:t>功能需求</a:t>
              </a:r>
              <a:endParaRPr lang="zh-CN" altLang="en-US" sz="1400" b="1">
                <a:solidFill>
                  <a:srgbClr val="92D050"/>
                </a:solidFill>
              </a:endParaRPr>
            </a:p>
          </p:txBody>
        </p:sp>
        <p:sp>
          <p:nvSpPr>
            <p:cNvPr id="48" name="文本框 47"/>
            <p:cNvSpPr txBox="1"/>
            <p:nvPr/>
          </p:nvSpPr>
          <p:spPr>
            <a:xfrm>
              <a:off x="10004" y="7442"/>
              <a:ext cx="3244" cy="709"/>
            </a:xfrm>
            <a:prstGeom prst="rect">
              <a:avLst/>
            </a:prstGeom>
            <a:solidFill>
              <a:schemeClr val="bg1"/>
            </a:solidFill>
          </p:spPr>
          <p:txBody>
            <a:bodyPr wrap="square" rtlCol="0">
              <a:noAutofit/>
            </a:bodyPr>
            <a:p>
              <a:pPr algn="l">
                <a:lnSpc>
                  <a:spcPct val="110000"/>
                </a:lnSpc>
              </a:pPr>
              <a:r>
                <a:rPr lang="zh-CN" altLang="en-US" sz="1400" b="1">
                  <a:solidFill>
                    <a:srgbClr val="00B050"/>
                  </a:solidFill>
                  <a:sym typeface="+mn-ea"/>
                </a:rPr>
                <a:t>将来可能提出的需求</a:t>
              </a:r>
              <a:endParaRPr lang="zh-CN" altLang="en-US" sz="1400" b="1">
                <a:solidFill>
                  <a:srgbClr val="00B050"/>
                </a:solidFill>
                <a:sym typeface="+mn-ea"/>
              </a:endParaRPr>
            </a:p>
          </p:txBody>
        </p:sp>
        <p:sp>
          <p:nvSpPr>
            <p:cNvPr id="49" name="文本框 48"/>
            <p:cNvSpPr txBox="1"/>
            <p:nvPr/>
          </p:nvSpPr>
          <p:spPr>
            <a:xfrm>
              <a:off x="4917" y="7367"/>
              <a:ext cx="3592" cy="754"/>
            </a:xfrm>
            <a:prstGeom prst="rect">
              <a:avLst/>
            </a:prstGeom>
            <a:solidFill>
              <a:schemeClr val="bg1"/>
            </a:solidFill>
          </p:spPr>
          <p:txBody>
            <a:bodyPr wrap="square" rtlCol="0">
              <a:noAutofit/>
            </a:bodyPr>
            <a:p>
              <a:pPr algn="r">
                <a:lnSpc>
                  <a:spcPct val="130000"/>
                </a:lnSpc>
              </a:pPr>
              <a:r>
                <a:rPr lang="zh-CN" altLang="en-US" sz="1400" b="1">
                  <a:solidFill>
                    <a:srgbClr val="FFC000"/>
                  </a:solidFill>
                  <a:sym typeface="+mn-ea"/>
                </a:rPr>
                <a:t>可靠性和可用性需求</a:t>
              </a:r>
              <a:endParaRPr lang="zh-CN" altLang="en-US" sz="1400" b="1">
                <a:solidFill>
                  <a:srgbClr val="FFC000"/>
                </a:solidFill>
                <a:sym typeface="+mn-ea"/>
              </a:endParaRPr>
            </a:p>
          </p:txBody>
        </p:sp>
        <p:sp>
          <p:nvSpPr>
            <p:cNvPr id="50" name="文本框 49"/>
            <p:cNvSpPr txBox="1"/>
            <p:nvPr/>
          </p:nvSpPr>
          <p:spPr>
            <a:xfrm>
              <a:off x="4836" y="4683"/>
              <a:ext cx="2266" cy="665"/>
            </a:xfrm>
            <a:prstGeom prst="rect">
              <a:avLst/>
            </a:prstGeom>
            <a:solidFill>
              <a:schemeClr val="bg1"/>
            </a:solidFill>
          </p:spPr>
          <p:txBody>
            <a:bodyPr wrap="square" rtlCol="0">
              <a:noAutofit/>
            </a:bodyPr>
            <a:p>
              <a:pPr algn="r">
                <a:lnSpc>
                  <a:spcPct val="130000"/>
                </a:lnSpc>
              </a:pPr>
              <a:r>
                <a:rPr lang="zh-CN" altLang="en-US" sz="1400" b="1">
                  <a:solidFill>
                    <a:srgbClr val="C00000"/>
                  </a:solidFill>
                  <a:sym typeface="+mn-ea"/>
                </a:rPr>
                <a:t>出错处理需求</a:t>
              </a:r>
              <a:endParaRPr lang="zh-CN" altLang="en-US" sz="1400" b="1">
                <a:solidFill>
                  <a:srgbClr val="C00000"/>
                </a:solidFill>
                <a:sym typeface="+mn-ea"/>
              </a:endParaRPr>
            </a:p>
          </p:txBody>
        </p:sp>
      </p:grpSp>
      <p:sp>
        <p:nvSpPr>
          <p:cNvPr id="4" name="文本框 3"/>
          <p:cNvSpPr txBox="1"/>
          <p:nvPr/>
        </p:nvSpPr>
        <p:spPr>
          <a:xfrm>
            <a:off x="4955540" y="4102100"/>
            <a:ext cx="6928485" cy="2460625"/>
          </a:xfrm>
          <a:prstGeom prst="rect">
            <a:avLst/>
          </a:prstGeom>
          <a:noFill/>
        </p:spPr>
        <p:txBody>
          <a:bodyPr wrap="square" rtlCol="0">
            <a:spAutoFit/>
          </a:bodyPr>
          <a:p>
            <a:pPr marL="342900" indent="-342900">
              <a:lnSpc>
                <a:spcPct val="220000"/>
              </a:lnSpc>
              <a:buFont typeface="+mj-ea"/>
              <a:buAutoNum type="circleNumDbPlain" startAt="2"/>
            </a:pPr>
            <a:r>
              <a:rPr lang="zh-CN" altLang="en-US" sz="1400" b="1">
                <a:solidFill>
                  <a:srgbClr val="FF0000"/>
                </a:solidFill>
                <a:highlight>
                  <a:srgbClr val="FFFF00"/>
                </a:highlight>
                <a:sym typeface="+mn-ea"/>
              </a:rPr>
              <a:t>分析系统的数据要求:</a:t>
            </a:r>
            <a:r>
              <a:rPr lang="zh-CN" altLang="en-US" sz="1400" b="1" dirty="0">
                <a:latin typeface="Bodoni MT Black" panose="02070A03080606020203" pitchFamily="18" charset="0"/>
                <a:sym typeface="+mn-ea"/>
              </a:rPr>
              <a:t>任何一个软件系统本质上都是</a:t>
            </a:r>
            <a:r>
              <a:rPr lang="zh-CN" altLang="en-US" sz="1400" b="1" dirty="0">
                <a:solidFill>
                  <a:srgbClr val="FF0000"/>
                </a:solidFill>
                <a:latin typeface="Bodoni MT Black" panose="02070A03080606020203" pitchFamily="18" charset="0"/>
                <a:sym typeface="+mn-ea"/>
              </a:rPr>
              <a:t>信息处理系统</a:t>
            </a:r>
            <a:r>
              <a:rPr lang="zh-CN" altLang="en-US" sz="1400" b="1" dirty="0">
                <a:latin typeface="Bodoni MT Black" panose="02070A03080606020203" pitchFamily="18" charset="0"/>
                <a:sym typeface="+mn-ea"/>
              </a:rPr>
              <a:t>，系统必须处理的信息和系统应该产生的信息在很大程度上决定了系统的面貌，对软件设计有深远影响，因此，必须分析系统的数据要求，这是软件需求分析的一个重要任务。</a:t>
            </a:r>
            <a:endParaRPr lang="zh-CN" altLang="en-US" sz="1400" b="1" dirty="0">
              <a:latin typeface="Bodoni MT Black" panose="02070A03080606020203" pitchFamily="18" charset="0"/>
              <a:sym typeface="+mn-ea"/>
            </a:endParaRPr>
          </a:p>
          <a:p>
            <a:pPr marL="342900" indent="-342900">
              <a:lnSpc>
                <a:spcPct val="220000"/>
              </a:lnSpc>
              <a:buFont typeface="+mj-ea"/>
              <a:buAutoNum type="circleNumDbPlain" startAt="3"/>
            </a:pPr>
            <a:r>
              <a:rPr lang="zh-CN" altLang="en-US" sz="1400" b="1">
                <a:solidFill>
                  <a:srgbClr val="FF0000"/>
                </a:solidFill>
                <a:highlight>
                  <a:srgbClr val="FFFF00"/>
                </a:highlight>
                <a:sym typeface="+mn-ea"/>
              </a:rPr>
              <a:t>导出系统逻辑模型：</a:t>
            </a:r>
            <a:r>
              <a:rPr lang="zh-CN" altLang="en-US" sz="1400" b="1" dirty="0">
                <a:latin typeface="Bodoni MT Black" panose="02070A03080606020203" pitchFamily="18" charset="0"/>
                <a:sym typeface="+mn-ea"/>
              </a:rPr>
              <a:t>综合上述两项分析的结果导出系统的详细的逻辑模型，通常用</a:t>
            </a:r>
            <a:r>
              <a:rPr lang="zh-CN" altLang="en-US" sz="1400" b="1" dirty="0">
                <a:solidFill>
                  <a:srgbClr val="FF0000"/>
                </a:solidFill>
                <a:latin typeface="Bodoni MT Black" panose="02070A03080606020203" pitchFamily="18" charset="0"/>
                <a:sym typeface="+mn-ea"/>
              </a:rPr>
              <a:t>数据流图</a:t>
            </a:r>
            <a:r>
              <a:rPr lang="zh-CN" altLang="en-US" sz="1400" b="1" dirty="0">
                <a:latin typeface="Bodoni MT Black" panose="02070A03080606020203" pitchFamily="18" charset="0"/>
                <a:sym typeface="+mn-ea"/>
              </a:rPr>
              <a:t>、</a:t>
            </a:r>
            <a:r>
              <a:rPr lang="zh-CN" altLang="en-US" sz="1400" b="1" dirty="0" smtClean="0">
                <a:solidFill>
                  <a:srgbClr val="FF0000"/>
                </a:solidFill>
                <a:latin typeface="Bodoni MT Black" panose="02070A03080606020203" pitchFamily="18" charset="0"/>
                <a:sym typeface="+mn-ea"/>
              </a:rPr>
              <a:t>实体</a:t>
            </a:r>
            <a:r>
              <a:rPr lang="en-US" altLang="zh-CN" sz="1400" b="1" dirty="0" smtClean="0">
                <a:solidFill>
                  <a:srgbClr val="FF0000"/>
                </a:solidFill>
                <a:latin typeface="Bodoni MT Black" panose="02070A03080606020203" pitchFamily="18" charset="0"/>
                <a:sym typeface="+mn-ea"/>
              </a:rPr>
              <a:t>-</a:t>
            </a:r>
            <a:r>
              <a:rPr lang="zh-CN" altLang="en-US" sz="1400" b="1" dirty="0" smtClean="0">
                <a:solidFill>
                  <a:srgbClr val="FF0000"/>
                </a:solidFill>
                <a:latin typeface="Bodoni MT Black" panose="02070A03080606020203" pitchFamily="18" charset="0"/>
                <a:sym typeface="+mn-ea"/>
              </a:rPr>
              <a:t>联系图</a:t>
            </a:r>
            <a:r>
              <a:rPr lang="zh-CN" altLang="en-US" sz="1400" b="1" dirty="0">
                <a:latin typeface="Bodoni MT Black" panose="02070A03080606020203" pitchFamily="18" charset="0"/>
                <a:sym typeface="+mn-ea"/>
              </a:rPr>
              <a:t>、</a:t>
            </a:r>
            <a:r>
              <a:rPr lang="zh-CN" altLang="en-US" sz="1400" b="1" dirty="0">
                <a:solidFill>
                  <a:srgbClr val="FF0000"/>
                </a:solidFill>
                <a:latin typeface="Bodoni MT Black" panose="02070A03080606020203" pitchFamily="18" charset="0"/>
                <a:sym typeface="+mn-ea"/>
              </a:rPr>
              <a:t>状态转换图</a:t>
            </a:r>
            <a:r>
              <a:rPr lang="zh-CN" altLang="en-US" sz="1400" b="1" dirty="0">
                <a:latin typeface="Bodoni MT Black" panose="02070A03080606020203" pitchFamily="18" charset="0"/>
                <a:sym typeface="+mn-ea"/>
              </a:rPr>
              <a:t>、</a:t>
            </a:r>
            <a:r>
              <a:rPr lang="zh-CN" altLang="en-US" sz="1400" b="1" dirty="0">
                <a:solidFill>
                  <a:srgbClr val="FF0000"/>
                </a:solidFill>
                <a:latin typeface="Bodoni MT Black" panose="02070A03080606020203" pitchFamily="18" charset="0"/>
                <a:sym typeface="+mn-ea"/>
              </a:rPr>
              <a:t>数据字典</a:t>
            </a:r>
            <a:r>
              <a:rPr lang="zh-CN" altLang="en-US" sz="1400" b="1" dirty="0">
                <a:latin typeface="Bodoni MT Black" panose="02070A03080606020203" pitchFamily="18" charset="0"/>
                <a:sym typeface="+mn-ea"/>
              </a:rPr>
              <a:t>和主要的</a:t>
            </a:r>
            <a:r>
              <a:rPr lang="zh-CN" altLang="en-US" sz="1400" b="1" dirty="0">
                <a:solidFill>
                  <a:srgbClr val="FF0000"/>
                </a:solidFill>
                <a:latin typeface="Bodoni MT Black" panose="02070A03080606020203" pitchFamily="18" charset="0"/>
                <a:sym typeface="+mn-ea"/>
              </a:rPr>
              <a:t>处理算法</a:t>
            </a:r>
            <a:r>
              <a:rPr lang="zh-CN" altLang="en-US" sz="1400" b="1" dirty="0">
                <a:solidFill>
                  <a:schemeClr val="tx1"/>
                </a:solidFill>
                <a:latin typeface="Bodoni MT Black" panose="02070A03080606020203" pitchFamily="18" charset="0"/>
                <a:sym typeface="+mn-ea"/>
              </a:rPr>
              <a:t>来</a:t>
            </a:r>
            <a:r>
              <a:rPr lang="zh-CN" altLang="en-US" sz="1400" b="1" dirty="0">
                <a:latin typeface="Bodoni MT Black" panose="02070A03080606020203" pitchFamily="18" charset="0"/>
                <a:sym typeface="+mn-ea"/>
              </a:rPr>
              <a:t>描述。</a:t>
            </a:r>
            <a:endParaRPr lang="en-US" altLang="zh-CN" sz="1400" b="1" dirty="0">
              <a:latin typeface="Bodoni MT Black" panose="02070A03080606020203" pitchFamily="18" charset="0"/>
              <a:sym typeface="+mn-ea"/>
            </a:endParaRPr>
          </a:p>
        </p:txBody>
      </p:sp>
      <p:sp>
        <p:nvSpPr>
          <p:cNvPr id="9" name="文本框 8"/>
          <p:cNvSpPr txBox="1"/>
          <p:nvPr/>
        </p:nvSpPr>
        <p:spPr>
          <a:xfrm>
            <a:off x="5077460" y="202565"/>
            <a:ext cx="2496820" cy="392430"/>
          </a:xfrm>
          <a:prstGeom prst="rect">
            <a:avLst/>
          </a:prstGeom>
          <a:noFill/>
        </p:spPr>
        <p:txBody>
          <a:bodyPr wrap="square" rtlCol="0">
            <a:spAutoFit/>
          </a:bodyPr>
          <a:p>
            <a:pPr marL="342900" indent="-342900" algn="l">
              <a:lnSpc>
                <a:spcPct val="140000"/>
              </a:lnSpc>
              <a:buClrTx/>
              <a:buSzTx/>
              <a:buFont typeface="+mj-ea"/>
              <a:buAutoNum type="circleNumDbPlain"/>
            </a:pPr>
            <a:r>
              <a:rPr lang="zh-CN" altLang="en-US" sz="1400" b="1">
                <a:solidFill>
                  <a:srgbClr val="FF0000"/>
                </a:solidFill>
                <a:highlight>
                  <a:srgbClr val="FFFF00"/>
                </a:highlight>
              </a:rPr>
              <a:t>确定对系统的综合要求</a:t>
            </a:r>
            <a:endParaRPr lang="zh-CN" altLang="en-US" sz="1400" b="1">
              <a:solidFill>
                <a:srgbClr val="FF0000"/>
              </a:solidFill>
              <a:highlight>
                <a:srgbClr val="FFFF00"/>
              </a:highlight>
            </a:endParaRPr>
          </a:p>
        </p:txBody>
      </p:sp>
      <p:pic>
        <p:nvPicPr>
          <p:cNvPr id="10" name="图片 9"/>
          <p:cNvPicPr>
            <a:picLocks noChangeAspect="1"/>
          </p:cNvPicPr>
          <p:nvPr/>
        </p:nvPicPr>
        <p:blipFill>
          <a:blip r:embed="rId2"/>
          <a:stretch>
            <a:fillRect/>
          </a:stretch>
        </p:blipFill>
        <p:spPr>
          <a:xfrm>
            <a:off x="3175" y="1243965"/>
            <a:ext cx="4817745" cy="2489835"/>
          </a:xfrm>
          <a:prstGeom prst="rect">
            <a:avLst/>
          </a:prstGeom>
        </p:spPr>
      </p:pic>
      <p:sp>
        <p:nvSpPr>
          <p:cNvPr id="12" name="文本占位符 1"/>
          <p:cNvSpPr>
            <a:spLocks noGrp="1"/>
          </p:cNvSpPr>
          <p:nvPr>
            <p:custDataLst>
              <p:tags r:id="rId3"/>
            </p:custDataLst>
          </p:nvPr>
        </p:nvSpPr>
        <p:spPr>
          <a:xfrm>
            <a:off x="66040" y="3825240"/>
            <a:ext cx="4661535" cy="3045460"/>
          </a:xfrm>
          <a:prstGeom prst="rect">
            <a:avLst/>
          </a:prstGeom>
        </p:spPr>
        <p:txBody>
          <a:bodyPr vert="horz" lIns="101600" tIns="0" rIns="82550" bIns="0" rtlCol="0">
            <a:normAutofit fontScale="25000"/>
          </a:bodyPr>
          <a:lstStyle>
            <a:lvl1pPr marL="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1pPr>
            <a:lvl2pPr marL="457200"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2pPr>
            <a:lvl3pPr marL="9144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3pPr>
            <a:lvl4pPr marL="13716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4pPr>
            <a:lvl5pPr marL="18288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ts val="0"/>
              </a:spcBef>
              <a:buNone/>
            </a:pPr>
            <a:r>
              <a:rPr lang="zh-CN" altLang="en-US" sz="5600" b="1" dirty="0">
                <a:solidFill>
                  <a:schemeClr val="bg2"/>
                </a:solidFill>
                <a:latin typeface="Bodoni MT Black" panose="02070A03080606020203" pitchFamily="18" charset="0"/>
                <a:sym typeface="+mn-ea"/>
              </a:rPr>
              <a:t>尽管目前有许多不同的用于需求分析的结构化分析方法，但是，所有这些分析方法都</a:t>
            </a:r>
            <a:r>
              <a:rPr lang="zh-CN" altLang="en-US" sz="5600" b="1" dirty="0">
                <a:solidFill>
                  <a:srgbClr val="FF0000"/>
                </a:solidFill>
                <a:latin typeface="Bodoni MT Black" panose="02070A03080606020203" pitchFamily="18" charset="0"/>
                <a:sym typeface="+mn-ea"/>
              </a:rPr>
              <a:t>遵守下述准则</a:t>
            </a:r>
            <a:r>
              <a:rPr lang="zh-CN" altLang="en-US" sz="5600" b="1" dirty="0">
                <a:solidFill>
                  <a:schemeClr val="bg2"/>
                </a:solidFill>
                <a:latin typeface="Bodoni MT Black" panose="02070A03080606020203" pitchFamily="18" charset="0"/>
                <a:sym typeface="+mn-ea"/>
              </a:rPr>
              <a:t>：</a:t>
            </a:r>
            <a:endParaRPr lang="zh-CN" altLang="en-US" sz="5600" b="1" dirty="0">
              <a:solidFill>
                <a:schemeClr val="bg2"/>
              </a:solidFill>
              <a:latin typeface="Bodoni MT Black" panose="02070A03080606020203" pitchFamily="18" charset="0"/>
              <a:sym typeface="+mn-ea"/>
            </a:endParaRPr>
          </a:p>
          <a:p>
            <a:pPr marL="342900" indent="-342900">
              <a:lnSpc>
                <a:spcPct val="150000"/>
              </a:lnSpc>
              <a:spcBef>
                <a:spcPts val="0"/>
              </a:spcBef>
              <a:buFont typeface="+mj-ea"/>
              <a:buAutoNum type="circleNumDbPlain"/>
            </a:pPr>
            <a:r>
              <a:rPr lang="zh-CN" altLang="en-US" sz="5600" b="1" dirty="0" smtClean="0">
                <a:solidFill>
                  <a:schemeClr val="bg2"/>
                </a:solidFill>
                <a:sym typeface="+mn-ea"/>
              </a:rPr>
              <a:t>理解并描述问题的信息域，建立</a:t>
            </a:r>
            <a:r>
              <a:rPr lang="zh-CN" altLang="en-US" sz="5600" b="1" dirty="0" smtClean="0">
                <a:solidFill>
                  <a:srgbClr val="FFFF00"/>
                </a:solidFill>
                <a:sym typeface="+mn-ea"/>
              </a:rPr>
              <a:t>数据模型</a:t>
            </a:r>
            <a:r>
              <a:rPr lang="zh-CN" altLang="en-US" sz="5600" b="1" dirty="0" smtClean="0">
                <a:solidFill>
                  <a:schemeClr val="bg2"/>
                </a:solidFill>
                <a:sym typeface="+mn-ea"/>
              </a:rPr>
              <a:t>。</a:t>
            </a:r>
            <a:endParaRPr lang="zh-CN" altLang="en-US" sz="5600" b="1" dirty="0" smtClean="0">
              <a:solidFill>
                <a:schemeClr val="bg2"/>
              </a:solidFill>
              <a:sym typeface="+mn-ea"/>
            </a:endParaRPr>
          </a:p>
          <a:p>
            <a:pPr marL="342900" indent="-342900">
              <a:lnSpc>
                <a:spcPct val="150000"/>
              </a:lnSpc>
              <a:spcBef>
                <a:spcPts val="0"/>
              </a:spcBef>
              <a:buFont typeface="+mj-ea"/>
              <a:buAutoNum type="circleNumDbPlain"/>
            </a:pPr>
            <a:r>
              <a:rPr lang="zh-CN" altLang="en-US" sz="5600" b="1" dirty="0" smtClean="0">
                <a:solidFill>
                  <a:schemeClr val="bg2"/>
                </a:solidFill>
                <a:sym typeface="+mn-ea"/>
              </a:rPr>
              <a:t>定义软件应完成的功能，建立</a:t>
            </a:r>
            <a:r>
              <a:rPr lang="zh-CN" altLang="en-US" sz="5600" b="1" dirty="0" smtClean="0">
                <a:solidFill>
                  <a:srgbClr val="FFFF00"/>
                </a:solidFill>
                <a:sym typeface="+mn-ea"/>
              </a:rPr>
              <a:t>功能模型</a:t>
            </a:r>
            <a:r>
              <a:rPr lang="zh-CN" altLang="en-US" sz="5600" b="1" dirty="0" smtClean="0">
                <a:solidFill>
                  <a:schemeClr val="bg2"/>
                </a:solidFill>
                <a:sym typeface="+mn-ea"/>
              </a:rPr>
              <a:t>。</a:t>
            </a:r>
            <a:endParaRPr lang="zh-CN" altLang="en-US" sz="5600" b="1" dirty="0" smtClean="0">
              <a:solidFill>
                <a:schemeClr val="bg2"/>
              </a:solidFill>
              <a:sym typeface="+mn-ea"/>
            </a:endParaRPr>
          </a:p>
          <a:p>
            <a:pPr marL="342900" indent="-342900">
              <a:lnSpc>
                <a:spcPct val="150000"/>
              </a:lnSpc>
              <a:spcBef>
                <a:spcPts val="0"/>
              </a:spcBef>
              <a:buFont typeface="+mj-ea"/>
              <a:buAutoNum type="circleNumDbPlain"/>
            </a:pPr>
            <a:r>
              <a:rPr lang="zh-CN" altLang="en-US" sz="5600" b="1" dirty="0" smtClean="0">
                <a:solidFill>
                  <a:schemeClr val="bg2"/>
                </a:solidFill>
                <a:sym typeface="+mn-ea"/>
              </a:rPr>
              <a:t>描述作为外部事件结果的软件行为，建立</a:t>
            </a:r>
            <a:r>
              <a:rPr lang="zh-CN" altLang="en-US" sz="5600" b="1" dirty="0" smtClean="0">
                <a:solidFill>
                  <a:srgbClr val="FFFF00"/>
                </a:solidFill>
                <a:sym typeface="+mn-ea"/>
              </a:rPr>
              <a:t>行为模型</a:t>
            </a:r>
            <a:r>
              <a:rPr lang="zh-CN" altLang="en-US" sz="5600" b="1" dirty="0" smtClean="0">
                <a:solidFill>
                  <a:schemeClr val="bg2"/>
                </a:solidFill>
                <a:sym typeface="+mn-ea"/>
              </a:rPr>
              <a:t>。</a:t>
            </a:r>
            <a:endParaRPr lang="zh-CN" altLang="en-US" sz="5600" b="1" dirty="0" smtClean="0">
              <a:solidFill>
                <a:schemeClr val="bg2"/>
              </a:solidFill>
              <a:sym typeface="+mn-ea"/>
            </a:endParaRPr>
          </a:p>
          <a:p>
            <a:pPr marL="342900" indent="-342900">
              <a:lnSpc>
                <a:spcPct val="150000"/>
              </a:lnSpc>
              <a:spcBef>
                <a:spcPts val="0"/>
              </a:spcBef>
              <a:buFont typeface="+mj-ea"/>
              <a:buAutoNum type="circleNumDbPlain"/>
            </a:pPr>
            <a:r>
              <a:rPr lang="zh-CN" altLang="en-US" sz="5600" b="1" dirty="0" smtClean="0">
                <a:solidFill>
                  <a:schemeClr val="bg2"/>
                </a:solidFill>
                <a:sym typeface="+mn-ea"/>
              </a:rPr>
              <a:t>对描述信息、功能和行为的模型进行分解，</a:t>
            </a:r>
            <a:r>
              <a:rPr lang="zh-CN" altLang="en-US" sz="5600" b="1" dirty="0" smtClean="0">
                <a:solidFill>
                  <a:srgbClr val="FFFF00"/>
                </a:solidFill>
                <a:sym typeface="+mn-ea"/>
              </a:rPr>
              <a:t>用层次的方式展示细节</a:t>
            </a:r>
            <a:r>
              <a:rPr lang="zh-CN" altLang="en-US" sz="5600" b="1" dirty="0" smtClean="0">
                <a:solidFill>
                  <a:schemeClr val="bg2"/>
                </a:solidFill>
                <a:sym typeface="+mn-ea"/>
              </a:rPr>
              <a:t>。</a:t>
            </a:r>
            <a:endParaRPr lang="zh-CN" altLang="en-US" sz="5600" b="1" dirty="0">
              <a:solidFill>
                <a:schemeClr val="bg2"/>
              </a:solidFill>
            </a:endParaRPr>
          </a:p>
          <a:p>
            <a:pPr marL="0" indent="0">
              <a:lnSpc>
                <a:spcPct val="150000"/>
              </a:lnSpc>
              <a:spcBef>
                <a:spcPts val="0"/>
              </a:spcBef>
              <a:buNone/>
            </a:pPr>
            <a:endParaRPr lang="zh-CN" altLang="en-US" sz="5600" b="1" dirty="0">
              <a:solidFill>
                <a:schemeClr val="bg2"/>
              </a:solidFill>
            </a:endParaRPr>
          </a:p>
          <a:p>
            <a:pPr marL="0" indent="0">
              <a:lnSpc>
                <a:spcPct val="150000"/>
              </a:lnSpc>
              <a:spcBef>
                <a:spcPts val="0"/>
              </a:spcBef>
              <a:buNone/>
            </a:pPr>
            <a:endParaRPr lang="zh-CN" altLang="en-US" sz="5600" dirty="0">
              <a:solidFill>
                <a:schemeClr val="bg2"/>
              </a:solidFill>
            </a:endParaRPr>
          </a:p>
          <a:p>
            <a:pPr marL="0" indent="0">
              <a:lnSpc>
                <a:spcPct val="150000"/>
              </a:lnSpc>
              <a:spcBef>
                <a:spcPts val="0"/>
              </a:spcBef>
              <a:buNone/>
            </a:pPr>
            <a:endParaRPr lang="zh-CN" altLang="en-US" sz="5600" b="1" dirty="0">
              <a:solidFill>
                <a:schemeClr val="bg2"/>
              </a:solidFill>
              <a:latin typeface="Bodoni MT Black" panose="02070A03080606020203" pitchFamily="18" charset="0"/>
            </a:endParaRPr>
          </a:p>
          <a:p>
            <a:pPr marL="0" indent="0">
              <a:spcBef>
                <a:spcPts val="0"/>
              </a:spcBef>
              <a:buNone/>
            </a:pPr>
            <a:endParaRPr lang="zh-CN" altLang="en-US" sz="5600" b="1" dirty="0">
              <a:solidFill>
                <a:schemeClr val="bg2"/>
              </a:solidFill>
              <a:latin typeface="Bodoni MT Black" panose="02070A03080606020203" pitchFamily="18" charset="0"/>
            </a:endParaRPr>
          </a:p>
        </p:txBody>
      </p:sp>
    </p:spTree>
    <p:custDataLst>
      <p:tags r:id="rId4"/>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3"/>
          <p:cNvSpPr>
            <a:spLocks noGrp="1"/>
          </p:cNvSpPr>
          <p:nvPr>
            <p:ph type="title"/>
            <p:custDataLst>
              <p:tags r:id="rId1"/>
            </p:custDataLst>
          </p:nvPr>
        </p:nvSpPr>
        <p:spPr>
          <a:xfrm>
            <a:off x="531765" y="423055"/>
            <a:ext cx="3960000" cy="882000"/>
          </a:xfrm>
        </p:spPr>
        <p:txBody>
          <a:bodyPr>
            <a:normAutofit/>
          </a:bodyPr>
          <a:lstStyle/>
          <a:p>
            <a:pPr algn="ctr"/>
            <a:r>
              <a:rPr lang="zh-CN" altLang="en-US" sz="2220" spc="150">
                <a:solidFill>
                  <a:schemeClr val="bg1"/>
                </a:solidFill>
                <a:cs typeface="微软雅黑" panose="020B0503020204020204" charset="-122"/>
                <a:sym typeface="+mn-lt"/>
              </a:rPr>
              <a:t>需求获取的方法</a:t>
            </a:r>
            <a:endParaRPr lang="zh-CN" altLang="en-US" sz="2220" spc="150">
              <a:solidFill>
                <a:schemeClr val="bg1"/>
              </a:solidFill>
              <a:cs typeface="微软雅黑" panose="020B0503020204020204" charset="-122"/>
              <a:sym typeface="+mn-lt"/>
            </a:endParaRPr>
          </a:p>
        </p:txBody>
      </p:sp>
      <p:sp>
        <p:nvSpPr>
          <p:cNvPr id="6" name="文本占位符 1"/>
          <p:cNvSpPr>
            <a:spLocks noGrp="1"/>
          </p:cNvSpPr>
          <p:nvPr>
            <p:custDataLst>
              <p:tags r:id="rId2"/>
            </p:custDataLst>
          </p:nvPr>
        </p:nvSpPr>
        <p:spPr>
          <a:xfrm>
            <a:off x="388620" y="1304925"/>
            <a:ext cx="4013835" cy="4316730"/>
          </a:xfrm>
          <a:prstGeom prst="rect">
            <a:avLst/>
          </a:prstGeom>
        </p:spPr>
        <p:txBody>
          <a:bodyPr vert="horz" lIns="101600" tIns="0" rIns="82550" bIns="0" rtlCol="0">
            <a:noAutofit/>
          </a:bodyPr>
          <a:lstStyle>
            <a:lvl1pPr marL="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1pPr>
            <a:lvl2pPr marL="457200"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2pPr>
            <a:lvl3pPr marL="9144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3pPr>
            <a:lvl4pPr marL="13716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4pPr>
            <a:lvl5pPr marL="18288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230000"/>
              </a:lnSpc>
              <a:spcBef>
                <a:spcPts val="0"/>
              </a:spcBef>
              <a:buNone/>
            </a:pPr>
            <a:r>
              <a:rPr lang="zh-CN" altLang="en-US" sz="1400" b="1" dirty="0">
                <a:solidFill>
                  <a:srgbClr val="FF0000"/>
                </a:solidFill>
                <a:latin typeface="微软雅黑" panose="020B0503020204020204" charset="-122"/>
                <a:cs typeface="微软雅黑" panose="020B0503020204020204" charset="-122"/>
                <a:sym typeface="+mn-ea"/>
              </a:rPr>
              <a:t>需求获取</a:t>
            </a:r>
            <a:r>
              <a:rPr lang="zh-CN" altLang="en-US" sz="1400" b="1" dirty="0">
                <a:solidFill>
                  <a:schemeClr val="bg2"/>
                </a:solidFill>
                <a:latin typeface="微软雅黑" panose="020B0503020204020204" charset="-122"/>
                <a:cs typeface="微软雅黑" panose="020B0503020204020204" charset="-122"/>
                <a:sym typeface="+mn-ea"/>
              </a:rPr>
              <a:t>是指通过与用户的</a:t>
            </a:r>
            <a:r>
              <a:rPr lang="zh-CN" altLang="en-US" sz="1400" b="1" dirty="0">
                <a:solidFill>
                  <a:srgbClr val="FFFF00"/>
                </a:solidFill>
                <a:latin typeface="微软雅黑" panose="020B0503020204020204" charset="-122"/>
                <a:cs typeface="微软雅黑" panose="020B0503020204020204" charset="-122"/>
                <a:sym typeface="+mn-ea"/>
              </a:rPr>
              <a:t>交流</a:t>
            </a:r>
            <a:r>
              <a:rPr lang="zh-CN" altLang="en-US" sz="1400" b="1" dirty="0">
                <a:solidFill>
                  <a:schemeClr val="bg2"/>
                </a:solidFill>
                <a:latin typeface="微软雅黑" panose="020B0503020204020204" charset="-122"/>
                <a:cs typeface="微软雅黑" panose="020B0503020204020204" charset="-122"/>
                <a:sym typeface="+mn-ea"/>
              </a:rPr>
              <a:t>，对现有系统的观察及对任务的分析，从而开发、捕获和修订用户的</a:t>
            </a:r>
            <a:r>
              <a:rPr lang="zh-CN" altLang="en-US" sz="1400" b="1" dirty="0">
                <a:solidFill>
                  <a:schemeClr val="accent1"/>
                </a:solidFill>
                <a:latin typeface="微软雅黑" panose="020B0503020204020204" charset="-122"/>
                <a:cs typeface="微软雅黑" panose="020B0503020204020204" charset="-122"/>
                <a:sym typeface="+mn-ea"/>
              </a:rPr>
              <a:t>需求</a:t>
            </a:r>
            <a:r>
              <a:rPr lang="zh-CN" altLang="en-US" sz="1400" b="1" dirty="0">
                <a:solidFill>
                  <a:schemeClr val="bg2"/>
                </a:solidFill>
                <a:latin typeface="微软雅黑" panose="020B0503020204020204" charset="-122"/>
                <a:cs typeface="微软雅黑" panose="020B0503020204020204" charset="-122"/>
                <a:sym typeface="+mn-ea"/>
              </a:rPr>
              <a:t>。</a:t>
            </a:r>
            <a:endParaRPr lang="zh-CN" altLang="en-US" sz="1400" b="1" dirty="0">
              <a:solidFill>
                <a:schemeClr val="bg2"/>
              </a:solidFill>
              <a:latin typeface="微软雅黑" panose="020B0503020204020204" charset="-122"/>
              <a:cs typeface="微软雅黑" panose="020B0503020204020204" charset="-122"/>
              <a:sym typeface="+mn-ea"/>
            </a:endParaRPr>
          </a:p>
          <a:p>
            <a:pPr marL="0" indent="0">
              <a:lnSpc>
                <a:spcPct val="230000"/>
              </a:lnSpc>
              <a:spcBef>
                <a:spcPts val="0"/>
              </a:spcBef>
              <a:buNone/>
            </a:pPr>
            <a:r>
              <a:rPr lang="en-US" altLang="zh-CN" sz="1400" b="1" dirty="0">
                <a:solidFill>
                  <a:schemeClr val="bg2"/>
                </a:solidFill>
                <a:latin typeface="微软雅黑" panose="020B0503020204020204" charset="-122"/>
                <a:cs typeface="微软雅黑" panose="020B0503020204020204" charset="-122"/>
                <a:sym typeface="+mn-ea"/>
              </a:rPr>
              <a:t>      </a:t>
            </a:r>
            <a:r>
              <a:rPr lang="zh-CN" altLang="en-US" sz="1400" b="1" dirty="0">
                <a:solidFill>
                  <a:schemeClr val="bg2"/>
                </a:solidFill>
                <a:latin typeface="微软雅黑" panose="020B0503020204020204" charset="-122"/>
                <a:cs typeface="微软雅黑" panose="020B0503020204020204" charset="-122"/>
                <a:sym typeface="+mn-ea"/>
              </a:rPr>
              <a:t>需求获取需要和</a:t>
            </a:r>
            <a:r>
              <a:rPr lang="zh-CN" altLang="en-US" sz="1400" b="1" dirty="0">
                <a:solidFill>
                  <a:schemeClr val="accent1"/>
                </a:solidFill>
                <a:latin typeface="微软雅黑" panose="020B0503020204020204" charset="-122"/>
                <a:cs typeface="微软雅黑" panose="020B0503020204020204" charset="-122"/>
                <a:sym typeface="+mn-ea"/>
              </a:rPr>
              <a:t>用户（领导层、业务人员）</a:t>
            </a:r>
            <a:r>
              <a:rPr lang="zh-CN" altLang="en-US" sz="1400" b="1" dirty="0">
                <a:solidFill>
                  <a:schemeClr val="bg2"/>
                </a:solidFill>
                <a:latin typeface="微软雅黑" panose="020B0503020204020204" charset="-122"/>
                <a:cs typeface="微软雅黑" panose="020B0503020204020204" charset="-122"/>
                <a:sym typeface="+mn-ea"/>
              </a:rPr>
              <a:t>进行大量的沟通，但</a:t>
            </a:r>
            <a:r>
              <a:rPr lang="zh-CN" altLang="en-US" sz="1400" b="1" dirty="0">
                <a:solidFill>
                  <a:srgbClr val="FFFF00"/>
                </a:solidFill>
                <a:latin typeface="微软雅黑" panose="020B0503020204020204" charset="-122"/>
                <a:cs typeface="微软雅黑" panose="020B0503020204020204" charset="-122"/>
                <a:sym typeface="+mn-ea"/>
              </a:rPr>
              <a:t>沟通的重点</a:t>
            </a:r>
            <a:r>
              <a:rPr lang="zh-CN" altLang="en-US" sz="1400" b="1" dirty="0">
                <a:solidFill>
                  <a:schemeClr val="bg2"/>
                </a:solidFill>
                <a:latin typeface="微软雅黑" panose="020B0503020204020204" charset="-122"/>
                <a:cs typeface="微软雅黑" panose="020B0503020204020204" charset="-122"/>
                <a:sym typeface="+mn-ea"/>
              </a:rPr>
              <a:t>各自不同。和</a:t>
            </a:r>
            <a:r>
              <a:rPr lang="zh-CN" altLang="en-US" sz="1400" b="1" dirty="0">
                <a:solidFill>
                  <a:srgbClr val="FFC000"/>
                </a:solidFill>
                <a:latin typeface="微软雅黑" panose="020B0503020204020204" charset="-122"/>
                <a:cs typeface="微软雅黑" panose="020B0503020204020204" charset="-122"/>
                <a:sym typeface="+mn-ea"/>
              </a:rPr>
              <a:t>领导</a:t>
            </a:r>
            <a:r>
              <a:rPr lang="zh-CN" altLang="en-US" sz="1400" b="1" dirty="0">
                <a:solidFill>
                  <a:schemeClr val="bg2"/>
                </a:solidFill>
                <a:latin typeface="微软雅黑" panose="020B0503020204020204" charset="-122"/>
                <a:cs typeface="微软雅黑" panose="020B0503020204020204" charset="-122"/>
                <a:sym typeface="+mn-ea"/>
              </a:rPr>
              <a:t>沟通主要是了解大体的业务流程、组织架构及业务需求；和</a:t>
            </a:r>
            <a:r>
              <a:rPr lang="zh-CN" altLang="en-US" sz="1400" b="1" dirty="0">
                <a:solidFill>
                  <a:srgbClr val="FFC000"/>
                </a:solidFill>
                <a:latin typeface="微软雅黑" panose="020B0503020204020204" charset="-122"/>
                <a:cs typeface="微软雅黑" panose="020B0503020204020204" charset="-122"/>
                <a:sym typeface="+mn-ea"/>
              </a:rPr>
              <a:t>业务人员</a:t>
            </a:r>
            <a:r>
              <a:rPr lang="zh-CN" altLang="en-US" sz="1400" b="1" dirty="0">
                <a:solidFill>
                  <a:schemeClr val="bg2"/>
                </a:solidFill>
                <a:latin typeface="微软雅黑" panose="020B0503020204020204" charset="-122"/>
                <a:cs typeface="微软雅黑" panose="020B0503020204020204" charset="-122"/>
                <a:sym typeface="+mn-ea"/>
              </a:rPr>
              <a:t>则主要了解详细的业务流程、既有的软硬件环境、现有的运行系统、功能性需求和非功能性需求。通常应该与这些业务人员保持畅通的沟通渠道。</a:t>
            </a:r>
            <a:endParaRPr lang="zh-CN" altLang="en-US" sz="1400" b="1" dirty="0">
              <a:solidFill>
                <a:schemeClr val="bg2"/>
              </a:solidFill>
              <a:latin typeface="微软雅黑" panose="020B0503020204020204" charset="-122"/>
              <a:cs typeface="微软雅黑" panose="020B0503020204020204" charset="-122"/>
              <a:sym typeface="+mn-ea"/>
            </a:endParaRPr>
          </a:p>
        </p:txBody>
      </p:sp>
      <p:pic>
        <p:nvPicPr>
          <p:cNvPr id="2" name="图片 1"/>
          <p:cNvPicPr>
            <a:picLocks noChangeAspect="1"/>
          </p:cNvPicPr>
          <p:nvPr/>
        </p:nvPicPr>
        <p:blipFill>
          <a:blip r:embed="rId3"/>
          <a:stretch>
            <a:fillRect/>
          </a:stretch>
        </p:blipFill>
        <p:spPr>
          <a:xfrm>
            <a:off x="5113020" y="695960"/>
            <a:ext cx="6691630" cy="3467735"/>
          </a:xfrm>
          <a:prstGeom prst="rect">
            <a:avLst/>
          </a:prstGeom>
        </p:spPr>
      </p:pic>
      <p:sp>
        <p:nvSpPr>
          <p:cNvPr id="5" name="文本框 4"/>
          <p:cNvSpPr txBox="1"/>
          <p:nvPr/>
        </p:nvSpPr>
        <p:spPr>
          <a:xfrm>
            <a:off x="5675630" y="4935220"/>
            <a:ext cx="5565775" cy="368300"/>
          </a:xfrm>
          <a:prstGeom prst="rect">
            <a:avLst/>
          </a:prstGeom>
          <a:noFill/>
        </p:spPr>
        <p:txBody>
          <a:bodyPr wrap="square" rtlCol="0">
            <a:spAutoFit/>
          </a:bodyPr>
          <a:p>
            <a:pPr algn="ctr"/>
            <a:r>
              <a:rPr lang="zh-CN" altLang="en-US" b="1">
                <a:solidFill>
                  <a:srgbClr val="00B0F0"/>
                </a:solidFill>
              </a:rPr>
              <a:t>形成</a:t>
            </a:r>
            <a:r>
              <a:rPr lang="zh-CN" altLang="en-US" b="1">
                <a:solidFill>
                  <a:srgbClr val="FF0000"/>
                </a:solidFill>
              </a:rPr>
              <a:t>访谈记录、调查结果、观察报告、原始需求列表</a:t>
            </a:r>
            <a:endParaRPr lang="zh-CN" altLang="en-US" b="1">
              <a:solidFill>
                <a:srgbClr val="FF0000"/>
              </a:solidFill>
            </a:endParaRPr>
          </a:p>
        </p:txBody>
      </p:sp>
    </p:spTree>
    <p:custDataLst>
      <p:tags r:id="rId4"/>
    </p:custData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24" name="组合 23"/>
          <p:cNvGrpSpPr/>
          <p:nvPr/>
        </p:nvGrpSpPr>
        <p:grpSpPr>
          <a:xfrm>
            <a:off x="5008245" y="3914775"/>
            <a:ext cx="2961786" cy="2943298"/>
            <a:chOff x="7614" y="6644"/>
            <a:chExt cx="3793" cy="4156"/>
          </a:xfrm>
        </p:grpSpPr>
        <p:pic>
          <p:nvPicPr>
            <p:cNvPr id="16" name="图片 15"/>
            <p:cNvPicPr>
              <a:picLocks noChangeAspect="1"/>
            </p:cNvPicPr>
            <p:nvPr>
              <p:custDataLst>
                <p:tags r:id="rId1"/>
              </p:custDataLst>
            </p:nvPr>
          </p:nvPicPr>
          <p:blipFill>
            <a:blip r:embed="rId2"/>
            <a:stretch>
              <a:fillRect/>
            </a:stretch>
          </p:blipFill>
          <p:spPr>
            <a:xfrm>
              <a:off x="7614" y="7163"/>
              <a:ext cx="3793" cy="3637"/>
            </a:xfrm>
            <a:prstGeom prst="rect">
              <a:avLst/>
            </a:prstGeom>
          </p:spPr>
        </p:pic>
        <p:sp>
          <p:nvSpPr>
            <p:cNvPr id="20" name="文本框 19"/>
            <p:cNvSpPr txBox="1"/>
            <p:nvPr/>
          </p:nvSpPr>
          <p:spPr>
            <a:xfrm>
              <a:off x="8678" y="6644"/>
              <a:ext cx="1845" cy="433"/>
            </a:xfrm>
            <a:prstGeom prst="rect">
              <a:avLst/>
            </a:prstGeom>
            <a:noFill/>
          </p:spPr>
          <p:txBody>
            <a:bodyPr wrap="square" rtlCol="0">
              <a:spAutoFit/>
            </a:bodyPr>
            <a:p>
              <a:r>
                <a:rPr lang="zh-CN" altLang="en-US" sz="1400" b="1">
                  <a:solidFill>
                    <a:srgbClr val="00B0F0"/>
                  </a:solidFill>
                </a:rPr>
                <a:t>变化性</a:t>
              </a:r>
              <a:endParaRPr lang="zh-CN" altLang="en-US" sz="1400" b="1">
                <a:solidFill>
                  <a:srgbClr val="00B0F0"/>
                </a:solidFill>
              </a:endParaRPr>
            </a:p>
          </p:txBody>
        </p:sp>
      </p:grpSp>
      <p:grpSp>
        <p:nvGrpSpPr>
          <p:cNvPr id="5" name="组合 4"/>
          <p:cNvGrpSpPr/>
          <p:nvPr/>
        </p:nvGrpSpPr>
        <p:grpSpPr>
          <a:xfrm>
            <a:off x="4991735" y="0"/>
            <a:ext cx="2960370" cy="3379470"/>
            <a:chOff x="7614" y="0"/>
            <a:chExt cx="4662" cy="5322"/>
          </a:xfrm>
        </p:grpSpPr>
        <p:pic>
          <p:nvPicPr>
            <p:cNvPr id="7" name="图片 6"/>
            <p:cNvPicPr>
              <a:picLocks noChangeAspect="1"/>
            </p:cNvPicPr>
            <p:nvPr>
              <p:custDataLst>
                <p:tags r:id="rId3"/>
              </p:custDataLst>
            </p:nvPr>
          </p:nvPicPr>
          <p:blipFill>
            <a:blip r:embed="rId4"/>
            <a:stretch>
              <a:fillRect/>
            </a:stretch>
          </p:blipFill>
          <p:spPr>
            <a:xfrm>
              <a:off x="7614" y="0"/>
              <a:ext cx="4663" cy="4740"/>
            </a:xfrm>
            <a:prstGeom prst="rect">
              <a:avLst/>
            </a:prstGeom>
          </p:spPr>
        </p:pic>
        <p:sp>
          <p:nvSpPr>
            <p:cNvPr id="18" name="文本框 17"/>
            <p:cNvSpPr txBox="1"/>
            <p:nvPr/>
          </p:nvSpPr>
          <p:spPr>
            <a:xfrm>
              <a:off x="8783" y="4840"/>
              <a:ext cx="1845" cy="483"/>
            </a:xfrm>
            <a:prstGeom prst="rect">
              <a:avLst/>
            </a:prstGeom>
            <a:noFill/>
          </p:spPr>
          <p:txBody>
            <a:bodyPr wrap="square" rtlCol="0">
              <a:spAutoFit/>
            </a:bodyPr>
            <a:p>
              <a:r>
                <a:rPr lang="zh-CN" altLang="en-US" sz="1400" b="1">
                  <a:solidFill>
                    <a:srgbClr val="00B0F0"/>
                  </a:solidFill>
                </a:rPr>
                <a:t>模糊性</a:t>
              </a:r>
              <a:endParaRPr lang="zh-CN" altLang="en-US" sz="1400" b="1">
                <a:solidFill>
                  <a:srgbClr val="00B0F0"/>
                </a:solidFill>
              </a:endParaRPr>
            </a:p>
          </p:txBody>
        </p:sp>
      </p:grpSp>
      <p:grpSp>
        <p:nvGrpSpPr>
          <p:cNvPr id="8" name="组合 7"/>
          <p:cNvGrpSpPr/>
          <p:nvPr/>
        </p:nvGrpSpPr>
        <p:grpSpPr>
          <a:xfrm>
            <a:off x="9140825" y="0"/>
            <a:ext cx="3051366" cy="3395797"/>
            <a:chOff x="15505" y="0"/>
            <a:chExt cx="3695" cy="4065"/>
          </a:xfrm>
        </p:grpSpPr>
        <p:pic>
          <p:nvPicPr>
            <p:cNvPr id="9" name="图片 8"/>
            <p:cNvPicPr>
              <a:picLocks noChangeAspect="1"/>
            </p:cNvPicPr>
            <p:nvPr>
              <p:custDataLst>
                <p:tags r:id="rId5"/>
              </p:custDataLst>
            </p:nvPr>
          </p:nvPicPr>
          <p:blipFill>
            <a:blip r:embed="rId6"/>
            <a:stretch>
              <a:fillRect/>
            </a:stretch>
          </p:blipFill>
          <p:spPr>
            <a:xfrm>
              <a:off x="15505" y="0"/>
              <a:ext cx="3695" cy="3600"/>
            </a:xfrm>
            <a:prstGeom prst="rect">
              <a:avLst/>
            </a:prstGeom>
          </p:spPr>
        </p:pic>
        <p:sp>
          <p:nvSpPr>
            <p:cNvPr id="19" name="文本框 18"/>
            <p:cNvSpPr txBox="1"/>
            <p:nvPr/>
          </p:nvSpPr>
          <p:spPr>
            <a:xfrm>
              <a:off x="16523" y="3698"/>
              <a:ext cx="1845" cy="367"/>
            </a:xfrm>
            <a:prstGeom prst="rect">
              <a:avLst/>
            </a:prstGeom>
            <a:noFill/>
          </p:spPr>
          <p:txBody>
            <a:bodyPr wrap="square" rtlCol="0">
              <a:spAutoFit/>
            </a:bodyPr>
            <a:p>
              <a:r>
                <a:rPr lang="zh-CN" altLang="en-US" sz="1400" b="1">
                  <a:solidFill>
                    <a:srgbClr val="00B0F0"/>
                  </a:solidFill>
                </a:rPr>
                <a:t>不确定性</a:t>
              </a:r>
              <a:endParaRPr lang="zh-CN" altLang="en-US" sz="1400" b="1">
                <a:solidFill>
                  <a:srgbClr val="00B0F0"/>
                </a:solidFill>
              </a:endParaRPr>
            </a:p>
          </p:txBody>
        </p:sp>
      </p:grpSp>
      <p:grpSp>
        <p:nvGrpSpPr>
          <p:cNvPr id="25" name="组合 24"/>
          <p:cNvGrpSpPr/>
          <p:nvPr/>
        </p:nvGrpSpPr>
        <p:grpSpPr>
          <a:xfrm>
            <a:off x="9140825" y="3914775"/>
            <a:ext cx="3051175" cy="2943225"/>
            <a:chOff x="15505" y="6622"/>
            <a:chExt cx="3695" cy="4178"/>
          </a:xfrm>
        </p:grpSpPr>
        <p:pic>
          <p:nvPicPr>
            <p:cNvPr id="10" name="图片 9"/>
            <p:cNvPicPr>
              <a:picLocks noChangeAspect="1"/>
            </p:cNvPicPr>
            <p:nvPr>
              <p:custDataLst>
                <p:tags r:id="rId7"/>
              </p:custDataLst>
            </p:nvPr>
          </p:nvPicPr>
          <p:blipFill>
            <a:blip r:embed="rId8"/>
            <a:stretch>
              <a:fillRect/>
            </a:stretch>
          </p:blipFill>
          <p:spPr>
            <a:xfrm>
              <a:off x="15505" y="7105"/>
              <a:ext cx="3695" cy="3695"/>
            </a:xfrm>
            <a:prstGeom prst="rect">
              <a:avLst/>
            </a:prstGeom>
          </p:spPr>
        </p:pic>
        <p:sp>
          <p:nvSpPr>
            <p:cNvPr id="21" name="文本框 20"/>
            <p:cNvSpPr txBox="1"/>
            <p:nvPr/>
          </p:nvSpPr>
          <p:spPr>
            <a:xfrm>
              <a:off x="16748" y="6622"/>
              <a:ext cx="1845" cy="435"/>
            </a:xfrm>
            <a:prstGeom prst="rect">
              <a:avLst/>
            </a:prstGeom>
            <a:noFill/>
          </p:spPr>
          <p:txBody>
            <a:bodyPr wrap="square" rtlCol="0">
              <a:spAutoFit/>
            </a:bodyPr>
            <a:p>
              <a:r>
                <a:rPr lang="zh-CN" altLang="en-US" sz="1400" b="1">
                  <a:solidFill>
                    <a:srgbClr val="00B0F0"/>
                  </a:solidFill>
                </a:rPr>
                <a:t>主观性</a:t>
              </a:r>
              <a:endParaRPr lang="zh-CN" altLang="en-US" sz="1400" b="1">
                <a:solidFill>
                  <a:srgbClr val="00B0F0"/>
                </a:solidFill>
              </a:endParaRPr>
            </a:p>
          </p:txBody>
        </p:sp>
      </p:grpSp>
      <p:pic>
        <p:nvPicPr>
          <p:cNvPr id="14" name="图片 13"/>
          <p:cNvPicPr>
            <a:picLocks noChangeAspect="1"/>
          </p:cNvPicPr>
          <p:nvPr/>
        </p:nvPicPr>
        <p:blipFill>
          <a:blip r:embed="rId9"/>
          <a:srcRect r="5138"/>
          <a:stretch>
            <a:fillRect/>
          </a:stretch>
        </p:blipFill>
        <p:spPr>
          <a:xfrm>
            <a:off x="6377940" y="1750060"/>
            <a:ext cx="4541520" cy="3310890"/>
          </a:xfrm>
          <a:prstGeom prst="rect">
            <a:avLst/>
          </a:prstGeom>
        </p:spPr>
      </p:pic>
      <p:pic>
        <p:nvPicPr>
          <p:cNvPr id="28" name="图片 27"/>
          <p:cNvPicPr>
            <a:picLocks noChangeAspect="1"/>
          </p:cNvPicPr>
          <p:nvPr/>
        </p:nvPicPr>
        <p:blipFill>
          <a:blip r:embed="rId10"/>
          <a:stretch>
            <a:fillRect/>
          </a:stretch>
        </p:blipFill>
        <p:spPr>
          <a:xfrm>
            <a:off x="-635" y="423545"/>
            <a:ext cx="4991735" cy="6434455"/>
          </a:xfrm>
          <a:prstGeom prst="rect">
            <a:avLst/>
          </a:prstGeom>
          <a:ln>
            <a:solidFill>
              <a:schemeClr val="accent1"/>
            </a:solidFill>
          </a:ln>
        </p:spPr>
      </p:pic>
      <p:sp>
        <p:nvSpPr>
          <p:cNvPr id="29" name="文本框 28"/>
          <p:cNvSpPr txBox="1"/>
          <p:nvPr/>
        </p:nvSpPr>
        <p:spPr>
          <a:xfrm>
            <a:off x="-635" y="0"/>
            <a:ext cx="4991735" cy="423545"/>
          </a:xfrm>
          <a:prstGeom prst="rect">
            <a:avLst/>
          </a:prstGeom>
          <a:solidFill>
            <a:schemeClr val="accent1"/>
          </a:solidFill>
        </p:spPr>
        <p:txBody>
          <a:bodyPr wrap="square" rtlCol="0" anchor="ctr" anchorCtr="0">
            <a:noAutofit/>
          </a:bodyPr>
          <a:p>
            <a:pPr algn="l"/>
            <a:r>
              <a:rPr lang="zh-CN" altLang="en-US" b="1">
                <a:solidFill>
                  <a:schemeClr val="bg1"/>
                </a:solidFill>
              </a:rPr>
              <a:t>用户访谈</a:t>
            </a:r>
            <a:endParaRPr lang="zh-CN" altLang="en-US" b="1">
              <a:solidFill>
                <a:schemeClr val="bg1"/>
              </a:solidFill>
            </a:endParaRPr>
          </a:p>
        </p:txBody>
      </p:sp>
    </p:spTree>
    <p:custDataLst>
      <p:tags r:id="rId1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box(in)">
                                      <p:cBhvr>
                                        <p:cTn id="23" dur="2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2" name="文本框 11"/>
          <p:cNvSpPr txBox="1"/>
          <p:nvPr/>
        </p:nvSpPr>
        <p:spPr>
          <a:xfrm>
            <a:off x="5988050" y="658495"/>
            <a:ext cx="5523865" cy="2030095"/>
          </a:xfrm>
          <a:prstGeom prst="rect">
            <a:avLst/>
          </a:prstGeom>
          <a:noFill/>
        </p:spPr>
        <p:txBody>
          <a:bodyPr wrap="square" rtlCol="0">
            <a:spAutoFit/>
          </a:bodyPr>
          <a:p>
            <a:pPr algn="l">
              <a:buClrTx/>
              <a:buSzTx/>
              <a:buFontTx/>
            </a:pPr>
            <a:r>
              <a:rPr lang="zh-CN" altLang="en-US" sz="1400" b="1"/>
              <a:t>平衡检查清单：</a:t>
            </a:r>
            <a:endParaRPr lang="zh-CN" altLang="en-US" sz="1400" b="1"/>
          </a:p>
          <a:p>
            <a:pPr algn="l">
              <a:buClrTx/>
              <a:buSzTx/>
              <a:buFontTx/>
            </a:pPr>
            <a:endParaRPr lang="zh-CN" altLang="en-US" sz="1400" b="1"/>
          </a:p>
          <a:p>
            <a:pPr marL="342900" indent="-342900" algn="l">
              <a:buClrTx/>
              <a:buSzTx/>
              <a:buFont typeface="+mj-ea"/>
              <a:buAutoNum type="circleNumDbPlain"/>
            </a:pPr>
            <a:r>
              <a:rPr lang="zh-CN" altLang="en-US" sz="1400" b="1"/>
              <a:t>子图的所有</a:t>
            </a:r>
            <a:r>
              <a:rPr lang="zh-CN" altLang="en-US" sz="1400" b="1">
                <a:solidFill>
                  <a:srgbClr val="FF0000"/>
                </a:solidFill>
              </a:rPr>
              <a:t>输入数据</a:t>
            </a:r>
            <a:r>
              <a:rPr lang="zh-CN" altLang="en-US" sz="1400" b="1"/>
              <a:t>流必须出现在父图中</a:t>
            </a:r>
            <a:endParaRPr lang="zh-CN" altLang="en-US" sz="1400" b="1"/>
          </a:p>
          <a:p>
            <a:pPr marL="342900" indent="-342900" algn="l">
              <a:buClrTx/>
              <a:buSzTx/>
              <a:buFont typeface="+mj-ea"/>
              <a:buAutoNum type="circleNumDbPlain"/>
            </a:pPr>
            <a:endParaRPr lang="zh-CN" altLang="en-US" sz="1400" b="1"/>
          </a:p>
          <a:p>
            <a:pPr marL="342900" indent="-342900" algn="l">
              <a:buClrTx/>
              <a:buSzTx/>
              <a:buFont typeface="+mj-ea"/>
              <a:buAutoNum type="circleNumDbPlain"/>
            </a:pPr>
            <a:r>
              <a:rPr lang="zh-CN" altLang="en-US" sz="1400" b="1"/>
              <a:t>子图的所有</a:t>
            </a:r>
            <a:r>
              <a:rPr lang="zh-CN" altLang="en-US" sz="1400" b="1">
                <a:solidFill>
                  <a:srgbClr val="FF0000"/>
                </a:solidFill>
              </a:rPr>
              <a:t>输出数据</a:t>
            </a:r>
            <a:r>
              <a:rPr lang="zh-CN" altLang="en-US" sz="1400" b="1"/>
              <a:t>流必须出现在父图中</a:t>
            </a:r>
            <a:endParaRPr lang="zh-CN" altLang="en-US" sz="1400" b="1"/>
          </a:p>
          <a:p>
            <a:pPr marL="342900" indent="-342900" algn="l">
              <a:buClrTx/>
              <a:buSzTx/>
              <a:buFont typeface="+mj-ea"/>
              <a:buAutoNum type="circleNumDbPlain"/>
            </a:pPr>
            <a:endParaRPr lang="zh-CN" altLang="en-US" sz="1400" b="1"/>
          </a:p>
          <a:p>
            <a:pPr marL="342900" indent="-342900" algn="l">
              <a:buClrTx/>
              <a:buSzTx/>
              <a:buFont typeface="+mj-ea"/>
              <a:buAutoNum type="circleNumDbPlain"/>
            </a:pPr>
            <a:r>
              <a:rPr lang="zh-CN" altLang="en-US" sz="1400" b="1"/>
              <a:t>父图中该过程的</a:t>
            </a:r>
            <a:r>
              <a:rPr lang="zh-CN" altLang="en-US" sz="1400" b="1">
                <a:solidFill>
                  <a:srgbClr val="FF0000"/>
                </a:solidFill>
              </a:rPr>
              <a:t>输入/输出</a:t>
            </a:r>
            <a:r>
              <a:rPr lang="zh-CN" altLang="en-US" sz="1400" b="1"/>
              <a:t>必须在子图中出现</a:t>
            </a:r>
            <a:endParaRPr lang="zh-CN" altLang="en-US" sz="1400" b="1"/>
          </a:p>
          <a:p>
            <a:pPr marL="342900" indent="-342900" algn="l">
              <a:buClrTx/>
              <a:buSzTx/>
              <a:buFont typeface="+mj-ea"/>
              <a:buAutoNum type="circleNumDbPlain"/>
            </a:pPr>
            <a:endParaRPr lang="zh-CN" altLang="en-US" sz="1400" b="1"/>
          </a:p>
          <a:p>
            <a:pPr marL="342900" indent="-342900" algn="l">
              <a:buClrTx/>
              <a:buSzTx/>
              <a:buFont typeface="+mj-ea"/>
              <a:buAutoNum type="circleNumDbPlain"/>
            </a:pPr>
            <a:r>
              <a:rPr lang="zh-CN" altLang="en-US" sz="1400" b="1"/>
              <a:t>允许</a:t>
            </a:r>
            <a:r>
              <a:rPr lang="zh-CN" altLang="en-US" sz="1400" b="1">
                <a:solidFill>
                  <a:srgbClr val="FF0000"/>
                </a:solidFill>
              </a:rPr>
              <a:t>数据流细化</a:t>
            </a:r>
            <a:r>
              <a:rPr lang="zh-CN" altLang="en-US" sz="1400" b="1"/>
              <a:t>（父图"订单数据"→子图"客户信息+产品列表"）</a:t>
            </a:r>
            <a:endParaRPr lang="zh-CN" altLang="en-US" sz="1400" b="1"/>
          </a:p>
        </p:txBody>
      </p:sp>
      <p:sp>
        <p:nvSpPr>
          <p:cNvPr id="6" name="文本占位符 1"/>
          <p:cNvSpPr>
            <a:spLocks noGrp="1"/>
          </p:cNvSpPr>
          <p:nvPr>
            <p:custDataLst>
              <p:tags r:id="rId1"/>
            </p:custDataLst>
          </p:nvPr>
        </p:nvSpPr>
        <p:spPr>
          <a:xfrm>
            <a:off x="421005" y="349885"/>
            <a:ext cx="5155565" cy="513715"/>
          </a:xfrm>
          <a:prstGeom prst="rect">
            <a:avLst/>
          </a:prstGeom>
        </p:spPr>
        <p:txBody>
          <a:bodyPr vert="horz" lIns="101600" tIns="0" rIns="82550" bIns="0" rtlCol="0">
            <a:noAutofit/>
          </a:bodyPr>
          <a:lstStyle>
            <a:lvl1pPr marL="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1pPr>
            <a:lvl2pPr marL="457200"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2pPr>
            <a:lvl3pPr marL="9144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3pPr>
            <a:lvl4pPr marL="13716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4pPr>
            <a:lvl5pPr marL="18288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60000"/>
              </a:lnSpc>
              <a:spcBef>
                <a:spcPts val="0"/>
              </a:spcBef>
              <a:buNone/>
            </a:pPr>
            <a:endParaRPr lang="zh-CN" altLang="en-US" sz="1400" b="1" dirty="0">
              <a:solidFill>
                <a:schemeClr val="tx1"/>
              </a:solidFill>
              <a:latin typeface="微软雅黑" panose="020B0503020204020204" charset="-122"/>
              <a:cs typeface="微软雅黑" panose="020B0503020204020204" charset="-122"/>
              <a:sym typeface="+mn-ea"/>
            </a:endParaRPr>
          </a:p>
        </p:txBody>
      </p:sp>
      <p:sp>
        <p:nvSpPr>
          <p:cNvPr id="2" name="文本框 1"/>
          <p:cNvSpPr txBox="1"/>
          <p:nvPr/>
        </p:nvSpPr>
        <p:spPr>
          <a:xfrm>
            <a:off x="117475" y="432435"/>
            <a:ext cx="5594985" cy="713740"/>
          </a:xfrm>
          <a:prstGeom prst="rect">
            <a:avLst/>
          </a:prstGeom>
          <a:noFill/>
        </p:spPr>
        <p:txBody>
          <a:bodyPr wrap="square" rtlCol="0" anchor="ctr" anchorCtr="0">
            <a:noAutofit/>
          </a:bodyPr>
          <a:p>
            <a:pPr algn="l" eaLnBrk="1" fontAlgn="auto" hangingPunct="1">
              <a:lnSpc>
                <a:spcPct val="150000"/>
              </a:lnSpc>
              <a:spcBef>
                <a:spcPts val="0"/>
              </a:spcBef>
              <a:spcAft>
                <a:spcPts val="1000"/>
              </a:spcAft>
              <a:buClrTx/>
              <a:buSzTx/>
              <a:buFont typeface="Arial" panose="020B0604020202020204" pitchFamily="34" charset="0"/>
            </a:pPr>
            <a:r>
              <a:rPr lang="zh-CN" altLang="en-US" sz="1400" b="1" dirty="0">
                <a:solidFill>
                  <a:schemeClr val="tx1"/>
                </a:solidFill>
                <a:uFillTx/>
                <a:latin typeface="微软雅黑" panose="020B0503020204020204" charset="-122"/>
                <a:ea typeface="微软雅黑" panose="020B0503020204020204" charset="-122"/>
                <a:cs typeface="微软雅黑" panose="020B0503020204020204" charset="-122"/>
                <a:sym typeface="+mn-ea"/>
              </a:rPr>
              <a:t>面向数据流自顶向下求精是结构化分析方法的核心技术，它将复杂系统分解为可管理的层次，专注于数据流动而非控制流。</a:t>
            </a:r>
            <a:endParaRPr lang="zh-CN" altLang="en-US" sz="1400" b="1" dirty="0">
              <a:solidFill>
                <a:schemeClr val="tx1"/>
              </a:solidFill>
              <a:uFillTx/>
              <a:latin typeface="微软雅黑" panose="020B0503020204020204" charset="-122"/>
              <a:ea typeface="微软雅黑" panose="020B0503020204020204" charset="-122"/>
              <a:cs typeface="微软雅黑" panose="020B0503020204020204" charset="-122"/>
              <a:sym typeface="+mn-ea"/>
            </a:endParaRPr>
          </a:p>
          <a:p>
            <a:pPr indent="457200" algn="l" eaLnBrk="1" fontAlgn="auto" hangingPunct="1">
              <a:lnSpc>
                <a:spcPct val="80000"/>
              </a:lnSpc>
              <a:spcBef>
                <a:spcPts val="0"/>
              </a:spcBef>
              <a:spcAft>
                <a:spcPts val="0"/>
              </a:spcAft>
            </a:pPr>
            <a:endParaRPr lang="zh-CN" altLang="en-US" sz="1400" b="1" dirty="0">
              <a:solidFill>
                <a:schemeClr val="tx1"/>
              </a:solidFill>
              <a:uFillTx/>
              <a:latin typeface="微软雅黑" panose="020B0503020204020204" charset="-122"/>
              <a:ea typeface="微软雅黑" panose="020B0503020204020204" charset="-122"/>
              <a:cs typeface="微软雅黑" panose="020B0503020204020204" charset="-122"/>
            </a:endParaRPr>
          </a:p>
        </p:txBody>
      </p:sp>
      <p:sp>
        <p:nvSpPr>
          <p:cNvPr id="29" name="文本框 28"/>
          <p:cNvSpPr txBox="1"/>
          <p:nvPr/>
        </p:nvSpPr>
        <p:spPr>
          <a:xfrm>
            <a:off x="-635" y="0"/>
            <a:ext cx="12192000" cy="349885"/>
          </a:xfrm>
          <a:prstGeom prst="rect">
            <a:avLst/>
          </a:prstGeom>
          <a:solidFill>
            <a:schemeClr val="accent1"/>
          </a:solidFill>
        </p:spPr>
        <p:txBody>
          <a:bodyPr wrap="square" rtlCol="0" anchor="ctr" anchorCtr="0">
            <a:noAutofit/>
          </a:bodyPr>
          <a:p>
            <a:pPr algn="l"/>
            <a:r>
              <a:rPr lang="zh-CN" altLang="en-US" b="1">
                <a:solidFill>
                  <a:schemeClr val="bg1"/>
                </a:solidFill>
              </a:rPr>
              <a:t>面向数据流自顶向下求精</a:t>
            </a:r>
            <a:endParaRPr lang="zh-CN" altLang="en-US" b="1">
              <a:solidFill>
                <a:schemeClr val="bg1"/>
              </a:solidFill>
            </a:endParaRPr>
          </a:p>
        </p:txBody>
      </p:sp>
      <p:pic>
        <p:nvPicPr>
          <p:cNvPr id="4" name="图片 3"/>
          <p:cNvPicPr>
            <a:picLocks noChangeAspect="1"/>
          </p:cNvPicPr>
          <p:nvPr/>
        </p:nvPicPr>
        <p:blipFill>
          <a:blip r:embed="rId2"/>
          <a:stretch>
            <a:fillRect/>
          </a:stretch>
        </p:blipFill>
        <p:spPr>
          <a:xfrm>
            <a:off x="0" y="1066165"/>
            <a:ext cx="5789295" cy="2279650"/>
          </a:xfrm>
          <a:prstGeom prst="rect">
            <a:avLst/>
          </a:prstGeom>
          <a:ln>
            <a:solidFill>
              <a:schemeClr val="accent1"/>
            </a:solidFill>
          </a:ln>
        </p:spPr>
      </p:pic>
      <p:pic>
        <p:nvPicPr>
          <p:cNvPr id="9" name="图片 8"/>
          <p:cNvPicPr>
            <a:picLocks noChangeAspect="1"/>
          </p:cNvPicPr>
          <p:nvPr/>
        </p:nvPicPr>
        <p:blipFill>
          <a:blip r:embed="rId3"/>
          <a:stretch>
            <a:fillRect/>
          </a:stretch>
        </p:blipFill>
        <p:spPr>
          <a:xfrm>
            <a:off x="6494145" y="361315"/>
            <a:ext cx="5697855" cy="6496685"/>
          </a:xfrm>
          <a:prstGeom prst="rect">
            <a:avLst/>
          </a:prstGeom>
          <a:ln>
            <a:solidFill>
              <a:srgbClr val="FF0000"/>
            </a:solidFill>
          </a:ln>
        </p:spPr>
      </p:pic>
      <p:grpSp>
        <p:nvGrpSpPr>
          <p:cNvPr id="19" name="组合 18"/>
          <p:cNvGrpSpPr/>
          <p:nvPr/>
        </p:nvGrpSpPr>
        <p:grpSpPr>
          <a:xfrm>
            <a:off x="-635" y="3407410"/>
            <a:ext cx="9098280" cy="3449320"/>
            <a:chOff x="-1" y="5366"/>
            <a:chExt cx="14328" cy="5432"/>
          </a:xfrm>
        </p:grpSpPr>
        <p:pic>
          <p:nvPicPr>
            <p:cNvPr id="10" name="图片 9"/>
            <p:cNvPicPr>
              <a:picLocks noChangeAspect="1"/>
            </p:cNvPicPr>
            <p:nvPr/>
          </p:nvPicPr>
          <p:blipFill>
            <a:blip r:embed="rId4"/>
            <a:stretch>
              <a:fillRect/>
            </a:stretch>
          </p:blipFill>
          <p:spPr>
            <a:xfrm>
              <a:off x="-1" y="5366"/>
              <a:ext cx="14328" cy="5433"/>
            </a:xfrm>
            <a:prstGeom prst="rect">
              <a:avLst/>
            </a:prstGeom>
            <a:ln>
              <a:solidFill>
                <a:schemeClr val="accent1"/>
              </a:solidFill>
            </a:ln>
          </p:spPr>
        </p:pic>
        <p:sp>
          <p:nvSpPr>
            <p:cNvPr id="18" name="任意多边形 17"/>
            <p:cNvSpPr/>
            <p:nvPr/>
          </p:nvSpPr>
          <p:spPr>
            <a:xfrm>
              <a:off x="1861" y="8203"/>
              <a:ext cx="10500" cy="2287"/>
            </a:xfrm>
            <a:custGeom>
              <a:avLst/>
              <a:gdLst>
                <a:gd name="connisteX0" fmla="*/ 79375 w 6667500"/>
                <a:gd name="connsiteY0" fmla="*/ 15875 h 1452245"/>
                <a:gd name="connisteX1" fmla="*/ 6667500 w 6667500"/>
                <a:gd name="connsiteY1" fmla="*/ 15875 h 1452245"/>
                <a:gd name="connisteX2" fmla="*/ 6659245 w 6667500"/>
                <a:gd name="connsiteY2" fmla="*/ 579120 h 1452245"/>
                <a:gd name="connisteX3" fmla="*/ 4413250 w 6667500"/>
                <a:gd name="connsiteY3" fmla="*/ 571500 h 1452245"/>
                <a:gd name="connisteX4" fmla="*/ 4413250 w 6667500"/>
                <a:gd name="connsiteY4" fmla="*/ 1452245 h 1452245"/>
                <a:gd name="connisteX5" fmla="*/ 8255 w 6667500"/>
                <a:gd name="connsiteY5" fmla="*/ 1420495 h 1452245"/>
                <a:gd name="connisteX6" fmla="*/ 0 w 6667500"/>
                <a:gd name="connsiteY6" fmla="*/ 0 h 1452245"/>
                <a:gd name="connisteX7" fmla="*/ 79375 w 6667500"/>
                <a:gd name="connsiteY7" fmla="*/ 15875 h 1452245"/>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Lst>
              <a:rect l="l" t="t" r="r" b="b"/>
              <a:pathLst>
                <a:path w="6667500" h="1452245">
                  <a:moveTo>
                    <a:pt x="79375" y="15875"/>
                  </a:moveTo>
                  <a:lnTo>
                    <a:pt x="6667500" y="15875"/>
                  </a:lnTo>
                  <a:lnTo>
                    <a:pt x="6659245" y="579120"/>
                  </a:lnTo>
                  <a:lnTo>
                    <a:pt x="4413250" y="571500"/>
                  </a:lnTo>
                  <a:lnTo>
                    <a:pt x="4413250" y="1452245"/>
                  </a:lnTo>
                  <a:lnTo>
                    <a:pt x="8255" y="1420495"/>
                  </a:lnTo>
                  <a:lnTo>
                    <a:pt x="0" y="0"/>
                  </a:lnTo>
                  <a:lnTo>
                    <a:pt x="79375" y="15875"/>
                  </a:lnTo>
                  <a:close/>
                </a:path>
              </a:pathLst>
            </a:custGeom>
            <a:ln w="9525" cmpd="sng">
              <a:solidFill>
                <a:srgbClr val="FF0000"/>
              </a:solidFill>
              <a:prstDash val="sys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noFill/>
              </a:endParaRPr>
            </a:p>
          </p:txBody>
        </p:sp>
      </p:grpSp>
    </p:spTree>
    <p:custDataLst>
      <p:tags r:id="rId5"/>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xit" presetSubtype="4" fill="hold" nodeType="clickEffect">
                                  <p:stCondLst>
                                    <p:cond delay="0"/>
                                  </p:stCondLst>
                                  <p:childTnLst>
                                    <p:anim calcmode="lin" valueType="num">
                                      <p:cBhvr additive="base">
                                        <p:cTn id="10" dur="500"/>
                                        <p:tgtEl>
                                          <p:spTgt spid="9"/>
                                        </p:tgtEl>
                                        <p:attrNameLst>
                                          <p:attrName>ppt_x</p:attrName>
                                        </p:attrNameLst>
                                      </p:cBhvr>
                                      <p:tavLst>
                                        <p:tav tm="0">
                                          <p:val>
                                            <p:strVal val="ppt_x"/>
                                          </p:val>
                                        </p:tav>
                                        <p:tav tm="100000">
                                          <p:val>
                                            <p:strVal val="ppt_x"/>
                                          </p:val>
                                        </p:tav>
                                      </p:tavLst>
                                    </p:anim>
                                    <p:anim calcmode="lin" valueType="num">
                                      <p:cBhvr additive="base">
                                        <p:cTn id="11" dur="500"/>
                                        <p:tgtEl>
                                          <p:spTgt spid="9"/>
                                        </p:tgtEl>
                                        <p:attrNameLst>
                                          <p:attrName>ppt_y</p:attrName>
                                        </p:attrNameLst>
                                      </p:cBhvr>
                                      <p:tavLst>
                                        <p:tav tm="0">
                                          <p:val>
                                            <p:strVal val="ppt_y"/>
                                          </p:val>
                                        </p:tav>
                                        <p:tav tm="100000">
                                          <p:val>
                                            <p:strVal val="1+ppt_h/2"/>
                                          </p:val>
                                        </p:tav>
                                      </p:tavLst>
                                    </p:anim>
                                    <p:set>
                                      <p:cBhvr>
                                        <p:cTn id="12" dur="1" fill="hold">
                                          <p:stCondLst>
                                            <p:cond delay="499"/>
                                          </p:stCondLst>
                                        </p:cTn>
                                        <p:tgtEl>
                                          <p:spTgt spid="9"/>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 calcmode="lin" valueType="num">
                                      <p:cBhvr additive="base">
                                        <p:cTn id="17" dur="500" fill="hold"/>
                                        <p:tgtEl>
                                          <p:spTgt spid="19"/>
                                        </p:tgtEl>
                                        <p:attrNameLst>
                                          <p:attrName>ppt_x</p:attrName>
                                        </p:attrNameLst>
                                      </p:cBhvr>
                                      <p:tavLst>
                                        <p:tav tm="0">
                                          <p:val>
                                            <p:strVal val="#ppt_x"/>
                                          </p:val>
                                        </p:tav>
                                        <p:tav tm="100000">
                                          <p:val>
                                            <p:strVal val="#ppt_x"/>
                                          </p:val>
                                        </p:tav>
                                      </p:tavLst>
                                    </p:anim>
                                    <p:anim calcmode="lin" valueType="num">
                                      <p:cBhvr additive="base">
                                        <p:cTn id="1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 name="文本占位符 1"/>
          <p:cNvSpPr>
            <a:spLocks noGrp="1"/>
          </p:cNvSpPr>
          <p:nvPr>
            <p:custDataLst>
              <p:tags r:id="rId1"/>
            </p:custDataLst>
          </p:nvPr>
        </p:nvSpPr>
        <p:spPr>
          <a:xfrm>
            <a:off x="421005" y="349885"/>
            <a:ext cx="5155565" cy="513715"/>
          </a:xfrm>
          <a:prstGeom prst="rect">
            <a:avLst/>
          </a:prstGeom>
        </p:spPr>
        <p:txBody>
          <a:bodyPr vert="horz" lIns="101600" tIns="0" rIns="82550" bIns="0" rtlCol="0">
            <a:noAutofit/>
          </a:bodyPr>
          <a:lstStyle>
            <a:lvl1pPr marL="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1pPr>
            <a:lvl2pPr marL="457200"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2pPr>
            <a:lvl3pPr marL="9144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3pPr>
            <a:lvl4pPr marL="13716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4pPr>
            <a:lvl5pPr marL="18288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60000"/>
              </a:lnSpc>
              <a:spcBef>
                <a:spcPts val="0"/>
              </a:spcBef>
              <a:buNone/>
            </a:pPr>
            <a:endParaRPr lang="zh-CN" altLang="en-US" sz="1400" b="1" dirty="0">
              <a:solidFill>
                <a:schemeClr val="tx1"/>
              </a:solidFill>
              <a:latin typeface="微软雅黑" panose="020B0503020204020204" charset="-122"/>
              <a:cs typeface="微软雅黑" panose="020B0503020204020204" charset="-122"/>
              <a:sym typeface="+mn-ea"/>
            </a:endParaRPr>
          </a:p>
        </p:txBody>
      </p:sp>
      <p:cxnSp>
        <p:nvCxnSpPr>
          <p:cNvPr id="11" name="直接连接符 10"/>
          <p:cNvCxnSpPr/>
          <p:nvPr/>
        </p:nvCxnSpPr>
        <p:spPr>
          <a:xfrm>
            <a:off x="5922645" y="0"/>
            <a:ext cx="0" cy="6866890"/>
          </a:xfrm>
          <a:prstGeom prst="line">
            <a:avLst/>
          </a:prstGeom>
          <a:ln w="31750" cap="rnd">
            <a:solidFill>
              <a:schemeClr val="accent1"/>
            </a:solidFill>
            <a:round/>
          </a:ln>
        </p:spPr>
        <p:style>
          <a:lnRef idx="0">
            <a:srgbClr val="FFFFFF"/>
          </a:lnRef>
          <a:fillRef idx="0">
            <a:srgbClr val="FFFFFF"/>
          </a:fillRef>
          <a:effectRef idx="0">
            <a:srgbClr val="FFFFFF"/>
          </a:effectRef>
          <a:fontRef idx="minor">
            <a:schemeClr val="tx1"/>
          </a:fontRef>
        </p:style>
      </p:cxnSp>
      <p:sp>
        <p:nvSpPr>
          <p:cNvPr id="5" name="文本框 4"/>
          <p:cNvSpPr txBox="1"/>
          <p:nvPr/>
        </p:nvSpPr>
        <p:spPr>
          <a:xfrm>
            <a:off x="105410" y="476885"/>
            <a:ext cx="5643880" cy="1123950"/>
          </a:xfrm>
          <a:prstGeom prst="rect">
            <a:avLst/>
          </a:prstGeom>
          <a:noFill/>
        </p:spPr>
        <p:txBody>
          <a:bodyPr wrap="square" rtlCol="0">
            <a:spAutoFit/>
          </a:bodyPr>
          <a:p>
            <a:pPr>
              <a:lnSpc>
                <a:spcPct val="160000"/>
              </a:lnSpc>
            </a:pPr>
            <a:r>
              <a:rPr lang="zh-CN" altLang="en-US" sz="1400" b="1">
                <a:solidFill>
                  <a:srgbClr val="FF0000"/>
                </a:solidFill>
              </a:rPr>
              <a:t>简易的应用规格技术</a:t>
            </a:r>
            <a:r>
              <a:rPr lang="zh-CN" altLang="en-US" sz="1400" b="1"/>
              <a:t>是一种</a:t>
            </a:r>
            <a:r>
              <a:rPr lang="zh-CN" altLang="en-US" sz="1400" b="1">
                <a:solidFill>
                  <a:srgbClr val="00B0F0"/>
                </a:solidFill>
              </a:rPr>
              <a:t>面向团队</a:t>
            </a:r>
            <a:r>
              <a:rPr lang="zh-CN" altLang="en-US" sz="1400" b="1"/>
              <a:t>的需求方法，</a:t>
            </a:r>
            <a:r>
              <a:rPr lang="zh-CN" altLang="en-US" sz="1400" b="1" dirty="0">
                <a:latin typeface="Bodoni MT Black" panose="02070A03080606020203" pitchFamily="18" charset="0"/>
                <a:sym typeface="+mn-ea"/>
              </a:rPr>
              <a:t>是一种轻量级、用户友好的需求收集和规格说明方法。它强调用户参与和可视化协作，旨在快速达成对系统功能的共同理解。</a:t>
            </a:r>
            <a:endParaRPr lang="zh-CN" altLang="en-US" sz="1400" b="1" dirty="0">
              <a:latin typeface="Bodoni MT Black" panose="02070A03080606020203" pitchFamily="18" charset="0"/>
              <a:sym typeface="+mn-ea"/>
            </a:endParaRPr>
          </a:p>
        </p:txBody>
      </p:sp>
      <p:sp>
        <p:nvSpPr>
          <p:cNvPr id="29" name="文本框 28"/>
          <p:cNvSpPr txBox="1"/>
          <p:nvPr/>
        </p:nvSpPr>
        <p:spPr>
          <a:xfrm>
            <a:off x="-635" y="0"/>
            <a:ext cx="5922645" cy="349885"/>
          </a:xfrm>
          <a:prstGeom prst="rect">
            <a:avLst/>
          </a:prstGeom>
          <a:solidFill>
            <a:schemeClr val="accent1"/>
          </a:solidFill>
        </p:spPr>
        <p:txBody>
          <a:bodyPr wrap="square" rtlCol="0" anchor="ctr" anchorCtr="0">
            <a:noAutofit/>
          </a:bodyPr>
          <a:p>
            <a:pPr marL="0" algn="l">
              <a:lnSpc>
                <a:spcPct val="100000"/>
              </a:lnSpc>
              <a:spcBef>
                <a:spcPts val="0"/>
              </a:spcBef>
              <a:buClrTx/>
              <a:buSzTx/>
              <a:buFontTx/>
              <a:buNone/>
            </a:pPr>
            <a:r>
              <a:rPr lang="zh-CN" altLang="en-US" b="1">
                <a:solidFill>
                  <a:schemeClr val="bg1"/>
                </a:solidFill>
                <a:sym typeface="+mn-ea"/>
              </a:rPr>
              <a:t>简易的应用规格说明技术</a:t>
            </a:r>
            <a:endParaRPr lang="zh-CN" altLang="en-US" b="1">
              <a:solidFill>
                <a:schemeClr val="bg1"/>
              </a:solidFill>
              <a:sym typeface="+mn-ea"/>
            </a:endParaRPr>
          </a:p>
        </p:txBody>
      </p:sp>
      <p:pic>
        <p:nvPicPr>
          <p:cNvPr id="3" name="图片 2"/>
          <p:cNvPicPr>
            <a:picLocks noChangeAspect="1"/>
          </p:cNvPicPr>
          <p:nvPr/>
        </p:nvPicPr>
        <p:blipFill>
          <a:blip r:embed="rId2"/>
          <a:stretch>
            <a:fillRect/>
          </a:stretch>
        </p:blipFill>
        <p:spPr>
          <a:xfrm>
            <a:off x="0" y="1729740"/>
            <a:ext cx="5868035" cy="2070735"/>
          </a:xfrm>
          <a:prstGeom prst="rect">
            <a:avLst/>
          </a:prstGeom>
        </p:spPr>
      </p:pic>
      <p:sp>
        <p:nvSpPr>
          <p:cNvPr id="7" name="文本框 6"/>
          <p:cNvSpPr txBox="1"/>
          <p:nvPr/>
        </p:nvSpPr>
        <p:spPr>
          <a:xfrm>
            <a:off x="165735" y="5489575"/>
            <a:ext cx="1381125" cy="1027430"/>
          </a:xfrm>
          <a:prstGeom prst="rect">
            <a:avLst/>
          </a:prstGeom>
          <a:solidFill>
            <a:schemeClr val="bg1"/>
          </a:solidFill>
        </p:spPr>
        <p:txBody>
          <a:bodyPr wrap="square" rtlCol="0">
            <a:noAutofit/>
          </a:bodyPr>
          <a:p>
            <a:endParaRPr lang="zh-CN" altLang="en-US"/>
          </a:p>
        </p:txBody>
      </p:sp>
      <p:graphicFrame>
        <p:nvGraphicFramePr>
          <p:cNvPr id="8" name="图示 7"/>
          <p:cNvGraphicFramePr/>
          <p:nvPr/>
        </p:nvGraphicFramePr>
        <p:xfrm>
          <a:off x="341630" y="3990340"/>
          <a:ext cx="5408295" cy="228981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2" name="文本框 11"/>
          <p:cNvSpPr txBox="1"/>
          <p:nvPr/>
        </p:nvSpPr>
        <p:spPr>
          <a:xfrm>
            <a:off x="5953760" y="0"/>
            <a:ext cx="6236335" cy="349885"/>
          </a:xfrm>
          <a:prstGeom prst="rect">
            <a:avLst/>
          </a:prstGeom>
          <a:solidFill>
            <a:schemeClr val="accent1"/>
          </a:solidFill>
        </p:spPr>
        <p:txBody>
          <a:bodyPr wrap="square" rtlCol="0" anchor="ctr" anchorCtr="0">
            <a:noAutofit/>
          </a:bodyPr>
          <a:p>
            <a:pPr marL="0" algn="l">
              <a:lnSpc>
                <a:spcPct val="100000"/>
              </a:lnSpc>
              <a:spcBef>
                <a:spcPts val="0"/>
              </a:spcBef>
              <a:buClrTx/>
              <a:buSzTx/>
              <a:buFontTx/>
              <a:buNone/>
            </a:pPr>
            <a:r>
              <a:rPr lang="zh-CN" altLang="en-US" b="1">
                <a:solidFill>
                  <a:schemeClr val="bg1"/>
                </a:solidFill>
                <a:sym typeface="+mn-ea"/>
              </a:rPr>
              <a:t>快速建立软件原型</a:t>
            </a:r>
            <a:endParaRPr lang="zh-CN" altLang="en-US" b="1">
              <a:solidFill>
                <a:schemeClr val="bg1"/>
              </a:solidFill>
              <a:sym typeface="+mn-ea"/>
            </a:endParaRPr>
          </a:p>
        </p:txBody>
      </p:sp>
      <p:sp>
        <p:nvSpPr>
          <p:cNvPr id="13" name="文本框 12"/>
          <p:cNvSpPr txBox="1"/>
          <p:nvPr/>
        </p:nvSpPr>
        <p:spPr>
          <a:xfrm>
            <a:off x="10953115" y="393700"/>
            <a:ext cx="1181735" cy="930910"/>
          </a:xfrm>
          <a:prstGeom prst="rect">
            <a:avLst/>
          </a:prstGeom>
          <a:solidFill>
            <a:schemeClr val="bg2"/>
          </a:solidFill>
        </p:spPr>
        <p:txBody>
          <a:bodyPr wrap="square" rtlCol="0">
            <a:noAutofit/>
          </a:bodyPr>
          <a:p>
            <a:endParaRPr lang="zh-CN" altLang="en-US"/>
          </a:p>
        </p:txBody>
      </p:sp>
      <p:pic>
        <p:nvPicPr>
          <p:cNvPr id="14" name="图片 13"/>
          <p:cNvPicPr>
            <a:picLocks noChangeAspect="1"/>
          </p:cNvPicPr>
          <p:nvPr/>
        </p:nvPicPr>
        <p:blipFill>
          <a:blip r:embed="rId8"/>
          <a:stretch>
            <a:fillRect/>
          </a:stretch>
        </p:blipFill>
        <p:spPr>
          <a:xfrm>
            <a:off x="5944870" y="365125"/>
            <a:ext cx="6251575" cy="1878965"/>
          </a:xfrm>
          <a:prstGeom prst="rect">
            <a:avLst/>
          </a:prstGeom>
          <a:ln>
            <a:solidFill>
              <a:schemeClr val="accent1"/>
            </a:solidFill>
          </a:ln>
        </p:spPr>
      </p:pic>
      <p:pic>
        <p:nvPicPr>
          <p:cNvPr id="15" name="图片 14"/>
          <p:cNvPicPr>
            <a:picLocks noChangeAspect="1"/>
          </p:cNvPicPr>
          <p:nvPr/>
        </p:nvPicPr>
        <p:blipFill>
          <a:blip r:embed="rId9"/>
          <a:stretch>
            <a:fillRect/>
          </a:stretch>
        </p:blipFill>
        <p:spPr>
          <a:xfrm>
            <a:off x="6138545" y="2407285"/>
            <a:ext cx="5610860" cy="2043430"/>
          </a:xfrm>
          <a:prstGeom prst="rect">
            <a:avLst/>
          </a:prstGeom>
        </p:spPr>
      </p:pic>
      <p:sp>
        <p:nvSpPr>
          <p:cNvPr id="16" name="文本框 15"/>
          <p:cNvSpPr txBox="1"/>
          <p:nvPr/>
        </p:nvSpPr>
        <p:spPr>
          <a:xfrm>
            <a:off x="5948045" y="4514215"/>
            <a:ext cx="3185795" cy="2343785"/>
          </a:xfrm>
          <a:prstGeom prst="rect">
            <a:avLst/>
          </a:prstGeom>
          <a:solidFill>
            <a:schemeClr val="accent1"/>
          </a:solidFill>
        </p:spPr>
        <p:txBody>
          <a:bodyPr wrap="square" rtlCol="0" anchor="ctr" anchorCtr="0">
            <a:noAutofit/>
          </a:bodyPr>
          <a:p>
            <a:pPr>
              <a:lnSpc>
                <a:spcPct val="170000"/>
              </a:lnSpc>
            </a:pPr>
            <a:r>
              <a:rPr lang="zh-CN" altLang="en-US" sz="1400" b="1">
                <a:solidFill>
                  <a:srgbClr val="FFFF00"/>
                </a:solidFill>
              </a:rPr>
              <a:t>原型的四个关键特性：</a:t>
            </a:r>
            <a:endParaRPr lang="zh-CN" altLang="en-US" sz="1400" b="1">
              <a:solidFill>
                <a:srgbClr val="FFFF00"/>
              </a:solidFill>
            </a:endParaRPr>
          </a:p>
          <a:p>
            <a:pPr>
              <a:lnSpc>
                <a:spcPct val="170000"/>
              </a:lnSpc>
            </a:pPr>
            <a:r>
              <a:rPr lang="zh-CN" altLang="en-US" sz="1400" b="1">
                <a:solidFill>
                  <a:schemeClr val="bg2"/>
                </a:solidFill>
              </a:rPr>
              <a:t>快速：几小时到几天</a:t>
            </a:r>
            <a:endParaRPr lang="zh-CN" altLang="en-US" sz="1400" b="1">
              <a:solidFill>
                <a:schemeClr val="bg2"/>
              </a:solidFill>
            </a:endParaRPr>
          </a:p>
          <a:p>
            <a:pPr>
              <a:lnSpc>
                <a:spcPct val="170000"/>
              </a:lnSpc>
            </a:pPr>
            <a:r>
              <a:rPr lang="zh-CN" altLang="en-US" sz="1400" b="1">
                <a:solidFill>
                  <a:schemeClr val="bg2"/>
                </a:solidFill>
              </a:rPr>
              <a:t>廉价：低成本制作，低成本修改</a:t>
            </a:r>
            <a:endParaRPr lang="zh-CN" altLang="en-US" sz="1400" b="1">
              <a:solidFill>
                <a:schemeClr val="bg2"/>
              </a:solidFill>
            </a:endParaRPr>
          </a:p>
          <a:p>
            <a:pPr>
              <a:lnSpc>
                <a:spcPct val="170000"/>
              </a:lnSpc>
            </a:pPr>
            <a:r>
              <a:rPr lang="zh-CN" altLang="en-US" sz="1400" b="1">
                <a:solidFill>
                  <a:schemeClr val="bg2"/>
                </a:solidFill>
              </a:rPr>
              <a:t>聚焦：只验证关键假设，不求完整</a:t>
            </a:r>
            <a:endParaRPr lang="zh-CN" altLang="en-US" sz="1400" b="1">
              <a:solidFill>
                <a:schemeClr val="bg2"/>
              </a:solidFill>
            </a:endParaRPr>
          </a:p>
          <a:p>
            <a:pPr>
              <a:lnSpc>
                <a:spcPct val="170000"/>
              </a:lnSpc>
            </a:pPr>
            <a:r>
              <a:rPr lang="zh-CN" altLang="en-US" sz="1400" b="1">
                <a:solidFill>
                  <a:schemeClr val="bg2"/>
                </a:solidFill>
              </a:rPr>
              <a:t>可抛弃：心态上准备好丢弃和重做</a:t>
            </a:r>
            <a:endParaRPr lang="zh-CN" altLang="en-US" sz="1400" b="1">
              <a:solidFill>
                <a:schemeClr val="bg2"/>
              </a:solidFill>
            </a:endParaRPr>
          </a:p>
        </p:txBody>
      </p:sp>
      <p:sp>
        <p:nvSpPr>
          <p:cNvPr id="17" name="文本框 16"/>
          <p:cNvSpPr txBox="1"/>
          <p:nvPr/>
        </p:nvSpPr>
        <p:spPr>
          <a:xfrm>
            <a:off x="9039225" y="4514215"/>
            <a:ext cx="3157220" cy="2343785"/>
          </a:xfrm>
          <a:prstGeom prst="rect">
            <a:avLst/>
          </a:prstGeom>
          <a:solidFill>
            <a:schemeClr val="accent4"/>
          </a:solidFill>
        </p:spPr>
        <p:txBody>
          <a:bodyPr wrap="square" rtlCol="0">
            <a:noAutofit/>
          </a:bodyPr>
          <a:p>
            <a:pPr>
              <a:lnSpc>
                <a:spcPct val="100000"/>
              </a:lnSpc>
            </a:pPr>
            <a:endParaRPr lang="zh-CN" altLang="en-US" sz="1400" b="1">
              <a:solidFill>
                <a:schemeClr val="bg2"/>
              </a:solidFill>
            </a:endParaRPr>
          </a:p>
          <a:p>
            <a:pPr>
              <a:lnSpc>
                <a:spcPct val="100000"/>
              </a:lnSpc>
            </a:pPr>
            <a:r>
              <a:rPr lang="zh-CN" altLang="en-US" sz="1400" b="1">
                <a:solidFill>
                  <a:schemeClr val="bg2"/>
                </a:solidFill>
              </a:rPr>
              <a:t>验证想法可行性 → 纸面原型</a:t>
            </a:r>
            <a:endParaRPr lang="zh-CN" altLang="en-US" sz="1400" b="1">
              <a:solidFill>
                <a:schemeClr val="bg2"/>
              </a:solidFill>
            </a:endParaRPr>
          </a:p>
          <a:p>
            <a:pPr>
              <a:lnSpc>
                <a:spcPct val="100000"/>
              </a:lnSpc>
            </a:pPr>
            <a:endParaRPr lang="zh-CN" altLang="en-US" sz="1400" b="1">
              <a:solidFill>
                <a:schemeClr val="bg2"/>
              </a:solidFill>
            </a:endParaRPr>
          </a:p>
          <a:p>
            <a:pPr>
              <a:lnSpc>
                <a:spcPct val="100000"/>
              </a:lnSpc>
            </a:pPr>
            <a:r>
              <a:rPr lang="zh-CN" altLang="en-US" sz="1400" b="1">
                <a:solidFill>
                  <a:schemeClr val="bg2"/>
                </a:solidFill>
              </a:rPr>
              <a:t>确定信息架构 → 数字线框图</a:t>
            </a:r>
            <a:endParaRPr lang="zh-CN" altLang="en-US" sz="1400" b="1">
              <a:solidFill>
                <a:schemeClr val="bg2"/>
              </a:solidFill>
            </a:endParaRPr>
          </a:p>
          <a:p>
            <a:pPr>
              <a:lnSpc>
                <a:spcPct val="100000"/>
              </a:lnSpc>
            </a:pPr>
            <a:endParaRPr lang="zh-CN" altLang="en-US" sz="1400" b="1">
              <a:solidFill>
                <a:schemeClr val="bg2"/>
              </a:solidFill>
            </a:endParaRPr>
          </a:p>
          <a:p>
            <a:pPr>
              <a:lnSpc>
                <a:spcPct val="100000"/>
              </a:lnSpc>
            </a:pPr>
            <a:r>
              <a:rPr lang="zh-CN" altLang="en-US" sz="1400" b="1">
                <a:solidFill>
                  <a:schemeClr val="bg2"/>
                </a:solidFill>
              </a:rPr>
              <a:t>测试用户体验 → 交互原型</a:t>
            </a:r>
            <a:endParaRPr lang="zh-CN" altLang="en-US" sz="1400" b="1">
              <a:solidFill>
                <a:schemeClr val="bg2"/>
              </a:solidFill>
            </a:endParaRPr>
          </a:p>
          <a:p>
            <a:pPr>
              <a:lnSpc>
                <a:spcPct val="100000"/>
              </a:lnSpc>
            </a:pPr>
            <a:endParaRPr lang="zh-CN" altLang="en-US" sz="1400" b="1">
              <a:solidFill>
                <a:schemeClr val="bg2"/>
              </a:solidFill>
            </a:endParaRPr>
          </a:p>
          <a:p>
            <a:pPr>
              <a:lnSpc>
                <a:spcPct val="100000"/>
              </a:lnSpc>
            </a:pPr>
            <a:r>
              <a:rPr lang="zh-CN" altLang="en-US" sz="1400" b="1">
                <a:solidFill>
                  <a:schemeClr val="bg2"/>
                </a:solidFill>
              </a:rPr>
              <a:t>验证视觉效果 → 高保真视觉稿</a:t>
            </a:r>
            <a:endParaRPr lang="zh-CN" altLang="en-US" sz="1400" b="1">
              <a:solidFill>
                <a:schemeClr val="bg2"/>
              </a:solidFill>
            </a:endParaRPr>
          </a:p>
          <a:p>
            <a:pPr>
              <a:lnSpc>
                <a:spcPct val="100000"/>
              </a:lnSpc>
            </a:pPr>
            <a:endParaRPr lang="zh-CN" altLang="en-US" sz="1400" b="1">
              <a:solidFill>
                <a:schemeClr val="bg2"/>
              </a:solidFill>
            </a:endParaRPr>
          </a:p>
          <a:p>
            <a:pPr>
              <a:lnSpc>
                <a:spcPct val="100000"/>
              </a:lnSpc>
            </a:pPr>
            <a:r>
              <a:rPr lang="zh-CN" altLang="en-US" sz="1400" b="1">
                <a:solidFill>
                  <a:schemeClr val="bg2"/>
                </a:solidFill>
              </a:rPr>
              <a:t>验证技术方案 → 可运行原型</a:t>
            </a:r>
            <a:endParaRPr lang="zh-CN" altLang="en-US" sz="1400" b="1">
              <a:solidFill>
                <a:schemeClr val="bg2"/>
              </a:solidFill>
            </a:endParaRPr>
          </a:p>
        </p:txBody>
      </p:sp>
    </p:spTree>
    <p:custDataLst>
      <p:tags r:id="rId10"/>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3"/>
          <p:cNvSpPr>
            <a:spLocks noGrp="1"/>
          </p:cNvSpPr>
          <p:nvPr>
            <p:ph type="title"/>
            <p:custDataLst>
              <p:tags r:id="rId1"/>
            </p:custDataLst>
          </p:nvPr>
        </p:nvSpPr>
        <p:spPr>
          <a:xfrm>
            <a:off x="583835" y="541800"/>
            <a:ext cx="3960000" cy="882000"/>
          </a:xfrm>
        </p:spPr>
        <p:txBody>
          <a:bodyPr>
            <a:normAutofit/>
          </a:bodyPr>
          <a:lstStyle/>
          <a:p>
            <a:r>
              <a:rPr lang="zh-CN" altLang="en-US" sz="2665" spc="200" dirty="0">
                <a:latin typeface="汉仪旗黑-85S" panose="00020600040101010101" pitchFamily="18" charset="-122"/>
                <a:ea typeface="汉仪旗黑-85S" panose="00020600040101010101" pitchFamily="18" charset="-122"/>
              </a:rPr>
              <a:t>分析建模与规格说明</a:t>
            </a:r>
            <a:endParaRPr lang="zh-CN" altLang="en-US" sz="2665" spc="200" dirty="0">
              <a:latin typeface="汉仪旗黑-85S" panose="00020600040101010101" pitchFamily="18" charset="-122"/>
              <a:ea typeface="汉仪旗黑-85S" panose="00020600040101010101" pitchFamily="18" charset="-122"/>
            </a:endParaRPr>
          </a:p>
        </p:txBody>
      </p:sp>
      <p:sp>
        <p:nvSpPr>
          <p:cNvPr id="6" name="文本占位符 1"/>
          <p:cNvSpPr>
            <a:spLocks noGrp="1"/>
          </p:cNvSpPr>
          <p:nvPr>
            <p:custDataLst>
              <p:tags r:id="rId2"/>
            </p:custDataLst>
          </p:nvPr>
        </p:nvSpPr>
        <p:spPr>
          <a:xfrm>
            <a:off x="278765" y="1328420"/>
            <a:ext cx="4365625" cy="2737485"/>
          </a:xfrm>
          <a:prstGeom prst="rect">
            <a:avLst/>
          </a:prstGeom>
        </p:spPr>
        <p:txBody>
          <a:bodyPr vert="horz" lIns="101600" tIns="0" rIns="82550" bIns="0" rtlCol="0">
            <a:noAutofit/>
          </a:bodyPr>
          <a:lstStyle>
            <a:lvl1pPr marL="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1pPr>
            <a:lvl2pPr marL="457200"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2pPr>
            <a:lvl3pPr marL="9144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3pPr>
            <a:lvl4pPr marL="13716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4pPr>
            <a:lvl5pPr marL="18288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60000"/>
              </a:lnSpc>
              <a:spcBef>
                <a:spcPts val="0"/>
              </a:spcBef>
              <a:buNone/>
            </a:pPr>
            <a:r>
              <a:rPr lang="zh-CN" altLang="zh-CN" sz="1500" b="1" dirty="0">
                <a:solidFill>
                  <a:srgbClr val="FF0000"/>
                </a:solidFill>
                <a:latin typeface="Bodoni MT Black" panose="02070A03080606020203" pitchFamily="18" charset="0"/>
                <a:sym typeface="+mn-ea"/>
              </a:rPr>
              <a:t>结构化分析</a:t>
            </a:r>
            <a:r>
              <a:rPr lang="zh-CN" altLang="zh-CN" sz="1500" b="1" dirty="0">
                <a:solidFill>
                  <a:schemeClr val="bg1"/>
                </a:solidFill>
                <a:latin typeface="Bodoni MT Black" panose="02070A03080606020203" pitchFamily="18" charset="0"/>
                <a:sym typeface="+mn-ea"/>
              </a:rPr>
              <a:t>实质上是一种</a:t>
            </a:r>
            <a:r>
              <a:rPr lang="zh-CN" altLang="zh-CN" sz="1500" b="1" dirty="0">
                <a:solidFill>
                  <a:srgbClr val="55D5FF"/>
                </a:solidFill>
                <a:latin typeface="Bodoni MT Black" panose="02070A03080606020203" pitchFamily="18" charset="0"/>
                <a:sym typeface="+mn-ea"/>
              </a:rPr>
              <a:t>创建模型</a:t>
            </a:r>
            <a:r>
              <a:rPr lang="zh-CN" altLang="zh-CN" sz="1500" b="1" dirty="0">
                <a:solidFill>
                  <a:schemeClr val="bg1"/>
                </a:solidFill>
                <a:latin typeface="Bodoni MT Black" panose="02070A03080606020203" pitchFamily="18" charset="0"/>
                <a:sym typeface="+mn-ea"/>
              </a:rPr>
              <a:t>的活动，分析建模是在需求分析阶段，使用图形化、形式化的模型来表示系统的逻辑结构和行为的过程。它是需求的理解、精化和表达。</a:t>
            </a:r>
            <a:endParaRPr lang="zh-CN" altLang="zh-CN" sz="1500" b="1" dirty="0">
              <a:solidFill>
                <a:schemeClr val="bg1"/>
              </a:solidFill>
              <a:latin typeface="Bodoni MT Black" panose="02070A03080606020203" pitchFamily="18" charset="0"/>
              <a:sym typeface="+mn-ea"/>
            </a:endParaRPr>
          </a:p>
          <a:p>
            <a:pPr marL="0" indent="0">
              <a:lnSpc>
                <a:spcPct val="160000"/>
              </a:lnSpc>
              <a:spcBef>
                <a:spcPts val="0"/>
              </a:spcBef>
              <a:buNone/>
            </a:pPr>
            <a:r>
              <a:rPr lang="zh-CN" altLang="zh-CN" sz="1500" b="1" dirty="0">
                <a:solidFill>
                  <a:schemeClr val="bg1"/>
                </a:solidFill>
                <a:latin typeface="Bodoni MT Black" panose="02070A03080606020203" pitchFamily="18" charset="0"/>
                <a:sym typeface="+mn-ea"/>
              </a:rPr>
              <a:t>需求分析过程应该建立三种模型：</a:t>
            </a:r>
            <a:r>
              <a:rPr lang="zh-CN" altLang="zh-CN" sz="1500" b="1" dirty="0">
                <a:solidFill>
                  <a:srgbClr val="FFFF00"/>
                </a:solidFill>
                <a:latin typeface="Bodoni MT Black" panose="02070A03080606020203" pitchFamily="18" charset="0"/>
                <a:sym typeface="+mn-ea"/>
              </a:rPr>
              <a:t>数据模型</a:t>
            </a:r>
            <a:r>
              <a:rPr lang="zh-CN" altLang="zh-CN" sz="1500" b="1" dirty="0">
                <a:solidFill>
                  <a:schemeClr val="bg1"/>
                </a:solidFill>
                <a:latin typeface="Bodoni MT Black" panose="02070A03080606020203" pitchFamily="18" charset="0"/>
                <a:sym typeface="+mn-ea"/>
              </a:rPr>
              <a:t>、</a:t>
            </a:r>
            <a:r>
              <a:rPr lang="zh-CN" altLang="zh-CN" sz="1500" b="1" dirty="0">
                <a:solidFill>
                  <a:srgbClr val="FFFF00"/>
                </a:solidFill>
                <a:latin typeface="Bodoni MT Black" panose="02070A03080606020203" pitchFamily="18" charset="0"/>
                <a:sym typeface="+mn-ea"/>
              </a:rPr>
              <a:t>功能模型</a:t>
            </a:r>
            <a:r>
              <a:rPr lang="zh-CN" altLang="zh-CN" sz="1500" b="1" dirty="0">
                <a:solidFill>
                  <a:schemeClr val="bg1"/>
                </a:solidFill>
                <a:latin typeface="Bodoni MT Black" panose="02070A03080606020203" pitchFamily="18" charset="0"/>
                <a:sym typeface="+mn-ea"/>
              </a:rPr>
              <a:t>和</a:t>
            </a:r>
            <a:r>
              <a:rPr lang="zh-CN" altLang="zh-CN" sz="1500" b="1" dirty="0">
                <a:solidFill>
                  <a:srgbClr val="FFFF00"/>
                </a:solidFill>
                <a:latin typeface="Bodoni MT Black" panose="02070A03080606020203" pitchFamily="18" charset="0"/>
                <a:sym typeface="+mn-ea"/>
              </a:rPr>
              <a:t>行为模型</a:t>
            </a:r>
            <a:r>
              <a:rPr lang="zh-CN" altLang="zh-CN" sz="1500" b="1" dirty="0">
                <a:solidFill>
                  <a:schemeClr val="bg1"/>
                </a:solidFill>
                <a:latin typeface="Bodoni MT Black" panose="02070A03080606020203" pitchFamily="18" charset="0"/>
                <a:sym typeface="+mn-ea"/>
              </a:rPr>
              <a:t>。</a:t>
            </a:r>
            <a:endParaRPr lang="zh-CN" altLang="zh-CN" sz="1500" b="1" dirty="0">
              <a:solidFill>
                <a:srgbClr val="FF0000"/>
              </a:solidFill>
              <a:latin typeface="Bodoni MT Black" panose="02070A03080606020203" pitchFamily="18" charset="0"/>
              <a:sym typeface="+mn-ea"/>
            </a:endParaRPr>
          </a:p>
          <a:p>
            <a:pPr marL="0" indent="0">
              <a:spcBef>
                <a:spcPts val="0"/>
              </a:spcBef>
              <a:buNone/>
            </a:pPr>
            <a:endParaRPr lang="zh-CN" altLang="en-US" sz="700" b="1" dirty="0">
              <a:solidFill>
                <a:srgbClr val="FFFF00"/>
              </a:solidFill>
              <a:latin typeface="Bodoni MT Black" panose="02070A03080606020203" pitchFamily="18" charset="0"/>
            </a:endParaRPr>
          </a:p>
        </p:txBody>
      </p:sp>
      <p:pic>
        <p:nvPicPr>
          <p:cNvPr id="5" name="图片 4"/>
          <p:cNvPicPr>
            <a:picLocks noChangeAspect="1"/>
          </p:cNvPicPr>
          <p:nvPr/>
        </p:nvPicPr>
        <p:blipFill>
          <a:blip r:embed="rId3"/>
          <a:stretch>
            <a:fillRect/>
          </a:stretch>
        </p:blipFill>
        <p:spPr>
          <a:xfrm>
            <a:off x="0" y="3847465"/>
            <a:ext cx="4832985" cy="2200910"/>
          </a:xfrm>
          <a:prstGeom prst="rect">
            <a:avLst/>
          </a:prstGeom>
          <a:ln>
            <a:solidFill>
              <a:schemeClr val="accent1"/>
            </a:solidFill>
          </a:ln>
        </p:spPr>
      </p:pic>
      <p:sp>
        <p:nvSpPr>
          <p:cNvPr id="9" name="文本框 8"/>
          <p:cNvSpPr txBox="1"/>
          <p:nvPr/>
        </p:nvSpPr>
        <p:spPr>
          <a:xfrm>
            <a:off x="342900" y="6244590"/>
            <a:ext cx="4122420" cy="475615"/>
          </a:xfrm>
          <a:prstGeom prst="rect">
            <a:avLst/>
          </a:prstGeom>
          <a:solidFill>
            <a:schemeClr val="accent2"/>
          </a:solidFill>
        </p:spPr>
        <p:txBody>
          <a:bodyPr wrap="square" rtlCol="0" anchor="ctr" anchorCtr="0">
            <a:noAutofit/>
          </a:bodyPr>
          <a:p>
            <a:pPr>
              <a:lnSpc>
                <a:spcPct val="100000"/>
              </a:lnSpc>
            </a:pPr>
            <a:r>
              <a:rPr lang="zh-CN" altLang="en-US" sz="1400" b="1">
                <a:solidFill>
                  <a:schemeClr val="bg2"/>
                </a:solidFill>
              </a:rPr>
              <a:t>完整的分析建模需要从四个互补的视角来审视系统</a:t>
            </a:r>
            <a:endParaRPr lang="zh-CN" altLang="en-US" sz="1400" b="1">
              <a:solidFill>
                <a:schemeClr val="bg2"/>
              </a:solidFill>
            </a:endParaRPr>
          </a:p>
        </p:txBody>
      </p:sp>
      <p:sp>
        <p:nvSpPr>
          <p:cNvPr id="10" name="文本框 9"/>
          <p:cNvSpPr txBox="1"/>
          <p:nvPr/>
        </p:nvSpPr>
        <p:spPr>
          <a:xfrm>
            <a:off x="4980305" y="141605"/>
            <a:ext cx="5000625" cy="400050"/>
          </a:xfrm>
          <a:prstGeom prst="rect">
            <a:avLst/>
          </a:prstGeom>
          <a:noFill/>
          <a:extLst>
            <a:ext uri="{909E8E84-426E-40DD-AFC4-6F175D3DCCD1}">
              <a14:hiddenFill xmlns:a14="http://schemas.microsoft.com/office/drawing/2010/main">
                <a:solidFill>
                  <a:schemeClr val="accent4"/>
                </a:solidFill>
              </a14:hiddenFill>
            </a:ext>
          </a:extLst>
        </p:spPr>
        <p:txBody>
          <a:bodyPr wrap="square" rtlCol="0">
            <a:noAutofit/>
          </a:bodyPr>
          <a:p>
            <a:pPr>
              <a:lnSpc>
                <a:spcPct val="100000"/>
              </a:lnSpc>
            </a:pPr>
            <a:r>
              <a:rPr lang="zh-CN" altLang="en-US" sz="1400" b="1">
                <a:solidFill>
                  <a:srgbClr val="FF0000"/>
                </a:solidFill>
              </a:rPr>
              <a:t>功能视角：系统能做什么？</a:t>
            </a:r>
            <a:r>
              <a:rPr lang="en-US" altLang="zh-CN" sz="1400" b="1">
                <a:solidFill>
                  <a:srgbClr val="FF0000"/>
                </a:solidFill>
              </a:rPr>
              <a:t>—— </a:t>
            </a:r>
            <a:r>
              <a:rPr lang="zh-CN" altLang="en-US" sz="1400" b="1">
                <a:solidFill>
                  <a:srgbClr val="FF0000"/>
                </a:solidFill>
              </a:rPr>
              <a:t>用例图</a:t>
            </a:r>
            <a:r>
              <a:rPr lang="en-US" altLang="zh-CN" sz="1400" b="1">
                <a:solidFill>
                  <a:srgbClr val="FF0000"/>
                </a:solidFill>
              </a:rPr>
              <a:t>——</a:t>
            </a:r>
            <a:r>
              <a:rPr lang="zh-CN" altLang="en-US" sz="1400" b="1">
                <a:solidFill>
                  <a:srgbClr val="FF0000"/>
                </a:solidFill>
              </a:rPr>
              <a:t>建立功能模型</a:t>
            </a:r>
            <a:endParaRPr lang="zh-CN" altLang="en-US" sz="1400" b="1">
              <a:solidFill>
                <a:srgbClr val="FF0000"/>
              </a:solidFill>
            </a:endParaRPr>
          </a:p>
        </p:txBody>
      </p:sp>
      <p:pic>
        <p:nvPicPr>
          <p:cNvPr id="11" name="图片 10"/>
          <p:cNvPicPr>
            <a:picLocks noChangeAspect="1"/>
          </p:cNvPicPr>
          <p:nvPr/>
        </p:nvPicPr>
        <p:blipFill>
          <a:blip r:embed="rId4"/>
          <a:stretch>
            <a:fillRect/>
          </a:stretch>
        </p:blipFill>
        <p:spPr>
          <a:xfrm>
            <a:off x="4832985" y="482600"/>
            <a:ext cx="7358380" cy="2341245"/>
          </a:xfrm>
          <a:prstGeom prst="rect">
            <a:avLst/>
          </a:prstGeom>
          <a:ln>
            <a:solidFill>
              <a:schemeClr val="accent1"/>
            </a:solidFill>
          </a:ln>
        </p:spPr>
      </p:pic>
      <p:sp>
        <p:nvSpPr>
          <p:cNvPr id="12" name="文本框 11"/>
          <p:cNvSpPr txBox="1"/>
          <p:nvPr/>
        </p:nvSpPr>
        <p:spPr>
          <a:xfrm>
            <a:off x="4832985" y="2853055"/>
            <a:ext cx="7358380" cy="673100"/>
          </a:xfrm>
          <a:prstGeom prst="rect">
            <a:avLst/>
          </a:prstGeom>
          <a:solidFill>
            <a:schemeClr val="accent2"/>
          </a:solidFill>
        </p:spPr>
        <p:txBody>
          <a:bodyPr wrap="square" rtlCol="0" anchor="ctr" anchorCtr="0">
            <a:noAutofit/>
          </a:bodyPr>
          <a:p>
            <a:pPr algn="ctr">
              <a:lnSpc>
                <a:spcPct val="100000"/>
              </a:lnSpc>
            </a:pPr>
            <a:r>
              <a:rPr lang="zh-CN" altLang="en-US" sz="1400" b="1">
                <a:solidFill>
                  <a:schemeClr val="bg2"/>
                </a:solidFill>
              </a:rPr>
              <a:t>谁使用系统？（</a:t>
            </a:r>
            <a:r>
              <a:rPr lang="zh-CN" altLang="en-US" sz="1400" b="1">
                <a:solidFill>
                  <a:srgbClr val="FFFF00"/>
                </a:solidFill>
              </a:rPr>
              <a:t>参与者</a:t>
            </a:r>
            <a:r>
              <a:rPr lang="zh-CN" altLang="en-US" sz="1400" b="1">
                <a:solidFill>
                  <a:schemeClr val="bg2"/>
                </a:solidFill>
              </a:rPr>
              <a:t>）</a:t>
            </a:r>
            <a:r>
              <a:rPr lang="en-US" altLang="zh-CN" sz="1400" b="1">
                <a:solidFill>
                  <a:schemeClr val="bg2"/>
                </a:solidFill>
              </a:rPr>
              <a:t> </a:t>
            </a:r>
            <a:r>
              <a:rPr lang="zh-CN" altLang="en-US" sz="1400" b="1">
                <a:solidFill>
                  <a:schemeClr val="bg2"/>
                </a:solidFill>
              </a:rPr>
              <a:t>系统做什么？（</a:t>
            </a:r>
            <a:r>
              <a:rPr lang="zh-CN" altLang="en-US" sz="1400" b="1">
                <a:solidFill>
                  <a:srgbClr val="FFFF00"/>
                </a:solidFill>
              </a:rPr>
              <a:t>用例</a:t>
            </a:r>
            <a:r>
              <a:rPr lang="zh-CN" altLang="en-US" sz="1400" b="1">
                <a:solidFill>
                  <a:schemeClr val="bg2"/>
                </a:solidFill>
              </a:rPr>
              <a:t>）系统和外部世界如何交互？（</a:t>
            </a:r>
            <a:r>
              <a:rPr lang="zh-CN" altLang="en-US" sz="1400" b="1">
                <a:solidFill>
                  <a:srgbClr val="FFFF00"/>
                </a:solidFill>
              </a:rPr>
              <a:t>关系</a:t>
            </a:r>
            <a:r>
              <a:rPr lang="zh-CN" altLang="en-US" sz="1400" b="1">
                <a:solidFill>
                  <a:schemeClr val="bg2"/>
                </a:solidFill>
              </a:rPr>
              <a:t>）</a:t>
            </a:r>
            <a:endParaRPr lang="zh-CN" altLang="en-US" sz="1400" b="1">
              <a:solidFill>
                <a:schemeClr val="bg2"/>
              </a:solidFill>
            </a:endParaRPr>
          </a:p>
        </p:txBody>
      </p:sp>
      <p:pic>
        <p:nvPicPr>
          <p:cNvPr id="13" name="图片 12"/>
          <p:cNvPicPr>
            <a:picLocks noChangeAspect="1"/>
          </p:cNvPicPr>
          <p:nvPr/>
        </p:nvPicPr>
        <p:blipFill>
          <a:blip r:embed="rId5"/>
          <a:srcRect r="9428"/>
          <a:stretch>
            <a:fillRect/>
          </a:stretch>
        </p:blipFill>
        <p:spPr>
          <a:xfrm>
            <a:off x="4832985" y="3552190"/>
            <a:ext cx="7358380" cy="2562225"/>
          </a:xfrm>
          <a:prstGeom prst="rect">
            <a:avLst/>
          </a:prstGeom>
          <a:ln>
            <a:solidFill>
              <a:schemeClr val="accent1"/>
            </a:solidFill>
          </a:ln>
        </p:spPr>
      </p:pic>
      <p:sp>
        <p:nvSpPr>
          <p:cNvPr id="14" name="文本框 13"/>
          <p:cNvSpPr txBox="1"/>
          <p:nvPr/>
        </p:nvSpPr>
        <p:spPr>
          <a:xfrm>
            <a:off x="4833620" y="6148705"/>
            <a:ext cx="7358380" cy="673100"/>
          </a:xfrm>
          <a:prstGeom prst="rect">
            <a:avLst/>
          </a:prstGeom>
          <a:solidFill>
            <a:schemeClr val="accent2"/>
          </a:solidFill>
        </p:spPr>
        <p:txBody>
          <a:bodyPr wrap="square" rtlCol="0" anchor="ctr" anchorCtr="0">
            <a:noAutofit/>
          </a:bodyPr>
          <a:p>
            <a:pPr algn="ctr">
              <a:lnSpc>
                <a:spcPct val="100000"/>
              </a:lnSpc>
            </a:pPr>
            <a:r>
              <a:rPr lang="zh-CN" altLang="en-US" sz="1400" b="1">
                <a:solidFill>
                  <a:schemeClr val="bg2"/>
                </a:solidFill>
              </a:rPr>
              <a:t>数据流图指明了系统具有的变换数据的功能，因此</a:t>
            </a:r>
            <a:r>
              <a:rPr lang="zh-CN" altLang="en-US" sz="1400" b="1">
                <a:solidFill>
                  <a:srgbClr val="FFFF00"/>
                </a:solidFill>
              </a:rPr>
              <a:t>数据流图是建立功能模型的基础</a:t>
            </a:r>
            <a:endParaRPr lang="zh-CN" altLang="en-US" sz="1400" b="1">
              <a:solidFill>
                <a:srgbClr val="FFFF00"/>
              </a:solidFill>
            </a:endParaRPr>
          </a:p>
        </p:txBody>
      </p:sp>
      <p:sp>
        <p:nvSpPr>
          <p:cNvPr id="15" name="矩形 14"/>
          <p:cNvSpPr/>
          <p:nvPr/>
        </p:nvSpPr>
        <p:spPr>
          <a:xfrm>
            <a:off x="6376670" y="1062355"/>
            <a:ext cx="1085850" cy="647700"/>
          </a:xfrm>
          <a:prstGeom prst="rect">
            <a:avLst/>
          </a:prstGeom>
          <a:noFill/>
          <a:ln w="19050">
            <a:solidFill>
              <a:srgbClr val="FF0000"/>
            </a:solidFill>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ustDataLst>
      <p:tags r:id="rId6"/>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 name="文本占位符 1"/>
          <p:cNvSpPr>
            <a:spLocks noGrp="1"/>
          </p:cNvSpPr>
          <p:nvPr>
            <p:custDataLst>
              <p:tags r:id="rId1"/>
            </p:custDataLst>
          </p:nvPr>
        </p:nvSpPr>
        <p:spPr>
          <a:xfrm>
            <a:off x="421005" y="349885"/>
            <a:ext cx="5155565" cy="513715"/>
          </a:xfrm>
          <a:prstGeom prst="rect">
            <a:avLst/>
          </a:prstGeom>
        </p:spPr>
        <p:txBody>
          <a:bodyPr vert="horz" lIns="101600" tIns="0" rIns="82550" bIns="0" rtlCol="0">
            <a:noAutofit/>
          </a:bodyPr>
          <a:lstStyle>
            <a:lvl1pPr marL="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1pPr>
            <a:lvl2pPr marL="457200"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2pPr>
            <a:lvl3pPr marL="9144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3pPr>
            <a:lvl4pPr marL="13716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4pPr>
            <a:lvl5pPr marL="18288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60000"/>
              </a:lnSpc>
              <a:spcBef>
                <a:spcPts val="0"/>
              </a:spcBef>
              <a:buNone/>
            </a:pPr>
            <a:endParaRPr lang="zh-CN" altLang="en-US" sz="1400" b="1" dirty="0">
              <a:solidFill>
                <a:schemeClr val="tx1"/>
              </a:solidFill>
              <a:latin typeface="微软雅黑" panose="020B0503020204020204" charset="-122"/>
              <a:cs typeface="微软雅黑" panose="020B0503020204020204" charset="-122"/>
              <a:sym typeface="+mn-ea"/>
            </a:endParaRPr>
          </a:p>
        </p:txBody>
      </p:sp>
      <p:sp>
        <p:nvSpPr>
          <p:cNvPr id="7" name="文本框 6"/>
          <p:cNvSpPr txBox="1"/>
          <p:nvPr/>
        </p:nvSpPr>
        <p:spPr>
          <a:xfrm>
            <a:off x="165735" y="5489575"/>
            <a:ext cx="1381125" cy="1027430"/>
          </a:xfrm>
          <a:prstGeom prst="rect">
            <a:avLst/>
          </a:prstGeom>
          <a:solidFill>
            <a:schemeClr val="bg1"/>
          </a:solidFill>
        </p:spPr>
        <p:txBody>
          <a:bodyPr wrap="square" rtlCol="0">
            <a:noAutofit/>
          </a:bodyPr>
          <a:p>
            <a:endParaRPr lang="zh-CN" altLang="en-US"/>
          </a:p>
        </p:txBody>
      </p:sp>
      <p:sp>
        <p:nvSpPr>
          <p:cNvPr id="13" name="文本框 12"/>
          <p:cNvSpPr txBox="1"/>
          <p:nvPr/>
        </p:nvSpPr>
        <p:spPr>
          <a:xfrm>
            <a:off x="10953115" y="393700"/>
            <a:ext cx="1181735" cy="930910"/>
          </a:xfrm>
          <a:prstGeom prst="rect">
            <a:avLst/>
          </a:prstGeom>
          <a:solidFill>
            <a:schemeClr val="bg2"/>
          </a:solidFill>
        </p:spPr>
        <p:txBody>
          <a:bodyPr wrap="square" rtlCol="0">
            <a:noAutofit/>
          </a:bodyPr>
          <a:p>
            <a:endParaRPr lang="zh-CN" altLang="en-US"/>
          </a:p>
        </p:txBody>
      </p:sp>
      <p:sp>
        <p:nvSpPr>
          <p:cNvPr id="10" name="文本框 9"/>
          <p:cNvSpPr txBox="1"/>
          <p:nvPr/>
        </p:nvSpPr>
        <p:spPr>
          <a:xfrm>
            <a:off x="363855" y="189230"/>
            <a:ext cx="5486400" cy="400050"/>
          </a:xfrm>
          <a:prstGeom prst="rect">
            <a:avLst/>
          </a:prstGeom>
          <a:noFill/>
          <a:extLst>
            <a:ext uri="{909E8E84-426E-40DD-AFC4-6F175D3DCCD1}">
              <a14:hiddenFill xmlns:a14="http://schemas.microsoft.com/office/drawing/2010/main">
                <a:solidFill>
                  <a:schemeClr val="accent4"/>
                </a:solidFill>
              </a14:hiddenFill>
            </a:ext>
          </a:extLst>
        </p:spPr>
        <p:txBody>
          <a:bodyPr wrap="square" rtlCol="0">
            <a:noAutofit/>
          </a:bodyPr>
          <a:p>
            <a:pPr>
              <a:lnSpc>
                <a:spcPct val="100000"/>
              </a:lnSpc>
            </a:pPr>
            <a:r>
              <a:rPr lang="zh-CN" altLang="en-US" sz="1400" b="1">
                <a:solidFill>
                  <a:srgbClr val="FF0000"/>
                </a:solidFill>
                <a:latin typeface="+mn-ea"/>
                <a:cs typeface="+mn-ea"/>
              </a:rPr>
              <a:t>数据视角：系统处理什么信息？</a:t>
            </a:r>
            <a:r>
              <a:rPr lang="en-US" altLang="zh-CN" sz="1400" b="1">
                <a:solidFill>
                  <a:srgbClr val="FF0000"/>
                </a:solidFill>
                <a:latin typeface="+mn-ea"/>
                <a:cs typeface="+mn-ea"/>
              </a:rPr>
              <a:t>—— </a:t>
            </a:r>
            <a:r>
              <a:rPr lang="zh-CN" altLang="en-US" sz="1400" b="1">
                <a:solidFill>
                  <a:srgbClr val="FF0000"/>
                </a:solidFill>
                <a:latin typeface="+mn-ea"/>
                <a:cs typeface="+mn-ea"/>
              </a:rPr>
              <a:t>实体联系图</a:t>
            </a:r>
            <a:r>
              <a:rPr lang="en-US" altLang="zh-CN" sz="1400" b="1">
                <a:solidFill>
                  <a:srgbClr val="FF0000"/>
                </a:solidFill>
                <a:latin typeface="+mn-ea"/>
                <a:cs typeface="+mn-ea"/>
              </a:rPr>
              <a:t>——</a:t>
            </a:r>
            <a:r>
              <a:rPr lang="zh-CN" altLang="en-US" sz="1400" b="1">
                <a:solidFill>
                  <a:srgbClr val="FF0000"/>
                </a:solidFill>
                <a:latin typeface="+mn-ea"/>
                <a:cs typeface="+mn-ea"/>
              </a:rPr>
              <a:t>数据模型</a:t>
            </a:r>
            <a:endParaRPr lang="zh-CN" altLang="en-US" sz="1400" b="1">
              <a:solidFill>
                <a:srgbClr val="FF0000"/>
              </a:solidFill>
              <a:latin typeface="+mn-ea"/>
              <a:cs typeface="+mn-ea"/>
            </a:endParaRPr>
          </a:p>
        </p:txBody>
      </p:sp>
      <p:grpSp>
        <p:nvGrpSpPr>
          <p:cNvPr id="21" name="组合 20"/>
          <p:cNvGrpSpPr/>
          <p:nvPr/>
        </p:nvGrpSpPr>
        <p:grpSpPr>
          <a:xfrm>
            <a:off x="0" y="589280"/>
            <a:ext cx="12190095" cy="6287135"/>
            <a:chOff x="0" y="928"/>
            <a:chExt cx="19197" cy="9901"/>
          </a:xfrm>
        </p:grpSpPr>
        <p:sp>
          <p:nvSpPr>
            <p:cNvPr id="19" name="文本框 18"/>
            <p:cNvSpPr txBox="1"/>
            <p:nvPr/>
          </p:nvSpPr>
          <p:spPr>
            <a:xfrm>
              <a:off x="12633" y="7595"/>
              <a:ext cx="6564" cy="3235"/>
            </a:xfrm>
            <a:prstGeom prst="rect">
              <a:avLst/>
            </a:prstGeom>
            <a:solidFill>
              <a:schemeClr val="accent1"/>
            </a:solidFill>
            <a:ln>
              <a:solidFill>
                <a:schemeClr val="tx2"/>
              </a:solidFill>
            </a:ln>
          </p:spPr>
          <p:txBody>
            <a:bodyPr wrap="square" rtlCol="0">
              <a:noAutofit/>
            </a:bodyPr>
            <a:p>
              <a:pPr>
                <a:lnSpc>
                  <a:spcPct val="150000"/>
                </a:lnSpc>
              </a:pPr>
              <a:r>
                <a:rPr lang="zh-CN" altLang="en-US" sz="1400" b="1" dirty="0">
                  <a:solidFill>
                    <a:schemeClr val="bg2"/>
                  </a:solidFill>
                  <a:latin typeface="+mj-ea"/>
                  <a:ea typeface="+mj-ea"/>
                  <a:cs typeface="+mj-ea"/>
                  <a:sym typeface="+mn-ea"/>
                </a:rPr>
                <a:t>实体</a:t>
              </a:r>
              <a:r>
                <a:rPr lang="en-US" altLang="zh-CN" sz="1400" b="1" dirty="0">
                  <a:solidFill>
                    <a:schemeClr val="bg2"/>
                  </a:solidFill>
                  <a:latin typeface="+mj-ea"/>
                  <a:ea typeface="+mj-ea"/>
                  <a:cs typeface="+mj-ea"/>
                  <a:sym typeface="+mn-ea"/>
                </a:rPr>
                <a:t>-</a:t>
              </a:r>
              <a:r>
                <a:rPr lang="zh-CN" altLang="en-US" sz="1400" b="1" dirty="0">
                  <a:solidFill>
                    <a:schemeClr val="bg2"/>
                  </a:solidFill>
                  <a:latin typeface="+mj-ea"/>
                  <a:ea typeface="+mj-ea"/>
                  <a:cs typeface="+mj-ea"/>
                  <a:sym typeface="+mn-ea"/>
                </a:rPr>
                <a:t>联系图是一种概念数据模型，是按照用户的观点对数据建立的模型，反映了用户的现实环境，与系统中的实现方法无关。包含</a:t>
              </a:r>
              <a:r>
                <a:rPr lang="en-US" altLang="zh-CN" sz="1400" b="1" dirty="0">
                  <a:solidFill>
                    <a:schemeClr val="bg2"/>
                  </a:solidFill>
                  <a:latin typeface="+mj-ea"/>
                  <a:ea typeface="+mj-ea"/>
                  <a:cs typeface="+mj-ea"/>
                  <a:sym typeface="+mn-ea"/>
                </a:rPr>
                <a:t>3</a:t>
              </a:r>
              <a:r>
                <a:rPr lang="zh-CN" altLang="en-US" sz="1400" b="1" dirty="0">
                  <a:solidFill>
                    <a:schemeClr val="bg2"/>
                  </a:solidFill>
                  <a:latin typeface="+mj-ea"/>
                  <a:ea typeface="+mj-ea"/>
                  <a:cs typeface="+mj-ea"/>
                  <a:sym typeface="+mn-ea"/>
                </a:rPr>
                <a:t>种相互关联的信息：</a:t>
              </a:r>
              <a:r>
                <a:rPr lang="zh-CN" altLang="en-US" sz="1400" b="1" dirty="0">
                  <a:solidFill>
                    <a:srgbClr val="FF0000"/>
                  </a:solidFill>
                  <a:latin typeface="Bodoni MT Black" panose="02070A03080606020203" pitchFamily="18" charset="0"/>
                  <a:sym typeface="+mn-ea"/>
                </a:rPr>
                <a:t>数据对象、数据对象的属性、数据对象彼此间相互连接的关系</a:t>
              </a:r>
              <a:endParaRPr lang="zh-CN" altLang="en-US" sz="1400" b="1" dirty="0">
                <a:solidFill>
                  <a:schemeClr val="bg2"/>
                </a:solidFill>
                <a:latin typeface="+mj-ea"/>
                <a:ea typeface="+mj-ea"/>
                <a:cs typeface="+mj-ea"/>
                <a:sym typeface="+mn-ea"/>
              </a:endParaRPr>
            </a:p>
            <a:p>
              <a:endParaRPr lang="zh-CN" altLang="en-US" sz="1400" b="1" dirty="0">
                <a:solidFill>
                  <a:schemeClr val="bg2"/>
                </a:solidFill>
                <a:latin typeface="+mj-ea"/>
                <a:ea typeface="+mj-ea"/>
                <a:cs typeface="+mj-ea"/>
                <a:sym typeface="+mn-ea"/>
              </a:endParaRPr>
            </a:p>
          </p:txBody>
        </p:sp>
        <p:pic>
          <p:nvPicPr>
            <p:cNvPr id="2" name="图片 1"/>
            <p:cNvPicPr>
              <a:picLocks noChangeAspect="1"/>
            </p:cNvPicPr>
            <p:nvPr/>
          </p:nvPicPr>
          <p:blipFill>
            <a:blip r:embed="rId2"/>
            <a:stretch>
              <a:fillRect/>
            </a:stretch>
          </p:blipFill>
          <p:spPr>
            <a:xfrm>
              <a:off x="0" y="928"/>
              <a:ext cx="19185" cy="6664"/>
            </a:xfrm>
            <a:prstGeom prst="rect">
              <a:avLst/>
            </a:prstGeom>
            <a:ln>
              <a:solidFill>
                <a:schemeClr val="tx2"/>
              </a:solidFill>
            </a:ln>
          </p:spPr>
        </p:pic>
        <p:sp>
          <p:nvSpPr>
            <p:cNvPr id="4" name="文本框 3"/>
            <p:cNvSpPr txBox="1"/>
            <p:nvPr/>
          </p:nvSpPr>
          <p:spPr>
            <a:xfrm>
              <a:off x="0" y="7592"/>
              <a:ext cx="7479" cy="3234"/>
            </a:xfrm>
            <a:prstGeom prst="rect">
              <a:avLst/>
            </a:prstGeom>
            <a:solidFill>
              <a:schemeClr val="accent2"/>
            </a:solidFill>
          </p:spPr>
          <p:txBody>
            <a:bodyPr wrap="square" rtlCol="0" anchor="ctr" anchorCtr="0">
              <a:noAutofit/>
            </a:bodyPr>
            <a:p>
              <a:pPr algn="l">
                <a:lnSpc>
                  <a:spcPct val="100000"/>
                </a:lnSpc>
              </a:pPr>
              <a:r>
                <a:rPr sz="1400" b="1">
                  <a:solidFill>
                    <a:schemeClr val="bg2"/>
                  </a:solidFill>
                </a:rPr>
                <a:t>关键工具：实体关系图（ERD）：展示数据实体及其关系</a:t>
              </a:r>
              <a:endParaRPr sz="1400" b="1">
                <a:solidFill>
                  <a:schemeClr val="bg2"/>
                </a:solidFill>
              </a:endParaRPr>
            </a:p>
            <a:p>
              <a:pPr algn="l">
                <a:lnSpc>
                  <a:spcPct val="100000"/>
                </a:lnSpc>
              </a:pPr>
              <a:endParaRPr sz="1400" b="1">
                <a:solidFill>
                  <a:schemeClr val="bg2"/>
                </a:solidFill>
              </a:endParaRPr>
            </a:p>
            <a:p>
              <a:pPr algn="l">
                <a:lnSpc>
                  <a:spcPct val="100000"/>
                </a:lnSpc>
              </a:pPr>
              <a:r>
                <a:rPr sz="1400" b="1">
                  <a:solidFill>
                    <a:schemeClr val="bg2"/>
                  </a:solidFill>
                </a:rPr>
                <a:t>数据字典：定义所有数据元素的详细信息</a:t>
              </a:r>
              <a:endParaRPr sz="1400" b="1">
                <a:solidFill>
                  <a:schemeClr val="bg2"/>
                </a:solidFill>
              </a:endParaRPr>
            </a:p>
            <a:p>
              <a:pPr algn="l">
                <a:lnSpc>
                  <a:spcPct val="100000"/>
                </a:lnSpc>
              </a:pPr>
              <a:endParaRPr sz="1400" b="1">
                <a:solidFill>
                  <a:schemeClr val="bg2"/>
                </a:solidFill>
              </a:endParaRPr>
            </a:p>
            <a:p>
              <a:pPr algn="l">
                <a:lnSpc>
                  <a:spcPct val="100000"/>
                </a:lnSpc>
              </a:pPr>
              <a:r>
                <a:rPr sz="1400" b="1">
                  <a:solidFill>
                    <a:schemeClr val="bg2"/>
                  </a:solidFill>
                </a:rPr>
                <a:t>类图（分析级）：面向对象系统中的领域模型</a:t>
              </a:r>
              <a:endParaRPr sz="1400" b="1">
                <a:solidFill>
                  <a:schemeClr val="bg2"/>
                </a:solidFill>
              </a:endParaRPr>
            </a:p>
          </p:txBody>
        </p:sp>
        <p:pic>
          <p:nvPicPr>
            <p:cNvPr id="73731" name="图片 1"/>
            <p:cNvPicPr>
              <a:picLocks noChangeAspect="1"/>
            </p:cNvPicPr>
            <p:nvPr/>
          </p:nvPicPr>
          <p:blipFill>
            <a:blip r:embed="rId3"/>
            <a:srcRect/>
            <a:stretch>
              <a:fillRect/>
            </a:stretch>
          </p:blipFill>
          <p:spPr bwMode="auto">
            <a:xfrm>
              <a:off x="7479" y="7621"/>
              <a:ext cx="5154" cy="3209"/>
            </a:xfrm>
            <a:prstGeom prst="rect">
              <a:avLst/>
            </a:prstGeom>
            <a:noFill/>
            <a:ln w="9525">
              <a:solidFill>
                <a:schemeClr val="tx2"/>
              </a:solidFill>
              <a:miter lim="800000"/>
              <a:headEnd/>
              <a:tailEnd/>
            </a:ln>
          </p:spPr>
        </p:pic>
      </p:grpSp>
      <p:pic>
        <p:nvPicPr>
          <p:cNvPr id="20" name="图片 19"/>
          <p:cNvPicPr>
            <a:picLocks noChangeAspect="1"/>
          </p:cNvPicPr>
          <p:nvPr/>
        </p:nvPicPr>
        <p:blipFill>
          <a:blip r:embed="rId4"/>
          <a:stretch>
            <a:fillRect/>
          </a:stretch>
        </p:blipFill>
        <p:spPr>
          <a:xfrm>
            <a:off x="1676400" y="0"/>
            <a:ext cx="8595995" cy="6877050"/>
          </a:xfrm>
          <a:prstGeom prst="rect">
            <a:avLst/>
          </a:prstGeom>
        </p:spPr>
      </p:pic>
    </p:spTree>
    <p:custDataLst>
      <p:tags r:id="rId5"/>
    </p:custDataLst>
  </p:cSld>
  <p:clrMapOvr>
    <a:masterClrMapping/>
  </p:clrMapOvr>
  <mc:AlternateContent xmlns:mc="http://schemas.openxmlformats.org/markup-compatibility/2006">
    <mc:Choice xmlns:p14="http://schemas.microsoft.com/office/powerpoint/2010/main" Requires="p14">
      <p:transition spd="slow" p14:dur="12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xit" presetSubtype="10" fill="hold" nodeType="clickEffect">
                                  <p:stCondLst>
                                    <p:cond delay="0"/>
                                  </p:stCondLst>
                                  <p:childTnLst>
                                    <p:animEffect transition="out" filter="blinds(horizontal)">
                                      <p:cBhvr>
                                        <p:cTn id="6" dur="500"/>
                                        <p:tgtEl>
                                          <p:spTgt spid="21"/>
                                        </p:tgtEl>
                                      </p:cBhvr>
                                    </p:animEffect>
                                    <p:set>
                                      <p:cBhvr>
                                        <p:cTn id="7" dur="1" fill="hold">
                                          <p:stCondLst>
                                            <p:cond delay="499"/>
                                          </p:stCondLst>
                                        </p:cTn>
                                        <p:tgtEl>
                                          <p:spTgt spid="21"/>
                                        </p:tgtEl>
                                        <p:attrNameLst>
                                          <p:attrName>style.visibility</p:attrName>
                                        </p:attrNameLst>
                                      </p:cBhvr>
                                      <p:to>
                                        <p:strVal val="hidden"/>
                                      </p:to>
                                    </p:set>
                                  </p:childTnLst>
                                </p:cTn>
                              </p:par>
                              <p:par>
                                <p:cTn id="8" presetID="1"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 name="文本占位符 1"/>
          <p:cNvSpPr>
            <a:spLocks noGrp="1"/>
          </p:cNvSpPr>
          <p:nvPr>
            <p:custDataLst>
              <p:tags r:id="rId1"/>
            </p:custDataLst>
          </p:nvPr>
        </p:nvSpPr>
        <p:spPr>
          <a:xfrm>
            <a:off x="421005" y="349885"/>
            <a:ext cx="5155565" cy="513715"/>
          </a:xfrm>
          <a:prstGeom prst="rect">
            <a:avLst/>
          </a:prstGeom>
        </p:spPr>
        <p:txBody>
          <a:bodyPr vert="horz" lIns="101600" tIns="0" rIns="82550" bIns="0" rtlCol="0">
            <a:noAutofit/>
          </a:bodyPr>
          <a:lstStyle>
            <a:lvl1pPr marL="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1pPr>
            <a:lvl2pPr marL="457200"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2pPr>
            <a:lvl3pPr marL="9144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3pPr>
            <a:lvl4pPr marL="13716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4pPr>
            <a:lvl5pPr marL="18288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60000"/>
              </a:lnSpc>
              <a:spcBef>
                <a:spcPts val="0"/>
              </a:spcBef>
              <a:buNone/>
            </a:pPr>
            <a:endParaRPr lang="zh-CN" altLang="en-US" sz="1400" b="1" dirty="0">
              <a:solidFill>
                <a:schemeClr val="tx1"/>
              </a:solidFill>
              <a:latin typeface="微软雅黑" panose="020B0503020204020204" charset="-122"/>
              <a:cs typeface="微软雅黑" panose="020B0503020204020204" charset="-122"/>
              <a:sym typeface="+mn-ea"/>
            </a:endParaRPr>
          </a:p>
        </p:txBody>
      </p:sp>
      <p:sp>
        <p:nvSpPr>
          <p:cNvPr id="7" name="文本框 6"/>
          <p:cNvSpPr txBox="1"/>
          <p:nvPr/>
        </p:nvSpPr>
        <p:spPr>
          <a:xfrm>
            <a:off x="165735" y="5489575"/>
            <a:ext cx="1381125" cy="1027430"/>
          </a:xfrm>
          <a:prstGeom prst="rect">
            <a:avLst/>
          </a:prstGeom>
          <a:solidFill>
            <a:schemeClr val="bg1"/>
          </a:solidFill>
        </p:spPr>
        <p:txBody>
          <a:bodyPr wrap="square" rtlCol="0">
            <a:noAutofit/>
          </a:bodyPr>
          <a:p>
            <a:endParaRPr lang="zh-CN" altLang="en-US"/>
          </a:p>
        </p:txBody>
      </p:sp>
      <p:sp>
        <p:nvSpPr>
          <p:cNvPr id="13" name="文本框 12"/>
          <p:cNvSpPr txBox="1"/>
          <p:nvPr/>
        </p:nvSpPr>
        <p:spPr>
          <a:xfrm>
            <a:off x="10953115" y="393700"/>
            <a:ext cx="1181735" cy="930910"/>
          </a:xfrm>
          <a:prstGeom prst="rect">
            <a:avLst/>
          </a:prstGeom>
          <a:solidFill>
            <a:schemeClr val="bg2"/>
          </a:solidFill>
        </p:spPr>
        <p:txBody>
          <a:bodyPr wrap="square" rtlCol="0">
            <a:noAutofit/>
          </a:bodyPr>
          <a:p>
            <a:endParaRPr lang="zh-CN" altLang="en-US"/>
          </a:p>
        </p:txBody>
      </p:sp>
      <p:sp>
        <p:nvSpPr>
          <p:cNvPr id="10" name="文本框 9"/>
          <p:cNvSpPr txBox="1"/>
          <p:nvPr/>
        </p:nvSpPr>
        <p:spPr>
          <a:xfrm>
            <a:off x="363855" y="189230"/>
            <a:ext cx="5486400" cy="400050"/>
          </a:xfrm>
          <a:prstGeom prst="rect">
            <a:avLst/>
          </a:prstGeom>
          <a:noFill/>
          <a:extLst>
            <a:ext uri="{909E8E84-426E-40DD-AFC4-6F175D3DCCD1}">
              <a14:hiddenFill xmlns:a14="http://schemas.microsoft.com/office/drawing/2010/main">
                <a:solidFill>
                  <a:schemeClr val="accent4"/>
                </a:solidFill>
              </a14:hiddenFill>
            </a:ext>
          </a:extLst>
        </p:spPr>
        <p:txBody>
          <a:bodyPr wrap="square" rtlCol="0">
            <a:noAutofit/>
          </a:bodyPr>
          <a:p>
            <a:pPr>
              <a:lnSpc>
                <a:spcPct val="100000"/>
              </a:lnSpc>
            </a:pPr>
            <a:r>
              <a:rPr lang="zh-CN" altLang="en-US" sz="1400" b="1">
                <a:solidFill>
                  <a:srgbClr val="FF0000"/>
                </a:solidFill>
                <a:latin typeface="+mn-ea"/>
                <a:cs typeface="+mn-ea"/>
              </a:rPr>
              <a:t>行为视角：系统如何响应时间？</a:t>
            </a:r>
            <a:r>
              <a:rPr lang="en-US" altLang="zh-CN" sz="1400" b="1">
                <a:solidFill>
                  <a:srgbClr val="FF0000"/>
                </a:solidFill>
                <a:latin typeface="+mn-ea"/>
                <a:cs typeface="+mn-ea"/>
              </a:rPr>
              <a:t>—— </a:t>
            </a:r>
            <a:r>
              <a:rPr lang="zh-CN" altLang="en-US" sz="1400" b="1">
                <a:solidFill>
                  <a:srgbClr val="FF0000"/>
                </a:solidFill>
                <a:latin typeface="+mn-ea"/>
                <a:cs typeface="+mn-ea"/>
              </a:rPr>
              <a:t>状态图</a:t>
            </a:r>
            <a:r>
              <a:rPr lang="en-US" altLang="zh-CN" sz="1400" b="1">
                <a:solidFill>
                  <a:srgbClr val="FF0000"/>
                </a:solidFill>
                <a:latin typeface="+mn-ea"/>
                <a:cs typeface="+mn-ea"/>
              </a:rPr>
              <a:t>——</a:t>
            </a:r>
            <a:r>
              <a:rPr lang="zh-CN" altLang="en-US" sz="1400" b="1">
                <a:solidFill>
                  <a:srgbClr val="FF0000"/>
                </a:solidFill>
                <a:latin typeface="+mn-ea"/>
                <a:cs typeface="+mn-ea"/>
              </a:rPr>
              <a:t>行为</a:t>
            </a:r>
            <a:r>
              <a:rPr lang="zh-CN" altLang="en-US" sz="1400" b="1">
                <a:solidFill>
                  <a:srgbClr val="FF0000"/>
                </a:solidFill>
                <a:latin typeface="+mn-ea"/>
                <a:cs typeface="+mn-ea"/>
              </a:rPr>
              <a:t>模型</a:t>
            </a:r>
            <a:endParaRPr lang="zh-CN" altLang="en-US" sz="1400" b="1">
              <a:solidFill>
                <a:srgbClr val="FF0000"/>
              </a:solidFill>
              <a:latin typeface="+mn-ea"/>
              <a:cs typeface="+mn-ea"/>
            </a:endParaRPr>
          </a:p>
        </p:txBody>
      </p:sp>
      <p:pic>
        <p:nvPicPr>
          <p:cNvPr id="3" name="图片 2"/>
          <p:cNvPicPr>
            <a:picLocks noChangeAspect="1"/>
          </p:cNvPicPr>
          <p:nvPr/>
        </p:nvPicPr>
        <p:blipFill>
          <a:blip r:embed="rId2"/>
          <a:stretch>
            <a:fillRect/>
          </a:stretch>
        </p:blipFill>
        <p:spPr>
          <a:xfrm>
            <a:off x="10795" y="493395"/>
            <a:ext cx="12181840" cy="3774440"/>
          </a:xfrm>
          <a:prstGeom prst="rect">
            <a:avLst/>
          </a:prstGeom>
          <a:ln>
            <a:solidFill>
              <a:schemeClr val="accent1"/>
            </a:solidFill>
          </a:ln>
        </p:spPr>
      </p:pic>
      <p:sp>
        <p:nvSpPr>
          <p:cNvPr id="5" name="文本框 4"/>
          <p:cNvSpPr txBox="1"/>
          <p:nvPr/>
        </p:nvSpPr>
        <p:spPr>
          <a:xfrm>
            <a:off x="0" y="4267835"/>
            <a:ext cx="4197350" cy="2589530"/>
          </a:xfrm>
          <a:prstGeom prst="rect">
            <a:avLst/>
          </a:prstGeom>
          <a:solidFill>
            <a:schemeClr val="accent4">
              <a:lumMod val="20000"/>
              <a:lumOff val="80000"/>
            </a:schemeClr>
          </a:solidFill>
          <a:ln>
            <a:solidFill>
              <a:schemeClr val="accent1"/>
            </a:solidFill>
          </a:ln>
        </p:spPr>
        <p:txBody>
          <a:bodyPr wrap="square" rtlCol="0">
            <a:noAutofit/>
          </a:bodyPr>
          <a:p>
            <a:pPr>
              <a:lnSpc>
                <a:spcPct val="150000"/>
              </a:lnSpc>
            </a:pPr>
            <a:r>
              <a:rPr lang="zh-CN" altLang="en-US" sz="1200" b="1">
                <a:solidFill>
                  <a:srgbClr val="00B0F0"/>
                </a:solidFill>
                <a:effectLst/>
                <a:latin typeface="+mn-ea"/>
                <a:cs typeface="+mn-ea"/>
              </a:rPr>
              <a:t>状态：</a:t>
            </a:r>
            <a:r>
              <a:rPr lang="zh-CN" altLang="en-US" sz="1200" dirty="0">
                <a:latin typeface="+mn-ea"/>
                <a:cs typeface="+mn-ea"/>
                <a:sym typeface="+mn-ea"/>
              </a:rPr>
              <a:t>是任何可以被观察到的</a:t>
            </a:r>
            <a:r>
              <a:rPr lang="zh-CN" altLang="en-US" sz="1200" dirty="0">
                <a:solidFill>
                  <a:srgbClr val="FF0000"/>
                </a:solidFill>
                <a:latin typeface="+mn-ea"/>
                <a:cs typeface="+mn-ea"/>
                <a:sym typeface="+mn-ea"/>
              </a:rPr>
              <a:t>系统行为模式</a:t>
            </a:r>
            <a:r>
              <a:rPr lang="zh-CN" altLang="en-US" sz="1200" dirty="0">
                <a:latin typeface="+mn-ea"/>
                <a:cs typeface="+mn-ea"/>
                <a:sym typeface="+mn-ea"/>
              </a:rPr>
              <a:t>，一个状态代表系统的一种行为模式。状态规定了系统对事件的响应方式，状态主要有：</a:t>
            </a:r>
            <a:r>
              <a:rPr lang="zh-CN" altLang="en-US" sz="1200" dirty="0" smtClean="0">
                <a:solidFill>
                  <a:srgbClr val="FF0000"/>
                </a:solidFill>
                <a:latin typeface="+mn-ea"/>
                <a:cs typeface="+mn-ea"/>
                <a:sym typeface="+mn-ea"/>
              </a:rPr>
              <a:t>初态</a:t>
            </a:r>
            <a:r>
              <a:rPr lang="zh-CN" altLang="en-US" sz="1200" dirty="0" smtClean="0">
                <a:latin typeface="+mn-ea"/>
                <a:cs typeface="+mn-ea"/>
                <a:sym typeface="+mn-ea"/>
              </a:rPr>
              <a:t>（即初始状态）、</a:t>
            </a:r>
            <a:r>
              <a:rPr lang="zh-CN" altLang="en-US" sz="1200" dirty="0" smtClean="0">
                <a:solidFill>
                  <a:srgbClr val="FF0000"/>
                </a:solidFill>
                <a:latin typeface="+mn-ea"/>
                <a:cs typeface="+mn-ea"/>
                <a:sym typeface="+mn-ea"/>
              </a:rPr>
              <a:t>终态</a:t>
            </a:r>
            <a:r>
              <a:rPr lang="zh-CN" altLang="en-US" sz="1200" dirty="0" smtClean="0">
                <a:latin typeface="+mn-ea"/>
                <a:cs typeface="+mn-ea"/>
                <a:sym typeface="+mn-ea"/>
              </a:rPr>
              <a:t>（即最终状态）和</a:t>
            </a:r>
            <a:r>
              <a:rPr lang="zh-CN" altLang="en-US" sz="1200" dirty="0">
                <a:solidFill>
                  <a:srgbClr val="FF0000"/>
                </a:solidFill>
                <a:latin typeface="+mn-ea"/>
                <a:cs typeface="+mn-ea"/>
                <a:sym typeface="+mn-ea"/>
              </a:rPr>
              <a:t>中间状态</a:t>
            </a:r>
            <a:r>
              <a:rPr lang="zh-CN" altLang="en-US" sz="1200" dirty="0">
                <a:latin typeface="+mn-ea"/>
                <a:cs typeface="+mn-ea"/>
                <a:sym typeface="+mn-ea"/>
              </a:rPr>
              <a:t>。在一张状态图中只能有一个初态，而终态则可以有</a:t>
            </a:r>
            <a:r>
              <a:rPr lang="en-US" altLang="zh-CN" sz="1200" dirty="0">
                <a:latin typeface="+mn-ea"/>
                <a:cs typeface="+mn-ea"/>
                <a:sym typeface="+mn-ea"/>
              </a:rPr>
              <a:t>0</a:t>
            </a:r>
            <a:r>
              <a:rPr lang="zh-CN" altLang="en-US" sz="1200" dirty="0">
                <a:latin typeface="+mn-ea"/>
                <a:cs typeface="+mn-ea"/>
                <a:sym typeface="+mn-ea"/>
              </a:rPr>
              <a:t>至多个。</a:t>
            </a:r>
            <a:endParaRPr lang="zh-CN" altLang="en-US" sz="1200" dirty="0">
              <a:latin typeface="+mn-ea"/>
              <a:cs typeface="+mn-ea"/>
              <a:sym typeface="+mn-ea"/>
            </a:endParaRPr>
          </a:p>
          <a:p>
            <a:pPr>
              <a:lnSpc>
                <a:spcPct val="140000"/>
              </a:lnSpc>
            </a:pPr>
            <a:r>
              <a:rPr lang="zh-CN" altLang="en-US" sz="1200" b="1">
                <a:solidFill>
                  <a:srgbClr val="00B0F0"/>
                </a:solidFill>
                <a:effectLst/>
                <a:latin typeface="+mn-ea"/>
                <a:cs typeface="+mn-ea"/>
                <a:sym typeface="+mn-ea"/>
              </a:rPr>
              <a:t>事件：</a:t>
            </a:r>
            <a:r>
              <a:rPr lang="zh-CN" altLang="en-US" sz="1200" dirty="0">
                <a:latin typeface="+mn-ea"/>
                <a:cs typeface="+mn-ea"/>
                <a:sym typeface="+mn-ea"/>
              </a:rPr>
              <a:t>是在某个特定时刻发生的事情，它引起系统做动作</a:t>
            </a:r>
            <a:r>
              <a:rPr lang="zh-CN" altLang="en-US" sz="1200" dirty="0" smtClean="0">
                <a:latin typeface="+mn-ea"/>
                <a:cs typeface="+mn-ea"/>
                <a:sym typeface="+mn-ea"/>
              </a:rPr>
              <a:t>或（和）转换</a:t>
            </a:r>
            <a:r>
              <a:rPr lang="zh-CN" altLang="en-US" sz="1200" dirty="0">
                <a:latin typeface="+mn-ea"/>
                <a:cs typeface="+mn-ea"/>
                <a:sym typeface="+mn-ea"/>
              </a:rPr>
              <a:t>状态的</a:t>
            </a:r>
            <a:r>
              <a:rPr lang="zh-CN" altLang="en-US" sz="1200" dirty="0">
                <a:solidFill>
                  <a:srgbClr val="FF0000"/>
                </a:solidFill>
                <a:latin typeface="+mn-ea"/>
                <a:cs typeface="+mn-ea"/>
                <a:sym typeface="+mn-ea"/>
              </a:rPr>
              <a:t>控制信息。</a:t>
            </a:r>
            <a:endParaRPr lang="zh-CN" altLang="en-US" sz="1200" dirty="0">
              <a:solidFill>
                <a:srgbClr val="FF0000"/>
              </a:solidFill>
              <a:latin typeface="+mn-ea"/>
              <a:cs typeface="+mn-ea"/>
              <a:sym typeface="+mn-ea"/>
            </a:endParaRPr>
          </a:p>
          <a:p>
            <a:pPr>
              <a:lnSpc>
                <a:spcPct val="140000"/>
              </a:lnSpc>
            </a:pPr>
            <a:r>
              <a:rPr lang="zh-CN" altLang="en-US" sz="1200" b="1">
                <a:solidFill>
                  <a:srgbClr val="00B0F0"/>
                </a:solidFill>
                <a:effectLst/>
                <a:latin typeface="+mn-ea"/>
                <a:cs typeface="+mn-ea"/>
              </a:rPr>
              <a:t>转换：</a:t>
            </a:r>
            <a:r>
              <a:rPr lang="en-US" altLang="zh-CN" sz="1200" dirty="0">
                <a:solidFill>
                  <a:schemeClr val="tx1"/>
                </a:solidFill>
                <a:latin typeface="+mn-ea"/>
                <a:cs typeface="+mn-ea"/>
              </a:rPr>
              <a:t>是状态之间的有向关系，表示当特定事件发生且满足特定条件时，对象从源状态进入目标状态。</a:t>
            </a:r>
            <a:endParaRPr lang="en-US" altLang="zh-CN" sz="1200" dirty="0">
              <a:solidFill>
                <a:schemeClr val="tx1"/>
              </a:solidFill>
              <a:latin typeface="+mn-ea"/>
              <a:cs typeface="+mn-ea"/>
            </a:endParaRPr>
          </a:p>
          <a:p>
            <a:pPr>
              <a:lnSpc>
                <a:spcPct val="150000"/>
              </a:lnSpc>
            </a:pPr>
            <a:endParaRPr lang="zh-CN" altLang="en-US" sz="1000">
              <a:latin typeface="+mn-ea"/>
            </a:endParaRPr>
          </a:p>
          <a:p>
            <a:pPr>
              <a:lnSpc>
                <a:spcPct val="150000"/>
              </a:lnSpc>
            </a:pPr>
            <a:endParaRPr lang="zh-CN" altLang="en-US" sz="1000">
              <a:latin typeface="+mj-ea"/>
              <a:ea typeface="+mj-ea"/>
              <a:cs typeface="+mj-ea"/>
            </a:endParaRPr>
          </a:p>
        </p:txBody>
      </p:sp>
      <p:pic>
        <p:nvPicPr>
          <p:cNvPr id="8" name="图片 7"/>
          <p:cNvPicPr>
            <a:picLocks noChangeAspect="1"/>
          </p:cNvPicPr>
          <p:nvPr/>
        </p:nvPicPr>
        <p:blipFill>
          <a:blip r:embed="rId3"/>
          <a:stretch>
            <a:fillRect/>
          </a:stretch>
        </p:blipFill>
        <p:spPr>
          <a:xfrm>
            <a:off x="4197350" y="4277360"/>
            <a:ext cx="7995285" cy="2590800"/>
          </a:xfrm>
          <a:prstGeom prst="rect">
            <a:avLst/>
          </a:prstGeom>
          <a:ln>
            <a:solidFill>
              <a:schemeClr val="accent1"/>
            </a:solidFill>
          </a:ln>
        </p:spPr>
      </p:pic>
    </p:spTree>
    <p:custDataLst>
      <p:tags r:id="rId4"/>
    </p:custDataLst>
  </p:cSld>
  <p:clrMapOvr>
    <a:masterClrMapping/>
  </p:clrMapOvr>
  <mc:AlternateContent xmlns:mc="http://schemas.openxmlformats.org/markup-compatibility/2006">
    <mc:Choice xmlns:p14="http://schemas.microsoft.com/office/powerpoint/2010/main" Requires="p14">
      <p:transition spd="slow" p14:dur="1200"/>
    </mc:Choice>
    <mc:Fallback>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4" name="文本框 13"/>
          <p:cNvSpPr txBox="1"/>
          <p:nvPr/>
        </p:nvSpPr>
        <p:spPr>
          <a:xfrm>
            <a:off x="196215" y="5403215"/>
            <a:ext cx="1101090" cy="1262380"/>
          </a:xfrm>
          <a:prstGeom prst="rect">
            <a:avLst/>
          </a:prstGeom>
          <a:solidFill>
            <a:schemeClr val="bg2"/>
          </a:solidFill>
        </p:spPr>
        <p:txBody>
          <a:bodyPr wrap="square" rtlCol="0">
            <a:noAutofit/>
          </a:bodyPr>
          <a:p>
            <a:pPr>
              <a:lnSpc>
                <a:spcPct val="100000"/>
              </a:lnSpc>
            </a:pPr>
            <a:endParaRPr lang="zh-CN" altLang="en-US" sz="1400" b="1">
              <a:solidFill>
                <a:schemeClr val="bg2"/>
              </a:solidFill>
            </a:endParaRPr>
          </a:p>
        </p:txBody>
      </p:sp>
      <p:pic>
        <p:nvPicPr>
          <p:cNvPr id="102403" name="图片 3"/>
          <p:cNvPicPr>
            <a:picLocks noChangeAspect="1"/>
          </p:cNvPicPr>
          <p:nvPr/>
        </p:nvPicPr>
        <p:blipFill>
          <a:blip r:embed="rId1"/>
          <a:srcRect/>
          <a:stretch>
            <a:fillRect/>
          </a:stretch>
        </p:blipFill>
        <p:spPr bwMode="auto">
          <a:xfrm>
            <a:off x="7073900" y="205740"/>
            <a:ext cx="4690110" cy="5996940"/>
          </a:xfrm>
          <a:prstGeom prst="rect">
            <a:avLst/>
          </a:prstGeom>
          <a:noFill/>
          <a:ln w="9525">
            <a:noFill/>
            <a:miter lim="800000"/>
            <a:headEnd/>
            <a:tailEnd/>
          </a:ln>
        </p:spPr>
      </p:pic>
      <p:pic>
        <p:nvPicPr>
          <p:cNvPr id="98307" name="图片 1"/>
          <p:cNvPicPr>
            <a:picLocks noChangeAspect="1"/>
          </p:cNvPicPr>
          <p:nvPr/>
        </p:nvPicPr>
        <p:blipFill>
          <a:blip r:embed="rId2"/>
          <a:srcRect/>
          <a:stretch>
            <a:fillRect/>
          </a:stretch>
        </p:blipFill>
        <p:spPr bwMode="auto">
          <a:xfrm>
            <a:off x="598805" y="4852670"/>
            <a:ext cx="5597525" cy="1658620"/>
          </a:xfrm>
          <a:prstGeom prst="rect">
            <a:avLst/>
          </a:prstGeom>
          <a:noFill/>
          <a:ln w="9525">
            <a:noFill/>
            <a:miter lim="800000"/>
            <a:headEnd/>
            <a:tailEnd/>
          </a:ln>
        </p:spPr>
      </p:pic>
      <p:pic>
        <p:nvPicPr>
          <p:cNvPr id="8" name="图片 7" descr="deepseek_mermaid_20251222_0e4190"/>
          <p:cNvPicPr>
            <a:picLocks noChangeAspect="1"/>
          </p:cNvPicPr>
          <p:nvPr/>
        </p:nvPicPr>
        <p:blipFill>
          <a:blip r:embed="rId3"/>
          <a:stretch>
            <a:fillRect/>
          </a:stretch>
        </p:blipFill>
        <p:spPr>
          <a:xfrm>
            <a:off x="1167130" y="673100"/>
            <a:ext cx="3434715" cy="3018790"/>
          </a:xfrm>
          <a:prstGeom prst="rect">
            <a:avLst/>
          </a:prstGeom>
        </p:spPr>
      </p:pic>
      <p:pic>
        <p:nvPicPr>
          <p:cNvPr id="12" name="图片 11" descr="deepseek_mermaid_20251222_af99a2"/>
          <p:cNvPicPr>
            <a:picLocks noChangeAspect="1"/>
          </p:cNvPicPr>
          <p:nvPr/>
        </p:nvPicPr>
        <p:blipFill>
          <a:blip r:embed="rId4"/>
          <a:stretch>
            <a:fillRect/>
          </a:stretch>
        </p:blipFill>
        <p:spPr>
          <a:xfrm>
            <a:off x="379730" y="473710"/>
            <a:ext cx="696595" cy="4232275"/>
          </a:xfrm>
          <a:prstGeom prst="rect">
            <a:avLst/>
          </a:prstGeom>
        </p:spPr>
      </p:pic>
      <p:pic>
        <p:nvPicPr>
          <p:cNvPr id="13" name="图片 12" descr="deepseek_mermaid_20251222_6c2cac"/>
          <p:cNvPicPr>
            <a:picLocks noChangeAspect="1"/>
          </p:cNvPicPr>
          <p:nvPr/>
        </p:nvPicPr>
        <p:blipFill>
          <a:blip r:embed="rId5"/>
          <a:stretch>
            <a:fillRect/>
          </a:stretch>
        </p:blipFill>
        <p:spPr>
          <a:xfrm>
            <a:off x="4558030" y="407670"/>
            <a:ext cx="2293620" cy="4495165"/>
          </a:xfrm>
          <a:prstGeom prst="rect">
            <a:avLst/>
          </a:prstGeom>
        </p:spPr>
      </p:pic>
      <p:sp>
        <p:nvSpPr>
          <p:cNvPr id="15" name="文本框 14"/>
          <p:cNvSpPr txBox="1"/>
          <p:nvPr/>
        </p:nvSpPr>
        <p:spPr>
          <a:xfrm>
            <a:off x="2011045" y="3997960"/>
            <a:ext cx="2709545" cy="707390"/>
          </a:xfrm>
          <a:prstGeom prst="rect">
            <a:avLst/>
          </a:prstGeom>
          <a:noFill/>
          <a:extLst>
            <a:ext uri="{909E8E84-426E-40DD-AFC4-6F175D3DCCD1}">
              <a14:hiddenFill xmlns:a14="http://schemas.microsoft.com/office/drawing/2010/main">
                <a:solidFill>
                  <a:schemeClr val="accent4"/>
                </a:solidFill>
              </a14:hiddenFill>
            </a:ext>
          </a:extLst>
        </p:spPr>
        <p:txBody>
          <a:bodyPr wrap="square" rtlCol="0">
            <a:noAutofit/>
          </a:bodyPr>
          <a:p>
            <a:pPr algn="ctr">
              <a:lnSpc>
                <a:spcPct val="120000"/>
              </a:lnSpc>
            </a:pPr>
            <a:r>
              <a:rPr lang="zh-CN" altLang="en-US" sz="1200" b="1">
                <a:solidFill>
                  <a:schemeClr val="tx1"/>
                </a:solidFill>
              </a:rPr>
              <a:t>转态转换图的三种基本结构</a:t>
            </a:r>
            <a:endParaRPr lang="zh-CN" altLang="en-US" sz="1200" b="1">
              <a:solidFill>
                <a:schemeClr val="tx1"/>
              </a:solidFill>
            </a:endParaRPr>
          </a:p>
          <a:p>
            <a:pPr algn="ctr">
              <a:lnSpc>
                <a:spcPct val="120000"/>
              </a:lnSpc>
            </a:pPr>
            <a:r>
              <a:rPr lang="zh-CN" altLang="en-US" sz="1200" b="1">
                <a:solidFill>
                  <a:srgbClr val="FF0000"/>
                </a:solidFill>
              </a:rPr>
              <a:t>顺序结构、选择结构、循环结构</a:t>
            </a:r>
            <a:endParaRPr lang="zh-CN" altLang="en-US" sz="1200" b="1">
              <a:solidFill>
                <a:srgbClr val="FF0000"/>
              </a:solidFill>
            </a:endParaRPr>
          </a:p>
        </p:txBody>
      </p:sp>
      <p:sp>
        <p:nvSpPr>
          <p:cNvPr id="16" name="文本框 15"/>
          <p:cNvSpPr txBox="1"/>
          <p:nvPr/>
        </p:nvSpPr>
        <p:spPr>
          <a:xfrm>
            <a:off x="306070" y="123190"/>
            <a:ext cx="5486400" cy="400050"/>
          </a:xfrm>
          <a:prstGeom prst="rect">
            <a:avLst/>
          </a:prstGeom>
          <a:noFill/>
          <a:extLst>
            <a:ext uri="{909E8E84-426E-40DD-AFC4-6F175D3DCCD1}">
              <a14:hiddenFill xmlns:a14="http://schemas.microsoft.com/office/drawing/2010/main">
                <a:solidFill>
                  <a:schemeClr val="accent4"/>
                </a:solidFill>
              </a14:hiddenFill>
            </a:ext>
          </a:extLst>
        </p:spPr>
        <p:txBody>
          <a:bodyPr wrap="square" rtlCol="0">
            <a:noAutofit/>
          </a:bodyPr>
          <a:p>
            <a:pPr>
              <a:lnSpc>
                <a:spcPct val="100000"/>
              </a:lnSpc>
            </a:pPr>
            <a:r>
              <a:rPr lang="zh-CN" altLang="en-US" sz="1400" b="1">
                <a:solidFill>
                  <a:srgbClr val="FF0000"/>
                </a:solidFill>
                <a:latin typeface="+mn-ea"/>
                <a:cs typeface="+mn-ea"/>
              </a:rPr>
              <a:t>行为视角：系统如何响应时间？</a:t>
            </a:r>
            <a:r>
              <a:rPr lang="en-US" altLang="zh-CN" sz="1400" b="1">
                <a:solidFill>
                  <a:srgbClr val="FF0000"/>
                </a:solidFill>
                <a:latin typeface="+mn-ea"/>
                <a:cs typeface="+mn-ea"/>
              </a:rPr>
              <a:t>—— </a:t>
            </a:r>
            <a:r>
              <a:rPr lang="zh-CN" altLang="en-US" sz="1400" b="1">
                <a:solidFill>
                  <a:srgbClr val="FF0000"/>
                </a:solidFill>
                <a:latin typeface="+mn-ea"/>
                <a:cs typeface="+mn-ea"/>
              </a:rPr>
              <a:t>状态图</a:t>
            </a:r>
            <a:r>
              <a:rPr lang="en-US" altLang="zh-CN" sz="1400" b="1">
                <a:solidFill>
                  <a:srgbClr val="FF0000"/>
                </a:solidFill>
                <a:latin typeface="+mn-ea"/>
                <a:cs typeface="+mn-ea"/>
              </a:rPr>
              <a:t>——</a:t>
            </a:r>
            <a:r>
              <a:rPr lang="zh-CN" altLang="en-US" sz="1400" b="1">
                <a:solidFill>
                  <a:srgbClr val="FF0000"/>
                </a:solidFill>
                <a:latin typeface="+mn-ea"/>
                <a:cs typeface="+mn-ea"/>
              </a:rPr>
              <a:t>行为</a:t>
            </a:r>
            <a:r>
              <a:rPr lang="zh-CN" altLang="en-US" sz="1400" b="1">
                <a:solidFill>
                  <a:srgbClr val="FF0000"/>
                </a:solidFill>
                <a:latin typeface="+mn-ea"/>
                <a:cs typeface="+mn-ea"/>
              </a:rPr>
              <a:t>模型</a:t>
            </a:r>
            <a:endParaRPr lang="zh-CN" altLang="en-US" sz="1400" b="1">
              <a:solidFill>
                <a:srgbClr val="FF0000"/>
              </a:solidFill>
              <a:latin typeface="+mn-ea"/>
              <a:cs typeface="+mn-ea"/>
            </a:endParaRPr>
          </a:p>
        </p:txBody>
      </p:sp>
      <p:sp>
        <p:nvSpPr>
          <p:cNvPr id="17" name="文本框 16"/>
          <p:cNvSpPr txBox="1"/>
          <p:nvPr/>
        </p:nvSpPr>
        <p:spPr>
          <a:xfrm>
            <a:off x="8063865" y="6202680"/>
            <a:ext cx="2709545" cy="707390"/>
          </a:xfrm>
          <a:prstGeom prst="rect">
            <a:avLst/>
          </a:prstGeom>
          <a:noFill/>
          <a:extLst>
            <a:ext uri="{909E8E84-426E-40DD-AFC4-6F175D3DCCD1}">
              <a14:hiddenFill xmlns:a14="http://schemas.microsoft.com/office/drawing/2010/main">
                <a:solidFill>
                  <a:schemeClr val="accent4"/>
                </a:solidFill>
              </a14:hiddenFill>
            </a:ext>
          </a:extLst>
        </p:spPr>
        <p:txBody>
          <a:bodyPr wrap="square" rtlCol="0">
            <a:noAutofit/>
          </a:bodyPr>
          <a:p>
            <a:pPr algn="ctr">
              <a:lnSpc>
                <a:spcPct val="120000"/>
              </a:lnSpc>
            </a:pPr>
            <a:r>
              <a:rPr lang="zh-CN" altLang="en-US" sz="1200" b="1">
                <a:solidFill>
                  <a:schemeClr val="tx1"/>
                </a:solidFill>
              </a:rPr>
              <a:t>电话系统的状态图</a:t>
            </a:r>
            <a:endParaRPr lang="zh-CN" altLang="en-US" sz="1200" b="1">
              <a:solidFill>
                <a:schemeClr val="tx1"/>
              </a:solidFill>
            </a:endParaRPr>
          </a:p>
        </p:txBody>
      </p:sp>
    </p:spTree>
    <p:custDataLst>
      <p:tags r:id="rId6"/>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2403"/>
                                        </p:tgtEl>
                                        <p:attrNameLst>
                                          <p:attrName>style.visibility</p:attrName>
                                        </p:attrNameLst>
                                      </p:cBhvr>
                                      <p:to>
                                        <p:strVal val="visible"/>
                                      </p:to>
                                    </p:set>
                                    <p:animEffect transition="in" filter="blinds(horizontal)">
                                      <p:cBhvr>
                                        <p:cTn id="7" dur="500"/>
                                        <p:tgtEl>
                                          <p:spTgt spid="1024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 name="文本占位符 1"/>
          <p:cNvSpPr>
            <a:spLocks noGrp="1"/>
          </p:cNvSpPr>
          <p:nvPr>
            <p:custDataLst>
              <p:tags r:id="rId1"/>
            </p:custDataLst>
          </p:nvPr>
        </p:nvSpPr>
        <p:spPr>
          <a:xfrm>
            <a:off x="421005" y="349885"/>
            <a:ext cx="5155565" cy="513715"/>
          </a:xfrm>
          <a:prstGeom prst="rect">
            <a:avLst/>
          </a:prstGeom>
        </p:spPr>
        <p:txBody>
          <a:bodyPr vert="horz" lIns="101600" tIns="0" rIns="82550" bIns="0" rtlCol="0">
            <a:noAutofit/>
          </a:bodyPr>
          <a:lstStyle>
            <a:lvl1pPr marL="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1pPr>
            <a:lvl2pPr marL="457200"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2pPr>
            <a:lvl3pPr marL="9144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3pPr>
            <a:lvl4pPr marL="13716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4pPr>
            <a:lvl5pPr marL="18288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60000"/>
              </a:lnSpc>
              <a:spcBef>
                <a:spcPts val="0"/>
              </a:spcBef>
              <a:buNone/>
            </a:pPr>
            <a:endParaRPr lang="zh-CN" altLang="en-US" sz="1400" b="1" dirty="0">
              <a:solidFill>
                <a:schemeClr val="tx1"/>
              </a:solidFill>
              <a:latin typeface="微软雅黑" panose="020B0503020204020204" charset="-122"/>
              <a:cs typeface="微软雅黑" panose="020B0503020204020204" charset="-122"/>
              <a:sym typeface="+mn-ea"/>
            </a:endParaRPr>
          </a:p>
        </p:txBody>
      </p:sp>
      <p:cxnSp>
        <p:nvCxnSpPr>
          <p:cNvPr id="11" name="直接连接符 10"/>
          <p:cNvCxnSpPr/>
          <p:nvPr/>
        </p:nvCxnSpPr>
        <p:spPr>
          <a:xfrm>
            <a:off x="5922645" y="0"/>
            <a:ext cx="0" cy="6866890"/>
          </a:xfrm>
          <a:prstGeom prst="line">
            <a:avLst/>
          </a:prstGeom>
          <a:ln w="31750" cap="rnd">
            <a:solidFill>
              <a:schemeClr val="accent1"/>
            </a:solidFill>
            <a:round/>
          </a:ln>
        </p:spPr>
        <p:style>
          <a:lnRef idx="0">
            <a:srgbClr val="FFFFFF"/>
          </a:lnRef>
          <a:fillRef idx="0">
            <a:srgbClr val="FFFFFF"/>
          </a:fillRef>
          <a:effectRef idx="0">
            <a:srgbClr val="FFFFFF"/>
          </a:effectRef>
          <a:fontRef idx="minor">
            <a:schemeClr val="tx1"/>
          </a:fontRef>
        </p:style>
      </p:cxnSp>
      <p:sp>
        <p:nvSpPr>
          <p:cNvPr id="5" name="文本框 4"/>
          <p:cNvSpPr txBox="1"/>
          <p:nvPr/>
        </p:nvSpPr>
        <p:spPr>
          <a:xfrm>
            <a:off x="105410" y="476885"/>
            <a:ext cx="5643880" cy="779780"/>
          </a:xfrm>
          <a:prstGeom prst="rect">
            <a:avLst/>
          </a:prstGeom>
          <a:noFill/>
        </p:spPr>
        <p:txBody>
          <a:bodyPr wrap="square" rtlCol="0">
            <a:spAutoFit/>
          </a:bodyPr>
          <a:p>
            <a:pPr>
              <a:lnSpc>
                <a:spcPct val="160000"/>
              </a:lnSpc>
            </a:pPr>
            <a:r>
              <a:rPr lang="zh-CN" altLang="en-US" sz="1400" b="1">
                <a:solidFill>
                  <a:srgbClr val="FF0000"/>
                </a:solidFill>
              </a:rPr>
              <a:t>层次方框图</a:t>
            </a:r>
            <a:r>
              <a:rPr lang="zh-CN" altLang="en-US" sz="1400" b="1"/>
              <a:t>是一种用于描述系统、数据或概念的层次结构的树状图表。它以逐层分解、自顶向下的方式，清晰地展现整体与部分的关系。</a:t>
            </a:r>
            <a:endParaRPr lang="zh-CN" altLang="en-US" sz="1400" b="1"/>
          </a:p>
        </p:txBody>
      </p:sp>
      <p:sp>
        <p:nvSpPr>
          <p:cNvPr id="29" name="文本框 28"/>
          <p:cNvSpPr txBox="1"/>
          <p:nvPr/>
        </p:nvSpPr>
        <p:spPr>
          <a:xfrm>
            <a:off x="-635" y="0"/>
            <a:ext cx="5922645" cy="349885"/>
          </a:xfrm>
          <a:prstGeom prst="rect">
            <a:avLst/>
          </a:prstGeom>
          <a:solidFill>
            <a:schemeClr val="accent1"/>
          </a:solidFill>
        </p:spPr>
        <p:txBody>
          <a:bodyPr wrap="square" rtlCol="0" anchor="ctr" anchorCtr="0">
            <a:noAutofit/>
          </a:bodyPr>
          <a:p>
            <a:pPr marL="0" algn="l">
              <a:lnSpc>
                <a:spcPct val="100000"/>
              </a:lnSpc>
              <a:spcBef>
                <a:spcPts val="0"/>
              </a:spcBef>
              <a:buClrTx/>
              <a:buSzTx/>
              <a:buFontTx/>
              <a:buNone/>
            </a:pPr>
            <a:r>
              <a:rPr lang="zh-CN" altLang="en-US" b="1">
                <a:solidFill>
                  <a:schemeClr val="bg1"/>
                </a:solidFill>
                <a:sym typeface="+mn-ea"/>
              </a:rPr>
              <a:t>层次方框图</a:t>
            </a:r>
            <a:endParaRPr lang="zh-CN" altLang="en-US" b="1">
              <a:solidFill>
                <a:schemeClr val="bg1"/>
              </a:solidFill>
              <a:sym typeface="+mn-ea"/>
            </a:endParaRPr>
          </a:p>
        </p:txBody>
      </p:sp>
      <p:sp>
        <p:nvSpPr>
          <p:cNvPr id="7" name="文本框 6"/>
          <p:cNvSpPr txBox="1"/>
          <p:nvPr/>
        </p:nvSpPr>
        <p:spPr>
          <a:xfrm>
            <a:off x="165735" y="5489575"/>
            <a:ext cx="1381125" cy="1027430"/>
          </a:xfrm>
          <a:prstGeom prst="rect">
            <a:avLst/>
          </a:prstGeom>
          <a:solidFill>
            <a:schemeClr val="bg1"/>
          </a:solidFill>
        </p:spPr>
        <p:txBody>
          <a:bodyPr wrap="square" rtlCol="0">
            <a:noAutofit/>
          </a:bodyPr>
          <a:p>
            <a:endParaRPr lang="zh-CN" altLang="en-US"/>
          </a:p>
        </p:txBody>
      </p:sp>
      <p:sp>
        <p:nvSpPr>
          <p:cNvPr id="12" name="文本框 11"/>
          <p:cNvSpPr txBox="1"/>
          <p:nvPr/>
        </p:nvSpPr>
        <p:spPr>
          <a:xfrm>
            <a:off x="5953760" y="0"/>
            <a:ext cx="6236335" cy="349885"/>
          </a:xfrm>
          <a:prstGeom prst="rect">
            <a:avLst/>
          </a:prstGeom>
          <a:solidFill>
            <a:schemeClr val="accent1"/>
          </a:solidFill>
        </p:spPr>
        <p:txBody>
          <a:bodyPr wrap="square" rtlCol="0" anchor="ctr" anchorCtr="0">
            <a:noAutofit/>
          </a:bodyPr>
          <a:p>
            <a:pPr marL="0" algn="l">
              <a:lnSpc>
                <a:spcPct val="100000"/>
              </a:lnSpc>
              <a:spcBef>
                <a:spcPts val="0"/>
              </a:spcBef>
              <a:buClrTx/>
              <a:buSzTx/>
              <a:buFontTx/>
              <a:buNone/>
            </a:pPr>
            <a:r>
              <a:rPr lang="en-US" altLang="zh-CN" b="1">
                <a:solidFill>
                  <a:schemeClr val="bg1"/>
                </a:solidFill>
                <a:sym typeface="+mn-ea"/>
              </a:rPr>
              <a:t>Warnier</a:t>
            </a:r>
            <a:r>
              <a:rPr lang="zh-CN" altLang="en-US" b="1">
                <a:solidFill>
                  <a:schemeClr val="bg1"/>
                </a:solidFill>
                <a:sym typeface="+mn-ea"/>
              </a:rPr>
              <a:t>图</a:t>
            </a:r>
            <a:endParaRPr lang="zh-CN" altLang="en-US" b="1">
              <a:solidFill>
                <a:schemeClr val="bg1"/>
              </a:solidFill>
              <a:sym typeface="+mn-ea"/>
            </a:endParaRPr>
          </a:p>
        </p:txBody>
      </p:sp>
      <p:sp>
        <p:nvSpPr>
          <p:cNvPr id="13" name="文本框 12"/>
          <p:cNvSpPr txBox="1"/>
          <p:nvPr/>
        </p:nvSpPr>
        <p:spPr>
          <a:xfrm>
            <a:off x="10953115" y="393700"/>
            <a:ext cx="1181735" cy="930910"/>
          </a:xfrm>
          <a:prstGeom prst="rect">
            <a:avLst/>
          </a:prstGeom>
          <a:solidFill>
            <a:schemeClr val="bg2"/>
          </a:solidFill>
        </p:spPr>
        <p:txBody>
          <a:bodyPr wrap="square" rtlCol="0">
            <a:noAutofit/>
          </a:bodyPr>
          <a:p>
            <a:endParaRPr lang="zh-CN" altLang="en-US"/>
          </a:p>
        </p:txBody>
      </p:sp>
      <p:pic>
        <p:nvPicPr>
          <p:cNvPr id="4" name="图片 3" descr="deepseek_mermaid_20251222_e1e706"/>
          <p:cNvPicPr>
            <a:picLocks noChangeAspect="1"/>
          </p:cNvPicPr>
          <p:nvPr/>
        </p:nvPicPr>
        <p:blipFill>
          <a:blip r:embed="rId2"/>
          <a:srcRect l="865" r="27255"/>
          <a:stretch>
            <a:fillRect/>
          </a:stretch>
        </p:blipFill>
        <p:spPr>
          <a:xfrm>
            <a:off x="-635" y="1358900"/>
            <a:ext cx="5848350" cy="2214880"/>
          </a:xfrm>
          <a:prstGeom prst="rect">
            <a:avLst/>
          </a:prstGeom>
        </p:spPr>
      </p:pic>
      <p:sp>
        <p:nvSpPr>
          <p:cNvPr id="9" name="文本框 8"/>
          <p:cNvSpPr txBox="1"/>
          <p:nvPr/>
        </p:nvSpPr>
        <p:spPr>
          <a:xfrm>
            <a:off x="-3175" y="3616325"/>
            <a:ext cx="5903595" cy="3241040"/>
          </a:xfrm>
          <a:prstGeom prst="rect">
            <a:avLst/>
          </a:prstGeom>
          <a:solidFill>
            <a:schemeClr val="accent3"/>
          </a:solidFill>
          <a:ln>
            <a:solidFill>
              <a:schemeClr val="accent1"/>
            </a:solidFill>
          </a:ln>
        </p:spPr>
        <p:txBody>
          <a:bodyPr wrap="square" rtlCol="0">
            <a:noAutofit/>
          </a:bodyPr>
          <a:p>
            <a:pPr marL="228600" indent="-228600">
              <a:lnSpc>
                <a:spcPct val="160000"/>
              </a:lnSpc>
              <a:buFont typeface="+mj-ea"/>
              <a:buAutoNum type="circleNumDbPlain"/>
            </a:pPr>
            <a:r>
              <a:rPr lang="zh-CN" altLang="en-US" sz="1200" b="1">
                <a:solidFill>
                  <a:srgbClr val="FFFF00"/>
                </a:solidFill>
              </a:rPr>
              <a:t>清晰的树状层次结构：</a:t>
            </a:r>
            <a:r>
              <a:rPr lang="zh-CN" altLang="en-US" sz="1200" b="1">
                <a:solidFill>
                  <a:schemeClr val="bg2"/>
                </a:solidFill>
              </a:rPr>
              <a:t>图形像一棵倒置的树，顶层是根节点（总系统/总概念），向下分支为各层子节点（子系统/组成部分）。连线表示“包含”、“组成”或“分解为”的关系，而非控制流或数据流。</a:t>
            </a:r>
            <a:endParaRPr lang="zh-CN" altLang="en-US" sz="1200" b="1">
              <a:solidFill>
                <a:schemeClr val="bg2"/>
              </a:solidFill>
            </a:endParaRPr>
          </a:p>
          <a:p>
            <a:pPr marL="228600" indent="-228600">
              <a:lnSpc>
                <a:spcPct val="160000"/>
              </a:lnSpc>
              <a:buFont typeface="+mj-ea"/>
              <a:buAutoNum type="circleNumDbPlain"/>
            </a:pPr>
            <a:r>
              <a:rPr lang="zh-CN" altLang="en-US" sz="1200" b="1">
                <a:solidFill>
                  <a:srgbClr val="FFFF00"/>
                </a:solidFill>
              </a:rPr>
              <a:t>自顶向下的分解方法：</a:t>
            </a:r>
            <a:r>
              <a:rPr lang="zh-CN" altLang="en-US" sz="1200" b="1">
                <a:solidFill>
                  <a:schemeClr val="bg2"/>
                </a:solidFill>
              </a:rPr>
              <a:t>从最抽象、最概括的顶层（总览）开始，逐层细化，直到达到所需的详细程度（如基本功能、不可再分的数据项）。</a:t>
            </a:r>
            <a:endParaRPr lang="zh-CN" altLang="en-US" sz="1200" b="1">
              <a:solidFill>
                <a:schemeClr val="bg2"/>
              </a:solidFill>
            </a:endParaRPr>
          </a:p>
          <a:p>
            <a:pPr marL="228600" indent="-228600">
              <a:lnSpc>
                <a:spcPct val="160000"/>
              </a:lnSpc>
              <a:buFont typeface="+mj-ea"/>
              <a:buAutoNum type="circleNumDbPlain"/>
            </a:pPr>
            <a:r>
              <a:rPr lang="zh-CN" altLang="en-US" sz="1200" b="1">
                <a:solidFill>
                  <a:srgbClr val="FFFF00"/>
                </a:solidFill>
              </a:rPr>
              <a:t>模块化与封装：</a:t>
            </a:r>
            <a:r>
              <a:rPr lang="zh-CN" altLang="en-US" sz="1200" b="1">
                <a:solidFill>
                  <a:schemeClr val="bg2"/>
                </a:solidFill>
              </a:rPr>
              <a:t>每个方框及其下层结构都可以看作一个相对独立的模块。便于理解局部细节而不必立刻面对全局复杂性。</a:t>
            </a:r>
            <a:endParaRPr lang="zh-CN" altLang="en-US" sz="1200" b="1">
              <a:solidFill>
                <a:schemeClr val="bg2"/>
              </a:solidFill>
            </a:endParaRPr>
          </a:p>
          <a:p>
            <a:pPr marL="228600" indent="-228600">
              <a:lnSpc>
                <a:spcPct val="160000"/>
              </a:lnSpc>
              <a:buFont typeface="+mj-ea"/>
              <a:buAutoNum type="circleNumDbPlain"/>
            </a:pPr>
            <a:r>
              <a:rPr lang="zh-CN" altLang="en-US" sz="1200" b="1">
                <a:solidFill>
                  <a:srgbClr val="FFFF00"/>
                </a:solidFill>
              </a:rPr>
              <a:t>强调静态结构，而非动态过程：</a:t>
            </a:r>
            <a:r>
              <a:rPr lang="zh-CN" altLang="en-US" sz="1200" b="1">
                <a:solidFill>
                  <a:schemeClr val="bg2"/>
                </a:solidFill>
              </a:rPr>
              <a:t>主要回答“系统/数据由什么组成？”，而不是“系统如何运行？”。因此，它与描述流程的流程图和描述状态变化的状态图有本质区别。</a:t>
            </a:r>
            <a:endParaRPr lang="zh-CN" altLang="en-US" sz="1200" b="1">
              <a:solidFill>
                <a:schemeClr val="bg2"/>
              </a:solidFill>
            </a:endParaRPr>
          </a:p>
        </p:txBody>
      </p:sp>
      <p:sp>
        <p:nvSpPr>
          <p:cNvPr id="10" name="文本框 9"/>
          <p:cNvSpPr txBox="1"/>
          <p:nvPr/>
        </p:nvSpPr>
        <p:spPr>
          <a:xfrm>
            <a:off x="6096000" y="375920"/>
            <a:ext cx="5996940" cy="1123950"/>
          </a:xfrm>
          <a:prstGeom prst="rect">
            <a:avLst/>
          </a:prstGeom>
          <a:noFill/>
        </p:spPr>
        <p:txBody>
          <a:bodyPr wrap="square" rtlCol="0">
            <a:spAutoFit/>
          </a:bodyPr>
          <a:p>
            <a:pPr>
              <a:lnSpc>
                <a:spcPct val="160000"/>
              </a:lnSpc>
            </a:pPr>
            <a:r>
              <a:rPr lang="zh-CN" altLang="en-US" sz="1400" b="1">
                <a:solidFill>
                  <a:srgbClr val="FF0000"/>
                </a:solidFill>
              </a:rPr>
              <a:t>Warnier图</a:t>
            </a:r>
            <a:r>
              <a:rPr lang="zh-CN" altLang="en-US" sz="1400" b="1"/>
              <a:t>由法国计算机科学家提出的一种系统设计与程序结构描述工具。它采用</a:t>
            </a:r>
            <a:r>
              <a:rPr lang="zh-CN" altLang="en-US" sz="1400" b="1">
                <a:solidFill>
                  <a:srgbClr val="00B0F0"/>
                </a:solidFill>
              </a:rPr>
              <a:t>花括号</a:t>
            </a:r>
            <a:r>
              <a:rPr lang="zh-CN" altLang="en-US" sz="1400" b="1"/>
              <a:t>来清晰地表示数据的层次结构和程序的逻辑构造，特别强调输入-处理-输出的关系。</a:t>
            </a:r>
            <a:endParaRPr lang="zh-CN" altLang="en-US" sz="1400" b="1"/>
          </a:p>
        </p:txBody>
      </p:sp>
      <p:pic>
        <p:nvPicPr>
          <p:cNvPr id="19" name="图片 18"/>
          <p:cNvPicPr>
            <a:picLocks noChangeAspect="1"/>
          </p:cNvPicPr>
          <p:nvPr/>
        </p:nvPicPr>
        <p:blipFill>
          <a:blip r:embed="rId3"/>
          <a:stretch>
            <a:fillRect/>
          </a:stretch>
        </p:blipFill>
        <p:spPr>
          <a:xfrm>
            <a:off x="5997575" y="4871085"/>
            <a:ext cx="6068060" cy="1895475"/>
          </a:xfrm>
          <a:prstGeom prst="rect">
            <a:avLst/>
          </a:prstGeom>
        </p:spPr>
      </p:pic>
      <p:pic>
        <p:nvPicPr>
          <p:cNvPr id="20" name="图片 19"/>
          <p:cNvPicPr>
            <a:picLocks noChangeAspect="1"/>
          </p:cNvPicPr>
          <p:nvPr/>
        </p:nvPicPr>
        <p:blipFill>
          <a:blip r:embed="rId4"/>
          <a:stretch>
            <a:fillRect/>
          </a:stretch>
        </p:blipFill>
        <p:spPr>
          <a:xfrm>
            <a:off x="6563360" y="1525905"/>
            <a:ext cx="2562860" cy="3238500"/>
          </a:xfrm>
          <a:prstGeom prst="rect">
            <a:avLst/>
          </a:prstGeom>
          <a:ln>
            <a:solidFill>
              <a:schemeClr val="accent1"/>
            </a:solidFill>
          </a:ln>
        </p:spPr>
      </p:pic>
      <p:pic>
        <p:nvPicPr>
          <p:cNvPr id="21" name="图片 20"/>
          <p:cNvPicPr>
            <a:picLocks noChangeAspect="1"/>
          </p:cNvPicPr>
          <p:nvPr/>
        </p:nvPicPr>
        <p:blipFill>
          <a:blip r:embed="rId5"/>
          <a:stretch>
            <a:fillRect/>
          </a:stretch>
        </p:blipFill>
        <p:spPr>
          <a:xfrm>
            <a:off x="9388475" y="1518920"/>
            <a:ext cx="2016125" cy="3264535"/>
          </a:xfrm>
          <a:prstGeom prst="rect">
            <a:avLst/>
          </a:prstGeom>
          <a:ln>
            <a:solidFill>
              <a:schemeClr val="accent1"/>
            </a:solidFill>
          </a:ln>
        </p:spPr>
      </p:pic>
    </p:spTree>
    <p:custDataLst>
      <p:tags r:id="rId6"/>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3"/>
          <p:cNvSpPr>
            <a:spLocks noGrp="1"/>
          </p:cNvSpPr>
          <p:nvPr>
            <p:ph type="title"/>
            <p:custDataLst>
              <p:tags r:id="rId1"/>
            </p:custDataLst>
          </p:nvPr>
        </p:nvSpPr>
        <p:spPr>
          <a:xfrm>
            <a:off x="531765" y="423055"/>
            <a:ext cx="3960000" cy="882000"/>
          </a:xfrm>
        </p:spPr>
        <p:txBody>
          <a:bodyPr>
            <a:normAutofit/>
          </a:bodyPr>
          <a:lstStyle/>
          <a:p>
            <a:pPr algn="ctr"/>
            <a:r>
              <a:rPr lang="zh-CN" altLang="en-US" sz="2400" spc="150">
                <a:solidFill>
                  <a:schemeClr val="bg1"/>
                </a:solidFill>
                <a:cs typeface="微软雅黑" panose="020B0503020204020204" charset="-122"/>
                <a:sym typeface="+mn-lt"/>
              </a:rPr>
              <a:t>需求</a:t>
            </a:r>
            <a:r>
              <a:rPr lang="zh-CN" altLang="en-US" sz="2400" spc="150">
                <a:solidFill>
                  <a:schemeClr val="bg1"/>
                </a:solidFill>
                <a:cs typeface="微软雅黑" panose="020B0503020204020204" charset="-122"/>
                <a:sym typeface="+mn-lt"/>
              </a:rPr>
              <a:t>验证</a:t>
            </a:r>
            <a:endParaRPr lang="zh-CN" altLang="en-US" sz="2400" spc="150">
              <a:solidFill>
                <a:schemeClr val="bg1"/>
              </a:solidFill>
              <a:cs typeface="微软雅黑" panose="020B0503020204020204" charset="-122"/>
              <a:sym typeface="+mn-lt"/>
            </a:endParaRPr>
          </a:p>
        </p:txBody>
      </p:sp>
      <p:sp>
        <p:nvSpPr>
          <p:cNvPr id="6" name="文本占位符 1"/>
          <p:cNvSpPr>
            <a:spLocks noGrp="1"/>
          </p:cNvSpPr>
          <p:nvPr>
            <p:custDataLst>
              <p:tags r:id="rId2"/>
            </p:custDataLst>
          </p:nvPr>
        </p:nvSpPr>
        <p:spPr>
          <a:xfrm>
            <a:off x="233680" y="1162050"/>
            <a:ext cx="4380230" cy="6416040"/>
          </a:xfrm>
          <a:prstGeom prst="rect">
            <a:avLst/>
          </a:prstGeom>
        </p:spPr>
        <p:txBody>
          <a:bodyPr vert="horz" lIns="101600" tIns="0" rIns="82550" bIns="0" rtlCol="0">
            <a:noAutofit/>
          </a:bodyPr>
          <a:lstStyle>
            <a:lvl1pPr marL="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1pPr>
            <a:lvl2pPr marL="457200"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2pPr>
            <a:lvl3pPr marL="9144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3pPr>
            <a:lvl4pPr marL="13716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4pPr>
            <a:lvl5pPr marL="18288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80000"/>
              </a:lnSpc>
              <a:spcBef>
                <a:spcPts val="0"/>
              </a:spcBef>
              <a:buNone/>
            </a:pPr>
            <a:r>
              <a:rPr lang="zh-CN" altLang="en-US" sz="1400" b="1" dirty="0">
                <a:solidFill>
                  <a:schemeClr val="bg2"/>
                </a:solidFill>
                <a:latin typeface="微软雅黑" panose="020B0503020204020204" charset="-122"/>
                <a:cs typeface="微软雅黑" panose="020B0503020204020204" charset="-122"/>
                <a:sym typeface="+mn-ea"/>
              </a:rPr>
              <a:t>需求规格提交后，开发人员应当与用户对需求分析的结果进行</a:t>
            </a:r>
            <a:r>
              <a:rPr lang="zh-CN" altLang="en-US" sz="1400" b="1" dirty="0">
                <a:solidFill>
                  <a:srgbClr val="FFFF00"/>
                </a:solidFill>
                <a:latin typeface="微软雅黑" panose="020B0503020204020204" charset="-122"/>
                <a:cs typeface="微软雅黑" panose="020B0503020204020204" charset="-122"/>
                <a:sym typeface="+mn-ea"/>
              </a:rPr>
              <a:t>验证</a:t>
            </a:r>
            <a:r>
              <a:rPr lang="zh-CN" altLang="en-US" sz="1400" b="1" dirty="0">
                <a:solidFill>
                  <a:schemeClr val="bg2"/>
                </a:solidFill>
                <a:latin typeface="微软雅黑" panose="020B0503020204020204" charset="-122"/>
                <a:cs typeface="微软雅黑" panose="020B0503020204020204" charset="-122"/>
                <a:sym typeface="+mn-ea"/>
              </a:rPr>
              <a:t>，保证需求规格中定义的需求必须是</a:t>
            </a:r>
            <a:r>
              <a:rPr lang="zh-CN" altLang="en-US" sz="1400" b="1" dirty="0">
                <a:solidFill>
                  <a:srgbClr val="FF0000"/>
                </a:solidFill>
                <a:latin typeface="微软雅黑" panose="020B0503020204020204" charset="-122"/>
                <a:cs typeface="微软雅黑" panose="020B0503020204020204" charset="-122"/>
                <a:sym typeface="+mn-ea"/>
              </a:rPr>
              <a:t>正确的</a:t>
            </a:r>
            <a:r>
              <a:rPr lang="zh-CN" altLang="en-US" sz="1400" b="1" dirty="0">
                <a:solidFill>
                  <a:schemeClr val="bg2"/>
                </a:solidFill>
                <a:latin typeface="微软雅黑" panose="020B0503020204020204" charset="-122"/>
                <a:cs typeface="微软雅黑" panose="020B0503020204020204" charset="-122"/>
                <a:sym typeface="+mn-ea"/>
              </a:rPr>
              <a:t>，能准确反映用户的意图。验证需求的正确性能大大减少项目后期的返工</a:t>
            </a:r>
            <a:r>
              <a:rPr lang="zh-CN" altLang="en-US" sz="1400" b="1" dirty="0">
                <a:solidFill>
                  <a:schemeClr val="bg2"/>
                </a:solidFill>
                <a:latin typeface="微软雅黑" panose="020B0503020204020204" charset="-122"/>
                <a:cs typeface="微软雅黑" panose="020B0503020204020204" charset="-122"/>
                <a:sym typeface="+mn-ea"/>
              </a:rPr>
              <a:t>现象。</a:t>
            </a:r>
            <a:endParaRPr lang="zh-CN" altLang="en-US" sz="1400" b="1" dirty="0">
              <a:solidFill>
                <a:schemeClr val="bg2"/>
              </a:solidFill>
              <a:latin typeface="微软雅黑" panose="020B0503020204020204" charset="-122"/>
              <a:cs typeface="微软雅黑" panose="020B0503020204020204" charset="-122"/>
              <a:sym typeface="+mn-ea"/>
            </a:endParaRPr>
          </a:p>
          <a:p>
            <a:pPr lvl="0" algn="l">
              <a:lnSpc>
                <a:spcPct val="180000"/>
              </a:lnSpc>
              <a:spcBef>
                <a:spcPts val="0"/>
              </a:spcBef>
            </a:pPr>
            <a:r>
              <a:rPr lang="zh-CN" altLang="en-US" sz="1400" b="1" dirty="0">
                <a:solidFill>
                  <a:srgbClr val="00B0F0"/>
                </a:solidFill>
                <a:latin typeface="微软雅黑" panose="020B0503020204020204" charset="-122"/>
                <a:cs typeface="微软雅黑" panose="020B0503020204020204" charset="-122"/>
                <a:sym typeface="+mn-ea"/>
              </a:rPr>
              <a:t>需求的正确性</a:t>
            </a:r>
            <a:r>
              <a:rPr lang="en-US" altLang="zh-CN" sz="1400" b="1" dirty="0">
                <a:solidFill>
                  <a:srgbClr val="00B0F0"/>
                </a:solidFill>
                <a:latin typeface="微软雅黑" panose="020B0503020204020204" charset="-122"/>
                <a:cs typeface="微软雅黑" panose="020B0503020204020204" charset="-122"/>
                <a:sym typeface="+mn-ea"/>
              </a:rPr>
              <a:t>      </a:t>
            </a:r>
            <a:r>
              <a:rPr lang="zh-CN" altLang="en-US" sz="1400" b="1" dirty="0">
                <a:solidFill>
                  <a:srgbClr val="00B0F0"/>
                </a:solidFill>
                <a:latin typeface="微软雅黑" panose="020B0503020204020204" charset="-122"/>
                <a:cs typeface="微软雅黑" panose="020B0503020204020204" charset="-122"/>
                <a:sym typeface="+mn-ea"/>
              </a:rPr>
              <a:t>需求的一致性</a:t>
            </a:r>
            <a:r>
              <a:rPr lang="en-US" altLang="zh-CN" sz="1400" b="1" dirty="0">
                <a:solidFill>
                  <a:srgbClr val="00B0F0"/>
                </a:solidFill>
                <a:latin typeface="微软雅黑" panose="020B0503020204020204" charset="-122"/>
                <a:cs typeface="微软雅黑" panose="020B0503020204020204" charset="-122"/>
                <a:sym typeface="+mn-ea"/>
              </a:rPr>
              <a:t>    </a:t>
            </a:r>
            <a:r>
              <a:rPr lang="zh-CN" altLang="en-US" sz="1400" b="1" dirty="0">
                <a:solidFill>
                  <a:srgbClr val="00B0F0"/>
                </a:solidFill>
                <a:latin typeface="微软雅黑" panose="020B0503020204020204" charset="-122"/>
                <a:cs typeface="微软雅黑" panose="020B0503020204020204" charset="-122"/>
                <a:sym typeface="+mn-ea"/>
              </a:rPr>
              <a:t>需求的</a:t>
            </a:r>
            <a:r>
              <a:rPr lang="zh-CN" altLang="en-US" sz="1400" b="1" dirty="0">
                <a:solidFill>
                  <a:srgbClr val="00B0F0"/>
                </a:solidFill>
                <a:latin typeface="微软雅黑" panose="020B0503020204020204" charset="-122"/>
                <a:cs typeface="微软雅黑" panose="020B0503020204020204" charset="-122"/>
                <a:sym typeface="+mn-ea"/>
              </a:rPr>
              <a:t>完整性</a:t>
            </a:r>
            <a:endParaRPr lang="zh-CN" altLang="en-US" sz="1400" b="1" dirty="0">
              <a:solidFill>
                <a:srgbClr val="00B0F0"/>
              </a:solidFill>
              <a:latin typeface="微软雅黑" panose="020B0503020204020204" charset="-122"/>
              <a:cs typeface="微软雅黑" panose="020B0503020204020204" charset="-122"/>
              <a:sym typeface="+mn-ea"/>
            </a:endParaRPr>
          </a:p>
          <a:p>
            <a:pPr lvl="0" algn="l">
              <a:lnSpc>
                <a:spcPct val="180000"/>
              </a:lnSpc>
              <a:spcBef>
                <a:spcPts val="0"/>
              </a:spcBef>
            </a:pPr>
            <a:r>
              <a:rPr lang="zh-CN" altLang="en-US" sz="1400" b="1" dirty="0">
                <a:solidFill>
                  <a:srgbClr val="00B0F0"/>
                </a:solidFill>
                <a:latin typeface="微软雅黑" panose="020B0503020204020204" charset="-122"/>
                <a:cs typeface="微软雅黑" panose="020B0503020204020204" charset="-122"/>
                <a:sym typeface="+mn-ea"/>
              </a:rPr>
              <a:t>需求的可行性</a:t>
            </a:r>
            <a:r>
              <a:rPr lang="en-US" altLang="zh-CN" sz="1400" b="1" dirty="0">
                <a:solidFill>
                  <a:srgbClr val="00B0F0"/>
                </a:solidFill>
                <a:latin typeface="微软雅黑" panose="020B0503020204020204" charset="-122"/>
                <a:cs typeface="微软雅黑" panose="020B0503020204020204" charset="-122"/>
                <a:sym typeface="+mn-ea"/>
              </a:rPr>
              <a:t>     </a:t>
            </a:r>
            <a:r>
              <a:rPr lang="zh-CN" altLang="en-US" sz="1400" b="1" dirty="0">
                <a:solidFill>
                  <a:srgbClr val="00B0F0"/>
                </a:solidFill>
                <a:latin typeface="微软雅黑" panose="020B0503020204020204" charset="-122"/>
                <a:cs typeface="微软雅黑" panose="020B0503020204020204" charset="-122"/>
                <a:sym typeface="+mn-ea"/>
              </a:rPr>
              <a:t>需求的必要性</a:t>
            </a:r>
            <a:r>
              <a:rPr lang="en-US" altLang="zh-CN" sz="1400" b="1" dirty="0">
                <a:solidFill>
                  <a:srgbClr val="00B0F0"/>
                </a:solidFill>
                <a:latin typeface="微软雅黑" panose="020B0503020204020204" charset="-122"/>
                <a:cs typeface="微软雅黑" panose="020B0503020204020204" charset="-122"/>
                <a:sym typeface="+mn-ea"/>
              </a:rPr>
              <a:t>   </a:t>
            </a:r>
            <a:r>
              <a:rPr lang="zh-CN" altLang="en-US" sz="1400" b="1" dirty="0">
                <a:solidFill>
                  <a:srgbClr val="00B0F0"/>
                </a:solidFill>
                <a:latin typeface="微软雅黑" panose="020B0503020204020204" charset="-122"/>
                <a:cs typeface="微软雅黑" panose="020B0503020204020204" charset="-122"/>
                <a:sym typeface="+mn-ea"/>
              </a:rPr>
              <a:t>需求的可验证性</a:t>
            </a:r>
            <a:endParaRPr lang="zh-CN" altLang="en-US" sz="1400" b="1" dirty="0">
              <a:solidFill>
                <a:srgbClr val="00B0F0"/>
              </a:solidFill>
              <a:latin typeface="微软雅黑" panose="020B0503020204020204" charset="-122"/>
              <a:cs typeface="微软雅黑" panose="020B0503020204020204" charset="-122"/>
              <a:sym typeface="+mn-ea"/>
            </a:endParaRPr>
          </a:p>
          <a:p>
            <a:pPr lvl="0" algn="l">
              <a:lnSpc>
                <a:spcPct val="180000"/>
              </a:lnSpc>
              <a:spcBef>
                <a:spcPts val="0"/>
              </a:spcBef>
            </a:pPr>
            <a:r>
              <a:rPr lang="zh-CN" altLang="en-US" sz="1400" b="1" dirty="0">
                <a:solidFill>
                  <a:srgbClr val="00B0F0"/>
                </a:solidFill>
                <a:latin typeface="微软雅黑" panose="020B0503020204020204" charset="-122"/>
                <a:cs typeface="微软雅黑" panose="020B0503020204020204" charset="-122"/>
                <a:sym typeface="+mn-ea"/>
              </a:rPr>
              <a:t>需求的可跟踪性</a:t>
            </a:r>
            <a:r>
              <a:rPr lang="en-US" altLang="zh-CN" sz="1400" b="1" dirty="0">
                <a:solidFill>
                  <a:srgbClr val="00B0F0"/>
                </a:solidFill>
                <a:latin typeface="微软雅黑" panose="020B0503020204020204" charset="-122"/>
                <a:cs typeface="微软雅黑" panose="020B0503020204020204" charset="-122"/>
                <a:sym typeface="+mn-ea"/>
              </a:rPr>
              <a:t>   </a:t>
            </a:r>
            <a:r>
              <a:rPr lang="zh-CN" altLang="en-US" sz="1400" b="1" dirty="0">
                <a:solidFill>
                  <a:srgbClr val="00B0F0"/>
                </a:solidFill>
                <a:latin typeface="微软雅黑" panose="020B0503020204020204" charset="-122"/>
                <a:cs typeface="微软雅黑" panose="020B0503020204020204" charset="-122"/>
                <a:sym typeface="+mn-ea"/>
              </a:rPr>
              <a:t>最后的签字</a:t>
            </a:r>
            <a:endParaRPr lang="zh-CN" altLang="en-US" sz="1400" b="1" dirty="0">
              <a:solidFill>
                <a:srgbClr val="00B0F0"/>
              </a:solidFill>
              <a:latin typeface="微软雅黑" panose="020B0503020204020204" charset="-122"/>
              <a:cs typeface="微软雅黑" panose="020B0503020204020204" charset="-122"/>
              <a:sym typeface="+mn-ea"/>
            </a:endParaRPr>
          </a:p>
        </p:txBody>
      </p:sp>
      <p:sp>
        <p:nvSpPr>
          <p:cNvPr id="4" name="文本框 3"/>
          <p:cNvSpPr txBox="1"/>
          <p:nvPr/>
        </p:nvSpPr>
        <p:spPr>
          <a:xfrm>
            <a:off x="5162550" y="290830"/>
            <a:ext cx="6553200" cy="4356735"/>
          </a:xfrm>
          <a:prstGeom prst="rect">
            <a:avLst/>
          </a:prstGeom>
          <a:noFill/>
        </p:spPr>
        <p:txBody>
          <a:bodyPr wrap="square" rtlCol="0" anchor="t">
            <a:noAutofit/>
          </a:bodyPr>
          <a:p>
            <a:pPr lvl="0" algn="l">
              <a:lnSpc>
                <a:spcPct val="200000"/>
              </a:lnSpc>
              <a:spcBef>
                <a:spcPts val="0"/>
              </a:spcBef>
            </a:pPr>
            <a:r>
              <a:rPr lang="zh-CN" altLang="en-US" sz="1400" b="1" dirty="0">
                <a:solidFill>
                  <a:srgbClr val="00B0F0"/>
                </a:solidFill>
                <a:latin typeface="微软雅黑" panose="020B0503020204020204" charset="-122"/>
                <a:cs typeface="微软雅黑" panose="020B0503020204020204" charset="-122"/>
                <a:sym typeface="+mn-ea"/>
              </a:rPr>
              <a:t>需求的正确性：</a:t>
            </a:r>
            <a:r>
              <a:rPr lang="zh-CN" altLang="en-US" sz="1400" dirty="0">
                <a:latin typeface="微软雅黑" panose="020B0503020204020204" charset="-122"/>
                <a:cs typeface="微软雅黑" panose="020B0503020204020204" charset="-122"/>
                <a:sym typeface="+mn-ea"/>
              </a:rPr>
              <a:t>需求是否真实反映用户/客户意图</a:t>
            </a:r>
            <a:endParaRPr lang="zh-CN" altLang="en-US" sz="1400" b="1" dirty="0">
              <a:solidFill>
                <a:srgbClr val="00B0F0"/>
              </a:solidFill>
              <a:latin typeface="微软雅黑" panose="020B0503020204020204" charset="-122"/>
              <a:cs typeface="微软雅黑" panose="020B0503020204020204" charset="-122"/>
              <a:sym typeface="+mn-ea"/>
            </a:endParaRPr>
          </a:p>
          <a:p>
            <a:pPr lvl="0" algn="l">
              <a:lnSpc>
                <a:spcPct val="200000"/>
              </a:lnSpc>
              <a:spcBef>
                <a:spcPts val="0"/>
              </a:spcBef>
            </a:pPr>
            <a:r>
              <a:rPr lang="zh-CN" altLang="en-US" sz="1400" b="1" dirty="0">
                <a:solidFill>
                  <a:srgbClr val="00B0F0"/>
                </a:solidFill>
                <a:latin typeface="微软雅黑" panose="020B0503020204020204" charset="-122"/>
                <a:cs typeface="微软雅黑" panose="020B0503020204020204" charset="-122"/>
                <a:sym typeface="+mn-ea"/>
              </a:rPr>
              <a:t>需求的一致性</a:t>
            </a:r>
            <a:r>
              <a:rPr lang="en-US" altLang="zh-CN" sz="1400" b="1" dirty="0">
                <a:solidFill>
                  <a:srgbClr val="00B0F0"/>
                </a:solidFill>
                <a:latin typeface="微软雅黑" panose="020B0503020204020204" charset="-122"/>
                <a:cs typeface="微软雅黑" panose="020B0503020204020204" charset="-122"/>
                <a:sym typeface="+mn-ea"/>
              </a:rPr>
              <a:t> </a:t>
            </a:r>
            <a:r>
              <a:rPr lang="zh-CN" altLang="en-US" sz="1400" b="1" dirty="0">
                <a:solidFill>
                  <a:srgbClr val="00B0F0"/>
                </a:solidFill>
                <a:latin typeface="微软雅黑" panose="020B0503020204020204" charset="-122"/>
                <a:cs typeface="微软雅黑" panose="020B0503020204020204" charset="-122"/>
                <a:sym typeface="+mn-ea"/>
              </a:rPr>
              <a:t>：</a:t>
            </a:r>
            <a:r>
              <a:rPr lang="zh-CN" altLang="en-US" sz="1400" dirty="0">
                <a:latin typeface="微软雅黑" panose="020B0503020204020204" charset="-122"/>
                <a:cs typeface="微软雅黑" panose="020B0503020204020204" charset="-122"/>
                <a:sym typeface="+mn-ea"/>
              </a:rPr>
              <a:t>每一项需求与其它需求不冲突矛盾   </a:t>
            </a:r>
            <a:endParaRPr lang="en-US" altLang="zh-CN" sz="1400" b="1" dirty="0">
              <a:solidFill>
                <a:srgbClr val="00B0F0"/>
              </a:solidFill>
              <a:latin typeface="微软雅黑" panose="020B0503020204020204" charset="-122"/>
              <a:cs typeface="微软雅黑" panose="020B0503020204020204" charset="-122"/>
              <a:sym typeface="+mn-ea"/>
            </a:endParaRPr>
          </a:p>
          <a:p>
            <a:pPr lvl="0" algn="l">
              <a:lnSpc>
                <a:spcPct val="200000"/>
              </a:lnSpc>
              <a:spcBef>
                <a:spcPts val="0"/>
              </a:spcBef>
            </a:pPr>
            <a:r>
              <a:rPr lang="zh-CN" altLang="en-US" sz="1400" b="1" dirty="0">
                <a:solidFill>
                  <a:srgbClr val="00B0F0"/>
                </a:solidFill>
                <a:latin typeface="微软雅黑" panose="020B0503020204020204" charset="-122"/>
                <a:cs typeface="微软雅黑" panose="020B0503020204020204" charset="-122"/>
                <a:sym typeface="+mn-ea"/>
              </a:rPr>
              <a:t>需求的完整性：</a:t>
            </a:r>
            <a:r>
              <a:rPr lang="zh-CN" altLang="en-US" sz="1400" dirty="0">
                <a:latin typeface="微软雅黑" panose="020B0503020204020204" charset="-122"/>
                <a:cs typeface="微软雅黑" panose="020B0503020204020204" charset="-122"/>
                <a:sym typeface="+mn-ea"/>
              </a:rPr>
              <a:t>验证所有可能的状态、状态变化、转入、产品和约束都无遗漏</a:t>
            </a:r>
            <a:endParaRPr lang="zh-CN" altLang="en-US" sz="1400" b="1" dirty="0">
              <a:solidFill>
                <a:srgbClr val="00B0F0"/>
              </a:solidFill>
              <a:latin typeface="微软雅黑" panose="020B0503020204020204" charset="-122"/>
              <a:cs typeface="微软雅黑" panose="020B0503020204020204" charset="-122"/>
              <a:sym typeface="+mn-ea"/>
            </a:endParaRPr>
          </a:p>
          <a:p>
            <a:pPr lvl="0" algn="l">
              <a:lnSpc>
                <a:spcPct val="200000"/>
              </a:lnSpc>
              <a:spcBef>
                <a:spcPts val="0"/>
              </a:spcBef>
            </a:pPr>
            <a:r>
              <a:rPr lang="zh-CN" altLang="en-US" sz="1400" b="1" dirty="0">
                <a:solidFill>
                  <a:srgbClr val="00B0F0"/>
                </a:solidFill>
                <a:latin typeface="微软雅黑" panose="020B0503020204020204" charset="-122"/>
                <a:cs typeface="微软雅黑" panose="020B0503020204020204" charset="-122"/>
                <a:sym typeface="+mn-ea"/>
              </a:rPr>
              <a:t>需求的可行性</a:t>
            </a:r>
            <a:r>
              <a:rPr lang="en-US" altLang="zh-CN" sz="1400" b="1" dirty="0">
                <a:solidFill>
                  <a:srgbClr val="00B0F0"/>
                </a:solidFill>
                <a:latin typeface="微软雅黑" panose="020B0503020204020204" charset="-122"/>
                <a:cs typeface="微软雅黑" panose="020B0503020204020204" charset="-122"/>
                <a:sym typeface="+mn-ea"/>
              </a:rPr>
              <a:t> </a:t>
            </a:r>
            <a:r>
              <a:rPr lang="zh-CN" altLang="en-US" sz="1400" b="1" dirty="0">
                <a:solidFill>
                  <a:srgbClr val="00B0F0"/>
                </a:solidFill>
                <a:latin typeface="微软雅黑" panose="020B0503020204020204" charset="-122"/>
                <a:cs typeface="微软雅黑" panose="020B0503020204020204" charset="-122"/>
                <a:sym typeface="+mn-ea"/>
              </a:rPr>
              <a:t>：</a:t>
            </a:r>
            <a:r>
              <a:rPr lang="zh-CN" altLang="en-US" sz="1400" dirty="0">
                <a:latin typeface="微软雅黑" panose="020B0503020204020204" charset="-122"/>
                <a:cs typeface="微软雅黑" panose="020B0503020204020204" charset="-122"/>
                <a:sym typeface="+mn-ea"/>
              </a:rPr>
              <a:t>每一项需求都必须在已知系统和环境的权限和能力范围内可实施</a:t>
            </a:r>
            <a:endParaRPr lang="en-US" altLang="zh-CN" sz="1400" b="1" dirty="0">
              <a:solidFill>
                <a:srgbClr val="00B0F0"/>
              </a:solidFill>
              <a:latin typeface="微软雅黑" panose="020B0503020204020204" charset="-122"/>
              <a:cs typeface="微软雅黑" panose="020B0503020204020204" charset="-122"/>
              <a:sym typeface="+mn-ea"/>
            </a:endParaRPr>
          </a:p>
          <a:p>
            <a:pPr lvl="0" algn="l">
              <a:lnSpc>
                <a:spcPct val="200000"/>
              </a:lnSpc>
              <a:spcBef>
                <a:spcPts val="0"/>
              </a:spcBef>
            </a:pPr>
            <a:r>
              <a:rPr lang="zh-CN" altLang="en-US" sz="1400" b="1" dirty="0">
                <a:solidFill>
                  <a:srgbClr val="00B0F0"/>
                </a:solidFill>
                <a:latin typeface="微软雅黑" panose="020B0503020204020204" charset="-122"/>
                <a:cs typeface="微软雅黑" panose="020B0503020204020204" charset="-122"/>
                <a:sym typeface="+mn-ea"/>
              </a:rPr>
              <a:t>需求的必要性：</a:t>
            </a:r>
            <a:r>
              <a:rPr lang="zh-CN" altLang="en-US" sz="1400" dirty="0">
                <a:latin typeface="微软雅黑" panose="020B0503020204020204" charset="-122"/>
                <a:cs typeface="微软雅黑" panose="020B0503020204020204" charset="-122"/>
                <a:sym typeface="+mn-ea"/>
              </a:rPr>
              <a:t>每一条需求都是用户必要的或为了符合外部系统需求所必需的  </a:t>
            </a:r>
            <a:r>
              <a:rPr lang="en-US" altLang="zh-CN" sz="1400" b="1" dirty="0">
                <a:solidFill>
                  <a:srgbClr val="00B0F0"/>
                </a:solidFill>
                <a:latin typeface="微软雅黑" panose="020B0503020204020204" charset="-122"/>
                <a:cs typeface="微软雅黑" panose="020B0503020204020204" charset="-122"/>
                <a:sym typeface="+mn-ea"/>
              </a:rPr>
              <a:t> </a:t>
            </a:r>
            <a:endParaRPr lang="en-US" altLang="zh-CN" sz="1400" b="1" dirty="0">
              <a:solidFill>
                <a:srgbClr val="00B0F0"/>
              </a:solidFill>
              <a:latin typeface="微软雅黑" panose="020B0503020204020204" charset="-122"/>
              <a:cs typeface="微软雅黑" panose="020B0503020204020204" charset="-122"/>
              <a:sym typeface="+mn-ea"/>
            </a:endParaRPr>
          </a:p>
          <a:p>
            <a:pPr lvl="0" algn="l">
              <a:lnSpc>
                <a:spcPct val="200000"/>
              </a:lnSpc>
              <a:spcBef>
                <a:spcPts val="0"/>
              </a:spcBef>
            </a:pPr>
            <a:r>
              <a:rPr lang="zh-CN" altLang="en-US" sz="1400" b="1" dirty="0">
                <a:solidFill>
                  <a:srgbClr val="00B0F0"/>
                </a:solidFill>
                <a:latin typeface="微软雅黑" panose="020B0503020204020204" charset="-122"/>
                <a:cs typeface="微软雅黑" panose="020B0503020204020204" charset="-122"/>
                <a:sym typeface="+mn-ea"/>
              </a:rPr>
              <a:t>需求的可验证性：</a:t>
            </a:r>
            <a:r>
              <a:rPr lang="zh-CN" altLang="en-US" sz="1400" dirty="0">
                <a:latin typeface="微软雅黑" panose="020B0503020204020204" charset="-122"/>
                <a:cs typeface="微软雅黑" panose="020B0503020204020204" charset="-122"/>
                <a:sym typeface="+mn-ea"/>
              </a:rPr>
              <a:t>能否写出测试用例来满足需求</a:t>
            </a:r>
            <a:endParaRPr lang="zh-CN" altLang="en-US" sz="1400" dirty="0">
              <a:latin typeface="微软雅黑" panose="020B0503020204020204" charset="-122"/>
              <a:cs typeface="微软雅黑" panose="020B0503020204020204" charset="-122"/>
              <a:sym typeface="+mn-ea"/>
            </a:endParaRPr>
          </a:p>
          <a:p>
            <a:pPr lvl="0" algn="l">
              <a:lnSpc>
                <a:spcPct val="200000"/>
              </a:lnSpc>
              <a:spcBef>
                <a:spcPts val="0"/>
              </a:spcBef>
              <a:buClrTx/>
              <a:buSzTx/>
              <a:buFontTx/>
            </a:pPr>
            <a:r>
              <a:rPr lang="zh-CN" altLang="en-US" sz="1400" b="1" dirty="0">
                <a:solidFill>
                  <a:srgbClr val="00B0F0"/>
                </a:solidFill>
                <a:latin typeface="微软雅黑" panose="020B0503020204020204" charset="-122"/>
                <a:cs typeface="微软雅黑" panose="020B0503020204020204" charset="-122"/>
                <a:sym typeface="+mn-ea"/>
              </a:rPr>
              <a:t>需求的可跟踪性</a:t>
            </a:r>
            <a:r>
              <a:rPr lang="en-US" altLang="zh-CN" sz="1400" b="1" dirty="0">
                <a:solidFill>
                  <a:srgbClr val="00B0F0"/>
                </a:solidFill>
                <a:latin typeface="微软雅黑" panose="020B0503020204020204" charset="-122"/>
                <a:cs typeface="微软雅黑" panose="020B0503020204020204" charset="-122"/>
                <a:sym typeface="+mn-ea"/>
              </a:rPr>
              <a:t> </a:t>
            </a:r>
            <a:r>
              <a:rPr lang="zh-CN" altLang="en-US" sz="1400" b="1" dirty="0">
                <a:solidFill>
                  <a:srgbClr val="00B0F0"/>
                </a:solidFill>
                <a:latin typeface="微软雅黑" panose="020B0503020204020204" charset="-122"/>
                <a:cs typeface="微软雅黑" panose="020B0503020204020204" charset="-122"/>
                <a:sym typeface="+mn-ea"/>
              </a:rPr>
              <a:t>：</a:t>
            </a:r>
            <a:r>
              <a:rPr lang="zh-CN" altLang="en-US" sz="1400" dirty="0">
                <a:latin typeface="微软雅黑" panose="020B0503020204020204" charset="-122"/>
                <a:cs typeface="微软雅黑" panose="020B0503020204020204" charset="-122"/>
                <a:sym typeface="+mn-ea"/>
              </a:rPr>
              <a:t>能在每一项需求与它的根源和涉及元素、源代码、测试用例之间建立起链接</a:t>
            </a:r>
            <a:endParaRPr lang="zh-CN" altLang="en-US" sz="1400" dirty="0">
              <a:latin typeface="微软雅黑" panose="020B0503020204020204" charset="-122"/>
              <a:cs typeface="微软雅黑" panose="020B0503020204020204" charset="-122"/>
              <a:sym typeface="+mn-ea"/>
            </a:endParaRPr>
          </a:p>
          <a:p>
            <a:pPr lvl="0" algn="l">
              <a:lnSpc>
                <a:spcPct val="200000"/>
              </a:lnSpc>
              <a:spcBef>
                <a:spcPts val="0"/>
              </a:spcBef>
              <a:buClrTx/>
              <a:buSzTx/>
              <a:buFontTx/>
            </a:pPr>
            <a:r>
              <a:rPr lang="zh-CN" altLang="en-US" sz="1400" b="1" dirty="0">
                <a:solidFill>
                  <a:srgbClr val="00B0F0"/>
                </a:solidFill>
                <a:latin typeface="微软雅黑" panose="020B0503020204020204" charset="-122"/>
                <a:cs typeface="微软雅黑" panose="020B0503020204020204" charset="-122"/>
                <a:sym typeface="+mn-ea"/>
              </a:rPr>
              <a:t>最后的签字：</a:t>
            </a:r>
            <a:r>
              <a:rPr lang="zh-CN" altLang="en-US" sz="1400" dirty="0">
                <a:latin typeface="微软雅黑" panose="020B0503020204020204" charset="-122"/>
                <a:cs typeface="微软雅黑" panose="020B0503020204020204" charset="-122"/>
                <a:sym typeface="+mn-ea"/>
              </a:rPr>
              <a:t>通过评审的需求规格说明书要让用户签字，作为合同附件，对双方都具有约束力。</a:t>
            </a:r>
            <a:r>
              <a:rPr lang="zh-CN" altLang="zh-CN" sz="1400" dirty="0">
                <a:sym typeface="+mn-ea"/>
              </a:rPr>
              <a:t>在需求规格说明书上要求用户签字，是必须的行为，</a:t>
            </a:r>
            <a:r>
              <a:rPr lang="zh-CN" altLang="zh-CN" sz="1400" b="1" u="sng" dirty="0">
                <a:sym typeface="+mn-ea"/>
              </a:rPr>
              <a:t>这标志着用户同意并确认该需求，意味着</a:t>
            </a:r>
            <a:r>
              <a:rPr lang="zh-CN" altLang="zh-CN" sz="1400" b="1" u="sng" dirty="0">
                <a:solidFill>
                  <a:srgbClr val="FF0000"/>
                </a:solidFill>
                <a:sym typeface="+mn-ea"/>
              </a:rPr>
              <a:t>需求分析过程的终止以及设计阶段的开始</a:t>
            </a:r>
            <a:r>
              <a:rPr lang="zh-CN" altLang="zh-CN" sz="1400" b="1" u="sng" dirty="0">
                <a:sym typeface="+mn-ea"/>
              </a:rPr>
              <a:t>。</a:t>
            </a:r>
            <a:endParaRPr lang="zh-CN" altLang="en-US" sz="1400" u="sng" dirty="0"/>
          </a:p>
          <a:p>
            <a:pPr lvl="0" algn="l">
              <a:lnSpc>
                <a:spcPct val="200000"/>
              </a:lnSpc>
              <a:spcBef>
                <a:spcPts val="0"/>
              </a:spcBef>
              <a:buClrTx/>
              <a:buSzTx/>
              <a:buFontTx/>
            </a:pPr>
            <a:endParaRPr lang="zh-CN" altLang="en-US" sz="1400" dirty="0">
              <a:latin typeface="微软雅黑" panose="020B0503020204020204" charset="-122"/>
              <a:cs typeface="微软雅黑" panose="020B0503020204020204" charset="-122"/>
              <a:sym typeface="+mn-ea"/>
            </a:endParaRPr>
          </a:p>
        </p:txBody>
      </p:sp>
      <p:sp>
        <p:nvSpPr>
          <p:cNvPr id="5" name="文本框 4"/>
          <p:cNvSpPr txBox="1"/>
          <p:nvPr/>
        </p:nvSpPr>
        <p:spPr>
          <a:xfrm>
            <a:off x="6571615" y="5295900"/>
            <a:ext cx="4913630" cy="1318260"/>
          </a:xfrm>
          <a:prstGeom prst="rect">
            <a:avLst/>
          </a:prstGeom>
          <a:solidFill>
            <a:srgbClr val="55D5FF"/>
          </a:solidFill>
        </p:spPr>
        <p:txBody>
          <a:bodyPr wrap="square" rtlCol="0" anchor="ctr" anchorCtr="0">
            <a:noAutofit/>
          </a:bodyPr>
          <a:p>
            <a:pPr>
              <a:lnSpc>
                <a:spcPct val="190000"/>
              </a:lnSpc>
            </a:pPr>
            <a:r>
              <a:rPr lang="en-US" altLang="zh-CN" sz="1000" b="1" dirty="0">
                <a:latin typeface="+mj-ea"/>
                <a:ea typeface="+mj-ea"/>
                <a:cs typeface="+mj-ea"/>
                <a:sym typeface="+mn-ea"/>
              </a:rPr>
              <a:t>PSL/PSA</a:t>
            </a:r>
            <a:r>
              <a:rPr lang="zh-CN" altLang="en-US" sz="1000" dirty="0">
                <a:latin typeface="+mj-ea"/>
                <a:ea typeface="+mj-ea"/>
                <a:cs typeface="+mj-ea"/>
                <a:sym typeface="+mn-ea"/>
              </a:rPr>
              <a:t>系统是1977年美国密执安大学开发的</a:t>
            </a:r>
            <a:r>
              <a:rPr lang="zh-CN" altLang="en-US" sz="1000" b="1" dirty="0">
                <a:solidFill>
                  <a:srgbClr val="FF0000"/>
                </a:solidFill>
                <a:latin typeface="+mj-ea"/>
                <a:ea typeface="+mj-ea"/>
                <a:cs typeface="+mj-ea"/>
                <a:sym typeface="+mn-ea"/>
              </a:rPr>
              <a:t>问题陈述语言/问题陈述分析程序系统</a:t>
            </a:r>
            <a:r>
              <a:rPr lang="zh-CN" altLang="en-US" sz="1000" dirty="0">
                <a:latin typeface="+mj-ea"/>
                <a:ea typeface="+mj-ea"/>
                <a:cs typeface="+mj-ea"/>
                <a:sym typeface="+mn-ea"/>
              </a:rPr>
              <a:t>，是</a:t>
            </a:r>
            <a:r>
              <a:rPr lang="en-US" altLang="zh-CN" sz="1000" dirty="0">
                <a:latin typeface="+mj-ea"/>
                <a:ea typeface="+mj-ea"/>
                <a:cs typeface="+mj-ea"/>
                <a:sym typeface="+mn-ea"/>
              </a:rPr>
              <a:t>CADSAT</a:t>
            </a:r>
            <a:r>
              <a:rPr lang="zh-CN" altLang="en-US" sz="1000" dirty="0">
                <a:latin typeface="+mj-ea"/>
                <a:ea typeface="+mj-ea"/>
                <a:cs typeface="+mj-ea"/>
                <a:sym typeface="+mn-ea"/>
              </a:rPr>
              <a:t>（计算机辅助设计和规格说明分析工具）的一部分。其中</a:t>
            </a:r>
            <a:r>
              <a:rPr lang="en-US" altLang="zh-CN" sz="1000" dirty="0">
                <a:latin typeface="+mj-ea"/>
                <a:ea typeface="+mj-ea"/>
                <a:cs typeface="+mj-ea"/>
                <a:sym typeface="+mn-ea"/>
              </a:rPr>
              <a:t>PSL</a:t>
            </a:r>
            <a:r>
              <a:rPr lang="zh-CN" altLang="en-US" sz="1000" dirty="0">
                <a:latin typeface="+mj-ea"/>
                <a:ea typeface="+mj-ea"/>
                <a:cs typeface="+mj-ea"/>
                <a:sym typeface="+mn-ea"/>
              </a:rPr>
              <a:t>是用来描述系统的形式语言，</a:t>
            </a:r>
            <a:r>
              <a:rPr lang="en-US" altLang="zh-CN" sz="1000" dirty="0">
                <a:latin typeface="+mj-ea"/>
                <a:ea typeface="+mj-ea"/>
                <a:cs typeface="+mj-ea"/>
                <a:sym typeface="+mn-ea"/>
              </a:rPr>
              <a:t>PSA</a:t>
            </a:r>
            <a:r>
              <a:rPr lang="zh-CN" altLang="en-US" sz="1000" dirty="0">
                <a:latin typeface="+mj-ea"/>
                <a:ea typeface="+mj-ea"/>
                <a:cs typeface="+mj-ea"/>
                <a:sym typeface="+mn-ea"/>
              </a:rPr>
              <a:t>是处理</a:t>
            </a:r>
            <a:r>
              <a:rPr lang="en-US" altLang="zh-CN" sz="1000" dirty="0">
                <a:latin typeface="+mj-ea"/>
                <a:ea typeface="+mj-ea"/>
                <a:cs typeface="+mj-ea"/>
                <a:sym typeface="+mn-ea"/>
              </a:rPr>
              <a:t>PSL</a:t>
            </a:r>
            <a:r>
              <a:rPr lang="zh-CN" altLang="en-US" sz="1000" dirty="0">
                <a:latin typeface="+mj-ea"/>
                <a:ea typeface="+mj-ea"/>
                <a:cs typeface="+mj-ea"/>
                <a:sym typeface="+mn-ea"/>
              </a:rPr>
              <a:t>描述的分析程序。</a:t>
            </a:r>
            <a:endParaRPr lang="en-US" altLang="zh-CN" sz="1000" dirty="0">
              <a:solidFill>
                <a:schemeClr val="tx1"/>
              </a:solidFill>
              <a:latin typeface="+mj-ea"/>
              <a:ea typeface="+mj-ea"/>
              <a:cs typeface="+mj-ea"/>
            </a:endParaRPr>
          </a:p>
          <a:p>
            <a:endParaRPr lang="zh-CN" altLang="en-US" sz="1000">
              <a:latin typeface="+mj-ea"/>
              <a:ea typeface="+mj-ea"/>
              <a:cs typeface="+mj-ea"/>
            </a:endParaRPr>
          </a:p>
        </p:txBody>
      </p:sp>
      <p:sp>
        <p:nvSpPr>
          <p:cNvPr id="7" name="文本框 6"/>
          <p:cNvSpPr txBox="1"/>
          <p:nvPr/>
        </p:nvSpPr>
        <p:spPr>
          <a:xfrm>
            <a:off x="5162550" y="5295900"/>
            <a:ext cx="1386205" cy="1318260"/>
          </a:xfrm>
          <a:prstGeom prst="rect">
            <a:avLst/>
          </a:prstGeom>
          <a:solidFill>
            <a:srgbClr val="00B050"/>
          </a:solidFill>
        </p:spPr>
        <p:txBody>
          <a:bodyPr wrap="square" rtlCol="0" anchor="ctr" anchorCtr="0">
            <a:noAutofit/>
          </a:bodyPr>
          <a:p>
            <a:r>
              <a:rPr lang="en-US" altLang="zh-CN" dirty="0">
                <a:latin typeface="Bodoni MT Black" panose="02070A03080606020203" pitchFamily="18" charset="0"/>
                <a:sym typeface="+mn-ea"/>
              </a:rPr>
              <a:t>PSL/PSA</a:t>
            </a:r>
            <a:r>
              <a:rPr lang="en-US" altLang="zh-CN"/>
              <a:t> </a:t>
            </a:r>
            <a:endParaRPr lang="en-US" altLang="zh-CN"/>
          </a:p>
        </p:txBody>
      </p:sp>
      <p:pic>
        <p:nvPicPr>
          <p:cNvPr id="8" name="图片 7"/>
          <p:cNvPicPr>
            <a:picLocks noChangeAspect="1"/>
          </p:cNvPicPr>
          <p:nvPr/>
        </p:nvPicPr>
        <p:blipFill>
          <a:blip r:embed="rId3"/>
          <a:stretch>
            <a:fillRect/>
          </a:stretch>
        </p:blipFill>
        <p:spPr>
          <a:xfrm>
            <a:off x="233680" y="3947795"/>
            <a:ext cx="4457700" cy="2666365"/>
          </a:xfrm>
          <a:prstGeom prst="rect">
            <a:avLst/>
          </a:prstGeom>
        </p:spPr>
      </p:pic>
    </p:spTree>
    <p:custDataLst>
      <p:tags r:id="rId4"/>
    </p:custData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标题 1"/>
          <p:cNvSpPr>
            <a:spLocks noGrp="1"/>
          </p:cNvSpPr>
          <p:nvPr>
            <p:ph type="title" idx="4294967295"/>
          </p:nvPr>
        </p:nvSpPr>
        <p:spPr/>
        <p:txBody>
          <a:bodyPr vert="horz" wrap="square" lIns="91440" tIns="45720" rIns="91440" bIns="45720" anchor="ctr" anchorCtr="0"/>
          <a:p>
            <a:pPr eaLnBrk="1" hangingPunct="1"/>
            <a:r>
              <a:rPr lang="zh-CN" altLang="en-US" sz="4000" dirty="0"/>
              <a:t>实例分析（系统</a:t>
            </a:r>
            <a:r>
              <a:rPr lang="zh-CN" altLang="en-US" sz="4000" dirty="0"/>
              <a:t>说明 —需求规格说明）</a:t>
            </a:r>
            <a:endParaRPr lang="zh-CN" altLang="en-US" sz="4000" dirty="0"/>
          </a:p>
        </p:txBody>
      </p:sp>
      <p:sp>
        <p:nvSpPr>
          <p:cNvPr id="82947" name="内容占位符 2"/>
          <p:cNvSpPr>
            <a:spLocks noGrp="1"/>
          </p:cNvSpPr>
          <p:nvPr>
            <p:ph idx="1"/>
          </p:nvPr>
        </p:nvSpPr>
        <p:spPr>
          <a:xfrm>
            <a:off x="1981200" y="1295400"/>
            <a:ext cx="4953000" cy="4987925"/>
          </a:xfrm>
        </p:spPr>
        <p:txBody>
          <a:bodyPr vert="horz" wrap="square" lIns="91440" tIns="45720" rIns="91440" bIns="45720" anchor="t" anchorCtr="0">
            <a:normAutofit lnSpcReduction="20000"/>
          </a:bodyPr>
          <a:p>
            <a:pPr eaLnBrk="1" hangingPunct="1">
              <a:lnSpc>
                <a:spcPct val="90000"/>
              </a:lnSpc>
            </a:pPr>
            <a:r>
              <a:rPr lang="zh-CN" altLang="en-US" sz="2600" dirty="0"/>
              <a:t>请说出下列需求的类型，是否存在问题？</a:t>
            </a:r>
            <a:endParaRPr lang="en-US" altLang="zh-CN" sz="2600" dirty="0"/>
          </a:p>
          <a:p>
            <a:pPr lvl="1" eaLnBrk="1" hangingPunct="1">
              <a:lnSpc>
                <a:spcPct val="90000"/>
              </a:lnSpc>
            </a:pPr>
            <a:r>
              <a:rPr lang="en-US" altLang="zh-CN" sz="2600" b="1" dirty="0"/>
              <a:t>3.3.2. </a:t>
            </a:r>
            <a:r>
              <a:rPr lang="zh-CN" altLang="en-US" sz="2600" b="1" dirty="0"/>
              <a:t>人员信息变更</a:t>
            </a:r>
            <a:endParaRPr lang="zh-CN" altLang="en-US" sz="2600" b="1" dirty="0"/>
          </a:p>
          <a:p>
            <a:pPr lvl="2" eaLnBrk="1" hangingPunct="1">
              <a:lnSpc>
                <a:spcPct val="90000"/>
              </a:lnSpc>
            </a:pPr>
            <a:r>
              <a:rPr lang="zh-CN" altLang="en-US" sz="2200" dirty="0"/>
              <a:t>目的：修改员工信息。</a:t>
            </a:r>
            <a:endParaRPr lang="zh-CN" altLang="en-US" sz="2200" dirty="0"/>
          </a:p>
          <a:p>
            <a:pPr lvl="2" eaLnBrk="1" hangingPunct="1">
              <a:lnSpc>
                <a:spcPct val="90000"/>
              </a:lnSpc>
            </a:pPr>
            <a:r>
              <a:rPr lang="zh-CN" altLang="en-US" sz="2200" dirty="0"/>
              <a:t>功能：提供员工信息修改界面，并将修改后的信息保存进</a:t>
            </a:r>
            <a:r>
              <a:rPr lang="en-US" altLang="zh-CN" sz="2200" dirty="0"/>
              <a:t>MySQL </a:t>
            </a:r>
            <a:r>
              <a:rPr lang="zh-CN" altLang="en-US" sz="2200" dirty="0"/>
              <a:t>数据库。</a:t>
            </a:r>
            <a:endParaRPr lang="zh-CN" altLang="en-US" sz="2200" dirty="0"/>
          </a:p>
          <a:p>
            <a:pPr lvl="2" eaLnBrk="1" hangingPunct="1">
              <a:lnSpc>
                <a:spcPct val="90000"/>
              </a:lnSpc>
            </a:pPr>
            <a:r>
              <a:rPr lang="zh-CN" altLang="en-US" sz="2200" dirty="0"/>
              <a:t>步骤：</a:t>
            </a:r>
            <a:endParaRPr lang="zh-CN" altLang="en-US" sz="2200" dirty="0"/>
          </a:p>
          <a:p>
            <a:pPr lvl="3" eaLnBrk="1" hangingPunct="1">
              <a:lnSpc>
                <a:spcPct val="90000"/>
              </a:lnSpc>
            </a:pPr>
            <a:r>
              <a:rPr lang="en-US" altLang="zh-CN" sz="1900" dirty="0"/>
              <a:t>1. </a:t>
            </a:r>
            <a:r>
              <a:rPr lang="zh-CN" altLang="en-US" sz="1900" dirty="0"/>
              <a:t>在界面上修改员工信息。</a:t>
            </a:r>
            <a:endParaRPr lang="zh-CN" altLang="en-US" sz="1900" dirty="0"/>
          </a:p>
          <a:p>
            <a:pPr lvl="3" eaLnBrk="1" hangingPunct="1">
              <a:lnSpc>
                <a:spcPct val="90000"/>
              </a:lnSpc>
            </a:pPr>
            <a:r>
              <a:rPr lang="en-US" altLang="zh-CN" sz="1900" dirty="0"/>
              <a:t>2. </a:t>
            </a:r>
            <a:r>
              <a:rPr lang="zh-CN" altLang="en-US" sz="1900" dirty="0"/>
              <a:t>操作者权限检查。</a:t>
            </a:r>
            <a:endParaRPr lang="zh-CN" altLang="en-US" sz="1900" dirty="0"/>
          </a:p>
          <a:p>
            <a:pPr lvl="3" eaLnBrk="1" hangingPunct="1">
              <a:lnSpc>
                <a:spcPct val="90000"/>
              </a:lnSpc>
            </a:pPr>
            <a:r>
              <a:rPr lang="en-US" altLang="zh-CN" sz="1900" dirty="0"/>
              <a:t>3. </a:t>
            </a:r>
            <a:r>
              <a:rPr lang="zh-CN" altLang="en-US" sz="1900" dirty="0"/>
              <a:t>操作成功，返回人员管理界面；</a:t>
            </a:r>
            <a:endParaRPr lang="zh-CN" altLang="en-US" sz="1900" dirty="0"/>
          </a:p>
          <a:p>
            <a:pPr lvl="3" eaLnBrk="1" hangingPunct="1">
              <a:lnSpc>
                <a:spcPct val="90000"/>
              </a:lnSpc>
            </a:pPr>
            <a:r>
              <a:rPr lang="zh-CN" altLang="en-US" sz="1900" dirty="0"/>
              <a:t>操作失败，提示错误信息。</a:t>
            </a:r>
            <a:endParaRPr lang="zh-CN" altLang="en-US" sz="1900" dirty="0"/>
          </a:p>
          <a:p>
            <a:pPr lvl="2" eaLnBrk="1" hangingPunct="1">
              <a:lnSpc>
                <a:spcPct val="90000"/>
              </a:lnSpc>
            </a:pPr>
            <a:r>
              <a:rPr lang="zh-CN" altLang="en-US" sz="2200" dirty="0"/>
              <a:t>流程图：</a:t>
            </a:r>
            <a:endParaRPr lang="zh-CN" altLang="en-US" sz="2200" dirty="0"/>
          </a:p>
        </p:txBody>
      </p:sp>
      <p:pic>
        <p:nvPicPr>
          <p:cNvPr id="82948" name="Picture 2"/>
          <p:cNvPicPr>
            <a:picLocks noChangeAspect="1"/>
          </p:cNvPicPr>
          <p:nvPr/>
        </p:nvPicPr>
        <p:blipFill>
          <a:blip r:embed="rId1"/>
          <a:stretch>
            <a:fillRect/>
          </a:stretch>
        </p:blipFill>
        <p:spPr>
          <a:xfrm>
            <a:off x="6858000" y="1143000"/>
            <a:ext cx="3200400" cy="5527675"/>
          </a:xfrm>
          <a:prstGeom prst="rect">
            <a:avLst/>
          </a:prstGeom>
          <a:noFill/>
          <a:ln w="9525">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525905" y="0"/>
            <a:ext cx="9139555" cy="6858000"/>
          </a:xfrm>
          <a:prstGeom prst="rect">
            <a:avLst/>
          </a:prstGeom>
        </p:spPr>
      </p:pic>
      <p:pic>
        <p:nvPicPr>
          <p:cNvPr id="3" name="图片 2"/>
          <p:cNvPicPr>
            <a:picLocks noChangeAspect="1"/>
          </p:cNvPicPr>
          <p:nvPr/>
        </p:nvPicPr>
        <p:blipFill>
          <a:blip r:embed="rId2"/>
          <a:stretch>
            <a:fillRect/>
          </a:stretch>
        </p:blipFill>
        <p:spPr>
          <a:xfrm>
            <a:off x="1832610" y="337820"/>
            <a:ext cx="8420100" cy="610489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075690" y="-635"/>
            <a:ext cx="9409430" cy="685927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图片 4"/>
          <p:cNvPicPr>
            <a:picLocks noChangeAspect="1"/>
          </p:cNvPicPr>
          <p:nvPr/>
        </p:nvPicPr>
        <p:blipFill>
          <a:blip r:embed="rId1"/>
          <a:stretch>
            <a:fillRect/>
          </a:stretch>
        </p:blipFill>
        <p:spPr>
          <a:xfrm>
            <a:off x="1693545" y="73025"/>
            <a:ext cx="9150985" cy="678497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458595" y="-40640"/>
            <a:ext cx="9218295" cy="689800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453515" y="635"/>
            <a:ext cx="9285605" cy="685736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custDataLst>
              <p:tags r:id="rId1"/>
            </p:custDataLst>
          </p:nvPr>
        </p:nvSpPr>
        <p:spPr/>
        <p:txBody>
          <a:bodyPr/>
          <a:lstStyle/>
          <a:p>
            <a:r>
              <a:rPr lang="en-US" altLang="zh-CN" noProof="0" dirty="0">
                <a:sym typeface="+mn-lt"/>
              </a:rPr>
              <a:t>THANKS</a:t>
            </a:r>
            <a:endParaRPr lang="zh-CN" altLang="en-US" dirty="0"/>
          </a:p>
        </p:txBody>
      </p:sp>
    </p:spTree>
    <p:custDataLst>
      <p:tags r:id="rId2"/>
    </p:custDataLst>
  </p:cSld>
  <p:clrMapOvr>
    <a:masterClrMapping/>
  </p:clrMapOvr>
</p:sld>
</file>

<file path=ppt/tags/tag1.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_6*i*6"/>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_6*i*7"/>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_6*i*8"/>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2.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83.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84.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85.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86.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87.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88.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89.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3*i*1"/>
  <p:tag name="KSO_WM_UNIT_BK_DARK_LIGHT" val="2"/>
  <p:tag name="KSO_WM_UNIT_LAYERLEVEL" val="1"/>
  <p:tag name="KSO_WM_TAG_VERSION" val="1.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1"/>
</p:tagLst>
</file>

<file path=ppt/tags/tag91.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2.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1"/>
</p:tagLst>
</file>

<file path=ppt/tags/tag94.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5.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6.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7.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8.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9.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00.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01.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4*i*1"/>
  <p:tag name="KSO_WM_UNIT_BK_DARK_LIGHT" val="1"/>
  <p:tag name="KSO_WM_UNIT_LAYERLEVEL" val="1"/>
  <p:tag name="KSO_WM_TAG_VERSION" val="1.0"/>
  <p:tag name="KSO_WM_BEAUTIFY_FLAG" val="#wm#"/>
</p:tagLst>
</file>

<file path=ppt/tags/tag102.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03.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04.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05.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06.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07.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08.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09.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10.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11.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5*i*1"/>
  <p:tag name="KSO_WM_UNIT_BK_DARK_LIGHT" val="1"/>
  <p:tag name="KSO_WM_UNIT_LAYERLEVEL" val="1"/>
  <p:tag name="KSO_WM_TAG_VERSION" val="1.0"/>
  <p:tag name="KSO_WM_BEAUTIFY_FLAG" val="#wm#"/>
</p:tagLst>
</file>

<file path=ppt/tags/tag112.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13.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14.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15.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16.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17.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18.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19.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20.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21.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TYPE" val="i"/>
  <p:tag name="KSO_WM_UNIT_INDEX" val="1"/>
  <p:tag name="KSO_WM_UNIT_ID" val="_16*i*1"/>
  <p:tag name="KSO_WM_UNIT_LAYERLEVEL" val="1"/>
  <p:tag name="KSO_WM_TAG_VERSION" val="1.0"/>
  <p:tag name="KSO_WM_BEAUTIFY_FLAG" val="#wm#"/>
</p:tagLst>
</file>

<file path=ppt/tags/tag122.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TYPE" val="i"/>
  <p:tag name="KSO_WM_UNIT_INDEX" val="2"/>
  <p:tag name="KSO_WM_UNIT_ID" val="_16*i*2"/>
  <p:tag name="KSO_WM_UNIT_LAYERLEVEL" val="1"/>
  <p:tag name="KSO_WM_TAG_VERSION" val="1.0"/>
  <p:tag name="KSO_WM_BEAUTIFY_FLAG" val="#wm#"/>
</p:tagLst>
</file>

<file path=ppt/tags/tag123.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TYPE" val="i"/>
  <p:tag name="KSO_WM_UNIT_INDEX" val="3"/>
  <p:tag name="KSO_WM_UNIT_ID" val="_16*i*3"/>
  <p:tag name="KSO_WM_UNIT_LAYERLEVEL" val="1"/>
  <p:tag name="KSO_WM_TAG_VERSION" val="1.0"/>
  <p:tag name="KSO_WM_BEAUTIFY_FLAG" val="#wm#"/>
</p:tagLst>
</file>

<file path=ppt/tags/tag124.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6*i*1"/>
  <p:tag name="KSO_WM_UNIT_BK_DARK_LIGHT" val="1"/>
  <p:tag name="KSO_WM_UNIT_LAYERLEVEL" val="1"/>
  <p:tag name="KSO_WM_TAG_VERSION" val="1.0"/>
  <p:tag name="KSO_WM_BEAUTIFY_FLAG" val="#wm#"/>
</p:tagLst>
</file>

<file path=ppt/tags/tag125.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26.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27.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28.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29.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30.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31.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TYPE" val="i"/>
  <p:tag name="KSO_WM_UNIT_INDEX" val="1"/>
  <p:tag name="KSO_WM_UNIT_ID" val="_17*i*1"/>
  <p:tag name="KSO_WM_UNIT_LAYERLEVEL" val="1"/>
  <p:tag name="KSO_WM_TAG_VERSION" val="1.0"/>
  <p:tag name="KSO_WM_BEAUTIFY_FLAG" val="#wm#"/>
</p:tagLst>
</file>

<file path=ppt/tags/tag132.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TYPE" val="i"/>
  <p:tag name="KSO_WM_UNIT_INDEX" val="2"/>
  <p:tag name="KSO_WM_UNIT_ID" val="_17*i*2"/>
  <p:tag name="KSO_WM_UNIT_LAYERLEVEL" val="1"/>
  <p:tag name="KSO_WM_TAG_VERSION" val="1.0"/>
  <p:tag name="KSO_WM_BEAUTIFY_FLAG" val="#wm#"/>
</p:tagLst>
</file>

<file path=ppt/tags/tag133.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TYPE" val="i"/>
  <p:tag name="KSO_WM_UNIT_INDEX" val="3"/>
  <p:tag name="KSO_WM_UNIT_ID" val="_17*i*3"/>
  <p:tag name="KSO_WM_UNIT_LAYERLEVEL" val="1"/>
  <p:tag name="KSO_WM_TAG_VERSION" val="1.0"/>
  <p:tag name="KSO_WM_BEAUTIFY_FLAG" val="#wm#"/>
</p:tagLst>
</file>

<file path=ppt/tags/tag134.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7*i*1"/>
  <p:tag name="KSO_WM_UNIT_BK_DARK_LIGHT" val="1"/>
  <p:tag name="KSO_WM_UNIT_LAYERLEVEL" val="1"/>
  <p:tag name="KSO_WM_TAG_VERSION" val="1.0"/>
  <p:tag name="KSO_WM_BEAUTIFY_FLAG" val="#wm#"/>
</p:tagLst>
</file>

<file path=ppt/tags/tag135.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36.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37.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38.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39.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40.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41.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42.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43.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8*i*1"/>
  <p:tag name="KSO_WM_UNIT_BK_DARK_LIGHT" val="2"/>
  <p:tag name="KSO_WM_UNIT_LAYERLEVEL" val="1"/>
  <p:tag name="KSO_WM_TAG_VERSION" val="1.0"/>
  <p:tag name="KSO_WM_BEAUTIFY_FLAG" val="#wm#"/>
</p:tagLst>
</file>

<file path=ppt/tags/tag1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i*2"/>
  <p:tag name="KSO_WM_UNIT_LAYERLEVEL" val="1"/>
  <p:tag name="KSO_WM_TAG_VERSION" val="1.0"/>
  <p:tag name="KSO_WM_BEAUTIFY_FLAG" val="#wm#"/>
  <p:tag name="KSO_WM_SLIDE_BACKGROUND_TYPE" val="belt"/>
  <p:tag name="KSO_WM_SLIDE_BK_DARK_LIGHT" val="1"/>
  <p:tag name="KSO_WM_UNIT_TYPE" val="i"/>
  <p:tag name="KSO_WM_UNIT_INDEX" val="2"/>
</p:tagLst>
</file>

<file path=ppt/tags/tag145.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TYPE" val="i"/>
  <p:tag name="KSO_WM_UNIT_INDEX" val="3"/>
  <p:tag name="KSO_WM_UNIT_ID" val="_18*i*3"/>
  <p:tag name="KSO_WM_UNIT_LAYERLEVEL" val="1"/>
  <p:tag name="KSO_WM_TAG_VERSION" val="1.0"/>
  <p:tag name="KSO_WM_BEAUTIFY_FLAG" val="#wm#"/>
</p:tagLst>
</file>

<file path=ppt/tags/tag146.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TYPE" val="i"/>
  <p:tag name="KSO_WM_UNIT_INDEX" val="4"/>
  <p:tag name="KSO_WM_UNIT_ID" val="_18*i*4"/>
  <p:tag name="KSO_WM_UNIT_LAYERLEVEL" val="1"/>
  <p:tag name="KSO_WM_TAG_VERSION" val="1.0"/>
  <p:tag name="KSO_WM_BEAUTIFY_FLAG" val="#wm#"/>
</p:tagLst>
</file>

<file path=ppt/tags/tag1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SLIDE_BACKGROUND_TYPE" val="belt"/>
  <p:tag name="KSO_WM_SLIDE_BK_DARK_LIGHT" val="1"/>
  <p:tag name="KSO_WM_UNIT_TYPE" val="i"/>
  <p:tag name="KSO_WM_UNIT_INDEX" val="1"/>
</p:tagLst>
</file>

<file path=ppt/tags/tag148.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TYPE" val="i"/>
  <p:tag name="KSO_WM_UNIT_INDEX" val="6"/>
  <p:tag name="KSO_WM_UNIT_ID" val="_18*i*6"/>
  <p:tag name="KSO_WM_UNIT_LAYERLEVEL" val="1"/>
  <p:tag name="KSO_WM_TAG_VERSION" val="1.0"/>
  <p:tag name="KSO_WM_BEAUTIFY_FLAG" val="#wm#"/>
</p:tagLst>
</file>

<file path=ppt/tags/tag149.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TYPE" val="i"/>
  <p:tag name="KSO_WM_UNIT_INDEX" val="5"/>
  <p:tag name="KSO_WM_UNIT_ID" val="_18*i*5"/>
  <p:tag name="KSO_WM_UNIT_LAYERLEVEL" val="1"/>
  <p:tag name="KSO_WM_TAG_VERSION" val="1.0"/>
  <p:tag name="KSO_WM_BEAUTIFY_FLAG" val="#wm#"/>
</p:tagLst>
</file>

<file path=ppt/tags/tag150.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51.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52.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53.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54.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2545"/>
</p:tagLst>
</file>

<file path=ppt/tags/tag1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2545"/>
</p:tagLst>
</file>

<file path=ppt/tags/tag1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60.xml><?xml version="1.0" encoding="utf-8"?>
<p:tagLst xmlns:p="http://schemas.openxmlformats.org/presentationml/2006/main">
  <p:tag name="KSO_WM_TEMPLATE_SUBCATEGORY" val="0"/>
  <p:tag name="KSO_WM_TEMPLATE_COLOR_TYPE" val="1"/>
  <p:tag name="KSO_WM_TEMPLATE_MASTER_THUMB_INDEX" val="12"/>
  <p:tag name="KSO_WM_UNIT_SHOW_EDIT_AREA_INDICATION" val="0"/>
  <p:tag name="KSO_WM_TEMPLATE_THUMBS_INDEX" val="1、2、3、11、14"/>
  <p:tag name="KSO_WM_TAG_VERSION" val="1.0"/>
  <p:tag name="KSO_WM_BEAUTIFY_FLAG" val="#wm#"/>
  <p:tag name="KSO_WM_TEMPLATE_CATEGORY" val="custom"/>
  <p:tag name="KSO_WM_TEMPLATE_INDEX" val="20202545"/>
  <p:tag name="KSO_WM_TEMPLATE_MASTER_TYPE" val="1"/>
</p:tagLst>
</file>

<file path=ppt/tags/tag161.xml><?xml version="1.0" encoding="utf-8"?>
<p:tagLst xmlns:p="http://schemas.openxmlformats.org/presentationml/2006/main">
  <p:tag name="KSO_WM_UNIT_ISCONTENTSTITLE" val="0"/>
  <p:tag name="KSO_WM_UNIT_ISNUMDGMTITLE" val="0"/>
  <p:tag name="KSO_WM_UNIT_PRESET_TEXT" val="极简大气通用模板"/>
  <p:tag name="KSO_WM_UNIT_NOCLEAR" val="0"/>
  <p:tag name="KSO_WM_UNIT_VALUE" val="9"/>
  <p:tag name="KSO_WM_UNIT_HIGHLIGHT" val="0"/>
  <p:tag name="KSO_WM_UNIT_COMPATIBLE" val="0"/>
  <p:tag name="KSO_WM_UNIT_DIAGRAM_ISNUMVISUAL" val="0"/>
  <p:tag name="KSO_WM_UNIT_DIAGRAM_ISREFERUNIT" val="0"/>
  <p:tag name="KSO_WM_UNIT_TYPE" val="a"/>
  <p:tag name="KSO_WM_UNIT_INDEX" val="1"/>
  <p:tag name="KSO_WM_UNIT_ID" val="custom20202545_1*a*1"/>
  <p:tag name="KSO_WM_TEMPLATE_CATEGORY" val="custom"/>
  <p:tag name="KSO_WM_TEMPLATE_INDEX" val="20202545"/>
  <p:tag name="KSO_WM_UNIT_LAYERLEVEL" val="1"/>
  <p:tag name="KSO_WM_TAG_VERSION" val="1.0"/>
  <p:tag name="KSO_WM_BEAUTIFY_FLAG" val="#wm#"/>
  <p:tag name="KSO_WM_UNIT_TEXT_FILL_FORE_SCHEMECOLOR_INDEX_BRIGHTNESS" val="0.15"/>
  <p:tag name="KSO_WM_UNIT_TEXT_FILL_FORE_SCHEMECOLOR_INDEX" val="13"/>
  <p:tag name="KSO_WM_UNIT_TEXT_FILL_TYPE" val="1"/>
</p:tagLst>
</file>

<file path=ppt/tags/tag162.xml><?xml version="1.0" encoding="utf-8"?>
<p:tagLst xmlns:p="http://schemas.openxmlformats.org/presentationml/2006/main">
  <p:tag name="KSO_WM_SLIDE_ID" val="custom20202545_1"/>
  <p:tag name="KSO_WM_TEMPLATE_SUBCATEGORY" val="0"/>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02545"/>
  <p:tag name="KSO_WM_SLIDE_LAYOUT" val="a_b"/>
  <p:tag name="KSO_WM_SLIDE_LAYOUT_CNT" val="1_3"/>
  <p:tag name="KSO_WM_UNIT_SHOW_EDIT_AREA_INDICATION" val="1"/>
  <p:tag name="KSO_WM_TEMPLATE_THUMBS_INDEX" val="1、2、6、7、9、11、14、15"/>
  <p:tag name="KSO_WM_TEMPLATE_MASTER_THUMB_INDEX" val="12"/>
</p:tagLst>
</file>

<file path=ppt/tags/tag16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5"/>
  <p:tag name="KSO_WM_UNIT_ID" val="custom20202545_4*i*5"/>
  <p:tag name="KSO_WM_TEMPLATE_CATEGORY" val="custom"/>
  <p:tag name="KSO_WM_TEMPLATE_INDEX" val="20202545"/>
  <p:tag name="KSO_WM_UNIT_LAYERLEVEL" val="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16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6"/>
  <p:tag name="KSO_WM_UNIT_ID" val="custom20202545_4*i*6"/>
  <p:tag name="KSO_WM_TEMPLATE_CATEGORY" val="custom"/>
  <p:tag name="KSO_WM_TEMPLATE_INDEX" val="20202545"/>
  <p:tag name="KSO_WM_UNIT_LAYERLEVEL" val="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16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7"/>
  <p:tag name="KSO_WM_UNIT_ID" val="custom20202545_4*i*7"/>
  <p:tag name="KSO_WM_TEMPLATE_CATEGORY" val="custom"/>
  <p:tag name="KSO_WM_TEMPLATE_INDEX" val="20202545"/>
  <p:tag name="KSO_WM_UNIT_LAYERLEVEL" val="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166.xml><?xml version="1.0" encoding="utf-8"?>
<p:tagLst xmlns:p="http://schemas.openxmlformats.org/presentationml/2006/main">
  <p:tag name="KSO_WM_UNIT_ISCONTENTSTITLE" val="0"/>
  <p:tag name="KSO_WM_UNIT_ISNUMDGMTITLE" val="0"/>
  <p:tag name="KSO_WM_UNIT_PRESET_TEXT" val="CONTENTS"/>
  <p:tag name="KSO_WM_UNIT_NOCLEAR" val="0"/>
  <p:tag name="KSO_WM_UNIT_VALUE" val="6"/>
  <p:tag name="KSO_WM_UNIT_HIGHLIGHT" val="0"/>
  <p:tag name="KSO_WM_UNIT_COMPATIBLE" val="0"/>
  <p:tag name="KSO_WM_UNIT_DIAGRAM_ISNUMVISUAL" val="0"/>
  <p:tag name="KSO_WM_UNIT_DIAGRAM_ISREFERUNIT" val="0"/>
  <p:tag name="KSO_WM_DIAGRAM_GROUP_CODE" val="l1-1"/>
  <p:tag name="KSO_WM_UNIT_TYPE" val="b"/>
  <p:tag name="KSO_WM_UNIT_INDEX" val="1"/>
  <p:tag name="KSO_WM_UNIT_ID" val="custom20202545_4*b*1"/>
  <p:tag name="KSO_WM_TEMPLATE_CATEGORY" val="custom"/>
  <p:tag name="KSO_WM_TEMPLATE_INDEX" val="20202545"/>
  <p:tag name="KSO_WM_UNIT_LAYERLEVEL" val="1"/>
  <p:tag name="KSO_WM_TAG_VERSION" val="1.0"/>
  <p:tag name="KSO_WM_BEAUTIFY_FLAG" val="#wm#"/>
  <p:tag name="KSO_WM_UNIT_TEXT_FILL_FORE_SCHEMECOLOR_INDEX" val="14"/>
  <p:tag name="KSO_WM_UNIT_TEXT_FILL_TYPE" val="1"/>
  <p:tag name="KSO_WM_UNIT_USESOURCEFORMAT_APPLY" val="1"/>
</p:tagLst>
</file>

<file path=ppt/tags/tag167.xml><?xml version="1.0" encoding="utf-8"?>
<p:tagLst xmlns:p="http://schemas.openxmlformats.org/presentationml/2006/main">
  <p:tag name="KSO_WM_UNIT_ISCONTENTSTITLE" val="0"/>
  <p:tag name="KSO_WM_UNIT_ISNUMDGMTITLE" val="0"/>
  <p:tag name="KSO_WM_UNIT_PRESET_TEXT" val="极简大气通用模板"/>
  <p:tag name="KSO_WM_UNIT_NOCLEAR" val="0"/>
  <p:tag name="KSO_WM_UNIT_VALUE" val="9"/>
  <p:tag name="KSO_WM_UNIT_HIGHLIGHT" val="0"/>
  <p:tag name="KSO_WM_UNIT_COMPATIBLE" val="0"/>
  <p:tag name="KSO_WM_UNIT_DIAGRAM_ISNUMVISUAL" val="0"/>
  <p:tag name="KSO_WM_UNIT_DIAGRAM_ISREFERUNIT" val="0"/>
  <p:tag name="KSO_WM_UNIT_TYPE" val="a"/>
  <p:tag name="KSO_WM_UNIT_INDEX" val="1"/>
  <p:tag name="KSO_WM_UNIT_ID" val="custom20202545_1*a*1"/>
  <p:tag name="KSO_WM_TEMPLATE_CATEGORY" val="custom"/>
  <p:tag name="KSO_WM_TEMPLATE_INDEX" val="20202545"/>
  <p:tag name="KSO_WM_UNIT_LAYERLEVEL" val="1"/>
  <p:tag name="KSO_WM_TAG_VERSION" val="1.0"/>
  <p:tag name="KSO_WM_BEAUTIFY_FLAG" val=""/>
</p:tagLst>
</file>

<file path=ppt/tags/tag168.xml><?xml version="1.0" encoding="utf-8"?>
<p:tagLst xmlns:p="http://schemas.openxmlformats.org/presentationml/2006/main">
  <p:tag name="KSO_WM_UNIT_ISCONTENTSTITLE" val="0"/>
  <p:tag name="KSO_WM_UNIT_ISNUMDGMTITLE" val="0"/>
  <p:tag name="KSO_WM_UNIT_PRESET_TEXT" val="单击此处添加文本具体内容"/>
  <p:tag name="KSO_WM_UNIT_NOCLEAR" val="0"/>
  <p:tag name="KSO_WM_UNIT_VALUE" val="63"/>
  <p:tag name="KSO_WM_UNIT_HIGHLIGHT" val="0"/>
  <p:tag name="KSO_WM_UNIT_COMPATIBLE" val="0"/>
  <p:tag name="KSO_WM_UNIT_DIAGRAM_ISNUMVISUAL" val="0"/>
  <p:tag name="KSO_WM_UNIT_DIAGRAM_ISREFERUNIT" val="0"/>
  <p:tag name="KSO_WM_UNIT_TYPE" val="b"/>
  <p:tag name="KSO_WM_UNIT_INDEX" val="1"/>
  <p:tag name="KSO_WM_UNIT_ID" val="custom20202545_7*b*1"/>
  <p:tag name="KSO_WM_TEMPLATE_CATEGORY" val="custom"/>
  <p:tag name="KSO_WM_TEMPLATE_INDEX" val="20202545"/>
  <p:tag name="KSO_WM_UNIT_LAYERLEVEL" val="1"/>
  <p:tag name="KSO_WM_TAG_VERSION" val="1.0"/>
  <p:tag name="KSO_WM_BEAUTIFY_FLAG" val=""/>
</p:tagLst>
</file>

<file path=ppt/tags/tag169.xml><?xml version="1.0" encoding="utf-8"?>
<p:tagLst xmlns:p="http://schemas.openxmlformats.org/presentationml/2006/main">
  <p:tag name="KSO_WM_SLIDE_ID" val="custom20202545_4"/>
  <p:tag name="KSO_WM_TEMPLATE_SUBCATEGORY" val="0"/>
  <p:tag name="KSO_WM_TEMPLATE_MASTER_TYPE" val="1"/>
  <p:tag name="KSO_WM_TEMPLATE_COLOR_TYPE" val="1"/>
  <p:tag name="KSO_WM_SLIDE_TYPE" val="contents"/>
  <p:tag name="KSO_WM_SLIDE_SUBTYPE" val="diag"/>
  <p:tag name="KSO_WM_SLIDE_ITEM_CNT" val="4"/>
  <p:tag name="KSO_WM_SLIDE_INDEX" val="4"/>
  <p:tag name="KSO_WM_DIAGRAM_GROUP_CODE" val="l1-1"/>
  <p:tag name="KSO_WM_SLIDE_DIAGTYPE" val="l"/>
  <p:tag name="KSO_WM_TAG_VERSION" val="1.0"/>
  <p:tag name="KSO_WM_BEAUTIFY_FLAG" val="#wm#"/>
  <p:tag name="KSO_WM_TEMPLATE_CATEGORY" val="custom"/>
  <p:tag name="KSO_WM_TEMPLATE_INDEX" val="20202545"/>
  <p:tag name="KSO_WM_SLIDE_LAYOUT" val="a_b_l"/>
  <p:tag name="KSO_WM_SLIDE_LAYOUT_CNT" val="1_1_1"/>
</p:tagLst>
</file>

<file path=ppt/tags/tag17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5"/>
  <p:tag name="KSO_WM_UNIT_ID" val="custom20202545_4*i*5"/>
  <p:tag name="KSO_WM_TEMPLATE_CATEGORY" val="custom"/>
  <p:tag name="KSO_WM_TEMPLATE_INDEX" val="20202545"/>
  <p:tag name="KSO_WM_UNIT_LAYERLEVEL" val="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17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6"/>
  <p:tag name="KSO_WM_UNIT_ID" val="custom20202545_4*i*6"/>
  <p:tag name="KSO_WM_TEMPLATE_CATEGORY" val="custom"/>
  <p:tag name="KSO_WM_TEMPLATE_INDEX" val="20202545"/>
  <p:tag name="KSO_WM_UNIT_LAYERLEVEL" val="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17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7"/>
  <p:tag name="KSO_WM_UNIT_ID" val="custom20202545_4*i*7"/>
  <p:tag name="KSO_WM_TEMPLATE_CATEGORY" val="custom"/>
  <p:tag name="KSO_WM_TEMPLATE_INDEX" val="20202545"/>
  <p:tag name="KSO_WM_UNIT_LAYERLEVEL" val="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17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custom20202545_4*l_h_i*1_1_1"/>
  <p:tag name="KSO_WM_TEMPLATE_CATEGORY" val="custom"/>
  <p:tag name="KSO_WM_TEMPLATE_INDEX" val="20202545"/>
  <p:tag name="KSO_WM_UNIT_LAYERLEVEL" val="1_1_1"/>
  <p:tag name="KSO_WM_TAG_VERSION" val="1.0"/>
  <p:tag name="KSO_WM_BEAUTIFY_FLAG" val="#wm#"/>
  <p:tag name="KSO_WM_UNIT_TEXT_FILL_FORE_SCHEMECOLOR_INDEX" val="13"/>
  <p:tag name="KSO_WM_UNIT_TEXT_FILL_TYPE" val="1"/>
  <p:tag name="KSO_WM_UNIT_USESOURCEFORMAT_APPLY" val="1"/>
  <p:tag name="KSO_WM_DIAGRAM_VIRTUALLY_FRAME" val="{&quot;height&quot;:436.65,&quot;left&quot;:367.05,&quot;top&quot;:55.30007874015748,&quot;width&quot;:368.3}"/>
</p:tagLst>
</file>

<file path=ppt/tags/tag17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02545_4*i*1"/>
  <p:tag name="KSO_WM_TEMPLATE_CATEGORY" val="custom"/>
  <p:tag name="KSO_WM_TEMPLATE_INDEX" val="20202545"/>
  <p:tag name="KSO_WM_UNIT_LAYERLEVEL" val="1"/>
  <p:tag name="KSO_WM_TAG_VERSION" val="1.0"/>
  <p:tag name="KSO_WM_BEAUTIFY_FLAG" val="#wm#"/>
  <p:tag name="KSO_WM_UNIT_TEXT_FILL_FORE_SCHEMECOLOR_INDEX" val="13"/>
  <p:tag name="KSO_WM_UNIT_TEXT_FILL_TYPE" val="1"/>
  <p:tag name="KSO_WM_UNIT_USESOURCEFORMAT_APPLY" val="1"/>
  <p:tag name="KSO_WM_DIAGRAM_VIRTUALLY_FRAME" val="{&quot;height&quot;:436.65,&quot;left&quot;:367.05,&quot;top&quot;:55.30007874015748,&quot;width&quot;:368.3}"/>
</p:tagLst>
</file>

<file path=ppt/tags/tag17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custom20202545_4*l_h_i*1_1_2"/>
  <p:tag name="KSO_WM_TEMPLATE_CATEGORY" val="custom"/>
  <p:tag name="KSO_WM_TEMPLATE_INDEX" val="2020254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 name="KSO_WM_DIAGRAM_VIRTUALLY_FRAME" val="{&quot;height&quot;:436.65,&quot;left&quot;:367.05,&quot;top&quot;:55.30007874015748,&quot;width&quot;:368.3}"/>
</p:tagLst>
</file>

<file path=ppt/tags/tag17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custom20202545_4*l_h_i*1_1_3"/>
  <p:tag name="KSO_WM_TEMPLATE_CATEGORY" val="custom"/>
  <p:tag name="KSO_WM_TEMPLATE_INDEX" val="2020254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 name="KSO_WM_DIAGRAM_VIRTUALLY_FRAME" val="{&quot;height&quot;:436.65,&quot;left&quot;:367.05,&quot;top&quot;:55.30007874015748,&quot;width&quot;:368.3}"/>
</p:tagLst>
</file>

<file path=ppt/tags/tag17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custom20202545_4*l_h_i*1_2_1"/>
  <p:tag name="KSO_WM_TEMPLATE_CATEGORY" val="custom"/>
  <p:tag name="KSO_WM_TEMPLATE_INDEX" val="20202545"/>
  <p:tag name="KSO_WM_UNIT_LAYERLEVEL" val="1_1_1"/>
  <p:tag name="KSO_WM_TAG_VERSION" val="1.0"/>
  <p:tag name="KSO_WM_BEAUTIFY_FLAG" val="#wm#"/>
  <p:tag name="KSO_WM_UNIT_TEXT_FILL_FORE_SCHEMECOLOR_INDEX" val="13"/>
  <p:tag name="KSO_WM_UNIT_TEXT_FILL_TYPE" val="1"/>
  <p:tag name="KSO_WM_UNIT_USESOURCEFORMAT_APPLY" val="1"/>
  <p:tag name="KSO_WM_DIAGRAM_VIRTUALLY_FRAME" val="{&quot;height&quot;:436.65,&quot;left&quot;:367.05,&quot;top&quot;:55.30007874015748,&quot;width&quot;:368.3}"/>
</p:tagLst>
</file>

<file path=ppt/tags/tag17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2"/>
  <p:tag name="KSO_WM_UNIT_ID" val="custom20202545_4*i*2"/>
  <p:tag name="KSO_WM_TEMPLATE_CATEGORY" val="custom"/>
  <p:tag name="KSO_WM_TEMPLATE_INDEX" val="20202545"/>
  <p:tag name="KSO_WM_UNIT_LAYERLEVEL" val="1"/>
  <p:tag name="KSO_WM_TAG_VERSION" val="1.0"/>
  <p:tag name="KSO_WM_BEAUTIFY_FLAG" val="#wm#"/>
  <p:tag name="KSO_WM_UNIT_TEXT_FILL_FORE_SCHEMECOLOR_INDEX" val="13"/>
  <p:tag name="KSO_WM_UNIT_TEXT_FILL_TYPE" val="1"/>
  <p:tag name="KSO_WM_UNIT_USESOURCEFORMAT_APPLY" val="1"/>
  <p:tag name="KSO_WM_DIAGRAM_VIRTUALLY_FRAME" val="{&quot;height&quot;:436.65,&quot;left&quot;:367.05,&quot;top&quot;:55.30007874015748,&quot;width&quot;:368.3}"/>
</p:tagLst>
</file>

<file path=ppt/tags/tag17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custom20202545_4*l_h_i*1_2_2"/>
  <p:tag name="KSO_WM_TEMPLATE_CATEGORY" val="custom"/>
  <p:tag name="KSO_WM_TEMPLATE_INDEX" val="2020254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 name="KSO_WM_DIAGRAM_VIRTUALLY_FRAME" val="{&quot;height&quot;:436.65,&quot;left&quot;:367.05,&quot;top&quot;:55.30007874015748,&quot;width&quot;:368.3}"/>
</p:tagLst>
</file>

<file path=ppt/tags/tag18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3"/>
  <p:tag name="KSO_WM_UNIT_ID" val="custom20202545_4*l_h_i*1_2_3"/>
  <p:tag name="KSO_WM_TEMPLATE_CATEGORY" val="custom"/>
  <p:tag name="KSO_WM_TEMPLATE_INDEX" val="2020254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 name="KSO_WM_DIAGRAM_VIRTUALLY_FRAME" val="{&quot;height&quot;:436.65,&quot;left&quot;:367.05,&quot;top&quot;:55.30007874015748,&quot;width&quot;:368.3}"/>
</p:tagLst>
</file>

<file path=ppt/tags/tag18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3"/>
  <p:tag name="KSO_WM_UNIT_ID" val="custom20202545_4*l_h_i*1_3_3"/>
  <p:tag name="KSO_WM_TEMPLATE_CATEGORY" val="custom"/>
  <p:tag name="KSO_WM_TEMPLATE_INDEX" val="20202545"/>
  <p:tag name="KSO_WM_UNIT_LAYERLEVEL" val="1_1_1"/>
  <p:tag name="KSO_WM_TAG_VERSION" val="1.0"/>
  <p:tag name="KSO_WM_BEAUTIFY_FLAG" val="#wm#"/>
  <p:tag name="KSO_WM_UNIT_TEXT_FILL_FORE_SCHEMECOLOR_INDEX" val="13"/>
  <p:tag name="KSO_WM_UNIT_TEXT_FILL_TYPE" val="1"/>
  <p:tag name="KSO_WM_UNIT_USESOURCEFORMAT_APPLY" val="1"/>
  <p:tag name="KSO_WM_DIAGRAM_VIRTUALLY_FRAME" val="{&quot;height&quot;:436.65,&quot;left&quot;:367.05,&quot;top&quot;:55.30007874015748,&quot;width&quot;:368.3}"/>
</p:tagLst>
</file>

<file path=ppt/tags/tag18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3"/>
  <p:tag name="KSO_WM_UNIT_ID" val="custom20202545_4*i*3"/>
  <p:tag name="KSO_WM_TEMPLATE_CATEGORY" val="custom"/>
  <p:tag name="KSO_WM_TEMPLATE_INDEX" val="20202545"/>
  <p:tag name="KSO_WM_UNIT_LAYERLEVEL" val="1"/>
  <p:tag name="KSO_WM_TAG_VERSION" val="1.0"/>
  <p:tag name="KSO_WM_BEAUTIFY_FLAG" val="#wm#"/>
  <p:tag name="KSO_WM_UNIT_TEXT_FILL_FORE_SCHEMECOLOR_INDEX" val="13"/>
  <p:tag name="KSO_WM_UNIT_TEXT_FILL_TYPE" val="1"/>
  <p:tag name="KSO_WM_UNIT_USESOURCEFORMAT_APPLY" val="1"/>
  <p:tag name="KSO_WM_DIAGRAM_VIRTUALLY_FRAME" val="{&quot;height&quot;:436.65,&quot;left&quot;:367.05,&quot;top&quot;:55.30007874015748,&quot;width&quot;:368.3}"/>
</p:tagLst>
</file>

<file path=ppt/tags/tag18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custom20202545_4*l_h_i*1_3_2"/>
  <p:tag name="KSO_WM_TEMPLATE_CATEGORY" val="custom"/>
  <p:tag name="KSO_WM_TEMPLATE_INDEX" val="2020254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 name="KSO_WM_DIAGRAM_VIRTUALLY_FRAME" val="{&quot;height&quot;:436.65,&quot;left&quot;:367.05,&quot;top&quot;:55.30007874015748,&quot;width&quot;:368.3}"/>
</p:tagLst>
</file>

<file path=ppt/tags/tag18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custom20202545_4*l_h_i*1_3_1"/>
  <p:tag name="KSO_WM_TEMPLATE_CATEGORY" val="custom"/>
  <p:tag name="KSO_WM_TEMPLATE_INDEX" val="2020254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 name="KSO_WM_DIAGRAM_VIRTUALLY_FRAME" val="{&quot;height&quot;:436.65,&quot;left&quot;:367.05,&quot;top&quot;:55.30007874015748,&quot;width&quot;:368.3}"/>
</p:tagLst>
</file>

<file path=ppt/tags/tag18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custom20202545_4*l_h_i*1_4_1"/>
  <p:tag name="KSO_WM_TEMPLATE_CATEGORY" val="custom"/>
  <p:tag name="KSO_WM_TEMPLATE_INDEX" val="20202545"/>
  <p:tag name="KSO_WM_UNIT_LAYERLEVEL" val="1_1_1"/>
  <p:tag name="KSO_WM_TAG_VERSION" val="1.0"/>
  <p:tag name="KSO_WM_BEAUTIFY_FLAG" val="#wm#"/>
  <p:tag name="KSO_WM_UNIT_TEXT_FILL_FORE_SCHEMECOLOR_INDEX" val="13"/>
  <p:tag name="KSO_WM_UNIT_TEXT_FILL_TYPE" val="1"/>
  <p:tag name="KSO_WM_UNIT_USESOURCEFORMAT_APPLY" val="1"/>
  <p:tag name="KSO_WM_DIAGRAM_VIRTUALLY_FRAME" val="{&quot;height&quot;:436.65,&quot;left&quot;:367.05,&quot;top&quot;:55.30007874015748,&quot;width&quot;:368.3}"/>
</p:tagLst>
</file>

<file path=ppt/tags/tag18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4"/>
  <p:tag name="KSO_WM_UNIT_ID" val="custom20202545_4*i*4"/>
  <p:tag name="KSO_WM_TEMPLATE_CATEGORY" val="custom"/>
  <p:tag name="KSO_WM_TEMPLATE_INDEX" val="20202545"/>
  <p:tag name="KSO_WM_UNIT_LAYERLEVEL" val="1"/>
  <p:tag name="KSO_WM_TAG_VERSION" val="1.0"/>
  <p:tag name="KSO_WM_BEAUTIFY_FLAG" val="#wm#"/>
  <p:tag name="KSO_WM_UNIT_TEXT_FILL_FORE_SCHEMECOLOR_INDEX" val="13"/>
  <p:tag name="KSO_WM_UNIT_TEXT_FILL_TYPE" val="1"/>
  <p:tag name="KSO_WM_UNIT_USESOURCEFORMAT_APPLY" val="1"/>
  <p:tag name="KSO_WM_DIAGRAM_VIRTUALLY_FRAME" val="{&quot;height&quot;:436.65,&quot;left&quot;:367.05,&quot;top&quot;:55.30007874015748,&quot;width&quot;:368.3}"/>
</p:tagLst>
</file>

<file path=ppt/tags/tag18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2"/>
  <p:tag name="KSO_WM_UNIT_ID" val="custom20202545_4*l_h_i*1_4_2"/>
  <p:tag name="KSO_WM_TEMPLATE_CATEGORY" val="custom"/>
  <p:tag name="KSO_WM_TEMPLATE_INDEX" val="2020254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 name="KSO_WM_DIAGRAM_VIRTUALLY_FRAME" val="{&quot;height&quot;:436.65,&quot;left&quot;:367.05,&quot;top&quot;:55.30007874015748,&quot;width&quot;:368.3}"/>
</p:tagLst>
</file>

<file path=ppt/tags/tag18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3"/>
  <p:tag name="KSO_WM_UNIT_ID" val="custom20202545_4*l_h_i*1_4_3"/>
  <p:tag name="KSO_WM_TEMPLATE_CATEGORY" val="custom"/>
  <p:tag name="KSO_WM_TEMPLATE_INDEX" val="2020254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 name="KSO_WM_DIAGRAM_VIRTUALLY_FRAME" val="{&quot;height&quot;:436.65,&quot;left&quot;:367.05,&quot;top&quot;:55.30007874015748,&quot;width&quot;:368.3}"/>
</p:tagLst>
</file>

<file path=ppt/tags/tag189.xml><?xml version="1.0" encoding="utf-8"?>
<p:tagLst xmlns:p="http://schemas.openxmlformats.org/presentationml/2006/main">
  <p:tag name="KSO_WM_UNIT_SUBTYPE" val="a"/>
  <p:tag name="KSO_WM_UNIT_PRESET_TEXT" val="单击此处添加文本具体内容，简明扼要的阐述您的观点。"/>
  <p:tag name="KSO_WM_UNIT_NOCLEAR" val="0"/>
  <p:tag name="KSO_WM_UNIT_VALUE" val="13"/>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custom20202545_4*l_h_f*1_1_1"/>
  <p:tag name="KSO_WM_TEMPLATE_CATEGORY" val="custom"/>
  <p:tag name="KSO_WM_TEMPLATE_INDEX" val="20202545"/>
  <p:tag name="KSO_WM_UNIT_LAYERLEVEL" val="1_1_1"/>
  <p:tag name="KSO_WM_TAG_VERSION" val="1.0"/>
  <p:tag name="KSO_WM_BEAUTIFY_FLAG" val="#wm#"/>
  <p:tag name="KSO_WM_UNIT_TEXT_FILL_FORE_SCHEMECOLOR_INDEX" val="13"/>
  <p:tag name="KSO_WM_UNIT_TEXT_FILL_TYPE" val="1"/>
  <p:tag name="KSO_WM_UNIT_USESOURCEFORMAT_APPLY" val="1"/>
  <p:tag name="KSO_WM_DIAGRAM_VIRTUALLY_FRAME" val="{&quot;height&quot;:436.65,&quot;left&quot;:367.05,&quot;top&quot;:55.30007874015748,&quot;width&quot;:368.3}"/>
</p:tagLst>
</file>

<file path=ppt/tags/tag190.xml><?xml version="1.0" encoding="utf-8"?>
<p:tagLst xmlns:p="http://schemas.openxmlformats.org/presentationml/2006/main">
  <p:tag name="KSO_WM_UNIT_SUBTYPE" val="a"/>
  <p:tag name="KSO_WM_UNIT_PRESET_TEXT" val="单击此处添加文本具体内容，简明扼要的阐述您的观点。"/>
  <p:tag name="KSO_WM_UNIT_NOCLEAR" val="0"/>
  <p:tag name="KSO_WM_UNIT_VALUE" val="13"/>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custom20202545_4*l_h_f*1_2_1"/>
  <p:tag name="KSO_WM_TEMPLATE_CATEGORY" val="custom"/>
  <p:tag name="KSO_WM_TEMPLATE_INDEX" val="20202545"/>
  <p:tag name="KSO_WM_UNIT_LAYERLEVEL" val="1_1_1"/>
  <p:tag name="KSO_WM_TAG_VERSION" val="1.0"/>
  <p:tag name="KSO_WM_BEAUTIFY_FLAG" val="#wm#"/>
  <p:tag name="KSO_WM_UNIT_TEXT_FILL_FORE_SCHEMECOLOR_INDEX" val="13"/>
  <p:tag name="KSO_WM_UNIT_TEXT_FILL_TYPE" val="1"/>
  <p:tag name="KSO_WM_UNIT_USESOURCEFORMAT_APPLY" val="1"/>
  <p:tag name="KSO_WM_DIAGRAM_VIRTUALLY_FRAME" val="{&quot;height&quot;:436.65,&quot;left&quot;:367.05,&quot;top&quot;:55.30007874015748,&quot;width&quot;:368.3}"/>
</p:tagLst>
</file>

<file path=ppt/tags/tag191.xml><?xml version="1.0" encoding="utf-8"?>
<p:tagLst xmlns:p="http://schemas.openxmlformats.org/presentationml/2006/main">
  <p:tag name="KSO_WM_UNIT_SUBTYPE" val="a"/>
  <p:tag name="KSO_WM_UNIT_PRESET_TEXT" val="单击此处添加文本具体内容，简明扼要的阐述您的观点。"/>
  <p:tag name="KSO_WM_UNIT_NOCLEAR" val="0"/>
  <p:tag name="KSO_WM_UNIT_VALUE" val="13"/>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custom20202545_4*l_h_f*1_3_1"/>
  <p:tag name="KSO_WM_TEMPLATE_CATEGORY" val="custom"/>
  <p:tag name="KSO_WM_TEMPLATE_INDEX" val="20202545"/>
  <p:tag name="KSO_WM_UNIT_LAYERLEVEL" val="1_1_1"/>
  <p:tag name="KSO_WM_TAG_VERSION" val="1.0"/>
  <p:tag name="KSO_WM_BEAUTIFY_FLAG" val="#wm#"/>
  <p:tag name="KSO_WM_UNIT_TEXT_FILL_FORE_SCHEMECOLOR_INDEX" val="13"/>
  <p:tag name="KSO_WM_UNIT_TEXT_FILL_TYPE" val="1"/>
  <p:tag name="KSO_WM_UNIT_USESOURCEFORMAT_APPLY" val="1"/>
  <p:tag name="KSO_WM_DIAGRAM_VIRTUALLY_FRAME" val="{&quot;height&quot;:436.65,&quot;left&quot;:367.05,&quot;top&quot;:55.30007874015748,&quot;width&quot;:368.3}"/>
</p:tagLst>
</file>

<file path=ppt/tags/tag192.xml><?xml version="1.0" encoding="utf-8"?>
<p:tagLst xmlns:p="http://schemas.openxmlformats.org/presentationml/2006/main">
  <p:tag name="KSO_WM_UNIT_SUBTYPE" val="a"/>
  <p:tag name="KSO_WM_UNIT_PRESET_TEXT" val="单击此处添加文本具体内容，简明扼要的阐述您的观点。"/>
  <p:tag name="KSO_WM_UNIT_NOCLEAR" val="0"/>
  <p:tag name="KSO_WM_UNIT_VALUE" val="13"/>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custom20202545_4*l_h_f*1_4_1"/>
  <p:tag name="KSO_WM_TEMPLATE_CATEGORY" val="custom"/>
  <p:tag name="KSO_WM_TEMPLATE_INDEX" val="20202545"/>
  <p:tag name="KSO_WM_UNIT_LAYERLEVEL" val="1_1_1"/>
  <p:tag name="KSO_WM_TAG_VERSION" val="1.0"/>
  <p:tag name="KSO_WM_BEAUTIFY_FLAG" val="#wm#"/>
  <p:tag name="KSO_WM_UNIT_TEXT_FILL_FORE_SCHEMECOLOR_INDEX" val="13"/>
  <p:tag name="KSO_WM_UNIT_TEXT_FILL_TYPE" val="1"/>
  <p:tag name="KSO_WM_UNIT_USESOURCEFORMAT_APPLY" val="1"/>
  <p:tag name="KSO_WM_DIAGRAM_VIRTUALLY_FRAME" val="{&quot;height&quot;:436.65,&quot;left&quot;:367.05,&quot;top&quot;:55.30007874015748,&quot;width&quot;:368.3}"/>
</p:tagLst>
</file>

<file path=ppt/tags/tag193.xml><?xml version="1.0" encoding="utf-8"?>
<p:tagLst xmlns:p="http://schemas.openxmlformats.org/presentationml/2006/main">
  <p:tag name="KSO_WM_UNIT_ISCONTENTSTITLE" val="1"/>
  <p:tag name="KSO_WM_UNIT_ISNUMDGMTITLE" val="0"/>
  <p:tag name="KSO_WM_UNIT_PRESET_TEXT" val="目录"/>
  <p:tag name="KSO_WM_UNIT_NOCLEAR" val="0"/>
  <p:tag name="KSO_WM_UNIT_VALUE" val="2"/>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custom20202545_4*a*1"/>
  <p:tag name="KSO_WM_TEMPLATE_CATEGORY" val="custom"/>
  <p:tag name="KSO_WM_TEMPLATE_INDEX" val="20202545"/>
  <p:tag name="KSO_WM_UNIT_LAYERLEVEL" val="1"/>
  <p:tag name="KSO_WM_TAG_VERSION" val="1.0"/>
  <p:tag name="KSO_WM_BEAUTIFY_FLAG" val="#wm#"/>
  <p:tag name="KSO_WM_UNIT_TEXT_FILL_FORE_SCHEMECOLOR_INDEX" val="14"/>
  <p:tag name="KSO_WM_UNIT_TEXT_FILL_TYPE" val="1"/>
  <p:tag name="KSO_WM_UNIT_USESOURCEFORMAT_APPLY" val="1"/>
</p:tagLst>
</file>

<file path=ppt/tags/tag194.xml><?xml version="1.0" encoding="utf-8"?>
<p:tagLst xmlns:p="http://schemas.openxmlformats.org/presentationml/2006/main">
  <p:tag name="KSO_WM_UNIT_ISCONTENTSTITLE" val="0"/>
  <p:tag name="KSO_WM_UNIT_ISNUMDGMTITLE" val="0"/>
  <p:tag name="KSO_WM_UNIT_PRESET_TEXT" val="CONTENTS"/>
  <p:tag name="KSO_WM_UNIT_NOCLEAR" val="0"/>
  <p:tag name="KSO_WM_UNIT_VALUE" val="6"/>
  <p:tag name="KSO_WM_UNIT_HIGHLIGHT" val="0"/>
  <p:tag name="KSO_WM_UNIT_COMPATIBLE" val="0"/>
  <p:tag name="KSO_WM_UNIT_DIAGRAM_ISNUMVISUAL" val="0"/>
  <p:tag name="KSO_WM_UNIT_DIAGRAM_ISREFERUNIT" val="0"/>
  <p:tag name="KSO_WM_DIAGRAM_GROUP_CODE" val="l1-1"/>
  <p:tag name="KSO_WM_UNIT_TYPE" val="b"/>
  <p:tag name="KSO_WM_UNIT_INDEX" val="1"/>
  <p:tag name="KSO_WM_UNIT_ID" val="custom20202545_4*b*1"/>
  <p:tag name="KSO_WM_TEMPLATE_CATEGORY" val="custom"/>
  <p:tag name="KSO_WM_TEMPLATE_INDEX" val="20202545"/>
  <p:tag name="KSO_WM_UNIT_LAYERLEVEL" val="1"/>
  <p:tag name="KSO_WM_TAG_VERSION" val="1.0"/>
  <p:tag name="KSO_WM_BEAUTIFY_FLAG" val="#wm#"/>
  <p:tag name="KSO_WM_UNIT_TEXT_FILL_FORE_SCHEMECOLOR_INDEX" val="14"/>
  <p:tag name="KSO_WM_UNIT_TEXT_FILL_TYPE" val="1"/>
  <p:tag name="KSO_WM_UNIT_USESOURCEFORMAT_APPLY" val="1"/>
</p:tagLst>
</file>

<file path=ppt/tags/tag19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custom20202545_4*l_h_i*1_1_1"/>
  <p:tag name="KSO_WM_TEMPLATE_CATEGORY" val="custom"/>
  <p:tag name="KSO_WM_TEMPLATE_INDEX" val="20202545"/>
  <p:tag name="KSO_WM_UNIT_LAYERLEVEL" val="1_1_1"/>
  <p:tag name="KSO_WM_TAG_VERSION" val="1.0"/>
  <p:tag name="KSO_WM_BEAUTIFY_FLAG" val="#wm#"/>
  <p:tag name="KSO_WM_UNIT_TEXT_FILL_FORE_SCHEMECOLOR_INDEX" val="13"/>
  <p:tag name="KSO_WM_UNIT_TEXT_FILL_TYPE" val="1"/>
  <p:tag name="KSO_WM_UNIT_USESOURCEFORMAT_APPLY" val="1"/>
  <p:tag name="KSO_WM_DIAGRAM_VIRTUALLY_FRAME" val="{&quot;height&quot;:436.65,&quot;left&quot;:367.05,&quot;top&quot;:55.30007874015748,&quot;width&quot;:368.3}"/>
</p:tagLst>
</file>

<file path=ppt/tags/tag19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02545_4*i*1"/>
  <p:tag name="KSO_WM_TEMPLATE_CATEGORY" val="custom"/>
  <p:tag name="KSO_WM_TEMPLATE_INDEX" val="20202545"/>
  <p:tag name="KSO_WM_UNIT_LAYERLEVEL" val="1"/>
  <p:tag name="KSO_WM_TAG_VERSION" val="1.0"/>
  <p:tag name="KSO_WM_BEAUTIFY_FLAG" val="#wm#"/>
  <p:tag name="KSO_WM_UNIT_TEXT_FILL_FORE_SCHEMECOLOR_INDEX" val="13"/>
  <p:tag name="KSO_WM_UNIT_TEXT_FILL_TYPE" val="1"/>
  <p:tag name="KSO_WM_UNIT_USESOURCEFORMAT_APPLY" val="1"/>
  <p:tag name="KSO_WM_DIAGRAM_VIRTUALLY_FRAME" val="{&quot;height&quot;:436.65,&quot;left&quot;:367.05,&quot;top&quot;:55.30007874015748,&quot;width&quot;:368.3}"/>
</p:tagLst>
</file>

<file path=ppt/tags/tag19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custom20202545_4*l_h_i*1_1_2"/>
  <p:tag name="KSO_WM_TEMPLATE_CATEGORY" val="custom"/>
  <p:tag name="KSO_WM_TEMPLATE_INDEX" val="2020254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 name="KSO_WM_DIAGRAM_VIRTUALLY_FRAME" val="{&quot;height&quot;:436.65,&quot;left&quot;:367.05,&quot;top&quot;:55.30007874015748,&quot;width&quot;:368.3}"/>
</p:tagLst>
</file>

<file path=ppt/tags/tag19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custom20202545_4*l_h_i*1_1_3"/>
  <p:tag name="KSO_WM_TEMPLATE_CATEGORY" val="custom"/>
  <p:tag name="KSO_WM_TEMPLATE_INDEX" val="2020254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 name="KSO_WM_DIAGRAM_VIRTUALLY_FRAME" val="{&quot;height&quot;:436.65,&quot;left&quot;:367.05,&quot;top&quot;:55.30007874015748,&quot;width&quot;:368.3}"/>
</p:tagLst>
</file>

<file path=ppt/tags/tag199.xml><?xml version="1.0" encoding="utf-8"?>
<p:tagLst xmlns:p="http://schemas.openxmlformats.org/presentationml/2006/main">
  <p:tag name="KSO_WM_UNIT_SUBTYPE" val="a"/>
  <p:tag name="KSO_WM_UNIT_PRESET_TEXT" val="单击此处添加文本具体内容，简明扼要的阐述您的观点。"/>
  <p:tag name="KSO_WM_UNIT_NOCLEAR" val="0"/>
  <p:tag name="KSO_WM_UNIT_VALUE" val="13"/>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custom20202545_4*l_h_f*1_4_1"/>
  <p:tag name="KSO_WM_TEMPLATE_CATEGORY" val="custom"/>
  <p:tag name="KSO_WM_TEMPLATE_INDEX" val="20202545"/>
  <p:tag name="KSO_WM_UNIT_LAYERLEVEL" val="1_1_1"/>
  <p:tag name="KSO_WM_TAG_VERSION" val="1.0"/>
  <p:tag name="KSO_WM_BEAUTIFY_FLAG" val="#wm#"/>
  <p:tag name="KSO_WM_UNIT_TEXT_FILL_FORE_SCHEMECOLOR_INDEX" val="13"/>
  <p:tag name="KSO_WM_UNIT_TEXT_FILL_TYPE" val="1"/>
  <p:tag name="KSO_WM_UNIT_USESOURCEFORMAT_APPLY" val="1"/>
  <p:tag name="KSO_WM_DIAGRAM_VIRTUALLY_FRAME" val="{&quot;height&quot;:436.65,&quot;left&quot;:367.05,&quot;top&quot;:55.30007874015748,&quot;width&quot;:368.3}"/>
</p:tagLst>
</file>

<file path=ppt/tags/tag200.xml><?xml version="1.0" encoding="utf-8"?>
<p:tagLst xmlns:p="http://schemas.openxmlformats.org/presentationml/2006/main">
  <p:tag name="KSO_WM_SLIDE_ID" val="custom20202545_4"/>
  <p:tag name="KSO_WM_TEMPLATE_SUBCATEGORY" val="0"/>
  <p:tag name="KSO_WM_TEMPLATE_MASTER_TYPE" val="1"/>
  <p:tag name="KSO_WM_TEMPLATE_COLOR_TYPE" val="1"/>
  <p:tag name="KSO_WM_SLIDE_TYPE" val="contents"/>
  <p:tag name="KSO_WM_SLIDE_SUBTYPE" val="diag"/>
  <p:tag name="KSO_WM_SLIDE_ITEM_CNT" val="4"/>
  <p:tag name="KSO_WM_SLIDE_INDEX" val="4"/>
  <p:tag name="KSO_WM_DIAGRAM_GROUP_CODE" val="l1-1"/>
  <p:tag name="KSO_WM_SLIDE_DIAGTYPE" val="l"/>
  <p:tag name="KSO_WM_TAG_VERSION" val="1.0"/>
  <p:tag name="KSO_WM_BEAUTIFY_FLAG" val="#wm#"/>
  <p:tag name="KSO_WM_TEMPLATE_CATEGORY" val="custom"/>
  <p:tag name="KSO_WM_TEMPLATE_INDEX" val="20202545"/>
  <p:tag name="KSO_WM_SLIDE_LAYOUT" val="a_b_l"/>
  <p:tag name="KSO_WM_SLIDE_LAYOUT_CNT" val="1_1_1"/>
</p:tagLst>
</file>

<file path=ppt/tags/tag201.xml><?xml version="1.0" encoding="utf-8"?>
<p:tagLst xmlns:p="http://schemas.openxmlformats.org/presentationml/2006/main">
  <p:tag name="KSO_WM_BEAUTIFY_FLAG" val="#wm#"/>
  <p:tag name="KSO_WM_TEMPLATE_CATEGORY" val="custom"/>
  <p:tag name="KSO_WM_TEMPLATE_INDEX" val="20202545"/>
</p:tagLst>
</file>

<file path=ppt/tags/tag202.xml><?xml version="1.0" encoding="utf-8"?>
<p:tagLst xmlns:p="http://schemas.openxmlformats.org/presentationml/2006/main">
  <p:tag name="KSO_WM_UNIT_ISCONTENTSTITLE" val="0"/>
  <p:tag name="KSO_WM_UNIT_ISNUMDGMTITLE" val="0"/>
  <p:tag name="KSO_WM_UNIT_PRESET_TEXT" val="单击此处添加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02545_10*a*1"/>
  <p:tag name="KSO_WM_TEMPLATE_CATEGORY" val="custom"/>
  <p:tag name="KSO_WM_TEMPLATE_INDEX" val="20202545"/>
  <p:tag name="KSO_WM_UNIT_LAYERLEVEL" val="1"/>
  <p:tag name="KSO_WM_TAG_VERSION" val="1.0"/>
  <p:tag name="KSO_WM_BEAUTIFY_FLAG" val="#wm#"/>
</p:tagLst>
</file>

<file path=ppt/tags/tag203.xml><?xml version="1.0" encoding="utf-8"?>
<p:tagLst xmlns:p="http://schemas.openxmlformats.org/presentationml/2006/main">
  <p:tag name="KSO_WM_UNIT_SUBTYPE" val="a"/>
  <p:tag name="KSO_WM_UNIT_PRESET_TEXT" val="点击此处添加正文，文字是您思想的提炼，为了演示发布的良好效果，请言简意赅的阐述您的观点。&#13;您的正文已经经简明扼要，字字珠玑，但信息却千丝万缕、错综复杂，需要用更多的文字来表述；但请您尽可能提炼思想的精髓，否则容易造成观者的阅读压力，适得其反。"/>
  <p:tag name="KSO_WM_UNIT_NOCLEAR" val="0"/>
  <p:tag name="KSO_WM_UNIT_VALUE" val="216"/>
  <p:tag name="KSO_WM_UNIT_HIGHLIGHT" val="0"/>
  <p:tag name="KSO_WM_UNIT_COMPATIBLE" val="0"/>
  <p:tag name="KSO_WM_UNIT_DIAGRAM_ISNUMVISUAL" val="0"/>
  <p:tag name="KSO_WM_UNIT_DIAGRAM_ISREFERUNIT" val="0"/>
  <p:tag name="KSO_WM_UNIT_TYPE" val="f"/>
  <p:tag name="KSO_WM_UNIT_INDEX" val="1"/>
  <p:tag name="KSO_WM_UNIT_ID" val="custom20202545_10*f*1"/>
  <p:tag name="KSO_WM_TEMPLATE_CATEGORY" val="custom"/>
  <p:tag name="KSO_WM_TEMPLATE_INDEX" val="20202545"/>
  <p:tag name="KSO_WM_UNIT_LAYERLEVEL" val="1"/>
  <p:tag name="KSO_WM_TAG_VERSION" val="1.0"/>
  <p:tag name="KSO_WM_BEAUTIFY_FLAG" val="#wm#"/>
</p:tagLst>
</file>

<file path=ppt/tags/tag204.xml><?xml version="1.0" encoding="utf-8"?>
<p:tagLst xmlns:p="http://schemas.openxmlformats.org/presentationml/2006/main">
  <p:tag name="KSO_WM_SLIDE_ID" val="custom20202545_10"/>
  <p:tag name="KSO_WM_TEMPLATE_SUBCATEGORY" val="0"/>
  <p:tag name="KSO_WM_TEMPLATE_MASTER_TYPE" val="1"/>
  <p:tag name="KSO_WM_TEMPLATE_COLOR_TYPE" val="1"/>
  <p:tag name="KSO_WM_SLIDE_TYPE" val="text"/>
  <p:tag name="KSO_WM_SLIDE_SUBTYPE" val="picTxt"/>
  <p:tag name="KSO_WM_SLIDE_ITEM_CNT" val="0"/>
  <p:tag name="KSO_WM_SLIDE_INDEX" val="10"/>
  <p:tag name="KSO_WM_SLIDE_SIZE" val="866*400"/>
  <p:tag name="KSO_WM_SLIDE_POSITION" val="45*60"/>
  <p:tag name="KSO_WM_TAG_VERSION" val="1.0"/>
  <p:tag name="KSO_WM_BEAUTIFY_FLAG" val="#wm#"/>
  <p:tag name="KSO_WM_TEMPLATE_CATEGORY" val="custom"/>
  <p:tag name="KSO_WM_TEMPLATE_INDEX" val="20202545"/>
  <p:tag name="KSO_WM_SLIDE_LAYOUT" val="a_d_f"/>
  <p:tag name="KSO_WM_SLIDE_LAYOUT_CNT" val="1_1_1"/>
</p:tagLst>
</file>

<file path=ppt/tags/tag205.xml><?xml version="1.0" encoding="utf-8"?>
<p:tagLst xmlns:p="http://schemas.openxmlformats.org/presentationml/2006/main">
  <p:tag name="KSO_WM_UNIT_ISCONTENTSTITLE" val="0"/>
  <p:tag name="KSO_WM_UNIT_ISNUMDGMTITLE" val="0"/>
  <p:tag name="KSO_WM_UNIT_PRESET_TEXT" val="单击此处添加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02545_10*a*1"/>
  <p:tag name="KSO_WM_TEMPLATE_CATEGORY" val="custom"/>
  <p:tag name="KSO_WM_TEMPLATE_INDEX" val="20202545"/>
  <p:tag name="KSO_WM_UNIT_LAYERLEVEL" val="1"/>
  <p:tag name="KSO_WM_TAG_VERSION" val="1.0"/>
  <p:tag name="KSO_WM_BEAUTIFY_FLAG" val="#wm#"/>
</p:tagLst>
</file>

<file path=ppt/tags/tag206.xml><?xml version="1.0" encoding="utf-8"?>
<p:tagLst xmlns:p="http://schemas.openxmlformats.org/presentationml/2006/main">
  <p:tag name="KSO_WM_UNIT_SUBTYPE" val="a"/>
  <p:tag name="KSO_WM_UNIT_PRESET_TEXT" val="点击此处添加正文，文字是您思想的提炼，为了演示发布的良好效果，请言简意赅的阐述您的观点。&#13;您的正文已经经简明扼要，字字珠玑，但信息却千丝万缕、错综复杂，需要用更多的文字来表述；但请您尽可能提炼思想的精髓，否则容易造成观者的阅读压力，适得其反。"/>
  <p:tag name="KSO_WM_UNIT_NOCLEAR" val="0"/>
  <p:tag name="KSO_WM_UNIT_VALUE" val="216"/>
  <p:tag name="KSO_WM_UNIT_HIGHLIGHT" val="0"/>
  <p:tag name="KSO_WM_UNIT_COMPATIBLE" val="0"/>
  <p:tag name="KSO_WM_UNIT_DIAGRAM_ISNUMVISUAL" val="0"/>
  <p:tag name="KSO_WM_UNIT_DIAGRAM_ISREFERUNIT" val="0"/>
  <p:tag name="KSO_WM_UNIT_TYPE" val="f"/>
  <p:tag name="KSO_WM_UNIT_INDEX" val="1"/>
  <p:tag name="KSO_WM_UNIT_ID" val="custom20202545_10*f*1"/>
  <p:tag name="KSO_WM_TEMPLATE_CATEGORY" val="custom"/>
  <p:tag name="KSO_WM_TEMPLATE_INDEX" val="20202545"/>
  <p:tag name="KSO_WM_UNIT_LAYERLEVEL" val="1"/>
  <p:tag name="KSO_WM_TAG_VERSION" val="1.0"/>
  <p:tag name="KSO_WM_BEAUTIFY_FLAG" val="#wm#"/>
</p:tagLst>
</file>

<file path=ppt/tags/tag207.xml><?xml version="1.0" encoding="utf-8"?>
<p:tagLst xmlns:p="http://schemas.openxmlformats.org/presentationml/2006/main">
  <p:tag name="KSO_WM_SLIDE_ID" val="custom20202545_10"/>
  <p:tag name="KSO_WM_TEMPLATE_SUBCATEGORY" val="0"/>
  <p:tag name="KSO_WM_TEMPLATE_MASTER_TYPE" val="1"/>
  <p:tag name="KSO_WM_TEMPLATE_COLOR_TYPE" val="1"/>
  <p:tag name="KSO_WM_SLIDE_TYPE" val="text"/>
  <p:tag name="KSO_WM_SLIDE_SUBTYPE" val="picTxt"/>
  <p:tag name="KSO_WM_SLIDE_ITEM_CNT" val="0"/>
  <p:tag name="KSO_WM_SLIDE_INDEX" val="10"/>
  <p:tag name="KSO_WM_SLIDE_SIZE" val="866*400"/>
  <p:tag name="KSO_WM_SLIDE_POSITION" val="45*60"/>
  <p:tag name="KSO_WM_TAG_VERSION" val="1.0"/>
  <p:tag name="KSO_WM_BEAUTIFY_FLAG" val="#wm#"/>
  <p:tag name="KSO_WM_TEMPLATE_CATEGORY" val="custom"/>
  <p:tag name="KSO_WM_TEMPLATE_INDEX" val="20202545"/>
  <p:tag name="KSO_WM_SLIDE_LAYOUT" val="a_d_f"/>
  <p:tag name="KSO_WM_SLIDE_LAYOUT_CNT" val="1_1_1"/>
</p:tagLst>
</file>

<file path=ppt/tags/tag208.xml><?xml version="1.0" encoding="utf-8"?>
<p:tagLst xmlns:p="http://schemas.openxmlformats.org/presentationml/2006/main">
  <p:tag name="KSO_WM_BEAUTIFY_FLAG" val=""/>
</p:tagLst>
</file>

<file path=ppt/tags/tag209.xml><?xml version="1.0" encoding="utf-8"?>
<p:tagLst xmlns:p="http://schemas.openxmlformats.org/presentationml/2006/main">
  <p:tag name="KSO_WM_BEAUTIFY_FLAG" val=""/>
</p:tagLst>
</file>

<file path=ppt/tags/tag210.xml><?xml version="1.0" encoding="utf-8"?>
<p:tagLst xmlns:p="http://schemas.openxmlformats.org/presentationml/2006/main">
  <p:tag name="KSO_WM_BEAUTIFY_FLAG" val=""/>
</p:tagLst>
</file>

<file path=ppt/tags/tag211.xml><?xml version="1.0" encoding="utf-8"?>
<p:tagLst xmlns:p="http://schemas.openxmlformats.org/presentationml/2006/main">
  <p:tag name="KSO_WM_BEAUTIFY_FLAG" val=""/>
</p:tagLst>
</file>

<file path=ppt/tags/tag212.xml><?xml version="1.0" encoding="utf-8"?>
<p:tagLst xmlns:p="http://schemas.openxmlformats.org/presentationml/2006/main">
  <p:tag name="KSO_WM_SLIDE_ID" val="custom20202545_9"/>
  <p:tag name="KSO_WM_TEMPLATE_SUBCATEGORY" val="0"/>
  <p:tag name="KSO_WM_TEMPLATE_MASTER_TYPE" val="1"/>
  <p:tag name="KSO_WM_TEMPLATE_COLOR_TYPE" val="1"/>
  <p:tag name="KSO_WM_SLIDE_TYPE" val="text"/>
  <p:tag name="KSO_WM_SLIDE_SUBTYPE" val="pureTxt"/>
  <p:tag name="KSO_WM_SLIDE_ITEM_CNT" val="0"/>
  <p:tag name="KSO_WM_SLIDE_INDEX" val="9"/>
  <p:tag name="KSO_WM_SLIDE_SIZE" val="758*343"/>
  <p:tag name="KSO_WM_SLIDE_POSITION" val="100*98"/>
  <p:tag name="KSO_WM_TAG_VERSION" val="1.0"/>
  <p:tag name="KSO_WM_BEAUTIFY_FLAG" val="#wm#"/>
  <p:tag name="KSO_WM_TEMPLATE_CATEGORY" val="custom"/>
  <p:tag name="KSO_WM_TEMPLATE_INDEX" val="20202545"/>
  <p:tag name="KSO_WM_SLIDE_LAYOUT" val="a_f"/>
  <p:tag name="KSO_WM_SLIDE_LAYOUT_CNT" val="1_1"/>
</p:tagLst>
</file>

<file path=ppt/tags/tag213.xml><?xml version="1.0" encoding="utf-8"?>
<p:tagLst xmlns:p="http://schemas.openxmlformats.org/presentationml/2006/main">
  <p:tag name="KSO_WM_UNIT_SUBTYPE" val="a"/>
  <p:tag name="KSO_WM_UNIT_PRESET_TEXT" val="点击此处添加正文，文字是您思想的提炼，为了演示发布的良好效果，请言简意赅的阐述您的观点。&#13;您的正文已经经简明扼要，字字珠玑，但信息却千丝万缕、错综复杂，需要用更多的文字来表述；但请您尽可能提炼思想的精髓，否则容易造成观者的阅读压力，适得其反。"/>
  <p:tag name="KSO_WM_UNIT_NOCLEAR" val="0"/>
  <p:tag name="KSO_WM_UNIT_VALUE" val="216"/>
  <p:tag name="KSO_WM_UNIT_HIGHLIGHT" val="0"/>
  <p:tag name="KSO_WM_UNIT_COMPATIBLE" val="0"/>
  <p:tag name="KSO_WM_UNIT_DIAGRAM_ISNUMVISUAL" val="0"/>
  <p:tag name="KSO_WM_UNIT_DIAGRAM_ISREFERUNIT" val="0"/>
  <p:tag name="KSO_WM_UNIT_TYPE" val="f"/>
  <p:tag name="KSO_WM_UNIT_INDEX" val="1"/>
  <p:tag name="KSO_WM_UNIT_ID" val="custom20202545_10*f*1"/>
  <p:tag name="KSO_WM_TEMPLATE_CATEGORY" val="custom"/>
  <p:tag name="KSO_WM_TEMPLATE_INDEX" val="20202545"/>
  <p:tag name="KSO_WM_UNIT_LAYERLEVEL" val="1"/>
  <p:tag name="KSO_WM_TAG_VERSION" val="1.0"/>
  <p:tag name="KSO_WM_BEAUTIFY_FLAG" val=""/>
</p:tagLst>
</file>

<file path=ppt/tags/tag214.xml><?xml version="1.0" encoding="utf-8"?>
<p:tagLst xmlns:p="http://schemas.openxmlformats.org/presentationml/2006/main">
  <p:tag name="KSO_WM_SLIDE_ID" val="custom20202545_9"/>
  <p:tag name="KSO_WM_TEMPLATE_SUBCATEGORY" val="0"/>
  <p:tag name="KSO_WM_TEMPLATE_MASTER_TYPE" val="1"/>
  <p:tag name="KSO_WM_TEMPLATE_COLOR_TYPE" val="1"/>
  <p:tag name="KSO_WM_SLIDE_TYPE" val="text"/>
  <p:tag name="KSO_WM_SLIDE_SUBTYPE" val="pureTxt"/>
  <p:tag name="KSO_WM_SLIDE_ITEM_CNT" val="0"/>
  <p:tag name="KSO_WM_SLIDE_INDEX" val="9"/>
  <p:tag name="KSO_WM_SLIDE_SIZE" val="758*343"/>
  <p:tag name="KSO_WM_SLIDE_POSITION" val="100*98"/>
  <p:tag name="KSO_WM_TAG_VERSION" val="1.0"/>
  <p:tag name="KSO_WM_BEAUTIFY_FLAG" val="#wm#"/>
  <p:tag name="KSO_WM_TEMPLATE_CATEGORY" val="custom"/>
  <p:tag name="KSO_WM_TEMPLATE_INDEX" val="20202545"/>
  <p:tag name="KSO_WM_SLIDE_LAYOUT" val="a_f"/>
  <p:tag name="KSO_WM_SLIDE_LAYOUT_CNT" val="1_1"/>
</p:tagLst>
</file>

<file path=ppt/tags/tag215.xml><?xml version="1.0" encoding="utf-8"?>
<p:tagLst xmlns:p="http://schemas.openxmlformats.org/presentationml/2006/main">
  <p:tag name="KSO_WM_UNIT_SUBTYPE" val="a"/>
  <p:tag name="KSO_WM_UNIT_PRESET_TEXT" val="点击此处添加正文，文字是您思想的提炼，为了演示发布的良好效果，请言简意赅的阐述您的观点。&#13;您的正文已经经简明扼要，字字珠玑，但信息却千丝万缕、错综复杂，需要用更多的文字来表述；但请您尽可能提炼思想的精髓，否则容易造成观者的阅读压力，适得其反。"/>
  <p:tag name="KSO_WM_UNIT_NOCLEAR" val="0"/>
  <p:tag name="KSO_WM_UNIT_VALUE" val="216"/>
  <p:tag name="KSO_WM_UNIT_HIGHLIGHT" val="0"/>
  <p:tag name="KSO_WM_UNIT_COMPATIBLE" val="0"/>
  <p:tag name="KSO_WM_UNIT_DIAGRAM_ISNUMVISUAL" val="0"/>
  <p:tag name="KSO_WM_UNIT_DIAGRAM_ISREFERUNIT" val="0"/>
  <p:tag name="KSO_WM_UNIT_TYPE" val="f"/>
  <p:tag name="KSO_WM_UNIT_INDEX" val="1"/>
  <p:tag name="KSO_WM_UNIT_ID" val="custom20202545_10*f*1"/>
  <p:tag name="KSO_WM_TEMPLATE_CATEGORY" val="custom"/>
  <p:tag name="KSO_WM_TEMPLATE_INDEX" val="20202545"/>
  <p:tag name="KSO_WM_UNIT_LAYERLEVEL" val="1"/>
  <p:tag name="KSO_WM_TAG_VERSION" val="1.0"/>
  <p:tag name="KSO_WM_BEAUTIFY_FLAG" val=""/>
</p:tagLst>
</file>

<file path=ppt/tags/tag216.xml><?xml version="1.0" encoding="utf-8"?>
<p:tagLst xmlns:p="http://schemas.openxmlformats.org/presentationml/2006/main">
  <p:tag name="KSO_WM_SLIDE_ID" val="custom20202545_9"/>
  <p:tag name="KSO_WM_TEMPLATE_SUBCATEGORY" val="0"/>
  <p:tag name="KSO_WM_TEMPLATE_MASTER_TYPE" val="1"/>
  <p:tag name="KSO_WM_TEMPLATE_COLOR_TYPE" val="1"/>
  <p:tag name="KSO_WM_SLIDE_TYPE" val="text"/>
  <p:tag name="KSO_WM_SLIDE_SUBTYPE" val="pureTxt"/>
  <p:tag name="KSO_WM_SLIDE_ITEM_CNT" val="0"/>
  <p:tag name="KSO_WM_SLIDE_INDEX" val="9"/>
  <p:tag name="KSO_WM_SLIDE_SIZE" val="758*343"/>
  <p:tag name="KSO_WM_SLIDE_POSITION" val="100*98"/>
  <p:tag name="KSO_WM_TAG_VERSION" val="1.0"/>
  <p:tag name="KSO_WM_BEAUTIFY_FLAG" val="#wm#"/>
  <p:tag name="KSO_WM_TEMPLATE_CATEGORY" val="custom"/>
  <p:tag name="KSO_WM_TEMPLATE_INDEX" val="20202545"/>
  <p:tag name="KSO_WM_SLIDE_LAYOUT" val="a_f"/>
  <p:tag name="KSO_WM_SLIDE_LAYOUT_CNT" val="1_1"/>
</p:tagLst>
</file>

<file path=ppt/tags/tag217.xml><?xml version="1.0" encoding="utf-8"?>
<p:tagLst xmlns:p="http://schemas.openxmlformats.org/presentationml/2006/main">
  <p:tag name="KSO_WM_UNIT_ISCONTENTSTITLE" val="0"/>
  <p:tag name="KSO_WM_UNIT_ISNUMDGMTITLE" val="0"/>
  <p:tag name="KSO_WM_UNIT_PRESET_TEXT" val="单击此处添加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02545_10*a*1"/>
  <p:tag name="KSO_WM_TEMPLATE_CATEGORY" val="custom"/>
  <p:tag name="KSO_WM_TEMPLATE_INDEX" val="20202545"/>
  <p:tag name="KSO_WM_UNIT_LAYERLEVEL" val="1"/>
  <p:tag name="KSO_WM_TAG_VERSION" val="1.0"/>
  <p:tag name="KSO_WM_BEAUTIFY_FLAG" val="#wm#"/>
</p:tagLst>
</file>

<file path=ppt/tags/tag218.xml><?xml version="1.0" encoding="utf-8"?>
<p:tagLst xmlns:p="http://schemas.openxmlformats.org/presentationml/2006/main">
  <p:tag name="KSO_WM_UNIT_SUBTYPE" val="a"/>
  <p:tag name="KSO_WM_UNIT_PRESET_TEXT" val="点击此处添加正文，文字是您思想的提炼，为了演示发布的良好效果，请言简意赅的阐述您的观点。&#13;您的正文已经经简明扼要，字字珠玑，但信息却千丝万缕、错综复杂，需要用更多的文字来表述；但请您尽可能提炼思想的精髓，否则容易造成观者的阅读压力，适得其反。"/>
  <p:tag name="KSO_WM_UNIT_NOCLEAR" val="0"/>
  <p:tag name="KSO_WM_UNIT_VALUE" val="216"/>
  <p:tag name="KSO_WM_UNIT_HIGHLIGHT" val="0"/>
  <p:tag name="KSO_WM_UNIT_COMPATIBLE" val="0"/>
  <p:tag name="KSO_WM_UNIT_DIAGRAM_ISNUMVISUAL" val="0"/>
  <p:tag name="KSO_WM_UNIT_DIAGRAM_ISREFERUNIT" val="0"/>
  <p:tag name="KSO_WM_UNIT_TYPE" val="f"/>
  <p:tag name="KSO_WM_UNIT_INDEX" val="1"/>
  <p:tag name="KSO_WM_UNIT_ID" val="custom20202545_10*f*1"/>
  <p:tag name="KSO_WM_TEMPLATE_CATEGORY" val="custom"/>
  <p:tag name="KSO_WM_TEMPLATE_INDEX" val="20202545"/>
  <p:tag name="KSO_WM_UNIT_LAYERLEVEL" val="1"/>
  <p:tag name="KSO_WM_TAG_VERSION" val="1.0"/>
  <p:tag name="KSO_WM_BEAUTIFY_FLAG" val="#wm#"/>
</p:tagLst>
</file>

<file path=ppt/tags/tag219.xml><?xml version="1.0" encoding="utf-8"?>
<p:tagLst xmlns:p="http://schemas.openxmlformats.org/presentationml/2006/main">
  <p:tag name="KSO_WM_SLIDE_ID" val="custom20202545_10"/>
  <p:tag name="KSO_WM_TEMPLATE_SUBCATEGORY" val="0"/>
  <p:tag name="KSO_WM_TEMPLATE_MASTER_TYPE" val="1"/>
  <p:tag name="KSO_WM_TEMPLATE_COLOR_TYPE" val="1"/>
  <p:tag name="KSO_WM_SLIDE_TYPE" val="text"/>
  <p:tag name="KSO_WM_SLIDE_SUBTYPE" val="picTxt"/>
  <p:tag name="KSO_WM_SLIDE_ITEM_CNT" val="0"/>
  <p:tag name="KSO_WM_SLIDE_INDEX" val="10"/>
  <p:tag name="KSO_WM_SLIDE_SIZE" val="866*400"/>
  <p:tag name="KSO_WM_SLIDE_POSITION" val="45*60"/>
  <p:tag name="KSO_WM_TAG_VERSION" val="1.0"/>
  <p:tag name="KSO_WM_BEAUTIFY_FLAG" val="#wm#"/>
  <p:tag name="KSO_WM_TEMPLATE_CATEGORY" val="custom"/>
  <p:tag name="KSO_WM_TEMPLATE_INDEX" val="20202545"/>
  <p:tag name="KSO_WM_SLIDE_LAYOUT" val="a_d_f"/>
  <p:tag name="KSO_WM_SLIDE_LAYOUT_CNT" val="1_1_1"/>
</p:tagLst>
</file>

<file path=ppt/tags/tag220.xml><?xml version="1.0" encoding="utf-8"?>
<p:tagLst xmlns:p="http://schemas.openxmlformats.org/presentationml/2006/main">
  <p:tag name="KSO_WM_UNIT_SUBTYPE" val="a"/>
  <p:tag name="KSO_WM_UNIT_PRESET_TEXT" val="点击此处添加正文，文字是您思想的提炼，为了演示发布的良好效果，请言简意赅的阐述您的观点。&#13;您的正文已经经简明扼要，字字珠玑，但信息却千丝万缕、错综复杂，需要用更多的文字来表述；但请您尽可能提炼思想的精髓，否则容易造成观者的阅读压力，适得其反。"/>
  <p:tag name="KSO_WM_UNIT_NOCLEAR" val="0"/>
  <p:tag name="KSO_WM_UNIT_VALUE" val="216"/>
  <p:tag name="KSO_WM_UNIT_HIGHLIGHT" val="0"/>
  <p:tag name="KSO_WM_UNIT_COMPATIBLE" val="0"/>
  <p:tag name="KSO_WM_UNIT_DIAGRAM_ISNUMVISUAL" val="0"/>
  <p:tag name="KSO_WM_UNIT_DIAGRAM_ISREFERUNIT" val="0"/>
  <p:tag name="KSO_WM_UNIT_TYPE" val="f"/>
  <p:tag name="KSO_WM_UNIT_INDEX" val="1"/>
  <p:tag name="KSO_WM_UNIT_ID" val="custom20202545_10*f*1"/>
  <p:tag name="KSO_WM_TEMPLATE_CATEGORY" val="custom"/>
  <p:tag name="KSO_WM_TEMPLATE_INDEX" val="20202545"/>
  <p:tag name="KSO_WM_UNIT_LAYERLEVEL" val="1"/>
  <p:tag name="KSO_WM_TAG_VERSION" val="1.0"/>
  <p:tag name="KSO_WM_BEAUTIFY_FLAG" val=""/>
</p:tagLst>
</file>

<file path=ppt/tags/tag221.xml><?xml version="1.0" encoding="utf-8"?>
<p:tagLst xmlns:p="http://schemas.openxmlformats.org/presentationml/2006/main">
  <p:tag name="KSO_WM_SLIDE_ID" val="custom20202545_9"/>
  <p:tag name="KSO_WM_TEMPLATE_SUBCATEGORY" val="0"/>
  <p:tag name="KSO_WM_TEMPLATE_MASTER_TYPE" val="1"/>
  <p:tag name="KSO_WM_TEMPLATE_COLOR_TYPE" val="1"/>
  <p:tag name="KSO_WM_SLIDE_TYPE" val="text"/>
  <p:tag name="KSO_WM_SLIDE_SUBTYPE" val="pureTxt"/>
  <p:tag name="KSO_WM_SLIDE_ITEM_CNT" val="0"/>
  <p:tag name="KSO_WM_SLIDE_INDEX" val="9"/>
  <p:tag name="KSO_WM_SLIDE_SIZE" val="758*343"/>
  <p:tag name="KSO_WM_SLIDE_POSITION" val="100*98"/>
  <p:tag name="KSO_WM_TAG_VERSION" val="1.0"/>
  <p:tag name="KSO_WM_BEAUTIFY_FLAG" val="#wm#"/>
  <p:tag name="KSO_WM_TEMPLATE_CATEGORY" val="custom"/>
  <p:tag name="KSO_WM_TEMPLATE_INDEX" val="20202545"/>
  <p:tag name="KSO_WM_SLIDE_LAYOUT" val="a_f"/>
  <p:tag name="KSO_WM_SLIDE_LAYOUT_CNT" val="1_1"/>
</p:tagLst>
</file>

<file path=ppt/tags/tag222.xml><?xml version="1.0" encoding="utf-8"?>
<p:tagLst xmlns:p="http://schemas.openxmlformats.org/presentationml/2006/main">
  <p:tag name="KSO_WM_UNIT_SUBTYPE" val="a"/>
  <p:tag name="KSO_WM_UNIT_PRESET_TEXT" val="点击此处添加正文，文字是您思想的提炼，为了演示发布的良好效果，请言简意赅的阐述您的观点。&#13;您的正文已经经简明扼要，字字珠玑，但信息却千丝万缕、错综复杂，需要用更多的文字来表述；但请您尽可能提炼思想的精髓，否则容易造成观者的阅读压力，适得其反。"/>
  <p:tag name="KSO_WM_UNIT_NOCLEAR" val="0"/>
  <p:tag name="KSO_WM_UNIT_VALUE" val="216"/>
  <p:tag name="KSO_WM_UNIT_HIGHLIGHT" val="0"/>
  <p:tag name="KSO_WM_UNIT_COMPATIBLE" val="0"/>
  <p:tag name="KSO_WM_UNIT_DIAGRAM_ISNUMVISUAL" val="0"/>
  <p:tag name="KSO_WM_UNIT_DIAGRAM_ISREFERUNIT" val="0"/>
  <p:tag name="KSO_WM_UNIT_TYPE" val="f"/>
  <p:tag name="KSO_WM_UNIT_INDEX" val="1"/>
  <p:tag name="KSO_WM_UNIT_ID" val="custom20202545_10*f*1"/>
  <p:tag name="KSO_WM_TEMPLATE_CATEGORY" val="custom"/>
  <p:tag name="KSO_WM_TEMPLATE_INDEX" val="20202545"/>
  <p:tag name="KSO_WM_UNIT_LAYERLEVEL" val="1"/>
  <p:tag name="KSO_WM_TAG_VERSION" val="1.0"/>
  <p:tag name="KSO_WM_BEAUTIFY_FLAG" val=""/>
</p:tagLst>
</file>

<file path=ppt/tags/tag223.xml><?xml version="1.0" encoding="utf-8"?>
<p:tagLst xmlns:p="http://schemas.openxmlformats.org/presentationml/2006/main">
  <p:tag name="KSO_WM_SLIDE_ID" val="custom20202545_9"/>
  <p:tag name="KSO_WM_TEMPLATE_SUBCATEGORY" val="0"/>
  <p:tag name="KSO_WM_TEMPLATE_MASTER_TYPE" val="1"/>
  <p:tag name="KSO_WM_TEMPLATE_COLOR_TYPE" val="1"/>
  <p:tag name="KSO_WM_SLIDE_TYPE" val="text"/>
  <p:tag name="KSO_WM_SLIDE_SUBTYPE" val="pureTxt"/>
  <p:tag name="KSO_WM_SLIDE_ITEM_CNT" val="0"/>
  <p:tag name="KSO_WM_SLIDE_INDEX" val="9"/>
  <p:tag name="KSO_WM_SLIDE_SIZE" val="758*343"/>
  <p:tag name="KSO_WM_SLIDE_POSITION" val="100*98"/>
  <p:tag name="KSO_WM_TAG_VERSION" val="1.0"/>
  <p:tag name="KSO_WM_BEAUTIFY_FLAG" val="#wm#"/>
  <p:tag name="KSO_WM_TEMPLATE_CATEGORY" val="custom"/>
  <p:tag name="KSO_WM_TEMPLATE_INDEX" val="20202545"/>
  <p:tag name="KSO_WM_SLIDE_LAYOUT" val="a_f"/>
  <p:tag name="KSO_WM_SLIDE_LAYOUT_CNT" val="1_1"/>
</p:tagLst>
</file>

<file path=ppt/tags/tag224.xml><?xml version="1.0" encoding="utf-8"?>
<p:tagLst xmlns:p="http://schemas.openxmlformats.org/presentationml/2006/main">
  <p:tag name="KSO_WM_SLIDE_ID" val="custom20202545_9"/>
  <p:tag name="KSO_WM_TEMPLATE_SUBCATEGORY" val="0"/>
  <p:tag name="KSO_WM_TEMPLATE_MASTER_TYPE" val="1"/>
  <p:tag name="KSO_WM_TEMPLATE_COLOR_TYPE" val="1"/>
  <p:tag name="KSO_WM_SLIDE_TYPE" val="text"/>
  <p:tag name="KSO_WM_SLIDE_SUBTYPE" val="pureTxt"/>
  <p:tag name="KSO_WM_SLIDE_ITEM_CNT" val="0"/>
  <p:tag name="KSO_WM_SLIDE_INDEX" val="9"/>
  <p:tag name="KSO_WM_SLIDE_SIZE" val="758*343"/>
  <p:tag name="KSO_WM_SLIDE_POSITION" val="100*98"/>
  <p:tag name="KSO_WM_TAG_VERSION" val="1.0"/>
  <p:tag name="KSO_WM_BEAUTIFY_FLAG" val="#wm#"/>
  <p:tag name="KSO_WM_TEMPLATE_CATEGORY" val="custom"/>
  <p:tag name="KSO_WM_TEMPLATE_INDEX" val="20202545"/>
  <p:tag name="KSO_WM_SLIDE_LAYOUT" val="a_f"/>
  <p:tag name="KSO_WM_SLIDE_LAYOUT_CNT" val="1_1"/>
</p:tagLst>
</file>

<file path=ppt/tags/tag225.xml><?xml version="1.0" encoding="utf-8"?>
<p:tagLst xmlns:p="http://schemas.openxmlformats.org/presentationml/2006/main">
  <p:tag name="KSO_WM_UNIT_SUBTYPE" val="a"/>
  <p:tag name="KSO_WM_UNIT_PRESET_TEXT" val="点击此处添加正文，文字是您思想的提炼，为了演示发布的良好效果，请言简意赅的阐述您的观点。&#13;您的正文已经经简明扼要，字字珠玑，但信息却千丝万缕、错综复杂，需要用更多的文字来表述；但请您尽可能提炼思想的精髓，否则容易造成观者的阅读压力，适得其反。"/>
  <p:tag name="KSO_WM_UNIT_NOCLEAR" val="0"/>
  <p:tag name="KSO_WM_UNIT_VALUE" val="216"/>
  <p:tag name="KSO_WM_UNIT_HIGHLIGHT" val="0"/>
  <p:tag name="KSO_WM_UNIT_COMPATIBLE" val="0"/>
  <p:tag name="KSO_WM_UNIT_DIAGRAM_ISNUMVISUAL" val="0"/>
  <p:tag name="KSO_WM_UNIT_DIAGRAM_ISREFERUNIT" val="0"/>
  <p:tag name="KSO_WM_UNIT_TYPE" val="f"/>
  <p:tag name="KSO_WM_UNIT_INDEX" val="1"/>
  <p:tag name="KSO_WM_UNIT_ID" val="custom20202545_10*f*1"/>
  <p:tag name="KSO_WM_TEMPLATE_CATEGORY" val="custom"/>
  <p:tag name="KSO_WM_TEMPLATE_INDEX" val="20202545"/>
  <p:tag name="KSO_WM_UNIT_LAYERLEVEL" val="1"/>
  <p:tag name="KSO_WM_TAG_VERSION" val="1.0"/>
  <p:tag name="KSO_WM_BEAUTIFY_FLAG" val=""/>
</p:tagLst>
</file>

<file path=ppt/tags/tag226.xml><?xml version="1.0" encoding="utf-8"?>
<p:tagLst xmlns:p="http://schemas.openxmlformats.org/presentationml/2006/main">
  <p:tag name="KSO_WM_SLIDE_ID" val="custom20202545_9"/>
  <p:tag name="KSO_WM_TEMPLATE_SUBCATEGORY" val="0"/>
  <p:tag name="KSO_WM_TEMPLATE_MASTER_TYPE" val="1"/>
  <p:tag name="KSO_WM_TEMPLATE_COLOR_TYPE" val="1"/>
  <p:tag name="KSO_WM_SLIDE_TYPE" val="text"/>
  <p:tag name="KSO_WM_SLIDE_SUBTYPE" val="pureTxt"/>
  <p:tag name="KSO_WM_SLIDE_ITEM_CNT" val="0"/>
  <p:tag name="KSO_WM_SLIDE_INDEX" val="9"/>
  <p:tag name="KSO_WM_SLIDE_SIZE" val="758*343"/>
  <p:tag name="KSO_WM_SLIDE_POSITION" val="100*98"/>
  <p:tag name="KSO_WM_TAG_VERSION" val="1.0"/>
  <p:tag name="KSO_WM_BEAUTIFY_FLAG" val="#wm#"/>
  <p:tag name="KSO_WM_TEMPLATE_CATEGORY" val="custom"/>
  <p:tag name="KSO_WM_TEMPLATE_INDEX" val="20202545"/>
  <p:tag name="KSO_WM_SLIDE_LAYOUT" val="a_f"/>
  <p:tag name="KSO_WM_SLIDE_LAYOUT_CNT" val="1_1"/>
</p:tagLst>
</file>

<file path=ppt/tags/tag227.xml><?xml version="1.0" encoding="utf-8"?>
<p:tagLst xmlns:p="http://schemas.openxmlformats.org/presentationml/2006/main">
  <p:tag name="KSO_WM_UNIT_ISCONTENTSTITLE" val="0"/>
  <p:tag name="KSO_WM_UNIT_ISNUMDGMTITLE" val="0"/>
  <p:tag name="KSO_WM_UNIT_PRESET_TEXT" val="单击此处添加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02545_10*a*1"/>
  <p:tag name="KSO_WM_TEMPLATE_CATEGORY" val="custom"/>
  <p:tag name="KSO_WM_TEMPLATE_INDEX" val="20202545"/>
  <p:tag name="KSO_WM_UNIT_LAYERLEVEL" val="1"/>
  <p:tag name="KSO_WM_TAG_VERSION" val="1.0"/>
  <p:tag name="KSO_WM_BEAUTIFY_FLAG" val="#wm#"/>
</p:tagLst>
</file>

<file path=ppt/tags/tag228.xml><?xml version="1.0" encoding="utf-8"?>
<p:tagLst xmlns:p="http://schemas.openxmlformats.org/presentationml/2006/main">
  <p:tag name="KSO_WM_UNIT_SUBTYPE" val="a"/>
  <p:tag name="KSO_WM_UNIT_PRESET_TEXT" val="点击此处添加正文，文字是您思想的提炼，为了演示发布的良好效果，请言简意赅的阐述您的观点。&#13;您的正文已经经简明扼要，字字珠玑，但信息却千丝万缕、错综复杂，需要用更多的文字来表述；但请您尽可能提炼思想的精髓，否则容易造成观者的阅读压力，适得其反。"/>
  <p:tag name="KSO_WM_UNIT_NOCLEAR" val="0"/>
  <p:tag name="KSO_WM_UNIT_VALUE" val="216"/>
  <p:tag name="KSO_WM_UNIT_HIGHLIGHT" val="0"/>
  <p:tag name="KSO_WM_UNIT_COMPATIBLE" val="0"/>
  <p:tag name="KSO_WM_UNIT_DIAGRAM_ISNUMVISUAL" val="0"/>
  <p:tag name="KSO_WM_UNIT_DIAGRAM_ISREFERUNIT" val="0"/>
  <p:tag name="KSO_WM_UNIT_TYPE" val="f"/>
  <p:tag name="KSO_WM_UNIT_INDEX" val="1"/>
  <p:tag name="KSO_WM_UNIT_ID" val="custom20202545_10*f*1"/>
  <p:tag name="KSO_WM_TEMPLATE_CATEGORY" val="custom"/>
  <p:tag name="KSO_WM_TEMPLATE_INDEX" val="20202545"/>
  <p:tag name="KSO_WM_UNIT_LAYERLEVEL" val="1"/>
  <p:tag name="KSO_WM_TAG_VERSION" val="1.0"/>
  <p:tag name="KSO_WM_BEAUTIFY_FLAG" val="#wm#"/>
</p:tagLst>
</file>

<file path=ppt/tags/tag229.xml><?xml version="1.0" encoding="utf-8"?>
<p:tagLst xmlns:p="http://schemas.openxmlformats.org/presentationml/2006/main">
  <p:tag name="KSO_WM_SLIDE_ID" val="custom20202545_10"/>
  <p:tag name="KSO_WM_TEMPLATE_SUBCATEGORY" val="0"/>
  <p:tag name="KSO_WM_TEMPLATE_MASTER_TYPE" val="1"/>
  <p:tag name="KSO_WM_TEMPLATE_COLOR_TYPE" val="1"/>
  <p:tag name="KSO_WM_SLIDE_TYPE" val="text"/>
  <p:tag name="KSO_WM_SLIDE_SUBTYPE" val="picTxt"/>
  <p:tag name="KSO_WM_SLIDE_ITEM_CNT" val="0"/>
  <p:tag name="KSO_WM_SLIDE_INDEX" val="10"/>
  <p:tag name="KSO_WM_SLIDE_SIZE" val="866*400"/>
  <p:tag name="KSO_WM_SLIDE_POSITION" val="45*60"/>
  <p:tag name="KSO_WM_TAG_VERSION" val="1.0"/>
  <p:tag name="KSO_WM_BEAUTIFY_FLAG" val="#wm#"/>
  <p:tag name="KSO_WM_TEMPLATE_CATEGORY" val="custom"/>
  <p:tag name="KSO_WM_TEMPLATE_INDEX" val="20202545"/>
  <p:tag name="KSO_WM_SLIDE_LAYOUT" val="a_d_f"/>
  <p:tag name="KSO_WM_SLIDE_LAYOUT_CNT" val="1_1_1"/>
</p:tagLst>
</file>

<file path=ppt/tags/tag230.xml><?xml version="1.0" encoding="utf-8"?>
<p:tagLst xmlns:p="http://schemas.openxmlformats.org/presentationml/2006/main">
  <p:tag name="KSO_WM_UNIT_ISCONTENTSTITLE" val="0"/>
  <p:tag name="KSO_WM_UNIT_ISNUMDGMTITLE" val="0"/>
  <p:tag name="KSO_WM_UNIT_NOCLEAR" val="1"/>
  <p:tag name="KSO_WM_UNIT_HIGHLIGHT" val="0"/>
  <p:tag name="KSO_WM_UNIT_COMPATIBLE" val="0"/>
  <p:tag name="KSO_WM_UNIT_DIAGRAM_ISNUMVISUAL" val="0"/>
  <p:tag name="KSO_WM_UNIT_DIAGRAM_ISREFERUNIT" val="0"/>
  <p:tag name="KSO_WM_UNIT_TYPE" val="a"/>
  <p:tag name="KSO_WM_UNIT_INDEX" val="1"/>
  <p:tag name="KSO_WM_UNIT_ID" val="custom20202545_15*a*1"/>
  <p:tag name="KSO_WM_TEMPLATE_CATEGORY" val="custom"/>
  <p:tag name="KSO_WM_TEMPLATE_INDEX" val="20202545"/>
  <p:tag name="KSO_WM_UNIT_LAYERLEVEL" val="1"/>
  <p:tag name="KSO_WM_TAG_VERSION" val="1.0"/>
  <p:tag name="KSO_WM_BEAUTIFY_FLAG" val="#wm#"/>
  <p:tag name="KSO_WM_UNIT_PRESET_TEXT" val="THANKS"/>
</p:tagLst>
</file>

<file path=ppt/tags/tag231.xml><?xml version="1.0" encoding="utf-8"?>
<p:tagLst xmlns:p="http://schemas.openxmlformats.org/presentationml/2006/main">
  <p:tag name="KSO_WM_SLIDE_ID" val="custom20202545_15"/>
  <p:tag name="KSO_WM_TEMPLATE_SUBCATEGORY" val="0"/>
  <p:tag name="KSO_WM_TEMPLATE_MASTER_TYPE" val="1"/>
  <p:tag name="KSO_WM_TEMPLATE_COLOR_TYPE" val="1"/>
  <p:tag name="KSO_WM_SLIDE_TYPE" val="endPage"/>
  <p:tag name="KSO_WM_SLIDE_SUBTYPE" val="pureTxt"/>
  <p:tag name="KSO_WM_SLIDE_ITEM_CNT" val="0"/>
  <p:tag name="KSO_WM_SLIDE_INDEX" val="15"/>
  <p:tag name="KSO_WM_TAG_VERSION" val="1.0"/>
  <p:tag name="KSO_WM_BEAUTIFY_FLAG" val="#wm#"/>
  <p:tag name="KSO_WM_TEMPLATE_CATEGORY" val="custom"/>
  <p:tag name="KSO_WM_TEMPLATE_INDEX" val="20202545"/>
  <p:tag name="KSO_WM_SLIDE_LAYOUT" val="a"/>
  <p:tag name="KSO_WM_SLIDE_LAYOUT_CNT" val="1"/>
</p:tagLst>
</file>

<file path=ppt/tags/tag232.xml><?xml version="1.0" encoding="utf-8"?>
<p:tagLst xmlns:p="http://schemas.openxmlformats.org/presentationml/2006/main">
  <p:tag name="commondata" val="eyJoZGlkIjoiZjAxMDMxNTc0NmE5YzRlNTQ4ZmI5MzlkYzI5NmM5MGYifQ=="/>
</p:tagLst>
</file>

<file path=ppt/theme/theme1.xml><?xml version="1.0" encoding="utf-8"?>
<a:theme xmlns:a="http://schemas.openxmlformats.org/drawingml/2006/main" name="2_Office 主题​​">
  <a:themeElements>
    <a:clrScheme name="">
      <a:dk1>
        <a:srgbClr val="000000"/>
      </a:dk1>
      <a:lt1>
        <a:srgbClr val="FFFFFF"/>
      </a:lt1>
      <a:dk2>
        <a:srgbClr val="333333"/>
      </a:dk2>
      <a:lt2>
        <a:srgbClr val="FFFFFF"/>
      </a:lt2>
      <a:accent1>
        <a:srgbClr val="5C8FC7"/>
      </a:accent1>
      <a:accent2>
        <a:srgbClr val="6E82BA"/>
      </a:accent2>
      <a:accent3>
        <a:srgbClr val="8376B0"/>
      </a:accent3>
      <a:accent4>
        <a:srgbClr val="9868A3"/>
      </a:accent4>
      <a:accent5>
        <a:srgbClr val="AE5B97"/>
      </a:accent5>
      <a:accent6>
        <a:srgbClr val="C44B8A"/>
      </a:accent6>
      <a:hlink>
        <a:srgbClr val="658BD5"/>
      </a:hlink>
      <a:folHlink>
        <a:srgbClr val="9F69A3"/>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solidFill>
          <a:schemeClr val="accent4"/>
        </a:solidFill>
      </a:spPr>
      <a:bodyPr wrap="square" rtlCol="0">
        <a:noAutofit/>
      </a:bodyPr>
      <a:lstStyle>
        <a:defPPr>
          <a:lnSpc>
            <a:spcPct val="100000"/>
          </a:lnSpc>
          <a:defRPr lang="zh-CN" altLang="en-US" sz="1400" b="1">
            <a:solidFill>
              <a:schemeClr val="bg2"/>
            </a:solidFill>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3287</Words>
  <Application>WPS 演示</Application>
  <PresentationFormat>宽屏</PresentationFormat>
  <Paragraphs>226</Paragraphs>
  <Slides>22</Slides>
  <Notes>4</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22</vt:i4>
      </vt:variant>
    </vt:vector>
  </HeadingPairs>
  <TitlesOfParts>
    <vt:vector size="35" baseType="lpstr">
      <vt:lpstr>Arial</vt:lpstr>
      <vt:lpstr>宋体</vt:lpstr>
      <vt:lpstr>Wingdings</vt:lpstr>
      <vt:lpstr>微软雅黑</vt:lpstr>
      <vt:lpstr>汉仪旗黑-85S</vt:lpstr>
      <vt:lpstr>黑体</vt:lpstr>
      <vt:lpstr>Viner Hand ITC</vt:lpstr>
      <vt:lpstr>华光彩云_CNKI</vt:lpstr>
      <vt:lpstr>Bodoni MT Black</vt:lpstr>
      <vt:lpstr>Segoe Print</vt:lpstr>
      <vt:lpstr>Arial Unicode MS</vt:lpstr>
      <vt:lpstr>Calibri</vt:lpstr>
      <vt:lpstr>2_Office 主题​​</vt:lpstr>
      <vt:lpstr>软件工程导论（第6版）</vt:lpstr>
      <vt:lpstr>第3章  需求分析</vt:lpstr>
      <vt:lpstr>PowerPoint 演示文稿</vt:lpstr>
      <vt:lpstr>需 求 分 析</vt:lpstr>
      <vt:lpstr>需求分析的任务</vt:lpstr>
      <vt:lpstr>需求获取的方法</vt:lpstr>
      <vt:lpstr>PowerPoint 演示文稿</vt:lpstr>
      <vt:lpstr>PowerPoint 演示文稿</vt:lpstr>
      <vt:lpstr>PowerPoint 演示文稿</vt:lpstr>
      <vt:lpstr>分析建模与规格说明</vt:lpstr>
      <vt:lpstr>PowerPoint 演示文稿</vt:lpstr>
      <vt:lpstr>PowerPoint 演示文稿</vt:lpstr>
      <vt:lpstr>PowerPoint 演示文稿</vt:lpstr>
      <vt:lpstr>PowerPoint 演示文稿</vt:lpstr>
      <vt:lpstr>需求验证</vt:lpstr>
      <vt:lpstr>实例分析（系统说明 —需求规格说明）</vt:lpstr>
      <vt:lpstr>PowerPoint 演示文稿</vt:lpstr>
      <vt:lpstr>PowerPoint 演示文稿</vt:lpstr>
      <vt:lpstr>PowerPoint 演示文稿</vt:lpstr>
      <vt:lpstr>PowerPoint 演示文稿</vt:lpstr>
      <vt:lpstr>PowerPoint 演示文稿</vt:lpstr>
      <vt:lpstr>THANKS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邵kun</cp:lastModifiedBy>
  <cp:revision>237</cp:revision>
  <dcterms:created xsi:type="dcterms:W3CDTF">2019-06-19T02:08:00Z</dcterms:created>
  <dcterms:modified xsi:type="dcterms:W3CDTF">2026-04-04T07:26:14Z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2052-12.1.0.25835</vt:lpwstr>
  </property>
  <property fmtid="{D5CDD505-2E9C-101B-9397-08002B2CF9AE}" pid="3" name="ICV">
    <vt:lpwstr>6EA419E171DE4A7998A3C27ED7EC4115_13</vt:lpwstr>
  </property>
</Properties>
</file>