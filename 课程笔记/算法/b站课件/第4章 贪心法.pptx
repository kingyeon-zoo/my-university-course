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tags/tag165.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7" r:id="rId3"/>
    <p:sldId id="260" r:id="rId4"/>
    <p:sldId id="258" r:id="rId5"/>
    <p:sldId id="259" r:id="rId6"/>
    <p:sldId id="261" r:id="rId7"/>
    <p:sldId id="262" r:id="rId8"/>
    <p:sldId id="265" r:id="rId9"/>
    <p:sldId id="266" r:id="rId11"/>
    <p:sldId id="267" r:id="rId12"/>
    <p:sldId id="268" r:id="rId13"/>
    <p:sldId id="274" r:id="rId14"/>
    <p:sldId id="269" r:id="rId15"/>
    <p:sldId id="272" r:id="rId16"/>
    <p:sldId id="275" r:id="rId17"/>
    <p:sldId id="276" r:id="rId18"/>
    <p:sldId id="277" r:id="rId19"/>
    <p:sldId id="278" r:id="rId20"/>
    <p:sldId id="279" r:id="rId21"/>
    <p:sldId id="281" r:id="rId22"/>
    <p:sldId id="282" r:id="rId23"/>
    <p:sldId id="283" r:id="rId24"/>
    <p:sldId id="286" r:id="rId25"/>
    <p:sldId id="285" r:id="rId26"/>
    <p:sldId id="287" r:id="rId27"/>
    <p:sldId id="288" r:id="rId28"/>
    <p:sldId id="290" r:id="rId29"/>
    <p:sldId id="291" r:id="rId30"/>
    <p:sldId id="293" r:id="rId31"/>
    <p:sldId id="292" r:id="rId32"/>
    <p:sldId id="294" r:id="rId33"/>
    <p:sldId id="296" r:id="rId34"/>
    <p:sldId id="298" r:id="rId35"/>
    <p:sldId id="297"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2" r:id="rId49"/>
    <p:sldId id="324" r:id="rId50"/>
    <p:sldId id="322" r:id="rId51"/>
    <p:sldId id="313" r:id="rId52"/>
    <p:sldId id="314" r:id="rId53"/>
    <p:sldId id="315" r:id="rId54"/>
    <p:sldId id="316" r:id="rId55"/>
    <p:sldId id="317" r:id="rId56"/>
    <p:sldId id="318" r:id="rId57"/>
    <p:sldId id="321" r:id="rId58"/>
    <p:sldId id="311" r:id="rId59"/>
    <p:sldId id="326" r:id="rId60"/>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B509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4" Type="http://schemas.openxmlformats.org/officeDocument/2006/relationships/tags" Target="tags/tag1762.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课程式模板">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9"/>
          <p:cNvSpPr>
            <a:spLocks noGrp="1"/>
          </p:cNvSpPr>
          <p:nvPr>
            <p:ph type="dt" sz="half" idx="10"/>
          </p:nvPr>
        </p:nvSpPr>
        <p:spPr/>
        <p:txBody>
          <a:bodyPr/>
          <a:lstStyle/>
          <a:p>
            <a:fld id="{06F8D580-8F43-4817-B1AD-1B4214562072}" type="datetime1">
              <a:rPr lang="zh-CN" altLang="en-US" smtClean="0"/>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2" name="灯片编号占位符 11"/>
          <p:cNvSpPr>
            <a:spLocks noGrp="1"/>
          </p:cNvSpPr>
          <p:nvPr>
            <p:ph type="sldNum" sz="quarter" idx="12"/>
          </p:nvPr>
        </p:nvSpPr>
        <p:spPr>
          <a:xfrm>
            <a:off x="11353800" y="6356350"/>
            <a:ext cx="639617" cy="365125"/>
          </a:xfrm>
        </p:spPr>
        <p:txBody>
          <a:bodyPr/>
          <a:lstStyle>
            <a:lvl1pPr>
              <a:defRPr sz="2400" b="1">
                <a:solidFill>
                  <a:schemeClr val="bg1"/>
                </a:solidFill>
                <a:latin typeface="+mn-ea"/>
                <a:ea typeface="+mn-ea"/>
              </a:defRPr>
            </a:lvl1pPr>
          </a:lstStyle>
          <a:p>
            <a:fld id="{565CE74E-AB26-4998-AD42-012C4C1AD076}" type="slidenum">
              <a:rPr lang="zh-CN" altLang="en-US" smtClean="0"/>
            </a:fld>
            <a:endParaRPr lang="zh-CN" altLang="en-US" dirty="0"/>
          </a:p>
        </p:txBody>
      </p:sp>
      <p:sp>
        <p:nvSpPr>
          <p:cNvPr id="13" name="矩形 12"/>
          <p:cNvSpPr/>
          <p:nvPr userDrawn="1"/>
        </p:nvSpPr>
        <p:spPr>
          <a:xfrm>
            <a:off x="11536218" y="6356350"/>
            <a:ext cx="540327" cy="365125"/>
          </a:xfrm>
          <a:prstGeom prst="rect">
            <a:avLst/>
          </a:prstGeom>
          <a:solidFill>
            <a:schemeClr val="accent3"/>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箭头: 五边形 3"/>
          <p:cNvSpPr/>
          <p:nvPr userDrawn="1"/>
        </p:nvSpPr>
        <p:spPr>
          <a:xfrm>
            <a:off x="0" y="0"/>
            <a:ext cx="5384800" cy="794328"/>
          </a:xfrm>
          <a:prstGeom prst="homePlat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5" name="文本框 4"/>
          <p:cNvSpPr txBox="1"/>
          <p:nvPr userDrawn="1"/>
        </p:nvSpPr>
        <p:spPr>
          <a:xfrm>
            <a:off x="11231245" y="0"/>
            <a:ext cx="960755" cy="368300"/>
          </a:xfrm>
          <a:prstGeom prst="rect">
            <a:avLst/>
          </a:prstGeom>
          <a:noFill/>
        </p:spPr>
        <p:txBody>
          <a:bodyPr wrap="square" rtlCol="0">
            <a:spAutoFit/>
          </a:bodyPr>
          <a:p>
            <a:r>
              <a:rPr lang="zh-CN" altLang="en-US" b="1"/>
              <a:t>笛霸格</a:t>
            </a:r>
            <a:endParaRPr lang="zh-CN" altLang="en-US" b="1"/>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slideLayout" Target="../slideLayouts/slideLayout12.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0" Type="http://schemas.openxmlformats.org/officeDocument/2006/relationships/notesSlide" Target="../notesSlides/notesSlide4.xml"/><Relationship Id="rId1" Type="http://schemas.openxmlformats.org/officeDocument/2006/relationships/tags" Target="../tags/tag4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55.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vmlDrawing" Target="../drawings/vmlDrawing1.vml"/><Relationship Id="rId7" Type="http://schemas.openxmlformats.org/officeDocument/2006/relationships/slideLayout" Target="../slideLayouts/slideLayout1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tags" Target="../tags/tag57.xml"/><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tags" Target="../tags/tag5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18.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0" Type="http://schemas.openxmlformats.org/officeDocument/2006/relationships/slideLayout" Target="../slideLayouts/slideLayout12.xml"/><Relationship Id="rId1" Type="http://schemas.openxmlformats.org/officeDocument/2006/relationships/tags" Target="../tags/tag74.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9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27.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3" Type="http://schemas.openxmlformats.org/officeDocument/2006/relationships/slideLayout" Target="../slideLayouts/slideLayout12.xml"/><Relationship Id="rId52" Type="http://schemas.openxmlformats.org/officeDocument/2006/relationships/tags" Target="../tags/tag163.xml"/><Relationship Id="rId51" Type="http://schemas.openxmlformats.org/officeDocument/2006/relationships/tags" Target="../tags/tag162.xml"/><Relationship Id="rId50" Type="http://schemas.openxmlformats.org/officeDocument/2006/relationships/tags" Target="../tags/tag161.xml"/><Relationship Id="rId5" Type="http://schemas.openxmlformats.org/officeDocument/2006/relationships/tags" Target="../tags/tag116.xml"/><Relationship Id="rId49" Type="http://schemas.openxmlformats.org/officeDocument/2006/relationships/tags" Target="../tags/tag160.xml"/><Relationship Id="rId48" Type="http://schemas.openxmlformats.org/officeDocument/2006/relationships/tags" Target="../tags/tag159.xml"/><Relationship Id="rId47" Type="http://schemas.openxmlformats.org/officeDocument/2006/relationships/tags" Target="../tags/tag158.xml"/><Relationship Id="rId46" Type="http://schemas.openxmlformats.org/officeDocument/2006/relationships/tags" Target="../tags/tag157.xml"/><Relationship Id="rId45" Type="http://schemas.openxmlformats.org/officeDocument/2006/relationships/tags" Target="../tags/tag156.xml"/><Relationship Id="rId44" Type="http://schemas.openxmlformats.org/officeDocument/2006/relationships/tags" Target="../tags/tag155.xml"/><Relationship Id="rId43" Type="http://schemas.openxmlformats.org/officeDocument/2006/relationships/tags" Target="../tags/tag154.xml"/><Relationship Id="rId42" Type="http://schemas.openxmlformats.org/officeDocument/2006/relationships/tags" Target="../tags/tag153.xml"/><Relationship Id="rId41" Type="http://schemas.openxmlformats.org/officeDocument/2006/relationships/tags" Target="../tags/tag152.xml"/><Relationship Id="rId40" Type="http://schemas.openxmlformats.org/officeDocument/2006/relationships/tags" Target="../tags/tag151.xml"/><Relationship Id="rId4" Type="http://schemas.openxmlformats.org/officeDocument/2006/relationships/tags" Target="../tags/tag115.xml"/><Relationship Id="rId39" Type="http://schemas.openxmlformats.org/officeDocument/2006/relationships/tags" Target="../tags/tag150.xml"/><Relationship Id="rId38" Type="http://schemas.openxmlformats.org/officeDocument/2006/relationships/tags" Target="../tags/tag149.xml"/><Relationship Id="rId37" Type="http://schemas.openxmlformats.org/officeDocument/2006/relationships/tags" Target="../tags/tag148.xml"/><Relationship Id="rId36" Type="http://schemas.openxmlformats.org/officeDocument/2006/relationships/tags" Target="../tags/tag147.xml"/><Relationship Id="rId35" Type="http://schemas.openxmlformats.org/officeDocument/2006/relationships/tags" Target="../tags/tag146.xml"/><Relationship Id="rId34" Type="http://schemas.openxmlformats.org/officeDocument/2006/relationships/tags" Target="../tags/tag145.xml"/><Relationship Id="rId33" Type="http://schemas.openxmlformats.org/officeDocument/2006/relationships/tags" Target="../tags/tag144.xml"/><Relationship Id="rId32" Type="http://schemas.openxmlformats.org/officeDocument/2006/relationships/tags" Target="../tags/tag143.xml"/><Relationship Id="rId31" Type="http://schemas.openxmlformats.org/officeDocument/2006/relationships/tags" Target="../tags/tag142.xml"/><Relationship Id="rId30" Type="http://schemas.openxmlformats.org/officeDocument/2006/relationships/tags" Target="../tags/tag141.xml"/><Relationship Id="rId3" Type="http://schemas.openxmlformats.org/officeDocument/2006/relationships/tags" Target="../tags/tag114.xml"/><Relationship Id="rId29" Type="http://schemas.openxmlformats.org/officeDocument/2006/relationships/tags" Target="../tags/tag140.xml"/><Relationship Id="rId28" Type="http://schemas.openxmlformats.org/officeDocument/2006/relationships/tags" Target="../tags/tag139.xml"/><Relationship Id="rId27" Type="http://schemas.openxmlformats.org/officeDocument/2006/relationships/tags" Target="../tags/tag138.xml"/><Relationship Id="rId26" Type="http://schemas.openxmlformats.org/officeDocument/2006/relationships/tags" Target="../tags/tag137.xml"/><Relationship Id="rId25" Type="http://schemas.openxmlformats.org/officeDocument/2006/relationships/tags" Target="../tags/tag136.xml"/><Relationship Id="rId24" Type="http://schemas.openxmlformats.org/officeDocument/2006/relationships/tags" Target="../tags/tag135.xml"/><Relationship Id="rId23" Type="http://schemas.openxmlformats.org/officeDocument/2006/relationships/tags" Target="../tags/tag134.xml"/><Relationship Id="rId22" Type="http://schemas.openxmlformats.org/officeDocument/2006/relationships/tags" Target="../tags/tag133.xml"/><Relationship Id="rId21" Type="http://schemas.openxmlformats.org/officeDocument/2006/relationships/tags" Target="../tags/tag132.xml"/><Relationship Id="rId20" Type="http://schemas.openxmlformats.org/officeDocument/2006/relationships/tags" Target="../tags/tag131.xml"/><Relationship Id="rId2" Type="http://schemas.openxmlformats.org/officeDocument/2006/relationships/tags" Target="../tags/tag113.xml"/><Relationship Id="rId19" Type="http://schemas.openxmlformats.org/officeDocument/2006/relationships/tags" Target="../tags/tag130.xml"/><Relationship Id="rId18" Type="http://schemas.openxmlformats.org/officeDocument/2006/relationships/tags" Target="../tags/tag129.xml"/><Relationship Id="rId17" Type="http://schemas.openxmlformats.org/officeDocument/2006/relationships/tags" Target="../tags/tag128.xml"/><Relationship Id="rId16" Type="http://schemas.openxmlformats.org/officeDocument/2006/relationships/tags" Target="../tags/tag127.xml"/><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tags" Target="../tags/tag112.xml"/></Relationships>
</file>

<file path=ppt/slides/_rels/slide28.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0" Type="http://schemas.openxmlformats.org/officeDocument/2006/relationships/slideLayout" Target="../slideLayouts/slideLayout12.xml"/><Relationship Id="rId2" Type="http://schemas.openxmlformats.org/officeDocument/2006/relationships/tags" Target="../tags/tag165.xml"/><Relationship Id="rId19" Type="http://schemas.openxmlformats.org/officeDocument/2006/relationships/tags" Target="../tags/tag182.xml"/><Relationship Id="rId18" Type="http://schemas.openxmlformats.org/officeDocument/2006/relationships/tags" Target="../tags/tag181.xml"/><Relationship Id="rId17" Type="http://schemas.openxmlformats.org/officeDocument/2006/relationships/tags" Target="../tags/tag180.xml"/><Relationship Id="rId16" Type="http://schemas.openxmlformats.org/officeDocument/2006/relationships/tags" Target="../tags/tag179.xml"/><Relationship Id="rId15" Type="http://schemas.openxmlformats.org/officeDocument/2006/relationships/tags" Target="../tags/tag178.xml"/><Relationship Id="rId14" Type="http://schemas.openxmlformats.org/officeDocument/2006/relationships/tags" Target="../tags/tag177.xml"/><Relationship Id="rId13" Type="http://schemas.openxmlformats.org/officeDocument/2006/relationships/tags" Target="../tags/tag176.xml"/><Relationship Id="rId12" Type="http://schemas.openxmlformats.org/officeDocument/2006/relationships/tags" Target="../tags/tag175.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tags" Target="../tags/tag164.xml"/></Relationships>
</file>

<file path=ppt/slides/_rels/slide29.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4" Type="http://schemas.openxmlformats.org/officeDocument/2006/relationships/slideLayout" Target="../slideLayouts/slideLayout12.xml"/><Relationship Id="rId63" Type="http://schemas.openxmlformats.org/officeDocument/2006/relationships/tags" Target="../tags/tag245.xml"/><Relationship Id="rId62" Type="http://schemas.openxmlformats.org/officeDocument/2006/relationships/tags" Target="../tags/tag244.xml"/><Relationship Id="rId61" Type="http://schemas.openxmlformats.org/officeDocument/2006/relationships/tags" Target="../tags/tag243.xml"/><Relationship Id="rId60" Type="http://schemas.openxmlformats.org/officeDocument/2006/relationships/tags" Target="../tags/tag242.xml"/><Relationship Id="rId6" Type="http://schemas.openxmlformats.org/officeDocument/2006/relationships/tags" Target="../tags/tag188.xml"/><Relationship Id="rId59" Type="http://schemas.openxmlformats.org/officeDocument/2006/relationships/tags" Target="../tags/tag241.xml"/><Relationship Id="rId58" Type="http://schemas.openxmlformats.org/officeDocument/2006/relationships/tags" Target="../tags/tag240.xml"/><Relationship Id="rId57" Type="http://schemas.openxmlformats.org/officeDocument/2006/relationships/tags" Target="../tags/tag239.xml"/><Relationship Id="rId56" Type="http://schemas.openxmlformats.org/officeDocument/2006/relationships/tags" Target="../tags/tag238.xml"/><Relationship Id="rId55" Type="http://schemas.openxmlformats.org/officeDocument/2006/relationships/tags" Target="../tags/tag237.xml"/><Relationship Id="rId54" Type="http://schemas.openxmlformats.org/officeDocument/2006/relationships/tags" Target="../tags/tag236.xml"/><Relationship Id="rId53" Type="http://schemas.openxmlformats.org/officeDocument/2006/relationships/tags" Target="../tags/tag235.xml"/><Relationship Id="rId52" Type="http://schemas.openxmlformats.org/officeDocument/2006/relationships/tags" Target="../tags/tag234.xml"/><Relationship Id="rId51" Type="http://schemas.openxmlformats.org/officeDocument/2006/relationships/tags" Target="../tags/tag233.xml"/><Relationship Id="rId50" Type="http://schemas.openxmlformats.org/officeDocument/2006/relationships/tags" Target="../tags/tag232.xml"/><Relationship Id="rId5" Type="http://schemas.openxmlformats.org/officeDocument/2006/relationships/tags" Target="../tags/tag187.xml"/><Relationship Id="rId49" Type="http://schemas.openxmlformats.org/officeDocument/2006/relationships/tags" Target="../tags/tag231.xml"/><Relationship Id="rId48" Type="http://schemas.openxmlformats.org/officeDocument/2006/relationships/tags" Target="../tags/tag230.xml"/><Relationship Id="rId47" Type="http://schemas.openxmlformats.org/officeDocument/2006/relationships/tags" Target="../tags/tag229.xml"/><Relationship Id="rId46" Type="http://schemas.openxmlformats.org/officeDocument/2006/relationships/tags" Target="../tags/tag228.xml"/><Relationship Id="rId45" Type="http://schemas.openxmlformats.org/officeDocument/2006/relationships/tags" Target="../tags/tag227.xml"/><Relationship Id="rId44" Type="http://schemas.openxmlformats.org/officeDocument/2006/relationships/tags" Target="../tags/tag226.xml"/><Relationship Id="rId43" Type="http://schemas.openxmlformats.org/officeDocument/2006/relationships/tags" Target="../tags/tag225.xml"/><Relationship Id="rId42" Type="http://schemas.openxmlformats.org/officeDocument/2006/relationships/tags" Target="../tags/tag224.xml"/><Relationship Id="rId41" Type="http://schemas.openxmlformats.org/officeDocument/2006/relationships/tags" Target="../tags/tag223.xml"/><Relationship Id="rId40" Type="http://schemas.openxmlformats.org/officeDocument/2006/relationships/tags" Target="../tags/tag222.xml"/><Relationship Id="rId4" Type="http://schemas.openxmlformats.org/officeDocument/2006/relationships/tags" Target="../tags/tag186.xml"/><Relationship Id="rId39" Type="http://schemas.openxmlformats.org/officeDocument/2006/relationships/tags" Target="../tags/tag221.xml"/><Relationship Id="rId38" Type="http://schemas.openxmlformats.org/officeDocument/2006/relationships/tags" Target="../tags/tag220.xml"/><Relationship Id="rId37" Type="http://schemas.openxmlformats.org/officeDocument/2006/relationships/tags" Target="../tags/tag219.xml"/><Relationship Id="rId36" Type="http://schemas.openxmlformats.org/officeDocument/2006/relationships/tags" Target="../tags/tag218.xml"/><Relationship Id="rId35" Type="http://schemas.openxmlformats.org/officeDocument/2006/relationships/tags" Target="../tags/tag217.xml"/><Relationship Id="rId34" Type="http://schemas.openxmlformats.org/officeDocument/2006/relationships/tags" Target="../tags/tag216.xml"/><Relationship Id="rId33" Type="http://schemas.openxmlformats.org/officeDocument/2006/relationships/tags" Target="../tags/tag215.xml"/><Relationship Id="rId32" Type="http://schemas.openxmlformats.org/officeDocument/2006/relationships/tags" Target="../tags/tag214.xml"/><Relationship Id="rId31" Type="http://schemas.openxmlformats.org/officeDocument/2006/relationships/tags" Target="../tags/tag213.xml"/><Relationship Id="rId30" Type="http://schemas.openxmlformats.org/officeDocument/2006/relationships/tags" Target="../tags/tag212.xml"/><Relationship Id="rId3" Type="http://schemas.openxmlformats.org/officeDocument/2006/relationships/tags" Target="../tags/tag185.xml"/><Relationship Id="rId29" Type="http://schemas.openxmlformats.org/officeDocument/2006/relationships/tags" Target="../tags/tag211.xml"/><Relationship Id="rId28" Type="http://schemas.openxmlformats.org/officeDocument/2006/relationships/tags" Target="../tags/tag210.xml"/><Relationship Id="rId27" Type="http://schemas.openxmlformats.org/officeDocument/2006/relationships/tags" Target="../tags/tag209.xml"/><Relationship Id="rId26" Type="http://schemas.openxmlformats.org/officeDocument/2006/relationships/tags" Target="../tags/tag208.xml"/><Relationship Id="rId25" Type="http://schemas.openxmlformats.org/officeDocument/2006/relationships/tags" Target="../tags/tag207.xml"/><Relationship Id="rId24" Type="http://schemas.openxmlformats.org/officeDocument/2006/relationships/tags" Target="../tags/tag206.xml"/><Relationship Id="rId23" Type="http://schemas.openxmlformats.org/officeDocument/2006/relationships/tags" Target="../tags/tag205.xml"/><Relationship Id="rId22" Type="http://schemas.openxmlformats.org/officeDocument/2006/relationships/tags" Target="../tags/tag204.xml"/><Relationship Id="rId21" Type="http://schemas.openxmlformats.org/officeDocument/2006/relationships/tags" Target="../tags/tag203.xml"/><Relationship Id="rId20" Type="http://schemas.openxmlformats.org/officeDocument/2006/relationships/tags" Target="../tags/tag202.xml"/><Relationship Id="rId2" Type="http://schemas.openxmlformats.org/officeDocument/2006/relationships/tags" Target="../tags/tag184.xml"/><Relationship Id="rId19" Type="http://schemas.openxmlformats.org/officeDocument/2006/relationships/tags" Target="../tags/tag201.xml"/><Relationship Id="rId18" Type="http://schemas.openxmlformats.org/officeDocument/2006/relationships/tags" Target="../tags/tag200.xml"/><Relationship Id="rId17" Type="http://schemas.openxmlformats.org/officeDocument/2006/relationships/tags" Target="../tags/tag199.xml"/><Relationship Id="rId16" Type="http://schemas.openxmlformats.org/officeDocument/2006/relationships/tags" Target="../tags/tag198.xml"/><Relationship Id="rId15" Type="http://schemas.openxmlformats.org/officeDocument/2006/relationships/tags" Target="../tags/tag197.xml"/><Relationship Id="rId14" Type="http://schemas.openxmlformats.org/officeDocument/2006/relationships/tags" Target="../tags/tag196.xml"/><Relationship Id="rId13" Type="http://schemas.openxmlformats.org/officeDocument/2006/relationships/tags" Target="../tags/tag195.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tags" Target="../tags/tag18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47.xml"/><Relationship Id="rId1" Type="http://schemas.openxmlformats.org/officeDocument/2006/relationships/tags" Target="../tags/tag246.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3.png"/><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9" Type="http://schemas.openxmlformats.org/officeDocument/2006/relationships/tags" Target="../tags/tag262.xml"/><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tags" Target="../tags/tag259.xml"/><Relationship Id="rId58" Type="http://schemas.openxmlformats.org/officeDocument/2006/relationships/slideLayout" Target="../slideLayouts/slideLayout12.xml"/><Relationship Id="rId57" Type="http://schemas.openxmlformats.org/officeDocument/2006/relationships/tags" Target="../tags/tag310.xml"/><Relationship Id="rId56" Type="http://schemas.openxmlformats.org/officeDocument/2006/relationships/tags" Target="../tags/tag309.xml"/><Relationship Id="rId55" Type="http://schemas.openxmlformats.org/officeDocument/2006/relationships/tags" Target="../tags/tag308.xml"/><Relationship Id="rId54" Type="http://schemas.openxmlformats.org/officeDocument/2006/relationships/tags" Target="../tags/tag307.xml"/><Relationship Id="rId53" Type="http://schemas.openxmlformats.org/officeDocument/2006/relationships/tags" Target="../tags/tag306.xml"/><Relationship Id="rId52" Type="http://schemas.openxmlformats.org/officeDocument/2006/relationships/tags" Target="../tags/tag305.xml"/><Relationship Id="rId51" Type="http://schemas.openxmlformats.org/officeDocument/2006/relationships/tags" Target="../tags/tag304.xml"/><Relationship Id="rId50" Type="http://schemas.openxmlformats.org/officeDocument/2006/relationships/tags" Target="../tags/tag303.xml"/><Relationship Id="rId5" Type="http://schemas.openxmlformats.org/officeDocument/2006/relationships/tags" Target="../tags/tag258.xml"/><Relationship Id="rId49" Type="http://schemas.openxmlformats.org/officeDocument/2006/relationships/tags" Target="../tags/tag302.xml"/><Relationship Id="rId48" Type="http://schemas.openxmlformats.org/officeDocument/2006/relationships/tags" Target="../tags/tag301.xml"/><Relationship Id="rId47" Type="http://schemas.openxmlformats.org/officeDocument/2006/relationships/tags" Target="../tags/tag300.xml"/><Relationship Id="rId46" Type="http://schemas.openxmlformats.org/officeDocument/2006/relationships/tags" Target="../tags/tag299.xml"/><Relationship Id="rId45" Type="http://schemas.openxmlformats.org/officeDocument/2006/relationships/tags" Target="../tags/tag298.xml"/><Relationship Id="rId44" Type="http://schemas.openxmlformats.org/officeDocument/2006/relationships/tags" Target="../tags/tag297.xml"/><Relationship Id="rId43" Type="http://schemas.openxmlformats.org/officeDocument/2006/relationships/tags" Target="../tags/tag296.xml"/><Relationship Id="rId42" Type="http://schemas.openxmlformats.org/officeDocument/2006/relationships/tags" Target="../tags/tag295.xml"/><Relationship Id="rId41" Type="http://schemas.openxmlformats.org/officeDocument/2006/relationships/tags" Target="../tags/tag294.xml"/><Relationship Id="rId40" Type="http://schemas.openxmlformats.org/officeDocument/2006/relationships/tags" Target="../tags/tag293.xml"/><Relationship Id="rId4" Type="http://schemas.openxmlformats.org/officeDocument/2006/relationships/tags" Target="../tags/tag257.xml"/><Relationship Id="rId39" Type="http://schemas.openxmlformats.org/officeDocument/2006/relationships/tags" Target="../tags/tag292.xml"/><Relationship Id="rId38" Type="http://schemas.openxmlformats.org/officeDocument/2006/relationships/tags" Target="../tags/tag291.xml"/><Relationship Id="rId37" Type="http://schemas.openxmlformats.org/officeDocument/2006/relationships/tags" Target="../tags/tag290.xml"/><Relationship Id="rId36" Type="http://schemas.openxmlformats.org/officeDocument/2006/relationships/tags" Target="../tags/tag289.xml"/><Relationship Id="rId35" Type="http://schemas.openxmlformats.org/officeDocument/2006/relationships/tags" Target="../tags/tag288.xml"/><Relationship Id="rId34" Type="http://schemas.openxmlformats.org/officeDocument/2006/relationships/tags" Target="../tags/tag287.xml"/><Relationship Id="rId33" Type="http://schemas.openxmlformats.org/officeDocument/2006/relationships/tags" Target="../tags/tag286.xml"/><Relationship Id="rId32" Type="http://schemas.openxmlformats.org/officeDocument/2006/relationships/tags" Target="../tags/tag285.xml"/><Relationship Id="rId31" Type="http://schemas.openxmlformats.org/officeDocument/2006/relationships/tags" Target="../tags/tag284.xml"/><Relationship Id="rId30" Type="http://schemas.openxmlformats.org/officeDocument/2006/relationships/tags" Target="../tags/tag283.xml"/><Relationship Id="rId3" Type="http://schemas.openxmlformats.org/officeDocument/2006/relationships/tags" Target="../tags/tag256.xml"/><Relationship Id="rId29" Type="http://schemas.openxmlformats.org/officeDocument/2006/relationships/tags" Target="../tags/tag282.xml"/><Relationship Id="rId28" Type="http://schemas.openxmlformats.org/officeDocument/2006/relationships/tags" Target="../tags/tag281.xml"/><Relationship Id="rId27" Type="http://schemas.openxmlformats.org/officeDocument/2006/relationships/tags" Target="../tags/tag280.xml"/><Relationship Id="rId26" Type="http://schemas.openxmlformats.org/officeDocument/2006/relationships/tags" Target="../tags/tag279.xml"/><Relationship Id="rId25" Type="http://schemas.openxmlformats.org/officeDocument/2006/relationships/tags" Target="../tags/tag278.xml"/><Relationship Id="rId24" Type="http://schemas.openxmlformats.org/officeDocument/2006/relationships/tags" Target="../tags/tag277.xml"/><Relationship Id="rId23" Type="http://schemas.openxmlformats.org/officeDocument/2006/relationships/tags" Target="../tags/tag276.xml"/><Relationship Id="rId22" Type="http://schemas.openxmlformats.org/officeDocument/2006/relationships/tags" Target="../tags/tag275.xml"/><Relationship Id="rId21" Type="http://schemas.openxmlformats.org/officeDocument/2006/relationships/tags" Target="../tags/tag274.xml"/><Relationship Id="rId20" Type="http://schemas.openxmlformats.org/officeDocument/2006/relationships/tags" Target="../tags/tag273.xml"/><Relationship Id="rId2" Type="http://schemas.openxmlformats.org/officeDocument/2006/relationships/tags" Target="../tags/tag255.xml"/><Relationship Id="rId19" Type="http://schemas.openxmlformats.org/officeDocument/2006/relationships/tags" Target="../tags/tag272.xml"/><Relationship Id="rId18" Type="http://schemas.openxmlformats.org/officeDocument/2006/relationships/tags" Target="../tags/tag271.xml"/><Relationship Id="rId17" Type="http://schemas.openxmlformats.org/officeDocument/2006/relationships/tags" Target="../tags/tag270.xml"/><Relationship Id="rId16" Type="http://schemas.openxmlformats.org/officeDocument/2006/relationships/tags" Target="../tags/tag269.xml"/><Relationship Id="rId15" Type="http://schemas.openxmlformats.org/officeDocument/2006/relationships/tags" Target="../tags/tag268.xml"/><Relationship Id="rId14" Type="http://schemas.openxmlformats.org/officeDocument/2006/relationships/tags" Target="../tags/tag267.xml"/><Relationship Id="rId13" Type="http://schemas.openxmlformats.org/officeDocument/2006/relationships/tags" Target="../tags/tag266.xml"/><Relationship Id="rId12" Type="http://schemas.openxmlformats.org/officeDocument/2006/relationships/tags" Target="../tags/tag265.xml"/><Relationship Id="rId11" Type="http://schemas.openxmlformats.org/officeDocument/2006/relationships/tags" Target="../tags/tag264.xml"/><Relationship Id="rId10" Type="http://schemas.openxmlformats.org/officeDocument/2006/relationships/tags" Target="../tags/tag263.xml"/><Relationship Id="rId1" Type="http://schemas.openxmlformats.org/officeDocument/2006/relationships/tags" Target="../tags/tag254.xml"/></Relationships>
</file>

<file path=ppt/slides/_rels/slide34.xml.rels><?xml version="1.0" encoding="UTF-8" standalone="yes"?>
<Relationships xmlns="http://schemas.openxmlformats.org/package/2006/relationships"><Relationship Id="rId9" Type="http://schemas.openxmlformats.org/officeDocument/2006/relationships/tags" Target="../tags/tag319.xml"/><Relationship Id="rId8" Type="http://schemas.openxmlformats.org/officeDocument/2006/relationships/tags" Target="../tags/tag318.xml"/><Relationship Id="rId7" Type="http://schemas.openxmlformats.org/officeDocument/2006/relationships/tags" Target="../tags/tag317.xml"/><Relationship Id="rId6" Type="http://schemas.openxmlformats.org/officeDocument/2006/relationships/tags" Target="../tags/tag316.xml"/><Relationship Id="rId54" Type="http://schemas.openxmlformats.org/officeDocument/2006/relationships/slideLayout" Target="../slideLayouts/slideLayout12.xml"/><Relationship Id="rId53" Type="http://schemas.openxmlformats.org/officeDocument/2006/relationships/tags" Target="../tags/tag363.xml"/><Relationship Id="rId52" Type="http://schemas.openxmlformats.org/officeDocument/2006/relationships/tags" Target="../tags/tag362.xml"/><Relationship Id="rId51" Type="http://schemas.openxmlformats.org/officeDocument/2006/relationships/tags" Target="../tags/tag361.xml"/><Relationship Id="rId50" Type="http://schemas.openxmlformats.org/officeDocument/2006/relationships/tags" Target="../tags/tag360.xml"/><Relationship Id="rId5" Type="http://schemas.openxmlformats.org/officeDocument/2006/relationships/tags" Target="../tags/tag315.xml"/><Relationship Id="rId49" Type="http://schemas.openxmlformats.org/officeDocument/2006/relationships/tags" Target="../tags/tag359.xml"/><Relationship Id="rId48" Type="http://schemas.openxmlformats.org/officeDocument/2006/relationships/tags" Target="../tags/tag358.xml"/><Relationship Id="rId47" Type="http://schemas.openxmlformats.org/officeDocument/2006/relationships/tags" Target="../tags/tag357.xml"/><Relationship Id="rId46" Type="http://schemas.openxmlformats.org/officeDocument/2006/relationships/tags" Target="../tags/tag356.xml"/><Relationship Id="rId45" Type="http://schemas.openxmlformats.org/officeDocument/2006/relationships/tags" Target="../tags/tag355.xml"/><Relationship Id="rId44" Type="http://schemas.openxmlformats.org/officeDocument/2006/relationships/tags" Target="../tags/tag354.xml"/><Relationship Id="rId43" Type="http://schemas.openxmlformats.org/officeDocument/2006/relationships/tags" Target="../tags/tag353.xml"/><Relationship Id="rId42" Type="http://schemas.openxmlformats.org/officeDocument/2006/relationships/tags" Target="../tags/tag352.xml"/><Relationship Id="rId41" Type="http://schemas.openxmlformats.org/officeDocument/2006/relationships/tags" Target="../tags/tag351.xml"/><Relationship Id="rId40" Type="http://schemas.openxmlformats.org/officeDocument/2006/relationships/tags" Target="../tags/tag350.xml"/><Relationship Id="rId4" Type="http://schemas.openxmlformats.org/officeDocument/2006/relationships/tags" Target="../tags/tag314.xml"/><Relationship Id="rId39" Type="http://schemas.openxmlformats.org/officeDocument/2006/relationships/tags" Target="../tags/tag349.xml"/><Relationship Id="rId38" Type="http://schemas.openxmlformats.org/officeDocument/2006/relationships/tags" Target="../tags/tag348.xml"/><Relationship Id="rId37" Type="http://schemas.openxmlformats.org/officeDocument/2006/relationships/tags" Target="../tags/tag347.xml"/><Relationship Id="rId36" Type="http://schemas.openxmlformats.org/officeDocument/2006/relationships/tags" Target="../tags/tag346.xml"/><Relationship Id="rId35" Type="http://schemas.openxmlformats.org/officeDocument/2006/relationships/tags" Target="../tags/tag345.xml"/><Relationship Id="rId34" Type="http://schemas.openxmlformats.org/officeDocument/2006/relationships/tags" Target="../tags/tag344.xml"/><Relationship Id="rId33" Type="http://schemas.openxmlformats.org/officeDocument/2006/relationships/tags" Target="../tags/tag343.xml"/><Relationship Id="rId32" Type="http://schemas.openxmlformats.org/officeDocument/2006/relationships/tags" Target="../tags/tag342.xml"/><Relationship Id="rId31" Type="http://schemas.openxmlformats.org/officeDocument/2006/relationships/tags" Target="../tags/tag341.xml"/><Relationship Id="rId30" Type="http://schemas.openxmlformats.org/officeDocument/2006/relationships/tags" Target="../tags/tag340.xml"/><Relationship Id="rId3" Type="http://schemas.openxmlformats.org/officeDocument/2006/relationships/tags" Target="../tags/tag313.xml"/><Relationship Id="rId29" Type="http://schemas.openxmlformats.org/officeDocument/2006/relationships/tags" Target="../tags/tag339.xml"/><Relationship Id="rId28" Type="http://schemas.openxmlformats.org/officeDocument/2006/relationships/tags" Target="../tags/tag338.xml"/><Relationship Id="rId27" Type="http://schemas.openxmlformats.org/officeDocument/2006/relationships/tags" Target="../tags/tag337.xml"/><Relationship Id="rId26" Type="http://schemas.openxmlformats.org/officeDocument/2006/relationships/tags" Target="../tags/tag336.xml"/><Relationship Id="rId25" Type="http://schemas.openxmlformats.org/officeDocument/2006/relationships/tags" Target="../tags/tag335.xml"/><Relationship Id="rId24" Type="http://schemas.openxmlformats.org/officeDocument/2006/relationships/tags" Target="../tags/tag334.xml"/><Relationship Id="rId23" Type="http://schemas.openxmlformats.org/officeDocument/2006/relationships/tags" Target="../tags/tag333.xml"/><Relationship Id="rId22" Type="http://schemas.openxmlformats.org/officeDocument/2006/relationships/tags" Target="../tags/tag332.xml"/><Relationship Id="rId21" Type="http://schemas.openxmlformats.org/officeDocument/2006/relationships/tags" Target="../tags/tag331.xml"/><Relationship Id="rId20" Type="http://schemas.openxmlformats.org/officeDocument/2006/relationships/tags" Target="../tags/tag330.xml"/><Relationship Id="rId2" Type="http://schemas.openxmlformats.org/officeDocument/2006/relationships/tags" Target="../tags/tag312.xml"/><Relationship Id="rId19" Type="http://schemas.openxmlformats.org/officeDocument/2006/relationships/tags" Target="../tags/tag329.xml"/><Relationship Id="rId18" Type="http://schemas.openxmlformats.org/officeDocument/2006/relationships/tags" Target="../tags/tag328.xml"/><Relationship Id="rId17" Type="http://schemas.openxmlformats.org/officeDocument/2006/relationships/tags" Target="../tags/tag327.xml"/><Relationship Id="rId16" Type="http://schemas.openxmlformats.org/officeDocument/2006/relationships/tags" Target="../tags/tag326.xml"/><Relationship Id="rId15" Type="http://schemas.openxmlformats.org/officeDocument/2006/relationships/tags" Target="../tags/tag325.xml"/><Relationship Id="rId14" Type="http://schemas.openxmlformats.org/officeDocument/2006/relationships/tags" Target="../tags/tag324.xml"/><Relationship Id="rId13" Type="http://schemas.openxmlformats.org/officeDocument/2006/relationships/tags" Target="../tags/tag323.xml"/><Relationship Id="rId12" Type="http://schemas.openxmlformats.org/officeDocument/2006/relationships/tags" Target="../tags/tag322.xml"/><Relationship Id="rId11" Type="http://schemas.openxmlformats.org/officeDocument/2006/relationships/tags" Target="../tags/tag321.xml"/><Relationship Id="rId10" Type="http://schemas.openxmlformats.org/officeDocument/2006/relationships/tags" Target="../tags/tag320.xml"/><Relationship Id="rId1" Type="http://schemas.openxmlformats.org/officeDocument/2006/relationships/tags" Target="../tags/tag311.xml"/></Relationships>
</file>

<file path=ppt/slides/_rels/slide35.xml.rels><?xml version="1.0" encoding="UTF-8" standalone="yes"?>
<Relationships xmlns="http://schemas.openxmlformats.org/package/2006/relationships"><Relationship Id="rId9" Type="http://schemas.openxmlformats.org/officeDocument/2006/relationships/tags" Target="../tags/tag372.xml"/><Relationship Id="rId8" Type="http://schemas.openxmlformats.org/officeDocument/2006/relationships/tags" Target="../tags/tag371.xml"/><Relationship Id="rId7" Type="http://schemas.openxmlformats.org/officeDocument/2006/relationships/tags" Target="../tags/tag370.xml"/><Relationship Id="rId6" Type="http://schemas.openxmlformats.org/officeDocument/2006/relationships/tags" Target="../tags/tag369.xml"/><Relationship Id="rId5" Type="http://schemas.openxmlformats.org/officeDocument/2006/relationships/tags" Target="../tags/tag368.xml"/><Relationship Id="rId42" Type="http://schemas.openxmlformats.org/officeDocument/2006/relationships/slideLayout" Target="../slideLayouts/slideLayout12.xml"/><Relationship Id="rId41" Type="http://schemas.openxmlformats.org/officeDocument/2006/relationships/tags" Target="../tags/tag404.xml"/><Relationship Id="rId40" Type="http://schemas.openxmlformats.org/officeDocument/2006/relationships/tags" Target="../tags/tag403.xml"/><Relationship Id="rId4" Type="http://schemas.openxmlformats.org/officeDocument/2006/relationships/tags" Target="../tags/tag367.xml"/><Relationship Id="rId39" Type="http://schemas.openxmlformats.org/officeDocument/2006/relationships/tags" Target="../tags/tag402.xml"/><Relationship Id="rId38" Type="http://schemas.openxmlformats.org/officeDocument/2006/relationships/tags" Target="../tags/tag401.xml"/><Relationship Id="rId37" Type="http://schemas.openxmlformats.org/officeDocument/2006/relationships/tags" Target="../tags/tag400.xml"/><Relationship Id="rId36" Type="http://schemas.openxmlformats.org/officeDocument/2006/relationships/tags" Target="../tags/tag399.xml"/><Relationship Id="rId35" Type="http://schemas.openxmlformats.org/officeDocument/2006/relationships/tags" Target="../tags/tag398.xml"/><Relationship Id="rId34" Type="http://schemas.openxmlformats.org/officeDocument/2006/relationships/tags" Target="../tags/tag397.xml"/><Relationship Id="rId33" Type="http://schemas.openxmlformats.org/officeDocument/2006/relationships/tags" Target="../tags/tag396.xml"/><Relationship Id="rId32" Type="http://schemas.openxmlformats.org/officeDocument/2006/relationships/tags" Target="../tags/tag395.xml"/><Relationship Id="rId31" Type="http://schemas.openxmlformats.org/officeDocument/2006/relationships/tags" Target="../tags/tag394.xml"/><Relationship Id="rId30" Type="http://schemas.openxmlformats.org/officeDocument/2006/relationships/tags" Target="../tags/tag393.xml"/><Relationship Id="rId3" Type="http://schemas.openxmlformats.org/officeDocument/2006/relationships/tags" Target="../tags/tag366.xml"/><Relationship Id="rId29" Type="http://schemas.openxmlformats.org/officeDocument/2006/relationships/tags" Target="../tags/tag392.xml"/><Relationship Id="rId28" Type="http://schemas.openxmlformats.org/officeDocument/2006/relationships/tags" Target="../tags/tag391.xml"/><Relationship Id="rId27" Type="http://schemas.openxmlformats.org/officeDocument/2006/relationships/tags" Target="../tags/tag390.xml"/><Relationship Id="rId26" Type="http://schemas.openxmlformats.org/officeDocument/2006/relationships/tags" Target="../tags/tag389.xml"/><Relationship Id="rId25" Type="http://schemas.openxmlformats.org/officeDocument/2006/relationships/tags" Target="../tags/tag388.xml"/><Relationship Id="rId24" Type="http://schemas.openxmlformats.org/officeDocument/2006/relationships/tags" Target="../tags/tag387.xml"/><Relationship Id="rId23" Type="http://schemas.openxmlformats.org/officeDocument/2006/relationships/tags" Target="../tags/tag386.xml"/><Relationship Id="rId22" Type="http://schemas.openxmlformats.org/officeDocument/2006/relationships/tags" Target="../tags/tag385.xml"/><Relationship Id="rId21" Type="http://schemas.openxmlformats.org/officeDocument/2006/relationships/tags" Target="../tags/tag384.xml"/><Relationship Id="rId20" Type="http://schemas.openxmlformats.org/officeDocument/2006/relationships/tags" Target="../tags/tag383.xml"/><Relationship Id="rId2" Type="http://schemas.openxmlformats.org/officeDocument/2006/relationships/tags" Target="../tags/tag365.xml"/><Relationship Id="rId19" Type="http://schemas.openxmlformats.org/officeDocument/2006/relationships/tags" Target="../tags/tag382.xml"/><Relationship Id="rId18" Type="http://schemas.openxmlformats.org/officeDocument/2006/relationships/tags" Target="../tags/tag381.xml"/><Relationship Id="rId17" Type="http://schemas.openxmlformats.org/officeDocument/2006/relationships/tags" Target="../tags/tag380.xml"/><Relationship Id="rId16" Type="http://schemas.openxmlformats.org/officeDocument/2006/relationships/tags" Target="../tags/tag379.xml"/><Relationship Id="rId15" Type="http://schemas.openxmlformats.org/officeDocument/2006/relationships/tags" Target="../tags/tag378.xml"/><Relationship Id="rId14" Type="http://schemas.openxmlformats.org/officeDocument/2006/relationships/tags" Target="../tags/tag377.xml"/><Relationship Id="rId13" Type="http://schemas.openxmlformats.org/officeDocument/2006/relationships/tags" Target="../tags/tag376.xml"/><Relationship Id="rId12" Type="http://schemas.openxmlformats.org/officeDocument/2006/relationships/tags" Target="../tags/tag375.xml"/><Relationship Id="rId11" Type="http://schemas.openxmlformats.org/officeDocument/2006/relationships/tags" Target="../tags/tag374.xml"/><Relationship Id="rId10" Type="http://schemas.openxmlformats.org/officeDocument/2006/relationships/tags" Target="../tags/tag373.xml"/><Relationship Id="rId1" Type="http://schemas.openxmlformats.org/officeDocument/2006/relationships/tags" Target="../tags/tag364.xml"/></Relationships>
</file>

<file path=ppt/slides/_rels/slide36.xml.rels><?xml version="1.0" encoding="UTF-8" standalone="yes"?>
<Relationships xmlns="http://schemas.openxmlformats.org/package/2006/relationships"><Relationship Id="rId9" Type="http://schemas.openxmlformats.org/officeDocument/2006/relationships/tags" Target="../tags/tag413.xml"/><Relationship Id="rId8" Type="http://schemas.openxmlformats.org/officeDocument/2006/relationships/tags" Target="../tags/tag412.xml"/><Relationship Id="rId7" Type="http://schemas.openxmlformats.org/officeDocument/2006/relationships/tags" Target="../tags/tag411.xml"/><Relationship Id="rId6" Type="http://schemas.openxmlformats.org/officeDocument/2006/relationships/tags" Target="../tags/tag410.xml"/><Relationship Id="rId5" Type="http://schemas.openxmlformats.org/officeDocument/2006/relationships/tags" Target="../tags/tag409.xml"/><Relationship Id="rId42" Type="http://schemas.openxmlformats.org/officeDocument/2006/relationships/slideLayout" Target="../slideLayouts/slideLayout12.xml"/><Relationship Id="rId41" Type="http://schemas.openxmlformats.org/officeDocument/2006/relationships/tags" Target="../tags/tag445.xml"/><Relationship Id="rId40" Type="http://schemas.openxmlformats.org/officeDocument/2006/relationships/tags" Target="../tags/tag444.xml"/><Relationship Id="rId4" Type="http://schemas.openxmlformats.org/officeDocument/2006/relationships/tags" Target="../tags/tag408.xml"/><Relationship Id="rId39" Type="http://schemas.openxmlformats.org/officeDocument/2006/relationships/tags" Target="../tags/tag443.xml"/><Relationship Id="rId38" Type="http://schemas.openxmlformats.org/officeDocument/2006/relationships/tags" Target="../tags/tag442.xml"/><Relationship Id="rId37" Type="http://schemas.openxmlformats.org/officeDocument/2006/relationships/tags" Target="../tags/tag441.xml"/><Relationship Id="rId36" Type="http://schemas.openxmlformats.org/officeDocument/2006/relationships/tags" Target="../tags/tag440.xml"/><Relationship Id="rId35" Type="http://schemas.openxmlformats.org/officeDocument/2006/relationships/tags" Target="../tags/tag439.xml"/><Relationship Id="rId34" Type="http://schemas.openxmlformats.org/officeDocument/2006/relationships/tags" Target="../tags/tag438.xml"/><Relationship Id="rId33" Type="http://schemas.openxmlformats.org/officeDocument/2006/relationships/tags" Target="../tags/tag437.xml"/><Relationship Id="rId32" Type="http://schemas.openxmlformats.org/officeDocument/2006/relationships/tags" Target="../tags/tag436.xml"/><Relationship Id="rId31" Type="http://schemas.openxmlformats.org/officeDocument/2006/relationships/tags" Target="../tags/tag435.xml"/><Relationship Id="rId30" Type="http://schemas.openxmlformats.org/officeDocument/2006/relationships/tags" Target="../tags/tag434.xml"/><Relationship Id="rId3" Type="http://schemas.openxmlformats.org/officeDocument/2006/relationships/tags" Target="../tags/tag407.xml"/><Relationship Id="rId29" Type="http://schemas.openxmlformats.org/officeDocument/2006/relationships/tags" Target="../tags/tag433.xml"/><Relationship Id="rId28" Type="http://schemas.openxmlformats.org/officeDocument/2006/relationships/tags" Target="../tags/tag432.xml"/><Relationship Id="rId27" Type="http://schemas.openxmlformats.org/officeDocument/2006/relationships/tags" Target="../tags/tag431.xml"/><Relationship Id="rId26" Type="http://schemas.openxmlformats.org/officeDocument/2006/relationships/tags" Target="../tags/tag430.xml"/><Relationship Id="rId25" Type="http://schemas.openxmlformats.org/officeDocument/2006/relationships/tags" Target="../tags/tag429.xml"/><Relationship Id="rId24" Type="http://schemas.openxmlformats.org/officeDocument/2006/relationships/tags" Target="../tags/tag428.xml"/><Relationship Id="rId23" Type="http://schemas.openxmlformats.org/officeDocument/2006/relationships/tags" Target="../tags/tag427.xml"/><Relationship Id="rId22" Type="http://schemas.openxmlformats.org/officeDocument/2006/relationships/tags" Target="../tags/tag426.xml"/><Relationship Id="rId21" Type="http://schemas.openxmlformats.org/officeDocument/2006/relationships/tags" Target="../tags/tag425.xml"/><Relationship Id="rId20" Type="http://schemas.openxmlformats.org/officeDocument/2006/relationships/tags" Target="../tags/tag424.xml"/><Relationship Id="rId2" Type="http://schemas.openxmlformats.org/officeDocument/2006/relationships/tags" Target="../tags/tag406.xml"/><Relationship Id="rId19" Type="http://schemas.openxmlformats.org/officeDocument/2006/relationships/tags" Target="../tags/tag423.xml"/><Relationship Id="rId18" Type="http://schemas.openxmlformats.org/officeDocument/2006/relationships/tags" Target="../tags/tag422.xml"/><Relationship Id="rId17" Type="http://schemas.openxmlformats.org/officeDocument/2006/relationships/tags" Target="../tags/tag421.xml"/><Relationship Id="rId16" Type="http://schemas.openxmlformats.org/officeDocument/2006/relationships/tags" Target="../tags/tag420.xml"/><Relationship Id="rId15" Type="http://schemas.openxmlformats.org/officeDocument/2006/relationships/tags" Target="../tags/tag419.xml"/><Relationship Id="rId14" Type="http://schemas.openxmlformats.org/officeDocument/2006/relationships/tags" Target="../tags/tag418.xml"/><Relationship Id="rId13" Type="http://schemas.openxmlformats.org/officeDocument/2006/relationships/tags" Target="../tags/tag417.xml"/><Relationship Id="rId12" Type="http://schemas.openxmlformats.org/officeDocument/2006/relationships/tags" Target="../tags/tag416.xml"/><Relationship Id="rId11" Type="http://schemas.openxmlformats.org/officeDocument/2006/relationships/tags" Target="../tags/tag415.xml"/><Relationship Id="rId10" Type="http://schemas.openxmlformats.org/officeDocument/2006/relationships/tags" Target="../tags/tag414.xml"/><Relationship Id="rId1" Type="http://schemas.openxmlformats.org/officeDocument/2006/relationships/tags" Target="../tags/tag405.xml"/></Relationships>
</file>

<file path=ppt/slides/_rels/slide37.xml.rels><?xml version="1.0" encoding="UTF-8" standalone="yes"?>
<Relationships xmlns="http://schemas.openxmlformats.org/package/2006/relationships"><Relationship Id="rId9" Type="http://schemas.openxmlformats.org/officeDocument/2006/relationships/tags" Target="../tags/tag454.xml"/><Relationship Id="rId8" Type="http://schemas.openxmlformats.org/officeDocument/2006/relationships/tags" Target="../tags/tag453.xml"/><Relationship Id="rId7" Type="http://schemas.openxmlformats.org/officeDocument/2006/relationships/tags" Target="../tags/tag452.xml"/><Relationship Id="rId6" Type="http://schemas.openxmlformats.org/officeDocument/2006/relationships/tags" Target="../tags/tag451.xml"/><Relationship Id="rId5" Type="http://schemas.openxmlformats.org/officeDocument/2006/relationships/tags" Target="../tags/tag450.xml"/><Relationship Id="rId43" Type="http://schemas.openxmlformats.org/officeDocument/2006/relationships/slideLayout" Target="../slideLayouts/slideLayout12.xml"/><Relationship Id="rId42" Type="http://schemas.openxmlformats.org/officeDocument/2006/relationships/tags" Target="../tags/tag487.xml"/><Relationship Id="rId41" Type="http://schemas.openxmlformats.org/officeDocument/2006/relationships/tags" Target="../tags/tag486.xml"/><Relationship Id="rId40" Type="http://schemas.openxmlformats.org/officeDocument/2006/relationships/tags" Target="../tags/tag485.xml"/><Relationship Id="rId4" Type="http://schemas.openxmlformats.org/officeDocument/2006/relationships/tags" Target="../tags/tag449.xml"/><Relationship Id="rId39" Type="http://schemas.openxmlformats.org/officeDocument/2006/relationships/tags" Target="../tags/tag484.xml"/><Relationship Id="rId38" Type="http://schemas.openxmlformats.org/officeDocument/2006/relationships/tags" Target="../tags/tag483.xml"/><Relationship Id="rId37" Type="http://schemas.openxmlformats.org/officeDocument/2006/relationships/tags" Target="../tags/tag482.xml"/><Relationship Id="rId36" Type="http://schemas.openxmlformats.org/officeDocument/2006/relationships/tags" Target="../tags/tag481.xml"/><Relationship Id="rId35" Type="http://schemas.openxmlformats.org/officeDocument/2006/relationships/tags" Target="../tags/tag480.xml"/><Relationship Id="rId34" Type="http://schemas.openxmlformats.org/officeDocument/2006/relationships/tags" Target="../tags/tag479.xml"/><Relationship Id="rId33" Type="http://schemas.openxmlformats.org/officeDocument/2006/relationships/tags" Target="../tags/tag478.xml"/><Relationship Id="rId32" Type="http://schemas.openxmlformats.org/officeDocument/2006/relationships/tags" Target="../tags/tag477.xml"/><Relationship Id="rId31" Type="http://schemas.openxmlformats.org/officeDocument/2006/relationships/tags" Target="../tags/tag476.xml"/><Relationship Id="rId30" Type="http://schemas.openxmlformats.org/officeDocument/2006/relationships/tags" Target="../tags/tag475.xml"/><Relationship Id="rId3" Type="http://schemas.openxmlformats.org/officeDocument/2006/relationships/tags" Target="../tags/tag448.xml"/><Relationship Id="rId29" Type="http://schemas.openxmlformats.org/officeDocument/2006/relationships/tags" Target="../tags/tag474.xml"/><Relationship Id="rId28" Type="http://schemas.openxmlformats.org/officeDocument/2006/relationships/tags" Target="../tags/tag473.xml"/><Relationship Id="rId27" Type="http://schemas.openxmlformats.org/officeDocument/2006/relationships/tags" Target="../tags/tag472.xml"/><Relationship Id="rId26" Type="http://schemas.openxmlformats.org/officeDocument/2006/relationships/tags" Target="../tags/tag471.xml"/><Relationship Id="rId25" Type="http://schemas.openxmlformats.org/officeDocument/2006/relationships/tags" Target="../tags/tag470.xml"/><Relationship Id="rId24" Type="http://schemas.openxmlformats.org/officeDocument/2006/relationships/tags" Target="../tags/tag469.xml"/><Relationship Id="rId23" Type="http://schemas.openxmlformats.org/officeDocument/2006/relationships/tags" Target="../tags/tag468.xml"/><Relationship Id="rId22" Type="http://schemas.openxmlformats.org/officeDocument/2006/relationships/tags" Target="../tags/tag467.xml"/><Relationship Id="rId21" Type="http://schemas.openxmlformats.org/officeDocument/2006/relationships/tags" Target="../tags/tag466.xml"/><Relationship Id="rId20" Type="http://schemas.openxmlformats.org/officeDocument/2006/relationships/tags" Target="../tags/tag465.xml"/><Relationship Id="rId2" Type="http://schemas.openxmlformats.org/officeDocument/2006/relationships/tags" Target="../tags/tag447.xml"/><Relationship Id="rId19" Type="http://schemas.openxmlformats.org/officeDocument/2006/relationships/tags" Target="../tags/tag464.xml"/><Relationship Id="rId18" Type="http://schemas.openxmlformats.org/officeDocument/2006/relationships/tags" Target="../tags/tag463.xml"/><Relationship Id="rId17" Type="http://schemas.openxmlformats.org/officeDocument/2006/relationships/tags" Target="../tags/tag462.xml"/><Relationship Id="rId16" Type="http://schemas.openxmlformats.org/officeDocument/2006/relationships/tags" Target="../tags/tag461.xml"/><Relationship Id="rId15" Type="http://schemas.openxmlformats.org/officeDocument/2006/relationships/tags" Target="../tags/tag460.xml"/><Relationship Id="rId14" Type="http://schemas.openxmlformats.org/officeDocument/2006/relationships/tags" Target="../tags/tag459.xml"/><Relationship Id="rId13" Type="http://schemas.openxmlformats.org/officeDocument/2006/relationships/tags" Target="../tags/tag458.xml"/><Relationship Id="rId12" Type="http://schemas.openxmlformats.org/officeDocument/2006/relationships/tags" Target="../tags/tag457.xml"/><Relationship Id="rId11" Type="http://schemas.openxmlformats.org/officeDocument/2006/relationships/tags" Target="../tags/tag456.xml"/><Relationship Id="rId10" Type="http://schemas.openxmlformats.org/officeDocument/2006/relationships/tags" Target="../tags/tag455.xml"/><Relationship Id="rId1" Type="http://schemas.openxmlformats.org/officeDocument/2006/relationships/tags" Target="../tags/tag446.xml"/></Relationships>
</file>

<file path=ppt/slides/_rels/slide38.xml.rels><?xml version="1.0" encoding="UTF-8" standalone="yes"?>
<Relationships xmlns="http://schemas.openxmlformats.org/package/2006/relationships"><Relationship Id="rId9" Type="http://schemas.openxmlformats.org/officeDocument/2006/relationships/tags" Target="../tags/tag496.xml"/><Relationship Id="rId8" Type="http://schemas.openxmlformats.org/officeDocument/2006/relationships/tags" Target="../tags/tag495.xml"/><Relationship Id="rId7" Type="http://schemas.openxmlformats.org/officeDocument/2006/relationships/tags" Target="../tags/tag494.xml"/><Relationship Id="rId6" Type="http://schemas.openxmlformats.org/officeDocument/2006/relationships/tags" Target="../tags/tag493.xml"/><Relationship Id="rId5" Type="http://schemas.openxmlformats.org/officeDocument/2006/relationships/tags" Target="../tags/tag492.xml"/><Relationship Id="rId44" Type="http://schemas.openxmlformats.org/officeDocument/2006/relationships/slideLayout" Target="../slideLayouts/slideLayout12.xml"/><Relationship Id="rId43" Type="http://schemas.openxmlformats.org/officeDocument/2006/relationships/tags" Target="../tags/tag530.xml"/><Relationship Id="rId42" Type="http://schemas.openxmlformats.org/officeDocument/2006/relationships/tags" Target="../tags/tag529.xml"/><Relationship Id="rId41" Type="http://schemas.openxmlformats.org/officeDocument/2006/relationships/tags" Target="../tags/tag528.xml"/><Relationship Id="rId40" Type="http://schemas.openxmlformats.org/officeDocument/2006/relationships/tags" Target="../tags/tag527.xml"/><Relationship Id="rId4" Type="http://schemas.openxmlformats.org/officeDocument/2006/relationships/tags" Target="../tags/tag491.xml"/><Relationship Id="rId39" Type="http://schemas.openxmlformats.org/officeDocument/2006/relationships/tags" Target="../tags/tag526.xml"/><Relationship Id="rId38" Type="http://schemas.openxmlformats.org/officeDocument/2006/relationships/tags" Target="../tags/tag525.xml"/><Relationship Id="rId37" Type="http://schemas.openxmlformats.org/officeDocument/2006/relationships/tags" Target="../tags/tag524.xml"/><Relationship Id="rId36" Type="http://schemas.openxmlformats.org/officeDocument/2006/relationships/tags" Target="../tags/tag523.xml"/><Relationship Id="rId35" Type="http://schemas.openxmlformats.org/officeDocument/2006/relationships/tags" Target="../tags/tag522.xml"/><Relationship Id="rId34" Type="http://schemas.openxmlformats.org/officeDocument/2006/relationships/tags" Target="../tags/tag521.xml"/><Relationship Id="rId33" Type="http://schemas.openxmlformats.org/officeDocument/2006/relationships/tags" Target="../tags/tag520.xml"/><Relationship Id="rId32" Type="http://schemas.openxmlformats.org/officeDocument/2006/relationships/tags" Target="../tags/tag519.xml"/><Relationship Id="rId31" Type="http://schemas.openxmlformats.org/officeDocument/2006/relationships/tags" Target="../tags/tag518.xml"/><Relationship Id="rId30" Type="http://schemas.openxmlformats.org/officeDocument/2006/relationships/tags" Target="../tags/tag517.xml"/><Relationship Id="rId3" Type="http://schemas.openxmlformats.org/officeDocument/2006/relationships/tags" Target="../tags/tag490.xml"/><Relationship Id="rId29" Type="http://schemas.openxmlformats.org/officeDocument/2006/relationships/tags" Target="../tags/tag516.xml"/><Relationship Id="rId28" Type="http://schemas.openxmlformats.org/officeDocument/2006/relationships/tags" Target="../tags/tag515.xml"/><Relationship Id="rId27" Type="http://schemas.openxmlformats.org/officeDocument/2006/relationships/tags" Target="../tags/tag514.xml"/><Relationship Id="rId26" Type="http://schemas.openxmlformats.org/officeDocument/2006/relationships/tags" Target="../tags/tag513.xml"/><Relationship Id="rId25" Type="http://schemas.openxmlformats.org/officeDocument/2006/relationships/tags" Target="../tags/tag512.xml"/><Relationship Id="rId24" Type="http://schemas.openxmlformats.org/officeDocument/2006/relationships/tags" Target="../tags/tag511.xml"/><Relationship Id="rId23" Type="http://schemas.openxmlformats.org/officeDocument/2006/relationships/tags" Target="../tags/tag510.xml"/><Relationship Id="rId22" Type="http://schemas.openxmlformats.org/officeDocument/2006/relationships/tags" Target="../tags/tag509.xml"/><Relationship Id="rId21" Type="http://schemas.openxmlformats.org/officeDocument/2006/relationships/tags" Target="../tags/tag508.xml"/><Relationship Id="rId20" Type="http://schemas.openxmlformats.org/officeDocument/2006/relationships/tags" Target="../tags/tag507.xml"/><Relationship Id="rId2" Type="http://schemas.openxmlformats.org/officeDocument/2006/relationships/tags" Target="../tags/tag489.xml"/><Relationship Id="rId19" Type="http://schemas.openxmlformats.org/officeDocument/2006/relationships/tags" Target="../tags/tag506.xml"/><Relationship Id="rId18" Type="http://schemas.openxmlformats.org/officeDocument/2006/relationships/tags" Target="../tags/tag505.xml"/><Relationship Id="rId17" Type="http://schemas.openxmlformats.org/officeDocument/2006/relationships/tags" Target="../tags/tag504.xml"/><Relationship Id="rId16" Type="http://schemas.openxmlformats.org/officeDocument/2006/relationships/tags" Target="../tags/tag503.xml"/><Relationship Id="rId15" Type="http://schemas.openxmlformats.org/officeDocument/2006/relationships/tags" Target="../tags/tag502.xml"/><Relationship Id="rId14" Type="http://schemas.openxmlformats.org/officeDocument/2006/relationships/tags" Target="../tags/tag501.xml"/><Relationship Id="rId13" Type="http://schemas.openxmlformats.org/officeDocument/2006/relationships/tags" Target="../tags/tag500.xml"/><Relationship Id="rId12" Type="http://schemas.openxmlformats.org/officeDocument/2006/relationships/tags" Target="../tags/tag499.xml"/><Relationship Id="rId11" Type="http://schemas.openxmlformats.org/officeDocument/2006/relationships/tags" Target="../tags/tag498.xml"/><Relationship Id="rId10" Type="http://schemas.openxmlformats.org/officeDocument/2006/relationships/tags" Target="../tags/tag497.xml"/><Relationship Id="rId1" Type="http://schemas.openxmlformats.org/officeDocument/2006/relationships/tags" Target="../tags/tag488.xml"/></Relationships>
</file>

<file path=ppt/slides/_rels/slide39.xml.rels><?xml version="1.0" encoding="UTF-8" standalone="yes"?>
<Relationships xmlns="http://schemas.openxmlformats.org/package/2006/relationships"><Relationship Id="rId9" Type="http://schemas.openxmlformats.org/officeDocument/2006/relationships/tags" Target="../tags/tag539.xml"/><Relationship Id="rId8" Type="http://schemas.openxmlformats.org/officeDocument/2006/relationships/tags" Target="../tags/tag538.xml"/><Relationship Id="rId7" Type="http://schemas.openxmlformats.org/officeDocument/2006/relationships/tags" Target="../tags/tag537.xml"/><Relationship Id="rId6" Type="http://schemas.openxmlformats.org/officeDocument/2006/relationships/tags" Target="../tags/tag536.xml"/><Relationship Id="rId5" Type="http://schemas.openxmlformats.org/officeDocument/2006/relationships/tags" Target="../tags/tag535.xml"/><Relationship Id="rId45" Type="http://schemas.openxmlformats.org/officeDocument/2006/relationships/slideLayout" Target="../slideLayouts/slideLayout12.xml"/><Relationship Id="rId44" Type="http://schemas.openxmlformats.org/officeDocument/2006/relationships/tags" Target="../tags/tag574.xml"/><Relationship Id="rId43" Type="http://schemas.openxmlformats.org/officeDocument/2006/relationships/tags" Target="../tags/tag573.xml"/><Relationship Id="rId42" Type="http://schemas.openxmlformats.org/officeDocument/2006/relationships/tags" Target="../tags/tag572.xml"/><Relationship Id="rId41" Type="http://schemas.openxmlformats.org/officeDocument/2006/relationships/tags" Target="../tags/tag571.xml"/><Relationship Id="rId40" Type="http://schemas.openxmlformats.org/officeDocument/2006/relationships/tags" Target="../tags/tag570.xml"/><Relationship Id="rId4" Type="http://schemas.openxmlformats.org/officeDocument/2006/relationships/tags" Target="../tags/tag534.xml"/><Relationship Id="rId39" Type="http://schemas.openxmlformats.org/officeDocument/2006/relationships/tags" Target="../tags/tag569.xml"/><Relationship Id="rId38" Type="http://schemas.openxmlformats.org/officeDocument/2006/relationships/tags" Target="../tags/tag568.xml"/><Relationship Id="rId37" Type="http://schemas.openxmlformats.org/officeDocument/2006/relationships/tags" Target="../tags/tag567.xml"/><Relationship Id="rId36" Type="http://schemas.openxmlformats.org/officeDocument/2006/relationships/tags" Target="../tags/tag566.xml"/><Relationship Id="rId35" Type="http://schemas.openxmlformats.org/officeDocument/2006/relationships/tags" Target="../tags/tag565.xml"/><Relationship Id="rId34" Type="http://schemas.openxmlformats.org/officeDocument/2006/relationships/tags" Target="../tags/tag564.xml"/><Relationship Id="rId33" Type="http://schemas.openxmlformats.org/officeDocument/2006/relationships/tags" Target="../tags/tag563.xml"/><Relationship Id="rId32" Type="http://schemas.openxmlformats.org/officeDocument/2006/relationships/tags" Target="../tags/tag562.xml"/><Relationship Id="rId31" Type="http://schemas.openxmlformats.org/officeDocument/2006/relationships/tags" Target="../tags/tag561.xml"/><Relationship Id="rId30" Type="http://schemas.openxmlformats.org/officeDocument/2006/relationships/tags" Target="../tags/tag560.xml"/><Relationship Id="rId3" Type="http://schemas.openxmlformats.org/officeDocument/2006/relationships/tags" Target="../tags/tag533.xml"/><Relationship Id="rId29" Type="http://schemas.openxmlformats.org/officeDocument/2006/relationships/tags" Target="../tags/tag559.xml"/><Relationship Id="rId28" Type="http://schemas.openxmlformats.org/officeDocument/2006/relationships/tags" Target="../tags/tag558.xml"/><Relationship Id="rId27" Type="http://schemas.openxmlformats.org/officeDocument/2006/relationships/tags" Target="../tags/tag557.xml"/><Relationship Id="rId26" Type="http://schemas.openxmlformats.org/officeDocument/2006/relationships/tags" Target="../tags/tag556.xml"/><Relationship Id="rId25" Type="http://schemas.openxmlformats.org/officeDocument/2006/relationships/tags" Target="../tags/tag555.xml"/><Relationship Id="rId24" Type="http://schemas.openxmlformats.org/officeDocument/2006/relationships/tags" Target="../tags/tag554.xml"/><Relationship Id="rId23" Type="http://schemas.openxmlformats.org/officeDocument/2006/relationships/tags" Target="../tags/tag553.xml"/><Relationship Id="rId22" Type="http://schemas.openxmlformats.org/officeDocument/2006/relationships/tags" Target="../tags/tag552.xml"/><Relationship Id="rId21" Type="http://schemas.openxmlformats.org/officeDocument/2006/relationships/tags" Target="../tags/tag551.xml"/><Relationship Id="rId20" Type="http://schemas.openxmlformats.org/officeDocument/2006/relationships/tags" Target="../tags/tag550.xml"/><Relationship Id="rId2" Type="http://schemas.openxmlformats.org/officeDocument/2006/relationships/tags" Target="../tags/tag532.xml"/><Relationship Id="rId19" Type="http://schemas.openxmlformats.org/officeDocument/2006/relationships/tags" Target="../tags/tag549.xml"/><Relationship Id="rId18" Type="http://schemas.openxmlformats.org/officeDocument/2006/relationships/tags" Target="../tags/tag548.xml"/><Relationship Id="rId17" Type="http://schemas.openxmlformats.org/officeDocument/2006/relationships/tags" Target="../tags/tag547.xml"/><Relationship Id="rId16" Type="http://schemas.openxmlformats.org/officeDocument/2006/relationships/tags" Target="../tags/tag546.xml"/><Relationship Id="rId15" Type="http://schemas.openxmlformats.org/officeDocument/2006/relationships/tags" Target="../tags/tag545.xml"/><Relationship Id="rId14" Type="http://schemas.openxmlformats.org/officeDocument/2006/relationships/tags" Target="../tags/tag544.xml"/><Relationship Id="rId13" Type="http://schemas.openxmlformats.org/officeDocument/2006/relationships/tags" Target="../tags/tag543.xml"/><Relationship Id="rId12" Type="http://schemas.openxmlformats.org/officeDocument/2006/relationships/tags" Target="../tags/tag542.xml"/><Relationship Id="rId11" Type="http://schemas.openxmlformats.org/officeDocument/2006/relationships/tags" Target="../tags/tag541.xml"/><Relationship Id="rId10" Type="http://schemas.openxmlformats.org/officeDocument/2006/relationships/tags" Target="../tags/tag540.xml"/><Relationship Id="rId1" Type="http://schemas.openxmlformats.org/officeDocument/2006/relationships/tags" Target="../tags/tag531.xml"/></Relationships>
</file>

<file path=ppt/slides/_rels/slide40.xml.rels><?xml version="1.0" encoding="UTF-8" standalone="yes"?>
<Relationships xmlns="http://schemas.openxmlformats.org/package/2006/relationships"><Relationship Id="rId9" Type="http://schemas.openxmlformats.org/officeDocument/2006/relationships/tags" Target="../tags/tag583.xml"/><Relationship Id="rId8" Type="http://schemas.openxmlformats.org/officeDocument/2006/relationships/tags" Target="../tags/tag582.xml"/><Relationship Id="rId7" Type="http://schemas.openxmlformats.org/officeDocument/2006/relationships/tags" Target="../tags/tag581.xml"/><Relationship Id="rId6" Type="http://schemas.openxmlformats.org/officeDocument/2006/relationships/tags" Target="../tags/tag580.xml"/><Relationship Id="rId5" Type="http://schemas.openxmlformats.org/officeDocument/2006/relationships/tags" Target="../tags/tag579.xml"/><Relationship Id="rId48" Type="http://schemas.openxmlformats.org/officeDocument/2006/relationships/slideLayout" Target="../slideLayouts/slideLayout12.xml"/><Relationship Id="rId47" Type="http://schemas.openxmlformats.org/officeDocument/2006/relationships/tags" Target="../tags/tag621.xml"/><Relationship Id="rId46" Type="http://schemas.openxmlformats.org/officeDocument/2006/relationships/tags" Target="../tags/tag620.xml"/><Relationship Id="rId45" Type="http://schemas.openxmlformats.org/officeDocument/2006/relationships/tags" Target="../tags/tag619.xml"/><Relationship Id="rId44" Type="http://schemas.openxmlformats.org/officeDocument/2006/relationships/tags" Target="../tags/tag618.xml"/><Relationship Id="rId43" Type="http://schemas.openxmlformats.org/officeDocument/2006/relationships/tags" Target="../tags/tag617.xml"/><Relationship Id="rId42" Type="http://schemas.openxmlformats.org/officeDocument/2006/relationships/tags" Target="../tags/tag616.xml"/><Relationship Id="rId41" Type="http://schemas.openxmlformats.org/officeDocument/2006/relationships/tags" Target="../tags/tag615.xml"/><Relationship Id="rId40" Type="http://schemas.openxmlformats.org/officeDocument/2006/relationships/tags" Target="../tags/tag614.xml"/><Relationship Id="rId4" Type="http://schemas.openxmlformats.org/officeDocument/2006/relationships/tags" Target="../tags/tag578.xml"/><Relationship Id="rId39" Type="http://schemas.openxmlformats.org/officeDocument/2006/relationships/tags" Target="../tags/tag613.xml"/><Relationship Id="rId38" Type="http://schemas.openxmlformats.org/officeDocument/2006/relationships/tags" Target="../tags/tag612.xml"/><Relationship Id="rId37" Type="http://schemas.openxmlformats.org/officeDocument/2006/relationships/tags" Target="../tags/tag611.xml"/><Relationship Id="rId36" Type="http://schemas.openxmlformats.org/officeDocument/2006/relationships/tags" Target="../tags/tag610.xml"/><Relationship Id="rId35" Type="http://schemas.openxmlformats.org/officeDocument/2006/relationships/tags" Target="../tags/tag609.xml"/><Relationship Id="rId34" Type="http://schemas.openxmlformats.org/officeDocument/2006/relationships/tags" Target="../tags/tag608.xml"/><Relationship Id="rId33" Type="http://schemas.openxmlformats.org/officeDocument/2006/relationships/tags" Target="../tags/tag607.xml"/><Relationship Id="rId32" Type="http://schemas.openxmlformats.org/officeDocument/2006/relationships/tags" Target="../tags/tag606.xml"/><Relationship Id="rId31" Type="http://schemas.openxmlformats.org/officeDocument/2006/relationships/tags" Target="../tags/tag605.xml"/><Relationship Id="rId30" Type="http://schemas.openxmlformats.org/officeDocument/2006/relationships/tags" Target="../tags/tag604.xml"/><Relationship Id="rId3" Type="http://schemas.openxmlformats.org/officeDocument/2006/relationships/tags" Target="../tags/tag577.xml"/><Relationship Id="rId29" Type="http://schemas.openxmlformats.org/officeDocument/2006/relationships/tags" Target="../tags/tag603.xml"/><Relationship Id="rId28" Type="http://schemas.openxmlformats.org/officeDocument/2006/relationships/tags" Target="../tags/tag602.xml"/><Relationship Id="rId27" Type="http://schemas.openxmlformats.org/officeDocument/2006/relationships/tags" Target="../tags/tag601.xml"/><Relationship Id="rId26" Type="http://schemas.openxmlformats.org/officeDocument/2006/relationships/tags" Target="../tags/tag600.xml"/><Relationship Id="rId25" Type="http://schemas.openxmlformats.org/officeDocument/2006/relationships/tags" Target="../tags/tag599.xml"/><Relationship Id="rId24" Type="http://schemas.openxmlformats.org/officeDocument/2006/relationships/tags" Target="../tags/tag598.xml"/><Relationship Id="rId23" Type="http://schemas.openxmlformats.org/officeDocument/2006/relationships/tags" Target="../tags/tag597.xml"/><Relationship Id="rId22" Type="http://schemas.openxmlformats.org/officeDocument/2006/relationships/tags" Target="../tags/tag596.xml"/><Relationship Id="rId21" Type="http://schemas.openxmlformats.org/officeDocument/2006/relationships/tags" Target="../tags/tag595.xml"/><Relationship Id="rId20" Type="http://schemas.openxmlformats.org/officeDocument/2006/relationships/tags" Target="../tags/tag594.xml"/><Relationship Id="rId2" Type="http://schemas.openxmlformats.org/officeDocument/2006/relationships/tags" Target="../tags/tag576.xml"/><Relationship Id="rId19" Type="http://schemas.openxmlformats.org/officeDocument/2006/relationships/tags" Target="../tags/tag593.xml"/><Relationship Id="rId18" Type="http://schemas.openxmlformats.org/officeDocument/2006/relationships/tags" Target="../tags/tag592.xml"/><Relationship Id="rId17" Type="http://schemas.openxmlformats.org/officeDocument/2006/relationships/tags" Target="../tags/tag591.xml"/><Relationship Id="rId16" Type="http://schemas.openxmlformats.org/officeDocument/2006/relationships/tags" Target="../tags/tag590.xml"/><Relationship Id="rId15" Type="http://schemas.openxmlformats.org/officeDocument/2006/relationships/tags" Target="../tags/tag589.xml"/><Relationship Id="rId14" Type="http://schemas.openxmlformats.org/officeDocument/2006/relationships/tags" Target="../tags/tag588.xml"/><Relationship Id="rId13" Type="http://schemas.openxmlformats.org/officeDocument/2006/relationships/tags" Target="../tags/tag587.xml"/><Relationship Id="rId12" Type="http://schemas.openxmlformats.org/officeDocument/2006/relationships/tags" Target="../tags/tag586.xml"/><Relationship Id="rId11" Type="http://schemas.openxmlformats.org/officeDocument/2006/relationships/tags" Target="../tags/tag585.xml"/><Relationship Id="rId10" Type="http://schemas.openxmlformats.org/officeDocument/2006/relationships/tags" Target="../tags/tag584.xml"/><Relationship Id="rId1" Type="http://schemas.openxmlformats.org/officeDocument/2006/relationships/tags" Target="../tags/tag575.xml"/></Relationships>
</file>

<file path=ppt/slides/_rels/slide41.xml.rels><?xml version="1.0" encoding="UTF-8" standalone="yes"?>
<Relationships xmlns="http://schemas.openxmlformats.org/package/2006/relationships"><Relationship Id="rId9" Type="http://schemas.openxmlformats.org/officeDocument/2006/relationships/tags" Target="../tags/tag630.xml"/><Relationship Id="rId8" Type="http://schemas.openxmlformats.org/officeDocument/2006/relationships/tags" Target="../tags/tag629.xml"/><Relationship Id="rId7" Type="http://schemas.openxmlformats.org/officeDocument/2006/relationships/tags" Target="../tags/tag628.xml"/><Relationship Id="rId6" Type="http://schemas.openxmlformats.org/officeDocument/2006/relationships/tags" Target="../tags/tag627.xml"/><Relationship Id="rId56" Type="http://schemas.openxmlformats.org/officeDocument/2006/relationships/slideLayout" Target="../slideLayouts/slideLayout12.xml"/><Relationship Id="rId55" Type="http://schemas.openxmlformats.org/officeDocument/2006/relationships/tags" Target="../tags/tag676.xml"/><Relationship Id="rId54" Type="http://schemas.openxmlformats.org/officeDocument/2006/relationships/tags" Target="../tags/tag675.xml"/><Relationship Id="rId53" Type="http://schemas.openxmlformats.org/officeDocument/2006/relationships/tags" Target="../tags/tag674.xml"/><Relationship Id="rId52" Type="http://schemas.openxmlformats.org/officeDocument/2006/relationships/tags" Target="../tags/tag673.xml"/><Relationship Id="rId51" Type="http://schemas.openxmlformats.org/officeDocument/2006/relationships/tags" Target="../tags/tag672.xml"/><Relationship Id="rId50" Type="http://schemas.openxmlformats.org/officeDocument/2006/relationships/tags" Target="../tags/tag671.xml"/><Relationship Id="rId5" Type="http://schemas.openxmlformats.org/officeDocument/2006/relationships/tags" Target="../tags/tag626.xml"/><Relationship Id="rId49" Type="http://schemas.openxmlformats.org/officeDocument/2006/relationships/tags" Target="../tags/tag670.xml"/><Relationship Id="rId48" Type="http://schemas.openxmlformats.org/officeDocument/2006/relationships/tags" Target="../tags/tag669.xml"/><Relationship Id="rId47" Type="http://schemas.openxmlformats.org/officeDocument/2006/relationships/tags" Target="../tags/tag668.xml"/><Relationship Id="rId46" Type="http://schemas.openxmlformats.org/officeDocument/2006/relationships/tags" Target="../tags/tag667.xml"/><Relationship Id="rId45" Type="http://schemas.openxmlformats.org/officeDocument/2006/relationships/tags" Target="../tags/tag666.xml"/><Relationship Id="rId44" Type="http://schemas.openxmlformats.org/officeDocument/2006/relationships/tags" Target="../tags/tag665.xml"/><Relationship Id="rId43" Type="http://schemas.openxmlformats.org/officeDocument/2006/relationships/tags" Target="../tags/tag664.xml"/><Relationship Id="rId42" Type="http://schemas.openxmlformats.org/officeDocument/2006/relationships/tags" Target="../tags/tag663.xml"/><Relationship Id="rId41" Type="http://schemas.openxmlformats.org/officeDocument/2006/relationships/tags" Target="../tags/tag662.xml"/><Relationship Id="rId40" Type="http://schemas.openxmlformats.org/officeDocument/2006/relationships/tags" Target="../tags/tag661.xml"/><Relationship Id="rId4" Type="http://schemas.openxmlformats.org/officeDocument/2006/relationships/tags" Target="../tags/tag625.xml"/><Relationship Id="rId39" Type="http://schemas.openxmlformats.org/officeDocument/2006/relationships/tags" Target="../tags/tag660.xml"/><Relationship Id="rId38" Type="http://schemas.openxmlformats.org/officeDocument/2006/relationships/tags" Target="../tags/tag659.xml"/><Relationship Id="rId37" Type="http://schemas.openxmlformats.org/officeDocument/2006/relationships/tags" Target="../tags/tag658.xml"/><Relationship Id="rId36" Type="http://schemas.openxmlformats.org/officeDocument/2006/relationships/tags" Target="../tags/tag657.xml"/><Relationship Id="rId35" Type="http://schemas.openxmlformats.org/officeDocument/2006/relationships/tags" Target="../tags/tag656.xml"/><Relationship Id="rId34" Type="http://schemas.openxmlformats.org/officeDocument/2006/relationships/tags" Target="../tags/tag655.xml"/><Relationship Id="rId33" Type="http://schemas.openxmlformats.org/officeDocument/2006/relationships/tags" Target="../tags/tag654.xml"/><Relationship Id="rId32" Type="http://schemas.openxmlformats.org/officeDocument/2006/relationships/tags" Target="../tags/tag653.xml"/><Relationship Id="rId31" Type="http://schemas.openxmlformats.org/officeDocument/2006/relationships/tags" Target="../tags/tag652.xml"/><Relationship Id="rId30" Type="http://schemas.openxmlformats.org/officeDocument/2006/relationships/tags" Target="../tags/tag651.xml"/><Relationship Id="rId3" Type="http://schemas.openxmlformats.org/officeDocument/2006/relationships/tags" Target="../tags/tag624.xml"/><Relationship Id="rId29" Type="http://schemas.openxmlformats.org/officeDocument/2006/relationships/tags" Target="../tags/tag650.xml"/><Relationship Id="rId28" Type="http://schemas.openxmlformats.org/officeDocument/2006/relationships/tags" Target="../tags/tag649.xml"/><Relationship Id="rId27" Type="http://schemas.openxmlformats.org/officeDocument/2006/relationships/tags" Target="../tags/tag648.xml"/><Relationship Id="rId26" Type="http://schemas.openxmlformats.org/officeDocument/2006/relationships/tags" Target="../tags/tag647.xml"/><Relationship Id="rId25" Type="http://schemas.openxmlformats.org/officeDocument/2006/relationships/tags" Target="../tags/tag646.xml"/><Relationship Id="rId24" Type="http://schemas.openxmlformats.org/officeDocument/2006/relationships/tags" Target="../tags/tag645.xml"/><Relationship Id="rId23" Type="http://schemas.openxmlformats.org/officeDocument/2006/relationships/tags" Target="../tags/tag644.xml"/><Relationship Id="rId22" Type="http://schemas.openxmlformats.org/officeDocument/2006/relationships/tags" Target="../tags/tag643.xml"/><Relationship Id="rId21" Type="http://schemas.openxmlformats.org/officeDocument/2006/relationships/tags" Target="../tags/tag642.xml"/><Relationship Id="rId20" Type="http://schemas.openxmlformats.org/officeDocument/2006/relationships/tags" Target="../tags/tag641.xml"/><Relationship Id="rId2" Type="http://schemas.openxmlformats.org/officeDocument/2006/relationships/tags" Target="../tags/tag623.xml"/><Relationship Id="rId19" Type="http://schemas.openxmlformats.org/officeDocument/2006/relationships/tags" Target="../tags/tag640.xml"/><Relationship Id="rId18" Type="http://schemas.openxmlformats.org/officeDocument/2006/relationships/tags" Target="../tags/tag639.xml"/><Relationship Id="rId17" Type="http://schemas.openxmlformats.org/officeDocument/2006/relationships/tags" Target="../tags/tag638.xml"/><Relationship Id="rId16" Type="http://schemas.openxmlformats.org/officeDocument/2006/relationships/tags" Target="../tags/tag637.xml"/><Relationship Id="rId15" Type="http://schemas.openxmlformats.org/officeDocument/2006/relationships/tags" Target="../tags/tag636.xml"/><Relationship Id="rId14" Type="http://schemas.openxmlformats.org/officeDocument/2006/relationships/tags" Target="../tags/tag635.xml"/><Relationship Id="rId13" Type="http://schemas.openxmlformats.org/officeDocument/2006/relationships/tags" Target="../tags/tag634.xml"/><Relationship Id="rId12" Type="http://schemas.openxmlformats.org/officeDocument/2006/relationships/tags" Target="../tags/tag633.xml"/><Relationship Id="rId11" Type="http://schemas.openxmlformats.org/officeDocument/2006/relationships/tags" Target="../tags/tag632.xml"/><Relationship Id="rId10" Type="http://schemas.openxmlformats.org/officeDocument/2006/relationships/tags" Target="../tags/tag631.xml"/><Relationship Id="rId1" Type="http://schemas.openxmlformats.org/officeDocument/2006/relationships/tags" Target="../tags/tag622.xml"/></Relationships>
</file>

<file path=ppt/slides/_rels/slide42.xml.rels><?xml version="1.0" encoding="UTF-8" standalone="yes"?>
<Relationships xmlns="http://schemas.openxmlformats.org/package/2006/relationships"><Relationship Id="rId9" Type="http://schemas.openxmlformats.org/officeDocument/2006/relationships/tags" Target="../tags/tag685.xml"/><Relationship Id="rId8" Type="http://schemas.openxmlformats.org/officeDocument/2006/relationships/tags" Target="../tags/tag684.xml"/><Relationship Id="rId7" Type="http://schemas.openxmlformats.org/officeDocument/2006/relationships/tags" Target="../tags/tag683.xml"/><Relationship Id="rId6" Type="http://schemas.openxmlformats.org/officeDocument/2006/relationships/tags" Target="../tags/tag682.xml"/><Relationship Id="rId5" Type="http://schemas.openxmlformats.org/officeDocument/2006/relationships/tags" Target="../tags/tag681.xml"/><Relationship Id="rId4" Type="http://schemas.openxmlformats.org/officeDocument/2006/relationships/tags" Target="../tags/tag680.xml"/><Relationship Id="rId3" Type="http://schemas.openxmlformats.org/officeDocument/2006/relationships/tags" Target="../tags/tag679.xml"/><Relationship Id="rId2" Type="http://schemas.openxmlformats.org/officeDocument/2006/relationships/tags" Target="../tags/tag678.xml"/><Relationship Id="rId13" Type="http://schemas.openxmlformats.org/officeDocument/2006/relationships/slideLayout" Target="../slideLayouts/slideLayout12.xml"/><Relationship Id="rId12" Type="http://schemas.openxmlformats.org/officeDocument/2006/relationships/tags" Target="../tags/tag688.xml"/><Relationship Id="rId11" Type="http://schemas.openxmlformats.org/officeDocument/2006/relationships/tags" Target="../tags/tag687.xml"/><Relationship Id="rId10" Type="http://schemas.openxmlformats.org/officeDocument/2006/relationships/tags" Target="../tags/tag686.xml"/><Relationship Id="rId1" Type="http://schemas.openxmlformats.org/officeDocument/2006/relationships/tags" Target="../tags/tag67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9" Type="http://schemas.openxmlformats.org/officeDocument/2006/relationships/tags" Target="../tags/tag697.xml"/><Relationship Id="rId8" Type="http://schemas.openxmlformats.org/officeDocument/2006/relationships/tags" Target="../tags/tag696.xml"/><Relationship Id="rId7" Type="http://schemas.openxmlformats.org/officeDocument/2006/relationships/tags" Target="../tags/tag695.xml"/><Relationship Id="rId6" Type="http://schemas.openxmlformats.org/officeDocument/2006/relationships/tags" Target="../tags/tag694.xml"/><Relationship Id="rId5" Type="http://schemas.openxmlformats.org/officeDocument/2006/relationships/tags" Target="../tags/tag693.xml"/><Relationship Id="rId4" Type="http://schemas.openxmlformats.org/officeDocument/2006/relationships/tags" Target="../tags/tag692.xml"/><Relationship Id="rId39" Type="http://schemas.openxmlformats.org/officeDocument/2006/relationships/slideLayout" Target="../slideLayouts/slideLayout12.xml"/><Relationship Id="rId38" Type="http://schemas.openxmlformats.org/officeDocument/2006/relationships/tags" Target="../tags/tag726.xml"/><Relationship Id="rId37" Type="http://schemas.openxmlformats.org/officeDocument/2006/relationships/tags" Target="../tags/tag725.xml"/><Relationship Id="rId36" Type="http://schemas.openxmlformats.org/officeDocument/2006/relationships/tags" Target="../tags/tag724.xml"/><Relationship Id="rId35" Type="http://schemas.openxmlformats.org/officeDocument/2006/relationships/tags" Target="../tags/tag723.xml"/><Relationship Id="rId34" Type="http://schemas.openxmlformats.org/officeDocument/2006/relationships/tags" Target="../tags/tag722.xml"/><Relationship Id="rId33" Type="http://schemas.openxmlformats.org/officeDocument/2006/relationships/tags" Target="../tags/tag721.xml"/><Relationship Id="rId32" Type="http://schemas.openxmlformats.org/officeDocument/2006/relationships/tags" Target="../tags/tag720.xml"/><Relationship Id="rId31" Type="http://schemas.openxmlformats.org/officeDocument/2006/relationships/tags" Target="../tags/tag719.xml"/><Relationship Id="rId30" Type="http://schemas.openxmlformats.org/officeDocument/2006/relationships/tags" Target="../tags/tag718.xml"/><Relationship Id="rId3" Type="http://schemas.openxmlformats.org/officeDocument/2006/relationships/tags" Target="../tags/tag691.xml"/><Relationship Id="rId29" Type="http://schemas.openxmlformats.org/officeDocument/2006/relationships/tags" Target="../tags/tag717.xml"/><Relationship Id="rId28" Type="http://schemas.openxmlformats.org/officeDocument/2006/relationships/tags" Target="../tags/tag716.xml"/><Relationship Id="rId27" Type="http://schemas.openxmlformats.org/officeDocument/2006/relationships/tags" Target="../tags/tag715.xml"/><Relationship Id="rId26" Type="http://schemas.openxmlformats.org/officeDocument/2006/relationships/tags" Target="../tags/tag714.xml"/><Relationship Id="rId25" Type="http://schemas.openxmlformats.org/officeDocument/2006/relationships/tags" Target="../tags/tag713.xml"/><Relationship Id="rId24" Type="http://schemas.openxmlformats.org/officeDocument/2006/relationships/tags" Target="../tags/tag712.xml"/><Relationship Id="rId23" Type="http://schemas.openxmlformats.org/officeDocument/2006/relationships/tags" Target="../tags/tag711.xml"/><Relationship Id="rId22" Type="http://schemas.openxmlformats.org/officeDocument/2006/relationships/tags" Target="../tags/tag710.xml"/><Relationship Id="rId21" Type="http://schemas.openxmlformats.org/officeDocument/2006/relationships/tags" Target="../tags/tag709.xml"/><Relationship Id="rId20" Type="http://schemas.openxmlformats.org/officeDocument/2006/relationships/tags" Target="../tags/tag708.xml"/><Relationship Id="rId2" Type="http://schemas.openxmlformats.org/officeDocument/2006/relationships/tags" Target="../tags/tag690.xml"/><Relationship Id="rId19" Type="http://schemas.openxmlformats.org/officeDocument/2006/relationships/tags" Target="../tags/tag707.xml"/><Relationship Id="rId18" Type="http://schemas.openxmlformats.org/officeDocument/2006/relationships/tags" Target="../tags/tag706.xml"/><Relationship Id="rId17" Type="http://schemas.openxmlformats.org/officeDocument/2006/relationships/tags" Target="../tags/tag705.xml"/><Relationship Id="rId16" Type="http://schemas.openxmlformats.org/officeDocument/2006/relationships/tags" Target="../tags/tag704.xml"/><Relationship Id="rId15" Type="http://schemas.openxmlformats.org/officeDocument/2006/relationships/tags" Target="../tags/tag703.xml"/><Relationship Id="rId14" Type="http://schemas.openxmlformats.org/officeDocument/2006/relationships/tags" Target="../tags/tag702.xml"/><Relationship Id="rId13" Type="http://schemas.openxmlformats.org/officeDocument/2006/relationships/tags" Target="../tags/tag701.xml"/><Relationship Id="rId12" Type="http://schemas.openxmlformats.org/officeDocument/2006/relationships/tags" Target="../tags/tag700.xml"/><Relationship Id="rId11" Type="http://schemas.openxmlformats.org/officeDocument/2006/relationships/tags" Target="../tags/tag699.xml"/><Relationship Id="rId10" Type="http://schemas.openxmlformats.org/officeDocument/2006/relationships/tags" Target="../tags/tag698.xml"/><Relationship Id="rId1" Type="http://schemas.openxmlformats.org/officeDocument/2006/relationships/tags" Target="../tags/tag689.xml"/></Relationships>
</file>

<file path=ppt/slides/_rels/slide45.xml.rels><?xml version="1.0" encoding="UTF-8" standalone="yes"?>
<Relationships xmlns="http://schemas.openxmlformats.org/package/2006/relationships"><Relationship Id="rId9" Type="http://schemas.openxmlformats.org/officeDocument/2006/relationships/tags" Target="../tags/tag735.xml"/><Relationship Id="rId8" Type="http://schemas.openxmlformats.org/officeDocument/2006/relationships/tags" Target="../tags/tag734.xml"/><Relationship Id="rId7" Type="http://schemas.openxmlformats.org/officeDocument/2006/relationships/tags" Target="../tags/tag733.xml"/><Relationship Id="rId6" Type="http://schemas.openxmlformats.org/officeDocument/2006/relationships/tags" Target="../tags/tag732.xml"/><Relationship Id="rId5" Type="http://schemas.openxmlformats.org/officeDocument/2006/relationships/tags" Target="../tags/tag731.xml"/><Relationship Id="rId4" Type="http://schemas.openxmlformats.org/officeDocument/2006/relationships/tags" Target="../tags/tag730.xml"/><Relationship Id="rId3" Type="http://schemas.openxmlformats.org/officeDocument/2006/relationships/tags" Target="../tags/tag729.xml"/><Relationship Id="rId2" Type="http://schemas.openxmlformats.org/officeDocument/2006/relationships/tags" Target="../tags/tag728.xml"/><Relationship Id="rId16" Type="http://schemas.openxmlformats.org/officeDocument/2006/relationships/slideLayout" Target="../slideLayouts/slideLayout12.xml"/><Relationship Id="rId15" Type="http://schemas.openxmlformats.org/officeDocument/2006/relationships/tags" Target="../tags/tag741.xml"/><Relationship Id="rId14" Type="http://schemas.openxmlformats.org/officeDocument/2006/relationships/tags" Target="../tags/tag740.xml"/><Relationship Id="rId13" Type="http://schemas.openxmlformats.org/officeDocument/2006/relationships/tags" Target="../tags/tag739.xml"/><Relationship Id="rId12" Type="http://schemas.openxmlformats.org/officeDocument/2006/relationships/tags" Target="../tags/tag738.xml"/><Relationship Id="rId11" Type="http://schemas.openxmlformats.org/officeDocument/2006/relationships/tags" Target="../tags/tag737.xml"/><Relationship Id="rId10" Type="http://schemas.openxmlformats.org/officeDocument/2006/relationships/tags" Target="../tags/tag736.xml"/><Relationship Id="rId1" Type="http://schemas.openxmlformats.org/officeDocument/2006/relationships/tags" Target="../tags/tag727.xml"/></Relationships>
</file>

<file path=ppt/slides/_rels/slide46.xml.rels><?xml version="1.0" encoding="UTF-8" standalone="yes"?>
<Relationships xmlns="http://schemas.openxmlformats.org/package/2006/relationships"><Relationship Id="rId9" Type="http://schemas.openxmlformats.org/officeDocument/2006/relationships/tags" Target="../tags/tag750.xml"/><Relationship Id="rId8" Type="http://schemas.openxmlformats.org/officeDocument/2006/relationships/tags" Target="../tags/tag749.xml"/><Relationship Id="rId7" Type="http://schemas.openxmlformats.org/officeDocument/2006/relationships/tags" Target="../tags/tag748.xml"/><Relationship Id="rId6" Type="http://schemas.openxmlformats.org/officeDocument/2006/relationships/tags" Target="../tags/tag747.xml"/><Relationship Id="rId5" Type="http://schemas.openxmlformats.org/officeDocument/2006/relationships/tags" Target="../tags/tag746.xml"/><Relationship Id="rId44" Type="http://schemas.openxmlformats.org/officeDocument/2006/relationships/slideLayout" Target="../slideLayouts/slideLayout12.xml"/><Relationship Id="rId43" Type="http://schemas.openxmlformats.org/officeDocument/2006/relationships/tags" Target="../tags/tag784.xml"/><Relationship Id="rId42" Type="http://schemas.openxmlformats.org/officeDocument/2006/relationships/tags" Target="../tags/tag783.xml"/><Relationship Id="rId41" Type="http://schemas.openxmlformats.org/officeDocument/2006/relationships/tags" Target="../tags/tag782.xml"/><Relationship Id="rId40" Type="http://schemas.openxmlformats.org/officeDocument/2006/relationships/tags" Target="../tags/tag781.xml"/><Relationship Id="rId4" Type="http://schemas.openxmlformats.org/officeDocument/2006/relationships/tags" Target="../tags/tag745.xml"/><Relationship Id="rId39" Type="http://schemas.openxmlformats.org/officeDocument/2006/relationships/tags" Target="../tags/tag780.xml"/><Relationship Id="rId38" Type="http://schemas.openxmlformats.org/officeDocument/2006/relationships/tags" Target="../tags/tag779.xml"/><Relationship Id="rId37" Type="http://schemas.openxmlformats.org/officeDocument/2006/relationships/tags" Target="../tags/tag778.xml"/><Relationship Id="rId36" Type="http://schemas.openxmlformats.org/officeDocument/2006/relationships/tags" Target="../tags/tag777.xml"/><Relationship Id="rId35" Type="http://schemas.openxmlformats.org/officeDocument/2006/relationships/tags" Target="../tags/tag776.xml"/><Relationship Id="rId34" Type="http://schemas.openxmlformats.org/officeDocument/2006/relationships/tags" Target="../tags/tag775.xml"/><Relationship Id="rId33" Type="http://schemas.openxmlformats.org/officeDocument/2006/relationships/tags" Target="../tags/tag774.xml"/><Relationship Id="rId32" Type="http://schemas.openxmlformats.org/officeDocument/2006/relationships/tags" Target="../tags/tag773.xml"/><Relationship Id="rId31" Type="http://schemas.openxmlformats.org/officeDocument/2006/relationships/tags" Target="../tags/tag772.xml"/><Relationship Id="rId30" Type="http://schemas.openxmlformats.org/officeDocument/2006/relationships/tags" Target="../tags/tag771.xml"/><Relationship Id="rId3" Type="http://schemas.openxmlformats.org/officeDocument/2006/relationships/tags" Target="../tags/tag744.xml"/><Relationship Id="rId29" Type="http://schemas.openxmlformats.org/officeDocument/2006/relationships/tags" Target="../tags/tag770.xml"/><Relationship Id="rId28" Type="http://schemas.openxmlformats.org/officeDocument/2006/relationships/tags" Target="../tags/tag769.xml"/><Relationship Id="rId27" Type="http://schemas.openxmlformats.org/officeDocument/2006/relationships/tags" Target="../tags/tag768.xml"/><Relationship Id="rId26" Type="http://schemas.openxmlformats.org/officeDocument/2006/relationships/tags" Target="../tags/tag767.xml"/><Relationship Id="rId25" Type="http://schemas.openxmlformats.org/officeDocument/2006/relationships/tags" Target="../tags/tag766.xml"/><Relationship Id="rId24" Type="http://schemas.openxmlformats.org/officeDocument/2006/relationships/tags" Target="../tags/tag765.xml"/><Relationship Id="rId23" Type="http://schemas.openxmlformats.org/officeDocument/2006/relationships/tags" Target="../tags/tag764.xml"/><Relationship Id="rId22" Type="http://schemas.openxmlformats.org/officeDocument/2006/relationships/tags" Target="../tags/tag763.xml"/><Relationship Id="rId21" Type="http://schemas.openxmlformats.org/officeDocument/2006/relationships/tags" Target="../tags/tag762.xml"/><Relationship Id="rId20" Type="http://schemas.openxmlformats.org/officeDocument/2006/relationships/tags" Target="../tags/tag761.xml"/><Relationship Id="rId2" Type="http://schemas.openxmlformats.org/officeDocument/2006/relationships/tags" Target="../tags/tag743.xml"/><Relationship Id="rId19" Type="http://schemas.openxmlformats.org/officeDocument/2006/relationships/tags" Target="../tags/tag760.xml"/><Relationship Id="rId18" Type="http://schemas.openxmlformats.org/officeDocument/2006/relationships/tags" Target="../tags/tag759.xml"/><Relationship Id="rId17" Type="http://schemas.openxmlformats.org/officeDocument/2006/relationships/tags" Target="../tags/tag758.xml"/><Relationship Id="rId16" Type="http://schemas.openxmlformats.org/officeDocument/2006/relationships/tags" Target="../tags/tag757.xml"/><Relationship Id="rId15" Type="http://schemas.openxmlformats.org/officeDocument/2006/relationships/tags" Target="../tags/tag756.xml"/><Relationship Id="rId14" Type="http://schemas.openxmlformats.org/officeDocument/2006/relationships/tags" Target="../tags/tag755.xml"/><Relationship Id="rId13" Type="http://schemas.openxmlformats.org/officeDocument/2006/relationships/tags" Target="../tags/tag754.xml"/><Relationship Id="rId12" Type="http://schemas.openxmlformats.org/officeDocument/2006/relationships/tags" Target="../tags/tag753.xml"/><Relationship Id="rId11" Type="http://schemas.openxmlformats.org/officeDocument/2006/relationships/tags" Target="../tags/tag752.xml"/><Relationship Id="rId10" Type="http://schemas.openxmlformats.org/officeDocument/2006/relationships/tags" Target="../tags/tag751.xml"/><Relationship Id="rId1" Type="http://schemas.openxmlformats.org/officeDocument/2006/relationships/tags" Target="../tags/tag742.xml"/></Relationships>
</file>

<file path=ppt/slides/_rels/slide47.xml.rels><?xml version="1.0" encoding="UTF-8" standalone="yes"?>
<Relationships xmlns="http://schemas.openxmlformats.org/package/2006/relationships"><Relationship Id="rId9" Type="http://schemas.openxmlformats.org/officeDocument/2006/relationships/tags" Target="../tags/tag793.xml"/><Relationship Id="rId8" Type="http://schemas.openxmlformats.org/officeDocument/2006/relationships/tags" Target="../tags/tag792.xml"/><Relationship Id="rId7" Type="http://schemas.openxmlformats.org/officeDocument/2006/relationships/tags" Target="../tags/tag791.xml"/><Relationship Id="rId6" Type="http://schemas.openxmlformats.org/officeDocument/2006/relationships/tags" Target="../tags/tag790.xml"/><Relationship Id="rId5" Type="http://schemas.openxmlformats.org/officeDocument/2006/relationships/tags" Target="../tags/tag789.xml"/><Relationship Id="rId4" Type="http://schemas.openxmlformats.org/officeDocument/2006/relationships/tags" Target="../tags/tag788.xml"/><Relationship Id="rId35" Type="http://schemas.openxmlformats.org/officeDocument/2006/relationships/slideLayout" Target="../slideLayouts/slideLayout12.xml"/><Relationship Id="rId34" Type="http://schemas.openxmlformats.org/officeDocument/2006/relationships/tags" Target="../tags/tag818.xml"/><Relationship Id="rId33" Type="http://schemas.openxmlformats.org/officeDocument/2006/relationships/tags" Target="../tags/tag817.xml"/><Relationship Id="rId32" Type="http://schemas.openxmlformats.org/officeDocument/2006/relationships/tags" Target="../tags/tag816.xml"/><Relationship Id="rId31" Type="http://schemas.openxmlformats.org/officeDocument/2006/relationships/tags" Target="../tags/tag815.xml"/><Relationship Id="rId30" Type="http://schemas.openxmlformats.org/officeDocument/2006/relationships/tags" Target="../tags/tag814.xml"/><Relationship Id="rId3" Type="http://schemas.openxmlformats.org/officeDocument/2006/relationships/tags" Target="../tags/tag787.xml"/><Relationship Id="rId29" Type="http://schemas.openxmlformats.org/officeDocument/2006/relationships/tags" Target="../tags/tag813.xml"/><Relationship Id="rId28" Type="http://schemas.openxmlformats.org/officeDocument/2006/relationships/tags" Target="../tags/tag812.xml"/><Relationship Id="rId27" Type="http://schemas.openxmlformats.org/officeDocument/2006/relationships/tags" Target="../tags/tag811.xml"/><Relationship Id="rId26" Type="http://schemas.openxmlformats.org/officeDocument/2006/relationships/tags" Target="../tags/tag810.xml"/><Relationship Id="rId25" Type="http://schemas.openxmlformats.org/officeDocument/2006/relationships/tags" Target="../tags/tag809.xml"/><Relationship Id="rId24" Type="http://schemas.openxmlformats.org/officeDocument/2006/relationships/tags" Target="../tags/tag808.xml"/><Relationship Id="rId23" Type="http://schemas.openxmlformats.org/officeDocument/2006/relationships/tags" Target="../tags/tag807.xml"/><Relationship Id="rId22" Type="http://schemas.openxmlformats.org/officeDocument/2006/relationships/tags" Target="../tags/tag806.xml"/><Relationship Id="rId21" Type="http://schemas.openxmlformats.org/officeDocument/2006/relationships/tags" Target="../tags/tag805.xml"/><Relationship Id="rId20" Type="http://schemas.openxmlformats.org/officeDocument/2006/relationships/tags" Target="../tags/tag804.xml"/><Relationship Id="rId2" Type="http://schemas.openxmlformats.org/officeDocument/2006/relationships/tags" Target="../tags/tag786.xml"/><Relationship Id="rId19" Type="http://schemas.openxmlformats.org/officeDocument/2006/relationships/tags" Target="../tags/tag803.xml"/><Relationship Id="rId18" Type="http://schemas.openxmlformats.org/officeDocument/2006/relationships/tags" Target="../tags/tag802.xml"/><Relationship Id="rId17" Type="http://schemas.openxmlformats.org/officeDocument/2006/relationships/tags" Target="../tags/tag801.xml"/><Relationship Id="rId16" Type="http://schemas.openxmlformats.org/officeDocument/2006/relationships/tags" Target="../tags/tag800.xml"/><Relationship Id="rId15" Type="http://schemas.openxmlformats.org/officeDocument/2006/relationships/tags" Target="../tags/tag799.xml"/><Relationship Id="rId14" Type="http://schemas.openxmlformats.org/officeDocument/2006/relationships/tags" Target="../tags/tag798.xml"/><Relationship Id="rId13" Type="http://schemas.openxmlformats.org/officeDocument/2006/relationships/tags" Target="../tags/tag797.xml"/><Relationship Id="rId12" Type="http://schemas.openxmlformats.org/officeDocument/2006/relationships/tags" Target="../tags/tag796.xml"/><Relationship Id="rId11" Type="http://schemas.openxmlformats.org/officeDocument/2006/relationships/tags" Target="../tags/tag795.xml"/><Relationship Id="rId10" Type="http://schemas.openxmlformats.org/officeDocument/2006/relationships/tags" Target="../tags/tag794.xml"/><Relationship Id="rId1" Type="http://schemas.openxmlformats.org/officeDocument/2006/relationships/tags" Target="../tags/tag785.xml"/></Relationships>
</file>

<file path=ppt/slides/_rels/slide48.xml.rels><?xml version="1.0" encoding="UTF-8" standalone="yes"?>
<Relationships xmlns="http://schemas.openxmlformats.org/package/2006/relationships"><Relationship Id="rId9" Type="http://schemas.openxmlformats.org/officeDocument/2006/relationships/tags" Target="../tags/tag827.xml"/><Relationship Id="rId8" Type="http://schemas.openxmlformats.org/officeDocument/2006/relationships/tags" Target="../tags/tag826.xml"/><Relationship Id="rId7" Type="http://schemas.openxmlformats.org/officeDocument/2006/relationships/tags" Target="../tags/tag825.xml"/><Relationship Id="rId6" Type="http://schemas.openxmlformats.org/officeDocument/2006/relationships/tags" Target="../tags/tag824.xml"/><Relationship Id="rId5" Type="http://schemas.openxmlformats.org/officeDocument/2006/relationships/tags" Target="../tags/tag823.xml"/><Relationship Id="rId4" Type="http://schemas.openxmlformats.org/officeDocument/2006/relationships/tags" Target="../tags/tag822.xml"/><Relationship Id="rId3" Type="http://schemas.openxmlformats.org/officeDocument/2006/relationships/tags" Target="../tags/tag821.xml"/><Relationship Id="rId28" Type="http://schemas.openxmlformats.org/officeDocument/2006/relationships/slideLayout" Target="../slideLayouts/slideLayout12.xml"/><Relationship Id="rId27" Type="http://schemas.openxmlformats.org/officeDocument/2006/relationships/tags" Target="../tags/tag845.xml"/><Relationship Id="rId26" Type="http://schemas.openxmlformats.org/officeDocument/2006/relationships/tags" Target="../tags/tag844.xml"/><Relationship Id="rId25" Type="http://schemas.openxmlformats.org/officeDocument/2006/relationships/tags" Target="../tags/tag843.xml"/><Relationship Id="rId24" Type="http://schemas.openxmlformats.org/officeDocument/2006/relationships/tags" Target="../tags/tag842.xml"/><Relationship Id="rId23" Type="http://schemas.openxmlformats.org/officeDocument/2006/relationships/tags" Target="../tags/tag841.xml"/><Relationship Id="rId22" Type="http://schemas.openxmlformats.org/officeDocument/2006/relationships/tags" Target="../tags/tag840.xml"/><Relationship Id="rId21" Type="http://schemas.openxmlformats.org/officeDocument/2006/relationships/tags" Target="../tags/tag839.xml"/><Relationship Id="rId20" Type="http://schemas.openxmlformats.org/officeDocument/2006/relationships/tags" Target="../tags/tag838.xml"/><Relationship Id="rId2" Type="http://schemas.openxmlformats.org/officeDocument/2006/relationships/tags" Target="../tags/tag820.xml"/><Relationship Id="rId19" Type="http://schemas.openxmlformats.org/officeDocument/2006/relationships/tags" Target="../tags/tag837.xml"/><Relationship Id="rId18" Type="http://schemas.openxmlformats.org/officeDocument/2006/relationships/tags" Target="../tags/tag836.xml"/><Relationship Id="rId17" Type="http://schemas.openxmlformats.org/officeDocument/2006/relationships/tags" Target="../tags/tag835.xml"/><Relationship Id="rId16" Type="http://schemas.openxmlformats.org/officeDocument/2006/relationships/tags" Target="../tags/tag834.xml"/><Relationship Id="rId15" Type="http://schemas.openxmlformats.org/officeDocument/2006/relationships/tags" Target="../tags/tag833.xml"/><Relationship Id="rId14" Type="http://schemas.openxmlformats.org/officeDocument/2006/relationships/tags" Target="../tags/tag832.xml"/><Relationship Id="rId13" Type="http://schemas.openxmlformats.org/officeDocument/2006/relationships/tags" Target="../tags/tag831.xml"/><Relationship Id="rId12" Type="http://schemas.openxmlformats.org/officeDocument/2006/relationships/tags" Target="../tags/tag830.xml"/><Relationship Id="rId11" Type="http://schemas.openxmlformats.org/officeDocument/2006/relationships/tags" Target="../tags/tag829.xml"/><Relationship Id="rId10" Type="http://schemas.openxmlformats.org/officeDocument/2006/relationships/tags" Target="../tags/tag828.xml"/><Relationship Id="rId1" Type="http://schemas.openxmlformats.org/officeDocument/2006/relationships/tags" Target="../tags/tag819.xml"/></Relationships>
</file>

<file path=ppt/slides/_rels/slide49.xml.rels><?xml version="1.0" encoding="UTF-8" standalone="yes"?>
<Relationships xmlns="http://schemas.openxmlformats.org/package/2006/relationships"><Relationship Id="rId99" Type="http://schemas.openxmlformats.org/officeDocument/2006/relationships/tags" Target="../tags/tag944.xml"/><Relationship Id="rId98" Type="http://schemas.openxmlformats.org/officeDocument/2006/relationships/tags" Target="../tags/tag943.xml"/><Relationship Id="rId97" Type="http://schemas.openxmlformats.org/officeDocument/2006/relationships/tags" Target="../tags/tag942.xml"/><Relationship Id="rId96" Type="http://schemas.openxmlformats.org/officeDocument/2006/relationships/tags" Target="../tags/tag941.xml"/><Relationship Id="rId95" Type="http://schemas.openxmlformats.org/officeDocument/2006/relationships/tags" Target="../tags/tag940.xml"/><Relationship Id="rId94" Type="http://schemas.openxmlformats.org/officeDocument/2006/relationships/tags" Target="../tags/tag939.xml"/><Relationship Id="rId93" Type="http://schemas.openxmlformats.org/officeDocument/2006/relationships/tags" Target="../tags/tag938.xml"/><Relationship Id="rId92" Type="http://schemas.openxmlformats.org/officeDocument/2006/relationships/tags" Target="../tags/tag937.xml"/><Relationship Id="rId91" Type="http://schemas.openxmlformats.org/officeDocument/2006/relationships/tags" Target="../tags/tag936.xml"/><Relationship Id="rId90" Type="http://schemas.openxmlformats.org/officeDocument/2006/relationships/tags" Target="../tags/tag935.xml"/><Relationship Id="rId9" Type="http://schemas.openxmlformats.org/officeDocument/2006/relationships/tags" Target="../tags/tag854.xml"/><Relationship Id="rId89" Type="http://schemas.openxmlformats.org/officeDocument/2006/relationships/tags" Target="../tags/tag934.xml"/><Relationship Id="rId88" Type="http://schemas.openxmlformats.org/officeDocument/2006/relationships/tags" Target="../tags/tag933.xml"/><Relationship Id="rId87" Type="http://schemas.openxmlformats.org/officeDocument/2006/relationships/tags" Target="../tags/tag932.xml"/><Relationship Id="rId86" Type="http://schemas.openxmlformats.org/officeDocument/2006/relationships/tags" Target="../tags/tag931.xml"/><Relationship Id="rId85" Type="http://schemas.openxmlformats.org/officeDocument/2006/relationships/tags" Target="../tags/tag930.xml"/><Relationship Id="rId84" Type="http://schemas.openxmlformats.org/officeDocument/2006/relationships/tags" Target="../tags/tag929.xml"/><Relationship Id="rId83" Type="http://schemas.openxmlformats.org/officeDocument/2006/relationships/tags" Target="../tags/tag928.xml"/><Relationship Id="rId82" Type="http://schemas.openxmlformats.org/officeDocument/2006/relationships/tags" Target="../tags/tag927.xml"/><Relationship Id="rId81" Type="http://schemas.openxmlformats.org/officeDocument/2006/relationships/tags" Target="../tags/tag926.xml"/><Relationship Id="rId80" Type="http://schemas.openxmlformats.org/officeDocument/2006/relationships/tags" Target="../tags/tag925.xml"/><Relationship Id="rId8" Type="http://schemas.openxmlformats.org/officeDocument/2006/relationships/tags" Target="../tags/tag853.xml"/><Relationship Id="rId79" Type="http://schemas.openxmlformats.org/officeDocument/2006/relationships/tags" Target="../tags/tag924.xml"/><Relationship Id="rId78" Type="http://schemas.openxmlformats.org/officeDocument/2006/relationships/tags" Target="../tags/tag923.xml"/><Relationship Id="rId77" Type="http://schemas.openxmlformats.org/officeDocument/2006/relationships/tags" Target="../tags/tag922.xml"/><Relationship Id="rId76" Type="http://schemas.openxmlformats.org/officeDocument/2006/relationships/tags" Target="../tags/tag921.xml"/><Relationship Id="rId75" Type="http://schemas.openxmlformats.org/officeDocument/2006/relationships/tags" Target="../tags/tag920.xml"/><Relationship Id="rId74" Type="http://schemas.openxmlformats.org/officeDocument/2006/relationships/tags" Target="../tags/tag919.xml"/><Relationship Id="rId73" Type="http://schemas.openxmlformats.org/officeDocument/2006/relationships/tags" Target="../tags/tag918.xml"/><Relationship Id="rId72" Type="http://schemas.openxmlformats.org/officeDocument/2006/relationships/tags" Target="../tags/tag917.xml"/><Relationship Id="rId71" Type="http://schemas.openxmlformats.org/officeDocument/2006/relationships/tags" Target="../tags/tag916.xml"/><Relationship Id="rId70" Type="http://schemas.openxmlformats.org/officeDocument/2006/relationships/tags" Target="../tags/tag915.xml"/><Relationship Id="rId7" Type="http://schemas.openxmlformats.org/officeDocument/2006/relationships/tags" Target="../tags/tag852.xml"/><Relationship Id="rId69" Type="http://schemas.openxmlformats.org/officeDocument/2006/relationships/tags" Target="../tags/tag914.xml"/><Relationship Id="rId68" Type="http://schemas.openxmlformats.org/officeDocument/2006/relationships/tags" Target="../tags/tag913.xml"/><Relationship Id="rId67" Type="http://schemas.openxmlformats.org/officeDocument/2006/relationships/tags" Target="../tags/tag912.xml"/><Relationship Id="rId66" Type="http://schemas.openxmlformats.org/officeDocument/2006/relationships/tags" Target="../tags/tag911.xml"/><Relationship Id="rId65" Type="http://schemas.openxmlformats.org/officeDocument/2006/relationships/tags" Target="../tags/tag910.xml"/><Relationship Id="rId64" Type="http://schemas.openxmlformats.org/officeDocument/2006/relationships/tags" Target="../tags/tag909.xml"/><Relationship Id="rId63" Type="http://schemas.openxmlformats.org/officeDocument/2006/relationships/tags" Target="../tags/tag908.xml"/><Relationship Id="rId62" Type="http://schemas.openxmlformats.org/officeDocument/2006/relationships/tags" Target="../tags/tag907.xml"/><Relationship Id="rId61" Type="http://schemas.openxmlformats.org/officeDocument/2006/relationships/tags" Target="../tags/tag906.xml"/><Relationship Id="rId60" Type="http://schemas.openxmlformats.org/officeDocument/2006/relationships/tags" Target="../tags/tag905.xml"/><Relationship Id="rId6" Type="http://schemas.openxmlformats.org/officeDocument/2006/relationships/tags" Target="../tags/tag851.xml"/><Relationship Id="rId59" Type="http://schemas.openxmlformats.org/officeDocument/2006/relationships/tags" Target="../tags/tag904.xml"/><Relationship Id="rId58" Type="http://schemas.openxmlformats.org/officeDocument/2006/relationships/tags" Target="../tags/tag903.xml"/><Relationship Id="rId57" Type="http://schemas.openxmlformats.org/officeDocument/2006/relationships/tags" Target="../tags/tag902.xml"/><Relationship Id="rId56" Type="http://schemas.openxmlformats.org/officeDocument/2006/relationships/tags" Target="../tags/tag901.xml"/><Relationship Id="rId55" Type="http://schemas.openxmlformats.org/officeDocument/2006/relationships/tags" Target="../tags/tag900.xml"/><Relationship Id="rId54" Type="http://schemas.openxmlformats.org/officeDocument/2006/relationships/tags" Target="../tags/tag899.xml"/><Relationship Id="rId53" Type="http://schemas.openxmlformats.org/officeDocument/2006/relationships/tags" Target="../tags/tag898.xml"/><Relationship Id="rId52" Type="http://schemas.openxmlformats.org/officeDocument/2006/relationships/tags" Target="../tags/tag897.xml"/><Relationship Id="rId51" Type="http://schemas.openxmlformats.org/officeDocument/2006/relationships/tags" Target="../tags/tag896.xml"/><Relationship Id="rId50" Type="http://schemas.openxmlformats.org/officeDocument/2006/relationships/tags" Target="../tags/tag895.xml"/><Relationship Id="rId5" Type="http://schemas.openxmlformats.org/officeDocument/2006/relationships/tags" Target="../tags/tag850.xml"/><Relationship Id="rId49" Type="http://schemas.openxmlformats.org/officeDocument/2006/relationships/tags" Target="../tags/tag894.xml"/><Relationship Id="rId48" Type="http://schemas.openxmlformats.org/officeDocument/2006/relationships/tags" Target="../tags/tag893.xml"/><Relationship Id="rId47" Type="http://schemas.openxmlformats.org/officeDocument/2006/relationships/tags" Target="../tags/tag892.xml"/><Relationship Id="rId46" Type="http://schemas.openxmlformats.org/officeDocument/2006/relationships/tags" Target="../tags/tag891.xml"/><Relationship Id="rId45" Type="http://schemas.openxmlformats.org/officeDocument/2006/relationships/tags" Target="../tags/tag890.xml"/><Relationship Id="rId44" Type="http://schemas.openxmlformats.org/officeDocument/2006/relationships/tags" Target="../tags/tag889.xml"/><Relationship Id="rId43" Type="http://schemas.openxmlformats.org/officeDocument/2006/relationships/tags" Target="../tags/tag888.xml"/><Relationship Id="rId42" Type="http://schemas.openxmlformats.org/officeDocument/2006/relationships/tags" Target="../tags/tag887.xml"/><Relationship Id="rId41" Type="http://schemas.openxmlformats.org/officeDocument/2006/relationships/tags" Target="../tags/tag886.xml"/><Relationship Id="rId40" Type="http://schemas.openxmlformats.org/officeDocument/2006/relationships/tags" Target="../tags/tag885.xml"/><Relationship Id="rId4" Type="http://schemas.openxmlformats.org/officeDocument/2006/relationships/tags" Target="../tags/tag849.xml"/><Relationship Id="rId39" Type="http://schemas.openxmlformats.org/officeDocument/2006/relationships/tags" Target="../tags/tag884.xml"/><Relationship Id="rId38" Type="http://schemas.openxmlformats.org/officeDocument/2006/relationships/tags" Target="../tags/tag883.xml"/><Relationship Id="rId37" Type="http://schemas.openxmlformats.org/officeDocument/2006/relationships/tags" Target="../tags/tag882.xml"/><Relationship Id="rId36" Type="http://schemas.openxmlformats.org/officeDocument/2006/relationships/tags" Target="../tags/tag881.xml"/><Relationship Id="rId35" Type="http://schemas.openxmlformats.org/officeDocument/2006/relationships/tags" Target="../tags/tag880.xml"/><Relationship Id="rId34" Type="http://schemas.openxmlformats.org/officeDocument/2006/relationships/tags" Target="../tags/tag879.xml"/><Relationship Id="rId33" Type="http://schemas.openxmlformats.org/officeDocument/2006/relationships/tags" Target="../tags/tag878.xml"/><Relationship Id="rId32" Type="http://schemas.openxmlformats.org/officeDocument/2006/relationships/tags" Target="../tags/tag877.xml"/><Relationship Id="rId31" Type="http://schemas.openxmlformats.org/officeDocument/2006/relationships/tags" Target="../tags/tag876.xml"/><Relationship Id="rId30" Type="http://schemas.openxmlformats.org/officeDocument/2006/relationships/tags" Target="../tags/tag875.xml"/><Relationship Id="rId3" Type="http://schemas.openxmlformats.org/officeDocument/2006/relationships/tags" Target="../tags/tag848.xml"/><Relationship Id="rId29" Type="http://schemas.openxmlformats.org/officeDocument/2006/relationships/tags" Target="../tags/tag874.xml"/><Relationship Id="rId28" Type="http://schemas.openxmlformats.org/officeDocument/2006/relationships/tags" Target="../tags/tag873.xml"/><Relationship Id="rId27" Type="http://schemas.openxmlformats.org/officeDocument/2006/relationships/tags" Target="../tags/tag872.xml"/><Relationship Id="rId26" Type="http://schemas.openxmlformats.org/officeDocument/2006/relationships/tags" Target="../tags/tag871.xml"/><Relationship Id="rId25" Type="http://schemas.openxmlformats.org/officeDocument/2006/relationships/tags" Target="../tags/tag870.xml"/><Relationship Id="rId24" Type="http://schemas.openxmlformats.org/officeDocument/2006/relationships/tags" Target="../tags/tag869.xml"/><Relationship Id="rId23" Type="http://schemas.openxmlformats.org/officeDocument/2006/relationships/tags" Target="../tags/tag868.xml"/><Relationship Id="rId22" Type="http://schemas.openxmlformats.org/officeDocument/2006/relationships/tags" Target="../tags/tag867.xml"/><Relationship Id="rId21" Type="http://schemas.openxmlformats.org/officeDocument/2006/relationships/tags" Target="../tags/tag866.xml"/><Relationship Id="rId20" Type="http://schemas.openxmlformats.org/officeDocument/2006/relationships/tags" Target="../tags/tag865.xml"/><Relationship Id="rId2" Type="http://schemas.openxmlformats.org/officeDocument/2006/relationships/tags" Target="../tags/tag847.xml"/><Relationship Id="rId19" Type="http://schemas.openxmlformats.org/officeDocument/2006/relationships/tags" Target="../tags/tag864.xml"/><Relationship Id="rId18" Type="http://schemas.openxmlformats.org/officeDocument/2006/relationships/tags" Target="../tags/tag863.xml"/><Relationship Id="rId17" Type="http://schemas.openxmlformats.org/officeDocument/2006/relationships/tags" Target="../tags/tag862.xml"/><Relationship Id="rId16" Type="http://schemas.openxmlformats.org/officeDocument/2006/relationships/tags" Target="../tags/tag861.xml"/><Relationship Id="rId15" Type="http://schemas.openxmlformats.org/officeDocument/2006/relationships/tags" Target="../tags/tag860.xml"/><Relationship Id="rId14" Type="http://schemas.openxmlformats.org/officeDocument/2006/relationships/tags" Target="../tags/tag859.xml"/><Relationship Id="rId131" Type="http://schemas.openxmlformats.org/officeDocument/2006/relationships/slideLayout" Target="../slideLayouts/slideLayout12.xml"/><Relationship Id="rId130" Type="http://schemas.openxmlformats.org/officeDocument/2006/relationships/tags" Target="../tags/tag975.xml"/><Relationship Id="rId13" Type="http://schemas.openxmlformats.org/officeDocument/2006/relationships/tags" Target="../tags/tag858.xml"/><Relationship Id="rId129" Type="http://schemas.openxmlformats.org/officeDocument/2006/relationships/tags" Target="../tags/tag974.xml"/><Relationship Id="rId128" Type="http://schemas.openxmlformats.org/officeDocument/2006/relationships/tags" Target="../tags/tag973.xml"/><Relationship Id="rId127" Type="http://schemas.openxmlformats.org/officeDocument/2006/relationships/tags" Target="../tags/tag972.xml"/><Relationship Id="rId126" Type="http://schemas.openxmlformats.org/officeDocument/2006/relationships/tags" Target="../tags/tag971.xml"/><Relationship Id="rId125" Type="http://schemas.openxmlformats.org/officeDocument/2006/relationships/tags" Target="../tags/tag970.xml"/><Relationship Id="rId124" Type="http://schemas.openxmlformats.org/officeDocument/2006/relationships/tags" Target="../tags/tag969.xml"/><Relationship Id="rId123" Type="http://schemas.openxmlformats.org/officeDocument/2006/relationships/tags" Target="../tags/tag968.xml"/><Relationship Id="rId122" Type="http://schemas.openxmlformats.org/officeDocument/2006/relationships/tags" Target="../tags/tag967.xml"/><Relationship Id="rId121" Type="http://schemas.openxmlformats.org/officeDocument/2006/relationships/tags" Target="../tags/tag966.xml"/><Relationship Id="rId120" Type="http://schemas.openxmlformats.org/officeDocument/2006/relationships/tags" Target="../tags/tag965.xml"/><Relationship Id="rId12" Type="http://schemas.openxmlformats.org/officeDocument/2006/relationships/tags" Target="../tags/tag857.xml"/><Relationship Id="rId119" Type="http://schemas.openxmlformats.org/officeDocument/2006/relationships/tags" Target="../tags/tag964.xml"/><Relationship Id="rId118" Type="http://schemas.openxmlformats.org/officeDocument/2006/relationships/tags" Target="../tags/tag963.xml"/><Relationship Id="rId117" Type="http://schemas.openxmlformats.org/officeDocument/2006/relationships/tags" Target="../tags/tag962.xml"/><Relationship Id="rId116" Type="http://schemas.openxmlformats.org/officeDocument/2006/relationships/tags" Target="../tags/tag961.xml"/><Relationship Id="rId115" Type="http://schemas.openxmlformats.org/officeDocument/2006/relationships/tags" Target="../tags/tag960.xml"/><Relationship Id="rId114" Type="http://schemas.openxmlformats.org/officeDocument/2006/relationships/tags" Target="../tags/tag959.xml"/><Relationship Id="rId113" Type="http://schemas.openxmlformats.org/officeDocument/2006/relationships/tags" Target="../tags/tag958.xml"/><Relationship Id="rId112" Type="http://schemas.openxmlformats.org/officeDocument/2006/relationships/tags" Target="../tags/tag957.xml"/><Relationship Id="rId111" Type="http://schemas.openxmlformats.org/officeDocument/2006/relationships/tags" Target="../tags/tag956.xml"/><Relationship Id="rId110" Type="http://schemas.openxmlformats.org/officeDocument/2006/relationships/tags" Target="../tags/tag955.xml"/><Relationship Id="rId11" Type="http://schemas.openxmlformats.org/officeDocument/2006/relationships/tags" Target="../tags/tag856.xml"/><Relationship Id="rId109" Type="http://schemas.openxmlformats.org/officeDocument/2006/relationships/tags" Target="../tags/tag954.xml"/><Relationship Id="rId108" Type="http://schemas.openxmlformats.org/officeDocument/2006/relationships/tags" Target="../tags/tag953.xml"/><Relationship Id="rId107" Type="http://schemas.openxmlformats.org/officeDocument/2006/relationships/tags" Target="../tags/tag952.xml"/><Relationship Id="rId106" Type="http://schemas.openxmlformats.org/officeDocument/2006/relationships/tags" Target="../tags/tag951.xml"/><Relationship Id="rId105" Type="http://schemas.openxmlformats.org/officeDocument/2006/relationships/tags" Target="../tags/tag950.xml"/><Relationship Id="rId104" Type="http://schemas.openxmlformats.org/officeDocument/2006/relationships/tags" Target="../tags/tag949.xml"/><Relationship Id="rId103" Type="http://schemas.openxmlformats.org/officeDocument/2006/relationships/tags" Target="../tags/tag948.xml"/><Relationship Id="rId102" Type="http://schemas.openxmlformats.org/officeDocument/2006/relationships/tags" Target="../tags/tag947.xml"/><Relationship Id="rId101" Type="http://schemas.openxmlformats.org/officeDocument/2006/relationships/tags" Target="../tags/tag946.xml"/><Relationship Id="rId100" Type="http://schemas.openxmlformats.org/officeDocument/2006/relationships/tags" Target="../tags/tag945.xml"/><Relationship Id="rId10" Type="http://schemas.openxmlformats.org/officeDocument/2006/relationships/tags" Target="../tags/tag855.xml"/><Relationship Id="rId1" Type="http://schemas.openxmlformats.org/officeDocument/2006/relationships/tags" Target="../tags/tag846.xml"/></Relationships>
</file>

<file path=ppt/slides/_rels/slide50.xml.rels><?xml version="1.0" encoding="UTF-8" standalone="yes"?>
<Relationships xmlns="http://schemas.openxmlformats.org/package/2006/relationships"><Relationship Id="rId99" Type="http://schemas.openxmlformats.org/officeDocument/2006/relationships/tags" Target="../tags/tag1074.xml"/><Relationship Id="rId98" Type="http://schemas.openxmlformats.org/officeDocument/2006/relationships/tags" Target="../tags/tag1073.xml"/><Relationship Id="rId97" Type="http://schemas.openxmlformats.org/officeDocument/2006/relationships/tags" Target="../tags/tag1072.xml"/><Relationship Id="rId96" Type="http://schemas.openxmlformats.org/officeDocument/2006/relationships/tags" Target="../tags/tag1071.xml"/><Relationship Id="rId95" Type="http://schemas.openxmlformats.org/officeDocument/2006/relationships/tags" Target="../tags/tag1070.xml"/><Relationship Id="rId94" Type="http://schemas.openxmlformats.org/officeDocument/2006/relationships/tags" Target="../tags/tag1069.xml"/><Relationship Id="rId93" Type="http://schemas.openxmlformats.org/officeDocument/2006/relationships/tags" Target="../tags/tag1068.xml"/><Relationship Id="rId92" Type="http://schemas.openxmlformats.org/officeDocument/2006/relationships/tags" Target="../tags/tag1067.xml"/><Relationship Id="rId91" Type="http://schemas.openxmlformats.org/officeDocument/2006/relationships/tags" Target="../tags/tag1066.xml"/><Relationship Id="rId90" Type="http://schemas.openxmlformats.org/officeDocument/2006/relationships/tags" Target="../tags/tag1065.xml"/><Relationship Id="rId9" Type="http://schemas.openxmlformats.org/officeDocument/2006/relationships/tags" Target="../tags/tag984.xml"/><Relationship Id="rId89" Type="http://schemas.openxmlformats.org/officeDocument/2006/relationships/tags" Target="../tags/tag1064.xml"/><Relationship Id="rId88" Type="http://schemas.openxmlformats.org/officeDocument/2006/relationships/tags" Target="../tags/tag1063.xml"/><Relationship Id="rId87" Type="http://schemas.openxmlformats.org/officeDocument/2006/relationships/tags" Target="../tags/tag1062.xml"/><Relationship Id="rId86" Type="http://schemas.openxmlformats.org/officeDocument/2006/relationships/tags" Target="../tags/tag1061.xml"/><Relationship Id="rId85" Type="http://schemas.openxmlformats.org/officeDocument/2006/relationships/tags" Target="../tags/tag1060.xml"/><Relationship Id="rId84" Type="http://schemas.openxmlformats.org/officeDocument/2006/relationships/tags" Target="../tags/tag1059.xml"/><Relationship Id="rId83" Type="http://schemas.openxmlformats.org/officeDocument/2006/relationships/tags" Target="../tags/tag1058.xml"/><Relationship Id="rId82" Type="http://schemas.openxmlformats.org/officeDocument/2006/relationships/tags" Target="../tags/tag1057.xml"/><Relationship Id="rId81" Type="http://schemas.openxmlformats.org/officeDocument/2006/relationships/tags" Target="../tags/tag1056.xml"/><Relationship Id="rId80" Type="http://schemas.openxmlformats.org/officeDocument/2006/relationships/tags" Target="../tags/tag1055.xml"/><Relationship Id="rId8" Type="http://schemas.openxmlformats.org/officeDocument/2006/relationships/tags" Target="../tags/tag983.xml"/><Relationship Id="rId79" Type="http://schemas.openxmlformats.org/officeDocument/2006/relationships/tags" Target="../tags/tag1054.xml"/><Relationship Id="rId78" Type="http://schemas.openxmlformats.org/officeDocument/2006/relationships/tags" Target="../tags/tag1053.xml"/><Relationship Id="rId77" Type="http://schemas.openxmlformats.org/officeDocument/2006/relationships/tags" Target="../tags/tag1052.xml"/><Relationship Id="rId76" Type="http://schemas.openxmlformats.org/officeDocument/2006/relationships/tags" Target="../tags/tag1051.xml"/><Relationship Id="rId75" Type="http://schemas.openxmlformats.org/officeDocument/2006/relationships/tags" Target="../tags/tag1050.xml"/><Relationship Id="rId74" Type="http://schemas.openxmlformats.org/officeDocument/2006/relationships/tags" Target="../tags/tag1049.xml"/><Relationship Id="rId73" Type="http://schemas.openxmlformats.org/officeDocument/2006/relationships/tags" Target="../tags/tag1048.xml"/><Relationship Id="rId72" Type="http://schemas.openxmlformats.org/officeDocument/2006/relationships/tags" Target="../tags/tag1047.xml"/><Relationship Id="rId71" Type="http://schemas.openxmlformats.org/officeDocument/2006/relationships/tags" Target="../tags/tag1046.xml"/><Relationship Id="rId70" Type="http://schemas.openxmlformats.org/officeDocument/2006/relationships/tags" Target="../tags/tag1045.xml"/><Relationship Id="rId7" Type="http://schemas.openxmlformats.org/officeDocument/2006/relationships/tags" Target="../tags/tag982.xml"/><Relationship Id="rId69" Type="http://schemas.openxmlformats.org/officeDocument/2006/relationships/tags" Target="../tags/tag1044.xml"/><Relationship Id="rId68" Type="http://schemas.openxmlformats.org/officeDocument/2006/relationships/tags" Target="../tags/tag1043.xml"/><Relationship Id="rId67" Type="http://schemas.openxmlformats.org/officeDocument/2006/relationships/tags" Target="../tags/tag1042.xml"/><Relationship Id="rId66" Type="http://schemas.openxmlformats.org/officeDocument/2006/relationships/tags" Target="../tags/tag1041.xml"/><Relationship Id="rId65" Type="http://schemas.openxmlformats.org/officeDocument/2006/relationships/tags" Target="../tags/tag1040.xml"/><Relationship Id="rId64" Type="http://schemas.openxmlformats.org/officeDocument/2006/relationships/tags" Target="../tags/tag1039.xml"/><Relationship Id="rId63" Type="http://schemas.openxmlformats.org/officeDocument/2006/relationships/tags" Target="../tags/tag1038.xml"/><Relationship Id="rId62" Type="http://schemas.openxmlformats.org/officeDocument/2006/relationships/tags" Target="../tags/tag1037.xml"/><Relationship Id="rId61" Type="http://schemas.openxmlformats.org/officeDocument/2006/relationships/tags" Target="../tags/tag1036.xml"/><Relationship Id="rId60" Type="http://schemas.openxmlformats.org/officeDocument/2006/relationships/tags" Target="../tags/tag1035.xml"/><Relationship Id="rId6" Type="http://schemas.openxmlformats.org/officeDocument/2006/relationships/tags" Target="../tags/tag981.xml"/><Relationship Id="rId59" Type="http://schemas.openxmlformats.org/officeDocument/2006/relationships/tags" Target="../tags/tag1034.xml"/><Relationship Id="rId58" Type="http://schemas.openxmlformats.org/officeDocument/2006/relationships/tags" Target="../tags/tag1033.xml"/><Relationship Id="rId57" Type="http://schemas.openxmlformats.org/officeDocument/2006/relationships/tags" Target="../tags/tag1032.xml"/><Relationship Id="rId56" Type="http://schemas.openxmlformats.org/officeDocument/2006/relationships/tags" Target="../tags/tag1031.xml"/><Relationship Id="rId55" Type="http://schemas.openxmlformats.org/officeDocument/2006/relationships/tags" Target="../tags/tag1030.xml"/><Relationship Id="rId54" Type="http://schemas.openxmlformats.org/officeDocument/2006/relationships/tags" Target="../tags/tag1029.xml"/><Relationship Id="rId53" Type="http://schemas.openxmlformats.org/officeDocument/2006/relationships/tags" Target="../tags/tag1028.xml"/><Relationship Id="rId52" Type="http://schemas.openxmlformats.org/officeDocument/2006/relationships/tags" Target="../tags/tag1027.xml"/><Relationship Id="rId51" Type="http://schemas.openxmlformats.org/officeDocument/2006/relationships/tags" Target="../tags/tag1026.xml"/><Relationship Id="rId50" Type="http://schemas.openxmlformats.org/officeDocument/2006/relationships/tags" Target="../tags/tag1025.xml"/><Relationship Id="rId5" Type="http://schemas.openxmlformats.org/officeDocument/2006/relationships/tags" Target="../tags/tag980.xml"/><Relationship Id="rId49" Type="http://schemas.openxmlformats.org/officeDocument/2006/relationships/tags" Target="../tags/tag1024.xml"/><Relationship Id="rId48" Type="http://schemas.openxmlformats.org/officeDocument/2006/relationships/tags" Target="../tags/tag1023.xml"/><Relationship Id="rId47" Type="http://schemas.openxmlformats.org/officeDocument/2006/relationships/tags" Target="../tags/tag1022.xml"/><Relationship Id="rId46" Type="http://schemas.openxmlformats.org/officeDocument/2006/relationships/tags" Target="../tags/tag1021.xml"/><Relationship Id="rId45" Type="http://schemas.openxmlformats.org/officeDocument/2006/relationships/tags" Target="../tags/tag1020.xml"/><Relationship Id="rId44" Type="http://schemas.openxmlformats.org/officeDocument/2006/relationships/tags" Target="../tags/tag1019.xml"/><Relationship Id="rId43" Type="http://schemas.openxmlformats.org/officeDocument/2006/relationships/tags" Target="../tags/tag1018.xml"/><Relationship Id="rId42" Type="http://schemas.openxmlformats.org/officeDocument/2006/relationships/tags" Target="../tags/tag1017.xml"/><Relationship Id="rId41" Type="http://schemas.openxmlformats.org/officeDocument/2006/relationships/tags" Target="../tags/tag1016.xml"/><Relationship Id="rId40" Type="http://schemas.openxmlformats.org/officeDocument/2006/relationships/tags" Target="../tags/tag1015.xml"/><Relationship Id="rId4" Type="http://schemas.openxmlformats.org/officeDocument/2006/relationships/tags" Target="../tags/tag979.xml"/><Relationship Id="rId39" Type="http://schemas.openxmlformats.org/officeDocument/2006/relationships/tags" Target="../tags/tag1014.xml"/><Relationship Id="rId38" Type="http://schemas.openxmlformats.org/officeDocument/2006/relationships/tags" Target="../tags/tag1013.xml"/><Relationship Id="rId37" Type="http://schemas.openxmlformats.org/officeDocument/2006/relationships/tags" Target="../tags/tag1012.xml"/><Relationship Id="rId36" Type="http://schemas.openxmlformats.org/officeDocument/2006/relationships/tags" Target="../tags/tag1011.xml"/><Relationship Id="rId35" Type="http://schemas.openxmlformats.org/officeDocument/2006/relationships/tags" Target="../tags/tag1010.xml"/><Relationship Id="rId34" Type="http://schemas.openxmlformats.org/officeDocument/2006/relationships/tags" Target="../tags/tag1009.xml"/><Relationship Id="rId33" Type="http://schemas.openxmlformats.org/officeDocument/2006/relationships/tags" Target="../tags/tag1008.xml"/><Relationship Id="rId32" Type="http://schemas.openxmlformats.org/officeDocument/2006/relationships/tags" Target="../tags/tag1007.xml"/><Relationship Id="rId31" Type="http://schemas.openxmlformats.org/officeDocument/2006/relationships/tags" Target="../tags/tag1006.xml"/><Relationship Id="rId30" Type="http://schemas.openxmlformats.org/officeDocument/2006/relationships/tags" Target="../tags/tag1005.xml"/><Relationship Id="rId3" Type="http://schemas.openxmlformats.org/officeDocument/2006/relationships/tags" Target="../tags/tag978.xml"/><Relationship Id="rId29" Type="http://schemas.openxmlformats.org/officeDocument/2006/relationships/tags" Target="../tags/tag1004.xml"/><Relationship Id="rId28" Type="http://schemas.openxmlformats.org/officeDocument/2006/relationships/tags" Target="../tags/tag1003.xml"/><Relationship Id="rId27" Type="http://schemas.openxmlformats.org/officeDocument/2006/relationships/tags" Target="../tags/tag1002.xml"/><Relationship Id="rId26" Type="http://schemas.openxmlformats.org/officeDocument/2006/relationships/tags" Target="../tags/tag1001.xml"/><Relationship Id="rId25" Type="http://schemas.openxmlformats.org/officeDocument/2006/relationships/tags" Target="../tags/tag1000.xml"/><Relationship Id="rId24" Type="http://schemas.openxmlformats.org/officeDocument/2006/relationships/tags" Target="../tags/tag999.xml"/><Relationship Id="rId23" Type="http://schemas.openxmlformats.org/officeDocument/2006/relationships/tags" Target="../tags/tag998.xml"/><Relationship Id="rId22" Type="http://schemas.openxmlformats.org/officeDocument/2006/relationships/tags" Target="../tags/tag997.xml"/><Relationship Id="rId21" Type="http://schemas.openxmlformats.org/officeDocument/2006/relationships/tags" Target="../tags/tag996.xml"/><Relationship Id="rId20" Type="http://schemas.openxmlformats.org/officeDocument/2006/relationships/tags" Target="../tags/tag995.xml"/><Relationship Id="rId2" Type="http://schemas.openxmlformats.org/officeDocument/2006/relationships/tags" Target="../tags/tag977.xml"/><Relationship Id="rId19" Type="http://schemas.openxmlformats.org/officeDocument/2006/relationships/tags" Target="../tags/tag994.xml"/><Relationship Id="rId18" Type="http://schemas.openxmlformats.org/officeDocument/2006/relationships/tags" Target="../tags/tag993.xml"/><Relationship Id="rId17" Type="http://schemas.openxmlformats.org/officeDocument/2006/relationships/tags" Target="../tags/tag992.xml"/><Relationship Id="rId16" Type="http://schemas.openxmlformats.org/officeDocument/2006/relationships/tags" Target="../tags/tag991.xml"/><Relationship Id="rId15" Type="http://schemas.openxmlformats.org/officeDocument/2006/relationships/tags" Target="../tags/tag990.xml"/><Relationship Id="rId14" Type="http://schemas.openxmlformats.org/officeDocument/2006/relationships/tags" Target="../tags/tag989.xml"/><Relationship Id="rId139" Type="http://schemas.openxmlformats.org/officeDocument/2006/relationships/slideLayout" Target="../slideLayouts/slideLayout12.xml"/><Relationship Id="rId138" Type="http://schemas.openxmlformats.org/officeDocument/2006/relationships/tags" Target="../tags/tag1113.xml"/><Relationship Id="rId137" Type="http://schemas.openxmlformats.org/officeDocument/2006/relationships/tags" Target="../tags/tag1112.xml"/><Relationship Id="rId136" Type="http://schemas.openxmlformats.org/officeDocument/2006/relationships/tags" Target="../tags/tag1111.xml"/><Relationship Id="rId135" Type="http://schemas.openxmlformats.org/officeDocument/2006/relationships/tags" Target="../tags/tag1110.xml"/><Relationship Id="rId134" Type="http://schemas.openxmlformats.org/officeDocument/2006/relationships/tags" Target="../tags/tag1109.xml"/><Relationship Id="rId133" Type="http://schemas.openxmlformats.org/officeDocument/2006/relationships/tags" Target="../tags/tag1108.xml"/><Relationship Id="rId132" Type="http://schemas.openxmlformats.org/officeDocument/2006/relationships/tags" Target="../tags/tag1107.xml"/><Relationship Id="rId131" Type="http://schemas.openxmlformats.org/officeDocument/2006/relationships/tags" Target="../tags/tag1106.xml"/><Relationship Id="rId130" Type="http://schemas.openxmlformats.org/officeDocument/2006/relationships/tags" Target="../tags/tag1105.xml"/><Relationship Id="rId13" Type="http://schemas.openxmlformats.org/officeDocument/2006/relationships/tags" Target="../tags/tag988.xml"/><Relationship Id="rId129" Type="http://schemas.openxmlformats.org/officeDocument/2006/relationships/tags" Target="../tags/tag1104.xml"/><Relationship Id="rId128" Type="http://schemas.openxmlformats.org/officeDocument/2006/relationships/tags" Target="../tags/tag1103.xml"/><Relationship Id="rId127" Type="http://schemas.openxmlformats.org/officeDocument/2006/relationships/tags" Target="../tags/tag1102.xml"/><Relationship Id="rId126" Type="http://schemas.openxmlformats.org/officeDocument/2006/relationships/tags" Target="../tags/tag1101.xml"/><Relationship Id="rId125" Type="http://schemas.openxmlformats.org/officeDocument/2006/relationships/tags" Target="../tags/tag1100.xml"/><Relationship Id="rId124" Type="http://schemas.openxmlformats.org/officeDocument/2006/relationships/tags" Target="../tags/tag1099.xml"/><Relationship Id="rId123" Type="http://schemas.openxmlformats.org/officeDocument/2006/relationships/tags" Target="../tags/tag1098.xml"/><Relationship Id="rId122" Type="http://schemas.openxmlformats.org/officeDocument/2006/relationships/tags" Target="../tags/tag1097.xml"/><Relationship Id="rId121" Type="http://schemas.openxmlformats.org/officeDocument/2006/relationships/tags" Target="../tags/tag1096.xml"/><Relationship Id="rId120" Type="http://schemas.openxmlformats.org/officeDocument/2006/relationships/tags" Target="../tags/tag1095.xml"/><Relationship Id="rId12" Type="http://schemas.openxmlformats.org/officeDocument/2006/relationships/tags" Target="../tags/tag987.xml"/><Relationship Id="rId119" Type="http://schemas.openxmlformats.org/officeDocument/2006/relationships/tags" Target="../tags/tag1094.xml"/><Relationship Id="rId118" Type="http://schemas.openxmlformats.org/officeDocument/2006/relationships/tags" Target="../tags/tag1093.xml"/><Relationship Id="rId117" Type="http://schemas.openxmlformats.org/officeDocument/2006/relationships/tags" Target="../tags/tag1092.xml"/><Relationship Id="rId116" Type="http://schemas.openxmlformats.org/officeDocument/2006/relationships/tags" Target="../tags/tag1091.xml"/><Relationship Id="rId115" Type="http://schemas.openxmlformats.org/officeDocument/2006/relationships/tags" Target="../tags/tag1090.xml"/><Relationship Id="rId114" Type="http://schemas.openxmlformats.org/officeDocument/2006/relationships/tags" Target="../tags/tag1089.xml"/><Relationship Id="rId113" Type="http://schemas.openxmlformats.org/officeDocument/2006/relationships/tags" Target="../tags/tag1088.xml"/><Relationship Id="rId112" Type="http://schemas.openxmlformats.org/officeDocument/2006/relationships/tags" Target="../tags/tag1087.xml"/><Relationship Id="rId111" Type="http://schemas.openxmlformats.org/officeDocument/2006/relationships/tags" Target="../tags/tag1086.xml"/><Relationship Id="rId110" Type="http://schemas.openxmlformats.org/officeDocument/2006/relationships/tags" Target="../tags/tag1085.xml"/><Relationship Id="rId11" Type="http://schemas.openxmlformats.org/officeDocument/2006/relationships/tags" Target="../tags/tag986.xml"/><Relationship Id="rId109" Type="http://schemas.openxmlformats.org/officeDocument/2006/relationships/tags" Target="../tags/tag1084.xml"/><Relationship Id="rId108" Type="http://schemas.openxmlformats.org/officeDocument/2006/relationships/tags" Target="../tags/tag1083.xml"/><Relationship Id="rId107" Type="http://schemas.openxmlformats.org/officeDocument/2006/relationships/tags" Target="../tags/tag1082.xml"/><Relationship Id="rId106" Type="http://schemas.openxmlformats.org/officeDocument/2006/relationships/tags" Target="../tags/tag1081.xml"/><Relationship Id="rId105" Type="http://schemas.openxmlformats.org/officeDocument/2006/relationships/tags" Target="../tags/tag1080.xml"/><Relationship Id="rId104" Type="http://schemas.openxmlformats.org/officeDocument/2006/relationships/tags" Target="../tags/tag1079.xml"/><Relationship Id="rId103" Type="http://schemas.openxmlformats.org/officeDocument/2006/relationships/tags" Target="../tags/tag1078.xml"/><Relationship Id="rId102" Type="http://schemas.openxmlformats.org/officeDocument/2006/relationships/tags" Target="../tags/tag1077.xml"/><Relationship Id="rId101" Type="http://schemas.openxmlformats.org/officeDocument/2006/relationships/tags" Target="../tags/tag1076.xml"/><Relationship Id="rId100" Type="http://schemas.openxmlformats.org/officeDocument/2006/relationships/tags" Target="../tags/tag1075.xml"/><Relationship Id="rId10" Type="http://schemas.openxmlformats.org/officeDocument/2006/relationships/tags" Target="../tags/tag985.xml"/><Relationship Id="rId1" Type="http://schemas.openxmlformats.org/officeDocument/2006/relationships/tags" Target="../tags/tag976.xml"/></Relationships>
</file>

<file path=ppt/slides/_rels/slide51.xml.rels><?xml version="1.0" encoding="UTF-8" standalone="yes"?>
<Relationships xmlns="http://schemas.openxmlformats.org/package/2006/relationships"><Relationship Id="rId99" Type="http://schemas.openxmlformats.org/officeDocument/2006/relationships/tags" Target="../tags/tag1212.xml"/><Relationship Id="rId98" Type="http://schemas.openxmlformats.org/officeDocument/2006/relationships/tags" Target="../tags/tag1211.xml"/><Relationship Id="rId97" Type="http://schemas.openxmlformats.org/officeDocument/2006/relationships/tags" Target="../tags/tag1210.xml"/><Relationship Id="rId96" Type="http://schemas.openxmlformats.org/officeDocument/2006/relationships/tags" Target="../tags/tag1209.xml"/><Relationship Id="rId95" Type="http://schemas.openxmlformats.org/officeDocument/2006/relationships/tags" Target="../tags/tag1208.xml"/><Relationship Id="rId94" Type="http://schemas.openxmlformats.org/officeDocument/2006/relationships/tags" Target="../tags/tag1207.xml"/><Relationship Id="rId93" Type="http://schemas.openxmlformats.org/officeDocument/2006/relationships/tags" Target="../tags/tag1206.xml"/><Relationship Id="rId92" Type="http://schemas.openxmlformats.org/officeDocument/2006/relationships/tags" Target="../tags/tag1205.xml"/><Relationship Id="rId91" Type="http://schemas.openxmlformats.org/officeDocument/2006/relationships/tags" Target="../tags/tag1204.xml"/><Relationship Id="rId90" Type="http://schemas.openxmlformats.org/officeDocument/2006/relationships/tags" Target="../tags/tag1203.xml"/><Relationship Id="rId9" Type="http://schemas.openxmlformats.org/officeDocument/2006/relationships/tags" Target="../tags/tag1122.xml"/><Relationship Id="rId89" Type="http://schemas.openxmlformats.org/officeDocument/2006/relationships/tags" Target="../tags/tag1202.xml"/><Relationship Id="rId88" Type="http://schemas.openxmlformats.org/officeDocument/2006/relationships/tags" Target="../tags/tag1201.xml"/><Relationship Id="rId87" Type="http://schemas.openxmlformats.org/officeDocument/2006/relationships/tags" Target="../tags/tag1200.xml"/><Relationship Id="rId86" Type="http://schemas.openxmlformats.org/officeDocument/2006/relationships/tags" Target="../tags/tag1199.xml"/><Relationship Id="rId85" Type="http://schemas.openxmlformats.org/officeDocument/2006/relationships/tags" Target="../tags/tag1198.xml"/><Relationship Id="rId84" Type="http://schemas.openxmlformats.org/officeDocument/2006/relationships/tags" Target="../tags/tag1197.xml"/><Relationship Id="rId83" Type="http://schemas.openxmlformats.org/officeDocument/2006/relationships/tags" Target="../tags/tag1196.xml"/><Relationship Id="rId82" Type="http://schemas.openxmlformats.org/officeDocument/2006/relationships/tags" Target="../tags/tag1195.xml"/><Relationship Id="rId81" Type="http://schemas.openxmlformats.org/officeDocument/2006/relationships/tags" Target="../tags/tag1194.xml"/><Relationship Id="rId80" Type="http://schemas.openxmlformats.org/officeDocument/2006/relationships/tags" Target="../tags/tag1193.xml"/><Relationship Id="rId8" Type="http://schemas.openxmlformats.org/officeDocument/2006/relationships/tags" Target="../tags/tag1121.xml"/><Relationship Id="rId79" Type="http://schemas.openxmlformats.org/officeDocument/2006/relationships/tags" Target="../tags/tag1192.xml"/><Relationship Id="rId78" Type="http://schemas.openxmlformats.org/officeDocument/2006/relationships/tags" Target="../tags/tag1191.xml"/><Relationship Id="rId77" Type="http://schemas.openxmlformats.org/officeDocument/2006/relationships/tags" Target="../tags/tag1190.xml"/><Relationship Id="rId76" Type="http://schemas.openxmlformats.org/officeDocument/2006/relationships/tags" Target="../tags/tag1189.xml"/><Relationship Id="rId75" Type="http://schemas.openxmlformats.org/officeDocument/2006/relationships/tags" Target="../tags/tag1188.xml"/><Relationship Id="rId74" Type="http://schemas.openxmlformats.org/officeDocument/2006/relationships/tags" Target="../tags/tag1187.xml"/><Relationship Id="rId73" Type="http://schemas.openxmlformats.org/officeDocument/2006/relationships/tags" Target="../tags/tag1186.xml"/><Relationship Id="rId72" Type="http://schemas.openxmlformats.org/officeDocument/2006/relationships/tags" Target="../tags/tag1185.xml"/><Relationship Id="rId71" Type="http://schemas.openxmlformats.org/officeDocument/2006/relationships/tags" Target="../tags/tag1184.xml"/><Relationship Id="rId70" Type="http://schemas.openxmlformats.org/officeDocument/2006/relationships/tags" Target="../tags/tag1183.xml"/><Relationship Id="rId7" Type="http://schemas.openxmlformats.org/officeDocument/2006/relationships/tags" Target="../tags/tag1120.xml"/><Relationship Id="rId69" Type="http://schemas.openxmlformats.org/officeDocument/2006/relationships/tags" Target="../tags/tag1182.xml"/><Relationship Id="rId68" Type="http://schemas.openxmlformats.org/officeDocument/2006/relationships/tags" Target="../tags/tag1181.xml"/><Relationship Id="rId67" Type="http://schemas.openxmlformats.org/officeDocument/2006/relationships/tags" Target="../tags/tag1180.xml"/><Relationship Id="rId66" Type="http://schemas.openxmlformats.org/officeDocument/2006/relationships/tags" Target="../tags/tag1179.xml"/><Relationship Id="rId65" Type="http://schemas.openxmlformats.org/officeDocument/2006/relationships/tags" Target="../tags/tag1178.xml"/><Relationship Id="rId64" Type="http://schemas.openxmlformats.org/officeDocument/2006/relationships/tags" Target="../tags/tag1177.xml"/><Relationship Id="rId63" Type="http://schemas.openxmlformats.org/officeDocument/2006/relationships/tags" Target="../tags/tag1176.xml"/><Relationship Id="rId62" Type="http://schemas.openxmlformats.org/officeDocument/2006/relationships/tags" Target="../tags/tag1175.xml"/><Relationship Id="rId61" Type="http://schemas.openxmlformats.org/officeDocument/2006/relationships/tags" Target="../tags/tag1174.xml"/><Relationship Id="rId60" Type="http://schemas.openxmlformats.org/officeDocument/2006/relationships/tags" Target="../tags/tag1173.xml"/><Relationship Id="rId6" Type="http://schemas.openxmlformats.org/officeDocument/2006/relationships/tags" Target="../tags/tag1119.xml"/><Relationship Id="rId59" Type="http://schemas.openxmlformats.org/officeDocument/2006/relationships/tags" Target="../tags/tag1172.xml"/><Relationship Id="rId58" Type="http://schemas.openxmlformats.org/officeDocument/2006/relationships/tags" Target="../tags/tag1171.xml"/><Relationship Id="rId57" Type="http://schemas.openxmlformats.org/officeDocument/2006/relationships/tags" Target="../tags/tag1170.xml"/><Relationship Id="rId56" Type="http://schemas.openxmlformats.org/officeDocument/2006/relationships/tags" Target="../tags/tag1169.xml"/><Relationship Id="rId55" Type="http://schemas.openxmlformats.org/officeDocument/2006/relationships/tags" Target="../tags/tag1168.xml"/><Relationship Id="rId54" Type="http://schemas.openxmlformats.org/officeDocument/2006/relationships/tags" Target="../tags/tag1167.xml"/><Relationship Id="rId53" Type="http://schemas.openxmlformats.org/officeDocument/2006/relationships/tags" Target="../tags/tag1166.xml"/><Relationship Id="rId52" Type="http://schemas.openxmlformats.org/officeDocument/2006/relationships/tags" Target="../tags/tag1165.xml"/><Relationship Id="rId51" Type="http://schemas.openxmlformats.org/officeDocument/2006/relationships/tags" Target="../tags/tag1164.xml"/><Relationship Id="rId50" Type="http://schemas.openxmlformats.org/officeDocument/2006/relationships/tags" Target="../tags/tag1163.xml"/><Relationship Id="rId5" Type="http://schemas.openxmlformats.org/officeDocument/2006/relationships/tags" Target="../tags/tag1118.xml"/><Relationship Id="rId49" Type="http://schemas.openxmlformats.org/officeDocument/2006/relationships/tags" Target="../tags/tag1162.xml"/><Relationship Id="rId48" Type="http://schemas.openxmlformats.org/officeDocument/2006/relationships/tags" Target="../tags/tag1161.xml"/><Relationship Id="rId47" Type="http://schemas.openxmlformats.org/officeDocument/2006/relationships/tags" Target="../tags/tag1160.xml"/><Relationship Id="rId46" Type="http://schemas.openxmlformats.org/officeDocument/2006/relationships/tags" Target="../tags/tag1159.xml"/><Relationship Id="rId45" Type="http://schemas.openxmlformats.org/officeDocument/2006/relationships/tags" Target="../tags/tag1158.xml"/><Relationship Id="rId44" Type="http://schemas.openxmlformats.org/officeDocument/2006/relationships/tags" Target="../tags/tag1157.xml"/><Relationship Id="rId43" Type="http://schemas.openxmlformats.org/officeDocument/2006/relationships/tags" Target="../tags/tag1156.xml"/><Relationship Id="rId42" Type="http://schemas.openxmlformats.org/officeDocument/2006/relationships/tags" Target="../tags/tag1155.xml"/><Relationship Id="rId41" Type="http://schemas.openxmlformats.org/officeDocument/2006/relationships/tags" Target="../tags/tag1154.xml"/><Relationship Id="rId40" Type="http://schemas.openxmlformats.org/officeDocument/2006/relationships/tags" Target="../tags/tag1153.xml"/><Relationship Id="rId4" Type="http://schemas.openxmlformats.org/officeDocument/2006/relationships/tags" Target="../tags/tag1117.xml"/><Relationship Id="rId39" Type="http://schemas.openxmlformats.org/officeDocument/2006/relationships/tags" Target="../tags/tag1152.xml"/><Relationship Id="rId38" Type="http://schemas.openxmlformats.org/officeDocument/2006/relationships/tags" Target="../tags/tag1151.xml"/><Relationship Id="rId37" Type="http://schemas.openxmlformats.org/officeDocument/2006/relationships/tags" Target="../tags/tag1150.xml"/><Relationship Id="rId36" Type="http://schemas.openxmlformats.org/officeDocument/2006/relationships/tags" Target="../tags/tag1149.xml"/><Relationship Id="rId35" Type="http://schemas.openxmlformats.org/officeDocument/2006/relationships/tags" Target="../tags/tag1148.xml"/><Relationship Id="rId34" Type="http://schemas.openxmlformats.org/officeDocument/2006/relationships/tags" Target="../tags/tag1147.xml"/><Relationship Id="rId33" Type="http://schemas.openxmlformats.org/officeDocument/2006/relationships/tags" Target="../tags/tag1146.xml"/><Relationship Id="rId32" Type="http://schemas.openxmlformats.org/officeDocument/2006/relationships/tags" Target="../tags/tag1145.xml"/><Relationship Id="rId31" Type="http://schemas.openxmlformats.org/officeDocument/2006/relationships/tags" Target="../tags/tag1144.xml"/><Relationship Id="rId30" Type="http://schemas.openxmlformats.org/officeDocument/2006/relationships/tags" Target="../tags/tag1143.xml"/><Relationship Id="rId3" Type="http://schemas.openxmlformats.org/officeDocument/2006/relationships/tags" Target="../tags/tag1116.xml"/><Relationship Id="rId29" Type="http://schemas.openxmlformats.org/officeDocument/2006/relationships/tags" Target="../tags/tag1142.xml"/><Relationship Id="rId28" Type="http://schemas.openxmlformats.org/officeDocument/2006/relationships/tags" Target="../tags/tag1141.xml"/><Relationship Id="rId27" Type="http://schemas.openxmlformats.org/officeDocument/2006/relationships/tags" Target="../tags/tag1140.xml"/><Relationship Id="rId26" Type="http://schemas.openxmlformats.org/officeDocument/2006/relationships/tags" Target="../tags/tag1139.xml"/><Relationship Id="rId25" Type="http://schemas.openxmlformats.org/officeDocument/2006/relationships/tags" Target="../tags/tag1138.xml"/><Relationship Id="rId24" Type="http://schemas.openxmlformats.org/officeDocument/2006/relationships/tags" Target="../tags/tag1137.xml"/><Relationship Id="rId23" Type="http://schemas.openxmlformats.org/officeDocument/2006/relationships/tags" Target="../tags/tag1136.xml"/><Relationship Id="rId22" Type="http://schemas.openxmlformats.org/officeDocument/2006/relationships/tags" Target="../tags/tag1135.xml"/><Relationship Id="rId21" Type="http://schemas.openxmlformats.org/officeDocument/2006/relationships/tags" Target="../tags/tag1134.xml"/><Relationship Id="rId20" Type="http://schemas.openxmlformats.org/officeDocument/2006/relationships/tags" Target="../tags/tag1133.xml"/><Relationship Id="rId2" Type="http://schemas.openxmlformats.org/officeDocument/2006/relationships/tags" Target="../tags/tag1115.xml"/><Relationship Id="rId19" Type="http://schemas.openxmlformats.org/officeDocument/2006/relationships/tags" Target="../tags/tag1132.xml"/><Relationship Id="rId18" Type="http://schemas.openxmlformats.org/officeDocument/2006/relationships/tags" Target="../tags/tag1131.xml"/><Relationship Id="rId17" Type="http://schemas.openxmlformats.org/officeDocument/2006/relationships/tags" Target="../tags/tag1130.xml"/><Relationship Id="rId16" Type="http://schemas.openxmlformats.org/officeDocument/2006/relationships/tags" Target="../tags/tag1129.xml"/><Relationship Id="rId15" Type="http://schemas.openxmlformats.org/officeDocument/2006/relationships/tags" Target="../tags/tag1128.xml"/><Relationship Id="rId140" Type="http://schemas.openxmlformats.org/officeDocument/2006/relationships/slideLayout" Target="../slideLayouts/slideLayout12.xml"/><Relationship Id="rId14" Type="http://schemas.openxmlformats.org/officeDocument/2006/relationships/tags" Target="../tags/tag1127.xml"/><Relationship Id="rId139" Type="http://schemas.openxmlformats.org/officeDocument/2006/relationships/tags" Target="../tags/tag1252.xml"/><Relationship Id="rId138" Type="http://schemas.openxmlformats.org/officeDocument/2006/relationships/tags" Target="../tags/tag1251.xml"/><Relationship Id="rId137" Type="http://schemas.openxmlformats.org/officeDocument/2006/relationships/tags" Target="../tags/tag1250.xml"/><Relationship Id="rId136" Type="http://schemas.openxmlformats.org/officeDocument/2006/relationships/tags" Target="../tags/tag1249.xml"/><Relationship Id="rId135" Type="http://schemas.openxmlformats.org/officeDocument/2006/relationships/tags" Target="../tags/tag1248.xml"/><Relationship Id="rId134" Type="http://schemas.openxmlformats.org/officeDocument/2006/relationships/tags" Target="../tags/tag1247.xml"/><Relationship Id="rId133" Type="http://schemas.openxmlformats.org/officeDocument/2006/relationships/tags" Target="../tags/tag1246.xml"/><Relationship Id="rId132" Type="http://schemas.openxmlformats.org/officeDocument/2006/relationships/tags" Target="../tags/tag1245.xml"/><Relationship Id="rId131" Type="http://schemas.openxmlformats.org/officeDocument/2006/relationships/tags" Target="../tags/tag1244.xml"/><Relationship Id="rId130" Type="http://schemas.openxmlformats.org/officeDocument/2006/relationships/tags" Target="../tags/tag1243.xml"/><Relationship Id="rId13" Type="http://schemas.openxmlformats.org/officeDocument/2006/relationships/tags" Target="../tags/tag1126.xml"/><Relationship Id="rId129" Type="http://schemas.openxmlformats.org/officeDocument/2006/relationships/tags" Target="../tags/tag1242.xml"/><Relationship Id="rId128" Type="http://schemas.openxmlformats.org/officeDocument/2006/relationships/tags" Target="../tags/tag1241.xml"/><Relationship Id="rId127" Type="http://schemas.openxmlformats.org/officeDocument/2006/relationships/tags" Target="../tags/tag1240.xml"/><Relationship Id="rId126" Type="http://schemas.openxmlformats.org/officeDocument/2006/relationships/tags" Target="../tags/tag1239.xml"/><Relationship Id="rId125" Type="http://schemas.openxmlformats.org/officeDocument/2006/relationships/tags" Target="../tags/tag1238.xml"/><Relationship Id="rId124" Type="http://schemas.openxmlformats.org/officeDocument/2006/relationships/tags" Target="../tags/tag1237.xml"/><Relationship Id="rId123" Type="http://schemas.openxmlformats.org/officeDocument/2006/relationships/tags" Target="../tags/tag1236.xml"/><Relationship Id="rId122" Type="http://schemas.openxmlformats.org/officeDocument/2006/relationships/tags" Target="../tags/tag1235.xml"/><Relationship Id="rId121" Type="http://schemas.openxmlformats.org/officeDocument/2006/relationships/tags" Target="../tags/tag1234.xml"/><Relationship Id="rId120" Type="http://schemas.openxmlformats.org/officeDocument/2006/relationships/tags" Target="../tags/tag1233.xml"/><Relationship Id="rId12" Type="http://schemas.openxmlformats.org/officeDocument/2006/relationships/tags" Target="../tags/tag1125.xml"/><Relationship Id="rId119" Type="http://schemas.openxmlformats.org/officeDocument/2006/relationships/tags" Target="../tags/tag1232.xml"/><Relationship Id="rId118" Type="http://schemas.openxmlformats.org/officeDocument/2006/relationships/tags" Target="../tags/tag1231.xml"/><Relationship Id="rId117" Type="http://schemas.openxmlformats.org/officeDocument/2006/relationships/tags" Target="../tags/tag1230.xml"/><Relationship Id="rId116" Type="http://schemas.openxmlformats.org/officeDocument/2006/relationships/tags" Target="../tags/tag1229.xml"/><Relationship Id="rId115" Type="http://schemas.openxmlformats.org/officeDocument/2006/relationships/tags" Target="../tags/tag1228.xml"/><Relationship Id="rId114" Type="http://schemas.openxmlformats.org/officeDocument/2006/relationships/tags" Target="../tags/tag1227.xml"/><Relationship Id="rId113" Type="http://schemas.openxmlformats.org/officeDocument/2006/relationships/tags" Target="../tags/tag1226.xml"/><Relationship Id="rId112" Type="http://schemas.openxmlformats.org/officeDocument/2006/relationships/tags" Target="../tags/tag1225.xml"/><Relationship Id="rId111" Type="http://schemas.openxmlformats.org/officeDocument/2006/relationships/tags" Target="../tags/tag1224.xml"/><Relationship Id="rId110" Type="http://schemas.openxmlformats.org/officeDocument/2006/relationships/tags" Target="../tags/tag1223.xml"/><Relationship Id="rId11" Type="http://schemas.openxmlformats.org/officeDocument/2006/relationships/tags" Target="../tags/tag1124.xml"/><Relationship Id="rId109" Type="http://schemas.openxmlformats.org/officeDocument/2006/relationships/tags" Target="../tags/tag1222.xml"/><Relationship Id="rId108" Type="http://schemas.openxmlformats.org/officeDocument/2006/relationships/tags" Target="../tags/tag1221.xml"/><Relationship Id="rId107" Type="http://schemas.openxmlformats.org/officeDocument/2006/relationships/tags" Target="../tags/tag1220.xml"/><Relationship Id="rId106" Type="http://schemas.openxmlformats.org/officeDocument/2006/relationships/tags" Target="../tags/tag1219.xml"/><Relationship Id="rId105" Type="http://schemas.openxmlformats.org/officeDocument/2006/relationships/tags" Target="../tags/tag1218.xml"/><Relationship Id="rId104" Type="http://schemas.openxmlformats.org/officeDocument/2006/relationships/tags" Target="../tags/tag1217.xml"/><Relationship Id="rId103" Type="http://schemas.openxmlformats.org/officeDocument/2006/relationships/tags" Target="../tags/tag1216.xml"/><Relationship Id="rId102" Type="http://schemas.openxmlformats.org/officeDocument/2006/relationships/tags" Target="../tags/tag1215.xml"/><Relationship Id="rId101" Type="http://schemas.openxmlformats.org/officeDocument/2006/relationships/tags" Target="../tags/tag1214.xml"/><Relationship Id="rId100" Type="http://schemas.openxmlformats.org/officeDocument/2006/relationships/tags" Target="../tags/tag1213.xml"/><Relationship Id="rId10" Type="http://schemas.openxmlformats.org/officeDocument/2006/relationships/tags" Target="../tags/tag1123.xml"/><Relationship Id="rId1" Type="http://schemas.openxmlformats.org/officeDocument/2006/relationships/tags" Target="../tags/tag1114.xml"/></Relationships>
</file>

<file path=ppt/slides/_rels/slide52.xml.rels><?xml version="1.0" encoding="UTF-8" standalone="yes"?>
<Relationships xmlns="http://schemas.openxmlformats.org/package/2006/relationships"><Relationship Id="rId99" Type="http://schemas.openxmlformats.org/officeDocument/2006/relationships/tags" Target="../tags/tag1351.xml"/><Relationship Id="rId98" Type="http://schemas.openxmlformats.org/officeDocument/2006/relationships/tags" Target="../tags/tag1350.xml"/><Relationship Id="rId97" Type="http://schemas.openxmlformats.org/officeDocument/2006/relationships/tags" Target="../tags/tag1349.xml"/><Relationship Id="rId96" Type="http://schemas.openxmlformats.org/officeDocument/2006/relationships/tags" Target="../tags/tag1348.xml"/><Relationship Id="rId95" Type="http://schemas.openxmlformats.org/officeDocument/2006/relationships/tags" Target="../tags/tag1347.xml"/><Relationship Id="rId94" Type="http://schemas.openxmlformats.org/officeDocument/2006/relationships/tags" Target="../tags/tag1346.xml"/><Relationship Id="rId93" Type="http://schemas.openxmlformats.org/officeDocument/2006/relationships/tags" Target="../tags/tag1345.xml"/><Relationship Id="rId92" Type="http://schemas.openxmlformats.org/officeDocument/2006/relationships/tags" Target="../tags/tag1344.xml"/><Relationship Id="rId91" Type="http://schemas.openxmlformats.org/officeDocument/2006/relationships/tags" Target="../tags/tag1343.xml"/><Relationship Id="rId90" Type="http://schemas.openxmlformats.org/officeDocument/2006/relationships/tags" Target="../tags/tag1342.xml"/><Relationship Id="rId9" Type="http://schemas.openxmlformats.org/officeDocument/2006/relationships/tags" Target="../tags/tag1261.xml"/><Relationship Id="rId89" Type="http://schemas.openxmlformats.org/officeDocument/2006/relationships/tags" Target="../tags/tag1341.xml"/><Relationship Id="rId88" Type="http://schemas.openxmlformats.org/officeDocument/2006/relationships/tags" Target="../tags/tag1340.xml"/><Relationship Id="rId87" Type="http://schemas.openxmlformats.org/officeDocument/2006/relationships/tags" Target="../tags/tag1339.xml"/><Relationship Id="rId86" Type="http://schemas.openxmlformats.org/officeDocument/2006/relationships/tags" Target="../tags/tag1338.xml"/><Relationship Id="rId85" Type="http://schemas.openxmlformats.org/officeDocument/2006/relationships/tags" Target="../tags/tag1337.xml"/><Relationship Id="rId84" Type="http://schemas.openxmlformats.org/officeDocument/2006/relationships/tags" Target="../tags/tag1336.xml"/><Relationship Id="rId83" Type="http://schemas.openxmlformats.org/officeDocument/2006/relationships/tags" Target="../tags/tag1335.xml"/><Relationship Id="rId82" Type="http://schemas.openxmlformats.org/officeDocument/2006/relationships/tags" Target="../tags/tag1334.xml"/><Relationship Id="rId81" Type="http://schemas.openxmlformats.org/officeDocument/2006/relationships/tags" Target="../tags/tag1333.xml"/><Relationship Id="rId80" Type="http://schemas.openxmlformats.org/officeDocument/2006/relationships/tags" Target="../tags/tag1332.xml"/><Relationship Id="rId8" Type="http://schemas.openxmlformats.org/officeDocument/2006/relationships/tags" Target="../tags/tag1260.xml"/><Relationship Id="rId79" Type="http://schemas.openxmlformats.org/officeDocument/2006/relationships/tags" Target="../tags/tag1331.xml"/><Relationship Id="rId78" Type="http://schemas.openxmlformats.org/officeDocument/2006/relationships/tags" Target="../tags/tag1330.xml"/><Relationship Id="rId77" Type="http://schemas.openxmlformats.org/officeDocument/2006/relationships/tags" Target="../tags/tag1329.xml"/><Relationship Id="rId76" Type="http://schemas.openxmlformats.org/officeDocument/2006/relationships/tags" Target="../tags/tag1328.xml"/><Relationship Id="rId75" Type="http://schemas.openxmlformats.org/officeDocument/2006/relationships/tags" Target="../tags/tag1327.xml"/><Relationship Id="rId74" Type="http://schemas.openxmlformats.org/officeDocument/2006/relationships/tags" Target="../tags/tag1326.xml"/><Relationship Id="rId73" Type="http://schemas.openxmlformats.org/officeDocument/2006/relationships/tags" Target="../tags/tag1325.xml"/><Relationship Id="rId72" Type="http://schemas.openxmlformats.org/officeDocument/2006/relationships/tags" Target="../tags/tag1324.xml"/><Relationship Id="rId71" Type="http://schemas.openxmlformats.org/officeDocument/2006/relationships/tags" Target="../tags/tag1323.xml"/><Relationship Id="rId70" Type="http://schemas.openxmlformats.org/officeDocument/2006/relationships/tags" Target="../tags/tag1322.xml"/><Relationship Id="rId7" Type="http://schemas.openxmlformats.org/officeDocument/2006/relationships/tags" Target="../tags/tag1259.xml"/><Relationship Id="rId69" Type="http://schemas.openxmlformats.org/officeDocument/2006/relationships/tags" Target="../tags/tag1321.xml"/><Relationship Id="rId68" Type="http://schemas.openxmlformats.org/officeDocument/2006/relationships/tags" Target="../tags/tag1320.xml"/><Relationship Id="rId67" Type="http://schemas.openxmlformats.org/officeDocument/2006/relationships/tags" Target="../tags/tag1319.xml"/><Relationship Id="rId66" Type="http://schemas.openxmlformats.org/officeDocument/2006/relationships/tags" Target="../tags/tag1318.xml"/><Relationship Id="rId65" Type="http://schemas.openxmlformats.org/officeDocument/2006/relationships/tags" Target="../tags/tag1317.xml"/><Relationship Id="rId64" Type="http://schemas.openxmlformats.org/officeDocument/2006/relationships/tags" Target="../tags/tag1316.xml"/><Relationship Id="rId63" Type="http://schemas.openxmlformats.org/officeDocument/2006/relationships/tags" Target="../tags/tag1315.xml"/><Relationship Id="rId62" Type="http://schemas.openxmlformats.org/officeDocument/2006/relationships/tags" Target="../tags/tag1314.xml"/><Relationship Id="rId61" Type="http://schemas.openxmlformats.org/officeDocument/2006/relationships/tags" Target="../tags/tag1313.xml"/><Relationship Id="rId60" Type="http://schemas.openxmlformats.org/officeDocument/2006/relationships/tags" Target="../tags/tag1312.xml"/><Relationship Id="rId6" Type="http://schemas.openxmlformats.org/officeDocument/2006/relationships/tags" Target="../tags/tag1258.xml"/><Relationship Id="rId59" Type="http://schemas.openxmlformats.org/officeDocument/2006/relationships/tags" Target="../tags/tag1311.xml"/><Relationship Id="rId58" Type="http://schemas.openxmlformats.org/officeDocument/2006/relationships/tags" Target="../tags/tag1310.xml"/><Relationship Id="rId57" Type="http://schemas.openxmlformats.org/officeDocument/2006/relationships/tags" Target="../tags/tag1309.xml"/><Relationship Id="rId56" Type="http://schemas.openxmlformats.org/officeDocument/2006/relationships/tags" Target="../tags/tag1308.xml"/><Relationship Id="rId55" Type="http://schemas.openxmlformats.org/officeDocument/2006/relationships/tags" Target="../tags/tag1307.xml"/><Relationship Id="rId54" Type="http://schemas.openxmlformats.org/officeDocument/2006/relationships/tags" Target="../tags/tag1306.xml"/><Relationship Id="rId53" Type="http://schemas.openxmlformats.org/officeDocument/2006/relationships/tags" Target="../tags/tag1305.xml"/><Relationship Id="rId52" Type="http://schemas.openxmlformats.org/officeDocument/2006/relationships/tags" Target="../tags/tag1304.xml"/><Relationship Id="rId51" Type="http://schemas.openxmlformats.org/officeDocument/2006/relationships/tags" Target="../tags/tag1303.xml"/><Relationship Id="rId50" Type="http://schemas.openxmlformats.org/officeDocument/2006/relationships/tags" Target="../tags/tag1302.xml"/><Relationship Id="rId5" Type="http://schemas.openxmlformats.org/officeDocument/2006/relationships/tags" Target="../tags/tag1257.xml"/><Relationship Id="rId49" Type="http://schemas.openxmlformats.org/officeDocument/2006/relationships/tags" Target="../tags/tag1301.xml"/><Relationship Id="rId48" Type="http://schemas.openxmlformats.org/officeDocument/2006/relationships/tags" Target="../tags/tag1300.xml"/><Relationship Id="rId47" Type="http://schemas.openxmlformats.org/officeDocument/2006/relationships/tags" Target="../tags/tag1299.xml"/><Relationship Id="rId46" Type="http://schemas.openxmlformats.org/officeDocument/2006/relationships/tags" Target="../tags/tag1298.xml"/><Relationship Id="rId45" Type="http://schemas.openxmlformats.org/officeDocument/2006/relationships/tags" Target="../tags/tag1297.xml"/><Relationship Id="rId44" Type="http://schemas.openxmlformats.org/officeDocument/2006/relationships/tags" Target="../tags/tag1296.xml"/><Relationship Id="rId43" Type="http://schemas.openxmlformats.org/officeDocument/2006/relationships/tags" Target="../tags/tag1295.xml"/><Relationship Id="rId42" Type="http://schemas.openxmlformats.org/officeDocument/2006/relationships/tags" Target="../tags/tag1294.xml"/><Relationship Id="rId41" Type="http://schemas.openxmlformats.org/officeDocument/2006/relationships/tags" Target="../tags/tag1293.xml"/><Relationship Id="rId40" Type="http://schemas.openxmlformats.org/officeDocument/2006/relationships/tags" Target="../tags/tag1292.xml"/><Relationship Id="rId4" Type="http://schemas.openxmlformats.org/officeDocument/2006/relationships/tags" Target="../tags/tag1256.xml"/><Relationship Id="rId39" Type="http://schemas.openxmlformats.org/officeDocument/2006/relationships/tags" Target="../tags/tag1291.xml"/><Relationship Id="rId38" Type="http://schemas.openxmlformats.org/officeDocument/2006/relationships/tags" Target="../tags/tag1290.xml"/><Relationship Id="rId37" Type="http://schemas.openxmlformats.org/officeDocument/2006/relationships/tags" Target="../tags/tag1289.xml"/><Relationship Id="rId36" Type="http://schemas.openxmlformats.org/officeDocument/2006/relationships/tags" Target="../tags/tag1288.xml"/><Relationship Id="rId35" Type="http://schemas.openxmlformats.org/officeDocument/2006/relationships/tags" Target="../tags/tag1287.xml"/><Relationship Id="rId34" Type="http://schemas.openxmlformats.org/officeDocument/2006/relationships/tags" Target="../tags/tag1286.xml"/><Relationship Id="rId33" Type="http://schemas.openxmlformats.org/officeDocument/2006/relationships/tags" Target="../tags/tag1285.xml"/><Relationship Id="rId32" Type="http://schemas.openxmlformats.org/officeDocument/2006/relationships/tags" Target="../tags/tag1284.xml"/><Relationship Id="rId31" Type="http://schemas.openxmlformats.org/officeDocument/2006/relationships/tags" Target="../tags/tag1283.xml"/><Relationship Id="rId30" Type="http://schemas.openxmlformats.org/officeDocument/2006/relationships/tags" Target="../tags/tag1282.xml"/><Relationship Id="rId3" Type="http://schemas.openxmlformats.org/officeDocument/2006/relationships/tags" Target="../tags/tag1255.xml"/><Relationship Id="rId29" Type="http://schemas.openxmlformats.org/officeDocument/2006/relationships/tags" Target="../tags/tag1281.xml"/><Relationship Id="rId28" Type="http://schemas.openxmlformats.org/officeDocument/2006/relationships/tags" Target="../tags/tag1280.xml"/><Relationship Id="rId27" Type="http://schemas.openxmlformats.org/officeDocument/2006/relationships/tags" Target="../tags/tag1279.xml"/><Relationship Id="rId26" Type="http://schemas.openxmlformats.org/officeDocument/2006/relationships/tags" Target="../tags/tag1278.xml"/><Relationship Id="rId25" Type="http://schemas.openxmlformats.org/officeDocument/2006/relationships/tags" Target="../tags/tag1277.xml"/><Relationship Id="rId24" Type="http://schemas.openxmlformats.org/officeDocument/2006/relationships/tags" Target="../tags/tag1276.xml"/><Relationship Id="rId23" Type="http://schemas.openxmlformats.org/officeDocument/2006/relationships/tags" Target="../tags/tag1275.xml"/><Relationship Id="rId22" Type="http://schemas.openxmlformats.org/officeDocument/2006/relationships/tags" Target="../tags/tag1274.xml"/><Relationship Id="rId21" Type="http://schemas.openxmlformats.org/officeDocument/2006/relationships/tags" Target="../tags/tag1273.xml"/><Relationship Id="rId20" Type="http://schemas.openxmlformats.org/officeDocument/2006/relationships/tags" Target="../tags/tag1272.xml"/><Relationship Id="rId2" Type="http://schemas.openxmlformats.org/officeDocument/2006/relationships/tags" Target="../tags/tag1254.xml"/><Relationship Id="rId19" Type="http://schemas.openxmlformats.org/officeDocument/2006/relationships/tags" Target="../tags/tag1271.xml"/><Relationship Id="rId18" Type="http://schemas.openxmlformats.org/officeDocument/2006/relationships/tags" Target="../tags/tag1270.xml"/><Relationship Id="rId17" Type="http://schemas.openxmlformats.org/officeDocument/2006/relationships/tags" Target="../tags/tag1269.xml"/><Relationship Id="rId16" Type="http://schemas.openxmlformats.org/officeDocument/2006/relationships/tags" Target="../tags/tag1268.xml"/><Relationship Id="rId15" Type="http://schemas.openxmlformats.org/officeDocument/2006/relationships/tags" Target="../tags/tag1267.xml"/><Relationship Id="rId14" Type="http://schemas.openxmlformats.org/officeDocument/2006/relationships/tags" Target="../tags/tag1266.xml"/><Relationship Id="rId138" Type="http://schemas.openxmlformats.org/officeDocument/2006/relationships/slideLayout" Target="../slideLayouts/slideLayout12.xml"/><Relationship Id="rId137" Type="http://schemas.openxmlformats.org/officeDocument/2006/relationships/tags" Target="../tags/tag1389.xml"/><Relationship Id="rId136" Type="http://schemas.openxmlformats.org/officeDocument/2006/relationships/tags" Target="../tags/tag1388.xml"/><Relationship Id="rId135" Type="http://schemas.openxmlformats.org/officeDocument/2006/relationships/tags" Target="../tags/tag1387.xml"/><Relationship Id="rId134" Type="http://schemas.openxmlformats.org/officeDocument/2006/relationships/tags" Target="../tags/tag1386.xml"/><Relationship Id="rId133" Type="http://schemas.openxmlformats.org/officeDocument/2006/relationships/tags" Target="../tags/tag1385.xml"/><Relationship Id="rId132" Type="http://schemas.openxmlformats.org/officeDocument/2006/relationships/tags" Target="../tags/tag1384.xml"/><Relationship Id="rId131" Type="http://schemas.openxmlformats.org/officeDocument/2006/relationships/tags" Target="../tags/tag1383.xml"/><Relationship Id="rId130" Type="http://schemas.openxmlformats.org/officeDocument/2006/relationships/tags" Target="../tags/tag1382.xml"/><Relationship Id="rId13" Type="http://schemas.openxmlformats.org/officeDocument/2006/relationships/tags" Target="../tags/tag1265.xml"/><Relationship Id="rId129" Type="http://schemas.openxmlformats.org/officeDocument/2006/relationships/tags" Target="../tags/tag1381.xml"/><Relationship Id="rId128" Type="http://schemas.openxmlformats.org/officeDocument/2006/relationships/tags" Target="../tags/tag1380.xml"/><Relationship Id="rId127" Type="http://schemas.openxmlformats.org/officeDocument/2006/relationships/tags" Target="../tags/tag1379.xml"/><Relationship Id="rId126" Type="http://schemas.openxmlformats.org/officeDocument/2006/relationships/tags" Target="../tags/tag1378.xml"/><Relationship Id="rId125" Type="http://schemas.openxmlformats.org/officeDocument/2006/relationships/tags" Target="../tags/tag1377.xml"/><Relationship Id="rId124" Type="http://schemas.openxmlformats.org/officeDocument/2006/relationships/tags" Target="../tags/tag1376.xml"/><Relationship Id="rId123" Type="http://schemas.openxmlformats.org/officeDocument/2006/relationships/tags" Target="../tags/tag1375.xml"/><Relationship Id="rId122" Type="http://schemas.openxmlformats.org/officeDocument/2006/relationships/tags" Target="../tags/tag1374.xml"/><Relationship Id="rId121" Type="http://schemas.openxmlformats.org/officeDocument/2006/relationships/tags" Target="../tags/tag1373.xml"/><Relationship Id="rId120" Type="http://schemas.openxmlformats.org/officeDocument/2006/relationships/tags" Target="../tags/tag1372.xml"/><Relationship Id="rId12" Type="http://schemas.openxmlformats.org/officeDocument/2006/relationships/tags" Target="../tags/tag1264.xml"/><Relationship Id="rId119" Type="http://schemas.openxmlformats.org/officeDocument/2006/relationships/tags" Target="../tags/tag1371.xml"/><Relationship Id="rId118" Type="http://schemas.openxmlformats.org/officeDocument/2006/relationships/tags" Target="../tags/tag1370.xml"/><Relationship Id="rId117" Type="http://schemas.openxmlformats.org/officeDocument/2006/relationships/tags" Target="../tags/tag1369.xml"/><Relationship Id="rId116" Type="http://schemas.openxmlformats.org/officeDocument/2006/relationships/tags" Target="../tags/tag1368.xml"/><Relationship Id="rId115" Type="http://schemas.openxmlformats.org/officeDocument/2006/relationships/tags" Target="../tags/tag1367.xml"/><Relationship Id="rId114" Type="http://schemas.openxmlformats.org/officeDocument/2006/relationships/tags" Target="../tags/tag1366.xml"/><Relationship Id="rId113" Type="http://schemas.openxmlformats.org/officeDocument/2006/relationships/tags" Target="../tags/tag1365.xml"/><Relationship Id="rId112" Type="http://schemas.openxmlformats.org/officeDocument/2006/relationships/tags" Target="../tags/tag1364.xml"/><Relationship Id="rId111" Type="http://schemas.openxmlformats.org/officeDocument/2006/relationships/tags" Target="../tags/tag1363.xml"/><Relationship Id="rId110" Type="http://schemas.openxmlformats.org/officeDocument/2006/relationships/tags" Target="../tags/tag1362.xml"/><Relationship Id="rId11" Type="http://schemas.openxmlformats.org/officeDocument/2006/relationships/tags" Target="../tags/tag1263.xml"/><Relationship Id="rId109" Type="http://schemas.openxmlformats.org/officeDocument/2006/relationships/tags" Target="../tags/tag1361.xml"/><Relationship Id="rId108" Type="http://schemas.openxmlformats.org/officeDocument/2006/relationships/tags" Target="../tags/tag1360.xml"/><Relationship Id="rId107" Type="http://schemas.openxmlformats.org/officeDocument/2006/relationships/tags" Target="../tags/tag1359.xml"/><Relationship Id="rId106" Type="http://schemas.openxmlformats.org/officeDocument/2006/relationships/tags" Target="../tags/tag1358.xml"/><Relationship Id="rId105" Type="http://schemas.openxmlformats.org/officeDocument/2006/relationships/tags" Target="../tags/tag1357.xml"/><Relationship Id="rId104" Type="http://schemas.openxmlformats.org/officeDocument/2006/relationships/tags" Target="../tags/tag1356.xml"/><Relationship Id="rId103" Type="http://schemas.openxmlformats.org/officeDocument/2006/relationships/tags" Target="../tags/tag1355.xml"/><Relationship Id="rId102" Type="http://schemas.openxmlformats.org/officeDocument/2006/relationships/tags" Target="../tags/tag1354.xml"/><Relationship Id="rId101" Type="http://schemas.openxmlformats.org/officeDocument/2006/relationships/tags" Target="../tags/tag1353.xml"/><Relationship Id="rId100" Type="http://schemas.openxmlformats.org/officeDocument/2006/relationships/tags" Target="../tags/tag1352.xml"/><Relationship Id="rId10" Type="http://schemas.openxmlformats.org/officeDocument/2006/relationships/tags" Target="../tags/tag1262.xml"/><Relationship Id="rId1" Type="http://schemas.openxmlformats.org/officeDocument/2006/relationships/tags" Target="../tags/tag1253.xml"/></Relationships>
</file>

<file path=ppt/slides/_rels/slide53.xml.rels><?xml version="1.0" encoding="UTF-8" standalone="yes"?>
<Relationships xmlns="http://schemas.openxmlformats.org/package/2006/relationships"><Relationship Id="rId99" Type="http://schemas.openxmlformats.org/officeDocument/2006/relationships/tags" Target="../tags/tag1488.xml"/><Relationship Id="rId98" Type="http://schemas.openxmlformats.org/officeDocument/2006/relationships/tags" Target="../tags/tag1487.xml"/><Relationship Id="rId97" Type="http://schemas.openxmlformats.org/officeDocument/2006/relationships/tags" Target="../tags/tag1486.xml"/><Relationship Id="rId96" Type="http://schemas.openxmlformats.org/officeDocument/2006/relationships/tags" Target="../tags/tag1485.xml"/><Relationship Id="rId95" Type="http://schemas.openxmlformats.org/officeDocument/2006/relationships/tags" Target="../tags/tag1484.xml"/><Relationship Id="rId94" Type="http://schemas.openxmlformats.org/officeDocument/2006/relationships/tags" Target="../tags/tag1483.xml"/><Relationship Id="rId93" Type="http://schemas.openxmlformats.org/officeDocument/2006/relationships/tags" Target="../tags/tag1482.xml"/><Relationship Id="rId92" Type="http://schemas.openxmlformats.org/officeDocument/2006/relationships/tags" Target="../tags/tag1481.xml"/><Relationship Id="rId91" Type="http://schemas.openxmlformats.org/officeDocument/2006/relationships/tags" Target="../tags/tag1480.xml"/><Relationship Id="rId90" Type="http://schemas.openxmlformats.org/officeDocument/2006/relationships/tags" Target="../tags/tag1479.xml"/><Relationship Id="rId9" Type="http://schemas.openxmlformats.org/officeDocument/2006/relationships/tags" Target="../tags/tag1398.xml"/><Relationship Id="rId89" Type="http://schemas.openxmlformats.org/officeDocument/2006/relationships/tags" Target="../tags/tag1478.xml"/><Relationship Id="rId88" Type="http://schemas.openxmlformats.org/officeDocument/2006/relationships/tags" Target="../tags/tag1477.xml"/><Relationship Id="rId87" Type="http://schemas.openxmlformats.org/officeDocument/2006/relationships/tags" Target="../tags/tag1476.xml"/><Relationship Id="rId86" Type="http://schemas.openxmlformats.org/officeDocument/2006/relationships/tags" Target="../tags/tag1475.xml"/><Relationship Id="rId85" Type="http://schemas.openxmlformats.org/officeDocument/2006/relationships/tags" Target="../tags/tag1474.xml"/><Relationship Id="rId84" Type="http://schemas.openxmlformats.org/officeDocument/2006/relationships/tags" Target="../tags/tag1473.xml"/><Relationship Id="rId83" Type="http://schemas.openxmlformats.org/officeDocument/2006/relationships/tags" Target="../tags/tag1472.xml"/><Relationship Id="rId82" Type="http://schemas.openxmlformats.org/officeDocument/2006/relationships/tags" Target="../tags/tag1471.xml"/><Relationship Id="rId81" Type="http://schemas.openxmlformats.org/officeDocument/2006/relationships/tags" Target="../tags/tag1470.xml"/><Relationship Id="rId80" Type="http://schemas.openxmlformats.org/officeDocument/2006/relationships/tags" Target="../tags/tag1469.xml"/><Relationship Id="rId8" Type="http://schemas.openxmlformats.org/officeDocument/2006/relationships/tags" Target="../tags/tag1397.xml"/><Relationship Id="rId79" Type="http://schemas.openxmlformats.org/officeDocument/2006/relationships/tags" Target="../tags/tag1468.xml"/><Relationship Id="rId78" Type="http://schemas.openxmlformats.org/officeDocument/2006/relationships/tags" Target="../tags/tag1467.xml"/><Relationship Id="rId77" Type="http://schemas.openxmlformats.org/officeDocument/2006/relationships/tags" Target="../tags/tag1466.xml"/><Relationship Id="rId76" Type="http://schemas.openxmlformats.org/officeDocument/2006/relationships/tags" Target="../tags/tag1465.xml"/><Relationship Id="rId75" Type="http://schemas.openxmlformats.org/officeDocument/2006/relationships/tags" Target="../tags/tag1464.xml"/><Relationship Id="rId74" Type="http://schemas.openxmlformats.org/officeDocument/2006/relationships/tags" Target="../tags/tag1463.xml"/><Relationship Id="rId73" Type="http://schemas.openxmlformats.org/officeDocument/2006/relationships/tags" Target="../tags/tag1462.xml"/><Relationship Id="rId72" Type="http://schemas.openxmlformats.org/officeDocument/2006/relationships/tags" Target="../tags/tag1461.xml"/><Relationship Id="rId71" Type="http://schemas.openxmlformats.org/officeDocument/2006/relationships/tags" Target="../tags/tag1460.xml"/><Relationship Id="rId70" Type="http://schemas.openxmlformats.org/officeDocument/2006/relationships/tags" Target="../tags/tag1459.xml"/><Relationship Id="rId7" Type="http://schemas.openxmlformats.org/officeDocument/2006/relationships/tags" Target="../tags/tag1396.xml"/><Relationship Id="rId69" Type="http://schemas.openxmlformats.org/officeDocument/2006/relationships/tags" Target="../tags/tag1458.xml"/><Relationship Id="rId68" Type="http://schemas.openxmlformats.org/officeDocument/2006/relationships/tags" Target="../tags/tag1457.xml"/><Relationship Id="rId67" Type="http://schemas.openxmlformats.org/officeDocument/2006/relationships/tags" Target="../tags/tag1456.xml"/><Relationship Id="rId66" Type="http://schemas.openxmlformats.org/officeDocument/2006/relationships/tags" Target="../tags/tag1455.xml"/><Relationship Id="rId65" Type="http://schemas.openxmlformats.org/officeDocument/2006/relationships/tags" Target="../tags/tag1454.xml"/><Relationship Id="rId64" Type="http://schemas.openxmlformats.org/officeDocument/2006/relationships/tags" Target="../tags/tag1453.xml"/><Relationship Id="rId63" Type="http://schemas.openxmlformats.org/officeDocument/2006/relationships/tags" Target="../tags/tag1452.xml"/><Relationship Id="rId62" Type="http://schemas.openxmlformats.org/officeDocument/2006/relationships/tags" Target="../tags/tag1451.xml"/><Relationship Id="rId61" Type="http://schemas.openxmlformats.org/officeDocument/2006/relationships/tags" Target="../tags/tag1450.xml"/><Relationship Id="rId60" Type="http://schemas.openxmlformats.org/officeDocument/2006/relationships/tags" Target="../tags/tag1449.xml"/><Relationship Id="rId6" Type="http://schemas.openxmlformats.org/officeDocument/2006/relationships/tags" Target="../tags/tag1395.xml"/><Relationship Id="rId59" Type="http://schemas.openxmlformats.org/officeDocument/2006/relationships/tags" Target="../tags/tag1448.xml"/><Relationship Id="rId58" Type="http://schemas.openxmlformats.org/officeDocument/2006/relationships/tags" Target="../tags/tag1447.xml"/><Relationship Id="rId57" Type="http://schemas.openxmlformats.org/officeDocument/2006/relationships/tags" Target="../tags/tag1446.xml"/><Relationship Id="rId56" Type="http://schemas.openxmlformats.org/officeDocument/2006/relationships/tags" Target="../tags/tag1445.xml"/><Relationship Id="rId55" Type="http://schemas.openxmlformats.org/officeDocument/2006/relationships/tags" Target="../tags/tag1444.xml"/><Relationship Id="rId54" Type="http://schemas.openxmlformats.org/officeDocument/2006/relationships/tags" Target="../tags/tag1443.xml"/><Relationship Id="rId53" Type="http://schemas.openxmlformats.org/officeDocument/2006/relationships/tags" Target="../tags/tag1442.xml"/><Relationship Id="rId52" Type="http://schemas.openxmlformats.org/officeDocument/2006/relationships/tags" Target="../tags/tag1441.xml"/><Relationship Id="rId51" Type="http://schemas.openxmlformats.org/officeDocument/2006/relationships/tags" Target="../tags/tag1440.xml"/><Relationship Id="rId50" Type="http://schemas.openxmlformats.org/officeDocument/2006/relationships/tags" Target="../tags/tag1439.xml"/><Relationship Id="rId5" Type="http://schemas.openxmlformats.org/officeDocument/2006/relationships/tags" Target="../tags/tag1394.xml"/><Relationship Id="rId49" Type="http://schemas.openxmlformats.org/officeDocument/2006/relationships/tags" Target="../tags/tag1438.xml"/><Relationship Id="rId48" Type="http://schemas.openxmlformats.org/officeDocument/2006/relationships/tags" Target="../tags/tag1437.xml"/><Relationship Id="rId47" Type="http://schemas.openxmlformats.org/officeDocument/2006/relationships/tags" Target="../tags/tag1436.xml"/><Relationship Id="rId46" Type="http://schemas.openxmlformats.org/officeDocument/2006/relationships/tags" Target="../tags/tag1435.xml"/><Relationship Id="rId45" Type="http://schemas.openxmlformats.org/officeDocument/2006/relationships/tags" Target="../tags/tag1434.xml"/><Relationship Id="rId44" Type="http://schemas.openxmlformats.org/officeDocument/2006/relationships/tags" Target="../tags/tag1433.xml"/><Relationship Id="rId43" Type="http://schemas.openxmlformats.org/officeDocument/2006/relationships/tags" Target="../tags/tag1432.xml"/><Relationship Id="rId42" Type="http://schemas.openxmlformats.org/officeDocument/2006/relationships/tags" Target="../tags/tag1431.xml"/><Relationship Id="rId41" Type="http://schemas.openxmlformats.org/officeDocument/2006/relationships/tags" Target="../tags/tag1430.xml"/><Relationship Id="rId40" Type="http://schemas.openxmlformats.org/officeDocument/2006/relationships/tags" Target="../tags/tag1429.xml"/><Relationship Id="rId4" Type="http://schemas.openxmlformats.org/officeDocument/2006/relationships/tags" Target="../tags/tag1393.xml"/><Relationship Id="rId39" Type="http://schemas.openxmlformats.org/officeDocument/2006/relationships/tags" Target="../tags/tag1428.xml"/><Relationship Id="rId38" Type="http://schemas.openxmlformats.org/officeDocument/2006/relationships/tags" Target="../tags/tag1427.xml"/><Relationship Id="rId37" Type="http://schemas.openxmlformats.org/officeDocument/2006/relationships/tags" Target="../tags/tag1426.xml"/><Relationship Id="rId36" Type="http://schemas.openxmlformats.org/officeDocument/2006/relationships/tags" Target="../tags/tag1425.xml"/><Relationship Id="rId35" Type="http://schemas.openxmlformats.org/officeDocument/2006/relationships/tags" Target="../tags/tag1424.xml"/><Relationship Id="rId34" Type="http://schemas.openxmlformats.org/officeDocument/2006/relationships/tags" Target="../tags/tag1423.xml"/><Relationship Id="rId33" Type="http://schemas.openxmlformats.org/officeDocument/2006/relationships/tags" Target="../tags/tag1422.xml"/><Relationship Id="rId32" Type="http://schemas.openxmlformats.org/officeDocument/2006/relationships/tags" Target="../tags/tag1421.xml"/><Relationship Id="rId31" Type="http://schemas.openxmlformats.org/officeDocument/2006/relationships/tags" Target="../tags/tag1420.xml"/><Relationship Id="rId30" Type="http://schemas.openxmlformats.org/officeDocument/2006/relationships/tags" Target="../tags/tag1419.xml"/><Relationship Id="rId3" Type="http://schemas.openxmlformats.org/officeDocument/2006/relationships/tags" Target="../tags/tag1392.xml"/><Relationship Id="rId29" Type="http://schemas.openxmlformats.org/officeDocument/2006/relationships/tags" Target="../tags/tag1418.xml"/><Relationship Id="rId28" Type="http://schemas.openxmlformats.org/officeDocument/2006/relationships/tags" Target="../tags/tag1417.xml"/><Relationship Id="rId27" Type="http://schemas.openxmlformats.org/officeDocument/2006/relationships/tags" Target="../tags/tag1416.xml"/><Relationship Id="rId26" Type="http://schemas.openxmlformats.org/officeDocument/2006/relationships/tags" Target="../tags/tag1415.xml"/><Relationship Id="rId25" Type="http://schemas.openxmlformats.org/officeDocument/2006/relationships/tags" Target="../tags/tag1414.xml"/><Relationship Id="rId24" Type="http://schemas.openxmlformats.org/officeDocument/2006/relationships/tags" Target="../tags/tag1413.xml"/><Relationship Id="rId23" Type="http://schemas.openxmlformats.org/officeDocument/2006/relationships/tags" Target="../tags/tag1412.xml"/><Relationship Id="rId22" Type="http://schemas.openxmlformats.org/officeDocument/2006/relationships/tags" Target="../tags/tag1411.xml"/><Relationship Id="rId21" Type="http://schemas.openxmlformats.org/officeDocument/2006/relationships/tags" Target="../tags/tag1410.xml"/><Relationship Id="rId20" Type="http://schemas.openxmlformats.org/officeDocument/2006/relationships/tags" Target="../tags/tag1409.xml"/><Relationship Id="rId2" Type="http://schemas.openxmlformats.org/officeDocument/2006/relationships/tags" Target="../tags/tag1391.xml"/><Relationship Id="rId19" Type="http://schemas.openxmlformats.org/officeDocument/2006/relationships/tags" Target="../tags/tag1408.xml"/><Relationship Id="rId18" Type="http://schemas.openxmlformats.org/officeDocument/2006/relationships/tags" Target="../tags/tag1407.xml"/><Relationship Id="rId17" Type="http://schemas.openxmlformats.org/officeDocument/2006/relationships/tags" Target="../tags/tag1406.xml"/><Relationship Id="rId16" Type="http://schemas.openxmlformats.org/officeDocument/2006/relationships/tags" Target="../tags/tag1405.xml"/><Relationship Id="rId15" Type="http://schemas.openxmlformats.org/officeDocument/2006/relationships/tags" Target="../tags/tag1404.xml"/><Relationship Id="rId143" Type="http://schemas.openxmlformats.org/officeDocument/2006/relationships/slideLayout" Target="../slideLayouts/slideLayout12.xml"/><Relationship Id="rId142" Type="http://schemas.openxmlformats.org/officeDocument/2006/relationships/tags" Target="../tags/tag1531.xml"/><Relationship Id="rId141" Type="http://schemas.openxmlformats.org/officeDocument/2006/relationships/tags" Target="../tags/tag1530.xml"/><Relationship Id="rId140" Type="http://schemas.openxmlformats.org/officeDocument/2006/relationships/tags" Target="../tags/tag1529.xml"/><Relationship Id="rId14" Type="http://schemas.openxmlformats.org/officeDocument/2006/relationships/tags" Target="../tags/tag1403.xml"/><Relationship Id="rId139" Type="http://schemas.openxmlformats.org/officeDocument/2006/relationships/tags" Target="../tags/tag1528.xml"/><Relationship Id="rId138" Type="http://schemas.openxmlformats.org/officeDocument/2006/relationships/tags" Target="../tags/tag1527.xml"/><Relationship Id="rId137" Type="http://schemas.openxmlformats.org/officeDocument/2006/relationships/tags" Target="../tags/tag1526.xml"/><Relationship Id="rId136" Type="http://schemas.openxmlformats.org/officeDocument/2006/relationships/tags" Target="../tags/tag1525.xml"/><Relationship Id="rId135" Type="http://schemas.openxmlformats.org/officeDocument/2006/relationships/tags" Target="../tags/tag1524.xml"/><Relationship Id="rId134" Type="http://schemas.openxmlformats.org/officeDocument/2006/relationships/tags" Target="../tags/tag1523.xml"/><Relationship Id="rId133" Type="http://schemas.openxmlformats.org/officeDocument/2006/relationships/tags" Target="../tags/tag1522.xml"/><Relationship Id="rId132" Type="http://schemas.openxmlformats.org/officeDocument/2006/relationships/tags" Target="../tags/tag1521.xml"/><Relationship Id="rId131" Type="http://schemas.openxmlformats.org/officeDocument/2006/relationships/tags" Target="../tags/tag1520.xml"/><Relationship Id="rId130" Type="http://schemas.openxmlformats.org/officeDocument/2006/relationships/tags" Target="../tags/tag1519.xml"/><Relationship Id="rId13" Type="http://schemas.openxmlformats.org/officeDocument/2006/relationships/tags" Target="../tags/tag1402.xml"/><Relationship Id="rId129" Type="http://schemas.openxmlformats.org/officeDocument/2006/relationships/tags" Target="../tags/tag1518.xml"/><Relationship Id="rId128" Type="http://schemas.openxmlformats.org/officeDocument/2006/relationships/tags" Target="../tags/tag1517.xml"/><Relationship Id="rId127" Type="http://schemas.openxmlformats.org/officeDocument/2006/relationships/tags" Target="../tags/tag1516.xml"/><Relationship Id="rId126" Type="http://schemas.openxmlformats.org/officeDocument/2006/relationships/tags" Target="../tags/tag1515.xml"/><Relationship Id="rId125" Type="http://schemas.openxmlformats.org/officeDocument/2006/relationships/tags" Target="../tags/tag1514.xml"/><Relationship Id="rId124" Type="http://schemas.openxmlformats.org/officeDocument/2006/relationships/tags" Target="../tags/tag1513.xml"/><Relationship Id="rId123" Type="http://schemas.openxmlformats.org/officeDocument/2006/relationships/tags" Target="../tags/tag1512.xml"/><Relationship Id="rId122" Type="http://schemas.openxmlformats.org/officeDocument/2006/relationships/tags" Target="../tags/tag1511.xml"/><Relationship Id="rId121" Type="http://schemas.openxmlformats.org/officeDocument/2006/relationships/tags" Target="../tags/tag1510.xml"/><Relationship Id="rId120" Type="http://schemas.openxmlformats.org/officeDocument/2006/relationships/tags" Target="../tags/tag1509.xml"/><Relationship Id="rId12" Type="http://schemas.openxmlformats.org/officeDocument/2006/relationships/tags" Target="../tags/tag1401.xml"/><Relationship Id="rId119" Type="http://schemas.openxmlformats.org/officeDocument/2006/relationships/tags" Target="../tags/tag1508.xml"/><Relationship Id="rId118" Type="http://schemas.openxmlformats.org/officeDocument/2006/relationships/tags" Target="../tags/tag1507.xml"/><Relationship Id="rId117" Type="http://schemas.openxmlformats.org/officeDocument/2006/relationships/tags" Target="../tags/tag1506.xml"/><Relationship Id="rId116" Type="http://schemas.openxmlformats.org/officeDocument/2006/relationships/tags" Target="../tags/tag1505.xml"/><Relationship Id="rId115" Type="http://schemas.openxmlformats.org/officeDocument/2006/relationships/tags" Target="../tags/tag1504.xml"/><Relationship Id="rId114" Type="http://schemas.openxmlformats.org/officeDocument/2006/relationships/tags" Target="../tags/tag1503.xml"/><Relationship Id="rId113" Type="http://schemas.openxmlformats.org/officeDocument/2006/relationships/tags" Target="../tags/tag1502.xml"/><Relationship Id="rId112" Type="http://schemas.openxmlformats.org/officeDocument/2006/relationships/tags" Target="../tags/tag1501.xml"/><Relationship Id="rId111" Type="http://schemas.openxmlformats.org/officeDocument/2006/relationships/tags" Target="../tags/tag1500.xml"/><Relationship Id="rId110" Type="http://schemas.openxmlformats.org/officeDocument/2006/relationships/tags" Target="../tags/tag1499.xml"/><Relationship Id="rId11" Type="http://schemas.openxmlformats.org/officeDocument/2006/relationships/tags" Target="../tags/tag1400.xml"/><Relationship Id="rId109" Type="http://schemas.openxmlformats.org/officeDocument/2006/relationships/tags" Target="../tags/tag1498.xml"/><Relationship Id="rId108" Type="http://schemas.openxmlformats.org/officeDocument/2006/relationships/tags" Target="../tags/tag1497.xml"/><Relationship Id="rId107" Type="http://schemas.openxmlformats.org/officeDocument/2006/relationships/tags" Target="../tags/tag1496.xml"/><Relationship Id="rId106" Type="http://schemas.openxmlformats.org/officeDocument/2006/relationships/tags" Target="../tags/tag1495.xml"/><Relationship Id="rId105" Type="http://schemas.openxmlformats.org/officeDocument/2006/relationships/tags" Target="../tags/tag1494.xml"/><Relationship Id="rId104" Type="http://schemas.openxmlformats.org/officeDocument/2006/relationships/tags" Target="../tags/tag1493.xml"/><Relationship Id="rId103" Type="http://schemas.openxmlformats.org/officeDocument/2006/relationships/tags" Target="../tags/tag1492.xml"/><Relationship Id="rId102" Type="http://schemas.openxmlformats.org/officeDocument/2006/relationships/tags" Target="../tags/tag1491.xml"/><Relationship Id="rId101" Type="http://schemas.openxmlformats.org/officeDocument/2006/relationships/tags" Target="../tags/tag1490.xml"/><Relationship Id="rId100" Type="http://schemas.openxmlformats.org/officeDocument/2006/relationships/tags" Target="../tags/tag1489.xml"/><Relationship Id="rId10" Type="http://schemas.openxmlformats.org/officeDocument/2006/relationships/tags" Target="../tags/tag1399.xml"/><Relationship Id="rId1" Type="http://schemas.openxmlformats.org/officeDocument/2006/relationships/tags" Target="../tags/tag1390.xml"/></Relationships>
</file>

<file path=ppt/slides/_rels/slide54.xml.rels><?xml version="1.0" encoding="UTF-8" standalone="yes"?>
<Relationships xmlns="http://schemas.openxmlformats.org/package/2006/relationships"><Relationship Id="rId99" Type="http://schemas.openxmlformats.org/officeDocument/2006/relationships/tags" Target="../tags/tag1630.xml"/><Relationship Id="rId98" Type="http://schemas.openxmlformats.org/officeDocument/2006/relationships/tags" Target="../tags/tag1629.xml"/><Relationship Id="rId97" Type="http://schemas.openxmlformats.org/officeDocument/2006/relationships/tags" Target="../tags/tag1628.xml"/><Relationship Id="rId96" Type="http://schemas.openxmlformats.org/officeDocument/2006/relationships/tags" Target="../tags/tag1627.xml"/><Relationship Id="rId95" Type="http://schemas.openxmlformats.org/officeDocument/2006/relationships/tags" Target="../tags/tag1626.xml"/><Relationship Id="rId94" Type="http://schemas.openxmlformats.org/officeDocument/2006/relationships/tags" Target="../tags/tag1625.xml"/><Relationship Id="rId93" Type="http://schemas.openxmlformats.org/officeDocument/2006/relationships/tags" Target="../tags/tag1624.xml"/><Relationship Id="rId92" Type="http://schemas.openxmlformats.org/officeDocument/2006/relationships/tags" Target="../tags/tag1623.xml"/><Relationship Id="rId91" Type="http://schemas.openxmlformats.org/officeDocument/2006/relationships/tags" Target="../tags/tag1622.xml"/><Relationship Id="rId90" Type="http://schemas.openxmlformats.org/officeDocument/2006/relationships/tags" Target="../tags/tag1621.xml"/><Relationship Id="rId9" Type="http://schemas.openxmlformats.org/officeDocument/2006/relationships/tags" Target="../tags/tag1540.xml"/><Relationship Id="rId89" Type="http://schemas.openxmlformats.org/officeDocument/2006/relationships/tags" Target="../tags/tag1620.xml"/><Relationship Id="rId88" Type="http://schemas.openxmlformats.org/officeDocument/2006/relationships/tags" Target="../tags/tag1619.xml"/><Relationship Id="rId87" Type="http://schemas.openxmlformats.org/officeDocument/2006/relationships/tags" Target="../tags/tag1618.xml"/><Relationship Id="rId86" Type="http://schemas.openxmlformats.org/officeDocument/2006/relationships/tags" Target="../tags/tag1617.xml"/><Relationship Id="rId85" Type="http://schemas.openxmlformats.org/officeDocument/2006/relationships/tags" Target="../tags/tag1616.xml"/><Relationship Id="rId84" Type="http://schemas.openxmlformats.org/officeDocument/2006/relationships/tags" Target="../tags/tag1615.xml"/><Relationship Id="rId83" Type="http://schemas.openxmlformats.org/officeDocument/2006/relationships/tags" Target="../tags/tag1614.xml"/><Relationship Id="rId82" Type="http://schemas.openxmlformats.org/officeDocument/2006/relationships/tags" Target="../tags/tag1613.xml"/><Relationship Id="rId81" Type="http://schemas.openxmlformats.org/officeDocument/2006/relationships/tags" Target="../tags/tag1612.xml"/><Relationship Id="rId80" Type="http://schemas.openxmlformats.org/officeDocument/2006/relationships/tags" Target="../tags/tag1611.xml"/><Relationship Id="rId8" Type="http://schemas.openxmlformats.org/officeDocument/2006/relationships/tags" Target="../tags/tag1539.xml"/><Relationship Id="rId79" Type="http://schemas.openxmlformats.org/officeDocument/2006/relationships/tags" Target="../tags/tag1610.xml"/><Relationship Id="rId78" Type="http://schemas.openxmlformats.org/officeDocument/2006/relationships/tags" Target="../tags/tag1609.xml"/><Relationship Id="rId77" Type="http://schemas.openxmlformats.org/officeDocument/2006/relationships/tags" Target="../tags/tag1608.xml"/><Relationship Id="rId76" Type="http://schemas.openxmlformats.org/officeDocument/2006/relationships/tags" Target="../tags/tag1607.xml"/><Relationship Id="rId75" Type="http://schemas.openxmlformats.org/officeDocument/2006/relationships/tags" Target="../tags/tag1606.xml"/><Relationship Id="rId74" Type="http://schemas.openxmlformats.org/officeDocument/2006/relationships/tags" Target="../tags/tag1605.xml"/><Relationship Id="rId73" Type="http://schemas.openxmlformats.org/officeDocument/2006/relationships/tags" Target="../tags/tag1604.xml"/><Relationship Id="rId72" Type="http://schemas.openxmlformats.org/officeDocument/2006/relationships/tags" Target="../tags/tag1603.xml"/><Relationship Id="rId71" Type="http://schemas.openxmlformats.org/officeDocument/2006/relationships/tags" Target="../tags/tag1602.xml"/><Relationship Id="rId70" Type="http://schemas.openxmlformats.org/officeDocument/2006/relationships/tags" Target="../tags/tag1601.xml"/><Relationship Id="rId7" Type="http://schemas.openxmlformats.org/officeDocument/2006/relationships/tags" Target="../tags/tag1538.xml"/><Relationship Id="rId69" Type="http://schemas.openxmlformats.org/officeDocument/2006/relationships/tags" Target="../tags/tag1600.xml"/><Relationship Id="rId68" Type="http://schemas.openxmlformats.org/officeDocument/2006/relationships/tags" Target="../tags/tag1599.xml"/><Relationship Id="rId67" Type="http://schemas.openxmlformats.org/officeDocument/2006/relationships/tags" Target="../tags/tag1598.xml"/><Relationship Id="rId66" Type="http://schemas.openxmlformats.org/officeDocument/2006/relationships/tags" Target="../tags/tag1597.xml"/><Relationship Id="rId65" Type="http://schemas.openxmlformats.org/officeDocument/2006/relationships/tags" Target="../tags/tag1596.xml"/><Relationship Id="rId64" Type="http://schemas.openxmlformats.org/officeDocument/2006/relationships/tags" Target="../tags/tag1595.xml"/><Relationship Id="rId63" Type="http://schemas.openxmlformats.org/officeDocument/2006/relationships/tags" Target="../tags/tag1594.xml"/><Relationship Id="rId62" Type="http://schemas.openxmlformats.org/officeDocument/2006/relationships/tags" Target="../tags/tag1593.xml"/><Relationship Id="rId61" Type="http://schemas.openxmlformats.org/officeDocument/2006/relationships/tags" Target="../tags/tag1592.xml"/><Relationship Id="rId60" Type="http://schemas.openxmlformats.org/officeDocument/2006/relationships/tags" Target="../tags/tag1591.xml"/><Relationship Id="rId6" Type="http://schemas.openxmlformats.org/officeDocument/2006/relationships/tags" Target="../tags/tag1537.xml"/><Relationship Id="rId59" Type="http://schemas.openxmlformats.org/officeDocument/2006/relationships/tags" Target="../tags/tag1590.xml"/><Relationship Id="rId58" Type="http://schemas.openxmlformats.org/officeDocument/2006/relationships/tags" Target="../tags/tag1589.xml"/><Relationship Id="rId57" Type="http://schemas.openxmlformats.org/officeDocument/2006/relationships/tags" Target="../tags/tag1588.xml"/><Relationship Id="rId56" Type="http://schemas.openxmlformats.org/officeDocument/2006/relationships/tags" Target="../tags/tag1587.xml"/><Relationship Id="rId55" Type="http://schemas.openxmlformats.org/officeDocument/2006/relationships/tags" Target="../tags/tag1586.xml"/><Relationship Id="rId54" Type="http://schemas.openxmlformats.org/officeDocument/2006/relationships/tags" Target="../tags/tag1585.xml"/><Relationship Id="rId53" Type="http://schemas.openxmlformats.org/officeDocument/2006/relationships/tags" Target="../tags/tag1584.xml"/><Relationship Id="rId52" Type="http://schemas.openxmlformats.org/officeDocument/2006/relationships/tags" Target="../tags/tag1583.xml"/><Relationship Id="rId51" Type="http://schemas.openxmlformats.org/officeDocument/2006/relationships/tags" Target="../tags/tag1582.xml"/><Relationship Id="rId50" Type="http://schemas.openxmlformats.org/officeDocument/2006/relationships/tags" Target="../tags/tag1581.xml"/><Relationship Id="rId5" Type="http://schemas.openxmlformats.org/officeDocument/2006/relationships/tags" Target="../tags/tag1536.xml"/><Relationship Id="rId49" Type="http://schemas.openxmlformats.org/officeDocument/2006/relationships/tags" Target="../tags/tag1580.xml"/><Relationship Id="rId48" Type="http://schemas.openxmlformats.org/officeDocument/2006/relationships/tags" Target="../tags/tag1579.xml"/><Relationship Id="rId47" Type="http://schemas.openxmlformats.org/officeDocument/2006/relationships/tags" Target="../tags/tag1578.xml"/><Relationship Id="rId46" Type="http://schemas.openxmlformats.org/officeDocument/2006/relationships/tags" Target="../tags/tag1577.xml"/><Relationship Id="rId45" Type="http://schemas.openxmlformats.org/officeDocument/2006/relationships/tags" Target="../tags/tag1576.xml"/><Relationship Id="rId44" Type="http://schemas.openxmlformats.org/officeDocument/2006/relationships/tags" Target="../tags/tag1575.xml"/><Relationship Id="rId43" Type="http://schemas.openxmlformats.org/officeDocument/2006/relationships/tags" Target="../tags/tag1574.xml"/><Relationship Id="rId42" Type="http://schemas.openxmlformats.org/officeDocument/2006/relationships/tags" Target="../tags/tag1573.xml"/><Relationship Id="rId41" Type="http://schemas.openxmlformats.org/officeDocument/2006/relationships/tags" Target="../tags/tag1572.xml"/><Relationship Id="rId40" Type="http://schemas.openxmlformats.org/officeDocument/2006/relationships/tags" Target="../tags/tag1571.xml"/><Relationship Id="rId4" Type="http://schemas.openxmlformats.org/officeDocument/2006/relationships/tags" Target="../tags/tag1535.xml"/><Relationship Id="rId39" Type="http://schemas.openxmlformats.org/officeDocument/2006/relationships/tags" Target="../tags/tag1570.xml"/><Relationship Id="rId38" Type="http://schemas.openxmlformats.org/officeDocument/2006/relationships/tags" Target="../tags/tag1569.xml"/><Relationship Id="rId37" Type="http://schemas.openxmlformats.org/officeDocument/2006/relationships/tags" Target="../tags/tag1568.xml"/><Relationship Id="rId36" Type="http://schemas.openxmlformats.org/officeDocument/2006/relationships/tags" Target="../tags/tag1567.xml"/><Relationship Id="rId35" Type="http://schemas.openxmlformats.org/officeDocument/2006/relationships/tags" Target="../tags/tag1566.xml"/><Relationship Id="rId34" Type="http://schemas.openxmlformats.org/officeDocument/2006/relationships/tags" Target="../tags/tag1565.xml"/><Relationship Id="rId33" Type="http://schemas.openxmlformats.org/officeDocument/2006/relationships/tags" Target="../tags/tag1564.xml"/><Relationship Id="rId32" Type="http://schemas.openxmlformats.org/officeDocument/2006/relationships/tags" Target="../tags/tag1563.xml"/><Relationship Id="rId31" Type="http://schemas.openxmlformats.org/officeDocument/2006/relationships/tags" Target="../tags/tag1562.xml"/><Relationship Id="rId30" Type="http://schemas.openxmlformats.org/officeDocument/2006/relationships/tags" Target="../tags/tag1561.xml"/><Relationship Id="rId3" Type="http://schemas.openxmlformats.org/officeDocument/2006/relationships/tags" Target="../tags/tag1534.xml"/><Relationship Id="rId29" Type="http://schemas.openxmlformats.org/officeDocument/2006/relationships/tags" Target="../tags/tag1560.xml"/><Relationship Id="rId28" Type="http://schemas.openxmlformats.org/officeDocument/2006/relationships/tags" Target="../tags/tag1559.xml"/><Relationship Id="rId27" Type="http://schemas.openxmlformats.org/officeDocument/2006/relationships/tags" Target="../tags/tag1558.xml"/><Relationship Id="rId26" Type="http://schemas.openxmlformats.org/officeDocument/2006/relationships/tags" Target="../tags/tag1557.xml"/><Relationship Id="rId25" Type="http://schemas.openxmlformats.org/officeDocument/2006/relationships/tags" Target="../tags/tag1556.xml"/><Relationship Id="rId24" Type="http://schemas.openxmlformats.org/officeDocument/2006/relationships/tags" Target="../tags/tag1555.xml"/><Relationship Id="rId23" Type="http://schemas.openxmlformats.org/officeDocument/2006/relationships/tags" Target="../tags/tag1554.xml"/><Relationship Id="rId22" Type="http://schemas.openxmlformats.org/officeDocument/2006/relationships/tags" Target="../tags/tag1553.xml"/><Relationship Id="rId21" Type="http://schemas.openxmlformats.org/officeDocument/2006/relationships/tags" Target="../tags/tag1552.xml"/><Relationship Id="rId20" Type="http://schemas.openxmlformats.org/officeDocument/2006/relationships/tags" Target="../tags/tag1551.xml"/><Relationship Id="rId2" Type="http://schemas.openxmlformats.org/officeDocument/2006/relationships/tags" Target="../tags/tag1533.xml"/><Relationship Id="rId19" Type="http://schemas.openxmlformats.org/officeDocument/2006/relationships/tags" Target="../tags/tag1550.xml"/><Relationship Id="rId18" Type="http://schemas.openxmlformats.org/officeDocument/2006/relationships/tags" Target="../tags/tag1549.xml"/><Relationship Id="rId17" Type="http://schemas.openxmlformats.org/officeDocument/2006/relationships/tags" Target="../tags/tag1548.xml"/><Relationship Id="rId16" Type="http://schemas.openxmlformats.org/officeDocument/2006/relationships/tags" Target="../tags/tag1547.xml"/><Relationship Id="rId15" Type="http://schemas.openxmlformats.org/officeDocument/2006/relationships/tags" Target="../tags/tag1546.xml"/><Relationship Id="rId144" Type="http://schemas.openxmlformats.org/officeDocument/2006/relationships/slideLayout" Target="../slideLayouts/slideLayout12.xml"/><Relationship Id="rId143" Type="http://schemas.openxmlformats.org/officeDocument/2006/relationships/tags" Target="../tags/tag1674.xml"/><Relationship Id="rId142" Type="http://schemas.openxmlformats.org/officeDocument/2006/relationships/tags" Target="../tags/tag1673.xml"/><Relationship Id="rId141" Type="http://schemas.openxmlformats.org/officeDocument/2006/relationships/tags" Target="../tags/tag1672.xml"/><Relationship Id="rId140" Type="http://schemas.openxmlformats.org/officeDocument/2006/relationships/tags" Target="../tags/tag1671.xml"/><Relationship Id="rId14" Type="http://schemas.openxmlformats.org/officeDocument/2006/relationships/tags" Target="../tags/tag1545.xml"/><Relationship Id="rId139" Type="http://schemas.openxmlformats.org/officeDocument/2006/relationships/tags" Target="../tags/tag1670.xml"/><Relationship Id="rId138" Type="http://schemas.openxmlformats.org/officeDocument/2006/relationships/tags" Target="../tags/tag1669.xml"/><Relationship Id="rId137" Type="http://schemas.openxmlformats.org/officeDocument/2006/relationships/tags" Target="../tags/tag1668.xml"/><Relationship Id="rId136" Type="http://schemas.openxmlformats.org/officeDocument/2006/relationships/tags" Target="../tags/tag1667.xml"/><Relationship Id="rId135" Type="http://schemas.openxmlformats.org/officeDocument/2006/relationships/tags" Target="../tags/tag1666.xml"/><Relationship Id="rId134" Type="http://schemas.openxmlformats.org/officeDocument/2006/relationships/tags" Target="../tags/tag1665.xml"/><Relationship Id="rId133" Type="http://schemas.openxmlformats.org/officeDocument/2006/relationships/tags" Target="../tags/tag1664.xml"/><Relationship Id="rId132" Type="http://schemas.openxmlformats.org/officeDocument/2006/relationships/tags" Target="../tags/tag1663.xml"/><Relationship Id="rId131" Type="http://schemas.openxmlformats.org/officeDocument/2006/relationships/tags" Target="../tags/tag1662.xml"/><Relationship Id="rId130" Type="http://schemas.openxmlformats.org/officeDocument/2006/relationships/tags" Target="../tags/tag1661.xml"/><Relationship Id="rId13" Type="http://schemas.openxmlformats.org/officeDocument/2006/relationships/tags" Target="../tags/tag1544.xml"/><Relationship Id="rId129" Type="http://schemas.openxmlformats.org/officeDocument/2006/relationships/tags" Target="../tags/tag1660.xml"/><Relationship Id="rId128" Type="http://schemas.openxmlformats.org/officeDocument/2006/relationships/tags" Target="../tags/tag1659.xml"/><Relationship Id="rId127" Type="http://schemas.openxmlformats.org/officeDocument/2006/relationships/tags" Target="../tags/tag1658.xml"/><Relationship Id="rId126" Type="http://schemas.openxmlformats.org/officeDocument/2006/relationships/tags" Target="../tags/tag1657.xml"/><Relationship Id="rId125" Type="http://schemas.openxmlformats.org/officeDocument/2006/relationships/tags" Target="../tags/tag1656.xml"/><Relationship Id="rId124" Type="http://schemas.openxmlformats.org/officeDocument/2006/relationships/tags" Target="../tags/tag1655.xml"/><Relationship Id="rId123" Type="http://schemas.openxmlformats.org/officeDocument/2006/relationships/tags" Target="../tags/tag1654.xml"/><Relationship Id="rId122" Type="http://schemas.openxmlformats.org/officeDocument/2006/relationships/tags" Target="../tags/tag1653.xml"/><Relationship Id="rId121" Type="http://schemas.openxmlformats.org/officeDocument/2006/relationships/tags" Target="../tags/tag1652.xml"/><Relationship Id="rId120" Type="http://schemas.openxmlformats.org/officeDocument/2006/relationships/tags" Target="../tags/tag1651.xml"/><Relationship Id="rId12" Type="http://schemas.openxmlformats.org/officeDocument/2006/relationships/tags" Target="../tags/tag1543.xml"/><Relationship Id="rId119" Type="http://schemas.openxmlformats.org/officeDocument/2006/relationships/tags" Target="../tags/tag1650.xml"/><Relationship Id="rId118" Type="http://schemas.openxmlformats.org/officeDocument/2006/relationships/tags" Target="../tags/tag1649.xml"/><Relationship Id="rId117" Type="http://schemas.openxmlformats.org/officeDocument/2006/relationships/tags" Target="../tags/tag1648.xml"/><Relationship Id="rId116" Type="http://schemas.openxmlformats.org/officeDocument/2006/relationships/tags" Target="../tags/tag1647.xml"/><Relationship Id="rId115" Type="http://schemas.openxmlformats.org/officeDocument/2006/relationships/tags" Target="../tags/tag1646.xml"/><Relationship Id="rId114" Type="http://schemas.openxmlformats.org/officeDocument/2006/relationships/tags" Target="../tags/tag1645.xml"/><Relationship Id="rId113" Type="http://schemas.openxmlformats.org/officeDocument/2006/relationships/tags" Target="../tags/tag1644.xml"/><Relationship Id="rId112" Type="http://schemas.openxmlformats.org/officeDocument/2006/relationships/tags" Target="../tags/tag1643.xml"/><Relationship Id="rId111" Type="http://schemas.openxmlformats.org/officeDocument/2006/relationships/tags" Target="../tags/tag1642.xml"/><Relationship Id="rId110" Type="http://schemas.openxmlformats.org/officeDocument/2006/relationships/tags" Target="../tags/tag1641.xml"/><Relationship Id="rId11" Type="http://schemas.openxmlformats.org/officeDocument/2006/relationships/tags" Target="../tags/tag1542.xml"/><Relationship Id="rId109" Type="http://schemas.openxmlformats.org/officeDocument/2006/relationships/tags" Target="../tags/tag1640.xml"/><Relationship Id="rId108" Type="http://schemas.openxmlformats.org/officeDocument/2006/relationships/tags" Target="../tags/tag1639.xml"/><Relationship Id="rId107" Type="http://schemas.openxmlformats.org/officeDocument/2006/relationships/tags" Target="../tags/tag1638.xml"/><Relationship Id="rId106" Type="http://schemas.openxmlformats.org/officeDocument/2006/relationships/tags" Target="../tags/tag1637.xml"/><Relationship Id="rId105" Type="http://schemas.openxmlformats.org/officeDocument/2006/relationships/tags" Target="../tags/tag1636.xml"/><Relationship Id="rId104" Type="http://schemas.openxmlformats.org/officeDocument/2006/relationships/tags" Target="../tags/tag1635.xml"/><Relationship Id="rId103" Type="http://schemas.openxmlformats.org/officeDocument/2006/relationships/tags" Target="../tags/tag1634.xml"/><Relationship Id="rId102" Type="http://schemas.openxmlformats.org/officeDocument/2006/relationships/tags" Target="../tags/tag1633.xml"/><Relationship Id="rId101" Type="http://schemas.openxmlformats.org/officeDocument/2006/relationships/tags" Target="../tags/tag1632.xml"/><Relationship Id="rId100" Type="http://schemas.openxmlformats.org/officeDocument/2006/relationships/tags" Target="../tags/tag1631.xml"/><Relationship Id="rId10" Type="http://schemas.openxmlformats.org/officeDocument/2006/relationships/tags" Target="../tags/tag1541.xml"/><Relationship Id="rId1" Type="http://schemas.openxmlformats.org/officeDocument/2006/relationships/tags" Target="../tags/tag1532.xml"/></Relationships>
</file>

<file path=ppt/slides/_rels/slide55.xml.rels><?xml version="1.0" encoding="UTF-8" standalone="yes"?>
<Relationships xmlns="http://schemas.openxmlformats.org/package/2006/relationships"><Relationship Id="rId9" Type="http://schemas.openxmlformats.org/officeDocument/2006/relationships/tags" Target="../tags/tag1683.xml"/><Relationship Id="rId82" Type="http://schemas.openxmlformats.org/officeDocument/2006/relationships/slideLayout" Target="../slideLayouts/slideLayout12.xml"/><Relationship Id="rId81" Type="http://schemas.openxmlformats.org/officeDocument/2006/relationships/tags" Target="../tags/tag1755.xml"/><Relationship Id="rId80" Type="http://schemas.openxmlformats.org/officeDocument/2006/relationships/tags" Target="../tags/tag1754.xml"/><Relationship Id="rId8" Type="http://schemas.openxmlformats.org/officeDocument/2006/relationships/tags" Target="../tags/tag1682.xml"/><Relationship Id="rId79" Type="http://schemas.openxmlformats.org/officeDocument/2006/relationships/tags" Target="../tags/tag1753.xml"/><Relationship Id="rId78" Type="http://schemas.openxmlformats.org/officeDocument/2006/relationships/tags" Target="../tags/tag1752.xml"/><Relationship Id="rId77" Type="http://schemas.openxmlformats.org/officeDocument/2006/relationships/tags" Target="../tags/tag1751.xml"/><Relationship Id="rId76" Type="http://schemas.openxmlformats.org/officeDocument/2006/relationships/tags" Target="../tags/tag1750.xml"/><Relationship Id="rId75" Type="http://schemas.openxmlformats.org/officeDocument/2006/relationships/tags" Target="../tags/tag1749.xml"/><Relationship Id="rId74" Type="http://schemas.openxmlformats.org/officeDocument/2006/relationships/tags" Target="../tags/tag1748.xml"/><Relationship Id="rId73" Type="http://schemas.openxmlformats.org/officeDocument/2006/relationships/tags" Target="../tags/tag1747.xml"/><Relationship Id="rId72" Type="http://schemas.openxmlformats.org/officeDocument/2006/relationships/tags" Target="../tags/tag1746.xml"/><Relationship Id="rId71" Type="http://schemas.openxmlformats.org/officeDocument/2006/relationships/tags" Target="../tags/tag1745.xml"/><Relationship Id="rId70" Type="http://schemas.openxmlformats.org/officeDocument/2006/relationships/tags" Target="../tags/tag1744.xml"/><Relationship Id="rId7" Type="http://schemas.openxmlformats.org/officeDocument/2006/relationships/tags" Target="../tags/tag1681.xml"/><Relationship Id="rId69" Type="http://schemas.openxmlformats.org/officeDocument/2006/relationships/tags" Target="../tags/tag1743.xml"/><Relationship Id="rId68" Type="http://schemas.openxmlformats.org/officeDocument/2006/relationships/tags" Target="../tags/tag1742.xml"/><Relationship Id="rId67" Type="http://schemas.openxmlformats.org/officeDocument/2006/relationships/tags" Target="../tags/tag1741.xml"/><Relationship Id="rId66" Type="http://schemas.openxmlformats.org/officeDocument/2006/relationships/tags" Target="../tags/tag1740.xml"/><Relationship Id="rId65" Type="http://schemas.openxmlformats.org/officeDocument/2006/relationships/tags" Target="../tags/tag1739.xml"/><Relationship Id="rId64" Type="http://schemas.openxmlformats.org/officeDocument/2006/relationships/tags" Target="../tags/tag1738.xml"/><Relationship Id="rId63" Type="http://schemas.openxmlformats.org/officeDocument/2006/relationships/tags" Target="../tags/tag1737.xml"/><Relationship Id="rId62" Type="http://schemas.openxmlformats.org/officeDocument/2006/relationships/tags" Target="../tags/tag1736.xml"/><Relationship Id="rId61" Type="http://schemas.openxmlformats.org/officeDocument/2006/relationships/tags" Target="../tags/tag1735.xml"/><Relationship Id="rId60" Type="http://schemas.openxmlformats.org/officeDocument/2006/relationships/tags" Target="../tags/tag1734.xml"/><Relationship Id="rId6" Type="http://schemas.openxmlformats.org/officeDocument/2006/relationships/tags" Target="../tags/tag1680.xml"/><Relationship Id="rId59" Type="http://schemas.openxmlformats.org/officeDocument/2006/relationships/tags" Target="../tags/tag1733.xml"/><Relationship Id="rId58" Type="http://schemas.openxmlformats.org/officeDocument/2006/relationships/tags" Target="../tags/tag1732.xml"/><Relationship Id="rId57" Type="http://schemas.openxmlformats.org/officeDocument/2006/relationships/tags" Target="../tags/tag1731.xml"/><Relationship Id="rId56" Type="http://schemas.openxmlformats.org/officeDocument/2006/relationships/tags" Target="../tags/tag1730.xml"/><Relationship Id="rId55" Type="http://schemas.openxmlformats.org/officeDocument/2006/relationships/tags" Target="../tags/tag1729.xml"/><Relationship Id="rId54" Type="http://schemas.openxmlformats.org/officeDocument/2006/relationships/tags" Target="../tags/tag1728.xml"/><Relationship Id="rId53" Type="http://schemas.openxmlformats.org/officeDocument/2006/relationships/tags" Target="../tags/tag1727.xml"/><Relationship Id="rId52" Type="http://schemas.openxmlformats.org/officeDocument/2006/relationships/tags" Target="../tags/tag1726.xml"/><Relationship Id="rId51" Type="http://schemas.openxmlformats.org/officeDocument/2006/relationships/tags" Target="../tags/tag1725.xml"/><Relationship Id="rId50" Type="http://schemas.openxmlformats.org/officeDocument/2006/relationships/tags" Target="../tags/tag1724.xml"/><Relationship Id="rId5" Type="http://schemas.openxmlformats.org/officeDocument/2006/relationships/tags" Target="../tags/tag1679.xml"/><Relationship Id="rId49" Type="http://schemas.openxmlformats.org/officeDocument/2006/relationships/tags" Target="../tags/tag1723.xml"/><Relationship Id="rId48" Type="http://schemas.openxmlformats.org/officeDocument/2006/relationships/tags" Target="../tags/tag1722.xml"/><Relationship Id="rId47" Type="http://schemas.openxmlformats.org/officeDocument/2006/relationships/tags" Target="../tags/tag1721.xml"/><Relationship Id="rId46" Type="http://schemas.openxmlformats.org/officeDocument/2006/relationships/tags" Target="../tags/tag1720.xml"/><Relationship Id="rId45" Type="http://schemas.openxmlformats.org/officeDocument/2006/relationships/tags" Target="../tags/tag1719.xml"/><Relationship Id="rId44" Type="http://schemas.openxmlformats.org/officeDocument/2006/relationships/tags" Target="../tags/tag1718.xml"/><Relationship Id="rId43" Type="http://schemas.openxmlformats.org/officeDocument/2006/relationships/tags" Target="../tags/tag1717.xml"/><Relationship Id="rId42" Type="http://schemas.openxmlformats.org/officeDocument/2006/relationships/tags" Target="../tags/tag1716.xml"/><Relationship Id="rId41" Type="http://schemas.openxmlformats.org/officeDocument/2006/relationships/tags" Target="../tags/tag1715.xml"/><Relationship Id="rId40" Type="http://schemas.openxmlformats.org/officeDocument/2006/relationships/tags" Target="../tags/tag1714.xml"/><Relationship Id="rId4" Type="http://schemas.openxmlformats.org/officeDocument/2006/relationships/tags" Target="../tags/tag1678.xml"/><Relationship Id="rId39" Type="http://schemas.openxmlformats.org/officeDocument/2006/relationships/tags" Target="../tags/tag1713.xml"/><Relationship Id="rId38" Type="http://schemas.openxmlformats.org/officeDocument/2006/relationships/tags" Target="../tags/tag1712.xml"/><Relationship Id="rId37" Type="http://schemas.openxmlformats.org/officeDocument/2006/relationships/tags" Target="../tags/tag1711.xml"/><Relationship Id="rId36" Type="http://schemas.openxmlformats.org/officeDocument/2006/relationships/tags" Target="../tags/tag1710.xml"/><Relationship Id="rId35" Type="http://schemas.openxmlformats.org/officeDocument/2006/relationships/tags" Target="../tags/tag1709.xml"/><Relationship Id="rId34" Type="http://schemas.openxmlformats.org/officeDocument/2006/relationships/tags" Target="../tags/tag1708.xml"/><Relationship Id="rId33" Type="http://schemas.openxmlformats.org/officeDocument/2006/relationships/tags" Target="../tags/tag1707.xml"/><Relationship Id="rId32" Type="http://schemas.openxmlformats.org/officeDocument/2006/relationships/tags" Target="../tags/tag1706.xml"/><Relationship Id="rId31" Type="http://schemas.openxmlformats.org/officeDocument/2006/relationships/tags" Target="../tags/tag1705.xml"/><Relationship Id="rId30" Type="http://schemas.openxmlformats.org/officeDocument/2006/relationships/tags" Target="../tags/tag1704.xml"/><Relationship Id="rId3" Type="http://schemas.openxmlformats.org/officeDocument/2006/relationships/tags" Target="../tags/tag1677.xml"/><Relationship Id="rId29" Type="http://schemas.openxmlformats.org/officeDocument/2006/relationships/tags" Target="../tags/tag1703.xml"/><Relationship Id="rId28" Type="http://schemas.openxmlformats.org/officeDocument/2006/relationships/tags" Target="../tags/tag1702.xml"/><Relationship Id="rId27" Type="http://schemas.openxmlformats.org/officeDocument/2006/relationships/tags" Target="../tags/tag1701.xml"/><Relationship Id="rId26" Type="http://schemas.openxmlformats.org/officeDocument/2006/relationships/tags" Target="../tags/tag1700.xml"/><Relationship Id="rId25" Type="http://schemas.openxmlformats.org/officeDocument/2006/relationships/tags" Target="../tags/tag1699.xml"/><Relationship Id="rId24" Type="http://schemas.openxmlformats.org/officeDocument/2006/relationships/tags" Target="../tags/tag1698.xml"/><Relationship Id="rId23" Type="http://schemas.openxmlformats.org/officeDocument/2006/relationships/tags" Target="../tags/tag1697.xml"/><Relationship Id="rId22" Type="http://schemas.openxmlformats.org/officeDocument/2006/relationships/tags" Target="../tags/tag1696.xml"/><Relationship Id="rId21" Type="http://schemas.openxmlformats.org/officeDocument/2006/relationships/tags" Target="../tags/tag1695.xml"/><Relationship Id="rId20" Type="http://schemas.openxmlformats.org/officeDocument/2006/relationships/tags" Target="../tags/tag1694.xml"/><Relationship Id="rId2" Type="http://schemas.openxmlformats.org/officeDocument/2006/relationships/tags" Target="../tags/tag1676.xml"/><Relationship Id="rId19" Type="http://schemas.openxmlformats.org/officeDocument/2006/relationships/tags" Target="../tags/tag1693.xml"/><Relationship Id="rId18" Type="http://schemas.openxmlformats.org/officeDocument/2006/relationships/tags" Target="../tags/tag1692.xml"/><Relationship Id="rId17" Type="http://schemas.openxmlformats.org/officeDocument/2006/relationships/tags" Target="../tags/tag1691.xml"/><Relationship Id="rId16" Type="http://schemas.openxmlformats.org/officeDocument/2006/relationships/tags" Target="../tags/tag1690.xml"/><Relationship Id="rId15" Type="http://schemas.openxmlformats.org/officeDocument/2006/relationships/tags" Target="../tags/tag1689.xml"/><Relationship Id="rId14" Type="http://schemas.openxmlformats.org/officeDocument/2006/relationships/tags" Target="../tags/tag1688.xml"/><Relationship Id="rId13" Type="http://schemas.openxmlformats.org/officeDocument/2006/relationships/tags" Target="../tags/tag1687.xml"/><Relationship Id="rId12" Type="http://schemas.openxmlformats.org/officeDocument/2006/relationships/tags" Target="../tags/tag1686.xml"/><Relationship Id="rId11" Type="http://schemas.openxmlformats.org/officeDocument/2006/relationships/tags" Target="../tags/tag1685.xml"/><Relationship Id="rId10" Type="http://schemas.openxmlformats.org/officeDocument/2006/relationships/tags" Target="../tags/tag1684.xml"/><Relationship Id="rId1" Type="http://schemas.openxmlformats.org/officeDocument/2006/relationships/tags" Target="../tags/tag1675.xml"/></Relationships>
</file>

<file path=ppt/slides/_rels/slide5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tags" Target="../tags/tag1761.xml"/><Relationship Id="rId5" Type="http://schemas.openxmlformats.org/officeDocument/2006/relationships/tags" Target="../tags/tag1760.xml"/><Relationship Id="rId4" Type="http://schemas.openxmlformats.org/officeDocument/2006/relationships/tags" Target="../tags/tag1759.xml"/><Relationship Id="rId3" Type="http://schemas.openxmlformats.org/officeDocument/2006/relationships/tags" Target="../tags/tag1758.xml"/><Relationship Id="rId2" Type="http://schemas.openxmlformats.org/officeDocument/2006/relationships/tags" Target="../tags/tag1757.xml"/><Relationship Id="rId1" Type="http://schemas.openxmlformats.org/officeDocument/2006/relationships/tags" Target="../tags/tag17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贪心算法基本思想</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背包</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会场安排</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最优装载</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哈夫曼</a:t>
            </a:r>
            <a:r>
              <a:rPr lang="zh-CN" altLang="en-US" sz="2400" b="1" dirty="0">
                <a:latin typeface="微软雅黑" panose="020B0503020204020204" charset="-122"/>
                <a:ea typeface="微软雅黑" panose="020B0503020204020204" charset="-122"/>
                <a:cs typeface="微软雅黑" panose="020B0503020204020204" charset="-122"/>
              </a:rPr>
              <a:t>编码</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最小</a:t>
            </a:r>
            <a:r>
              <a:rPr lang="zh-CN" altLang="en-US" sz="2400" b="1" dirty="0">
                <a:latin typeface="微软雅黑" panose="020B0503020204020204" charset="-122"/>
                <a:ea typeface="微软雅黑" panose="020B0503020204020204" charset="-122"/>
                <a:cs typeface="微软雅黑" panose="020B0503020204020204" charset="-122"/>
              </a:rPr>
              <a:t>生成树</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sym typeface="+mn-ea"/>
              </a:rPr>
              <a:t>单源最短</a:t>
            </a:r>
            <a:r>
              <a:rPr lang="zh-CN" altLang="en-US" sz="2400" b="1" dirty="0">
                <a:latin typeface="微软雅黑" panose="020B0503020204020204" charset="-122"/>
                <a:ea typeface="微软雅黑" panose="020B0503020204020204" charset="-122"/>
                <a:cs typeface="微软雅黑" panose="020B0503020204020204" charset="-122"/>
                <a:sym typeface="+mn-ea"/>
              </a:rPr>
              <a:t>路径</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wipe(left)">
                                      <p:cBhvr>
                                        <p:cTn id="10" dur="500"/>
                                        <p:tgtEl>
                                          <p:spTgt spid="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dirty="0">
                <a:solidFill>
                  <a:srgbClr val="CC00FF"/>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背包</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会场安排</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最优装载</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哈夫曼</a:t>
            </a:r>
            <a:r>
              <a:rPr lang="zh-CN" altLang="en-US" sz="2400" b="1" dirty="0">
                <a:latin typeface="微软雅黑" panose="020B0503020204020204" charset="-122"/>
                <a:ea typeface="微软雅黑" panose="020B0503020204020204" charset="-122"/>
                <a:cs typeface="微软雅黑" panose="020B0503020204020204" charset="-122"/>
              </a:rPr>
              <a:t>编码</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最小</a:t>
            </a:r>
            <a:r>
              <a:rPr lang="zh-CN" altLang="en-US" sz="2400" b="1" dirty="0">
                <a:latin typeface="微软雅黑" panose="020B0503020204020204" charset="-122"/>
                <a:ea typeface="微软雅黑" panose="020B0503020204020204" charset="-122"/>
                <a:cs typeface="微软雅黑" panose="020B0503020204020204" charset="-122"/>
              </a:rPr>
              <a:t>生成树</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sym typeface="+mn-ea"/>
              </a:rPr>
              <a:t>单源最短</a:t>
            </a:r>
            <a:r>
              <a:rPr lang="zh-CN" altLang="en-US" sz="2400" b="1" dirty="0">
                <a:latin typeface="微软雅黑" panose="020B0503020204020204" charset="-122"/>
                <a:ea typeface="微软雅黑" panose="020B0503020204020204" charset="-122"/>
                <a:cs typeface="微软雅黑" panose="020B0503020204020204" charset="-122"/>
                <a:sym typeface="+mn-ea"/>
              </a:rPr>
              <a:t>路径</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dirty="0"/>
          </a:p>
        </p:txBody>
      </p:sp>
      <p:sp>
        <p:nvSpPr>
          <p:cNvPr id="5" name="文本框 4"/>
          <p:cNvSpPr txBox="1"/>
          <p:nvPr/>
        </p:nvSpPr>
        <p:spPr>
          <a:xfrm>
            <a:off x="381635" y="75730"/>
            <a:ext cx="4246880" cy="706755"/>
          </a:xfrm>
          <a:prstGeom prst="rect">
            <a:avLst/>
          </a:prstGeom>
          <a:noFill/>
        </p:spPr>
        <p:txBody>
          <a:bodyPr wrap="none" rtlCol="0">
            <a:spAutoFit/>
          </a:bodyPr>
          <a:lstStyle/>
          <a:p>
            <a:r>
              <a:rPr lang="zh-CN" altLang="en-US" sz="4000" b="1" dirty="0">
                <a:solidFill>
                  <a:schemeClr val="accent1">
                    <a:lumMod val="75000"/>
                  </a:schemeClr>
                </a:solidFill>
              </a:rPr>
              <a:t>贪心算法基本</a:t>
            </a:r>
            <a:r>
              <a:rPr lang="zh-CN" altLang="en-US" sz="4000" b="1" dirty="0">
                <a:solidFill>
                  <a:schemeClr val="accent1">
                    <a:lumMod val="75000"/>
                  </a:schemeClr>
                </a:solidFill>
              </a:rPr>
              <a:t>思想</a:t>
            </a:r>
            <a:endParaRPr lang="zh-CN" altLang="en-US" sz="4000" b="1" dirty="0">
              <a:solidFill>
                <a:schemeClr val="accent1">
                  <a:lumMod val="75000"/>
                </a:schemeClr>
              </a:solidFill>
            </a:endParaRPr>
          </a:p>
        </p:txBody>
      </p:sp>
      <p:sp>
        <p:nvSpPr>
          <p:cNvPr id="9" name="文本框 8"/>
          <p:cNvSpPr txBox="1"/>
          <p:nvPr/>
        </p:nvSpPr>
        <p:spPr>
          <a:xfrm>
            <a:off x="0" y="831850"/>
            <a:ext cx="12131675" cy="1017270"/>
          </a:xfrm>
          <a:prstGeom prst="rect">
            <a:avLst/>
          </a:prstGeom>
          <a:noFill/>
        </p:spPr>
        <p:txBody>
          <a:bodyPr wrap="square" rtlCol="0">
            <a:noAutofit/>
          </a:bodyPr>
          <a:p>
            <a:r>
              <a:rPr lang="zh-CN" altLang="en-US" sz="2000" b="1">
                <a:solidFill>
                  <a:schemeClr val="accent5">
                    <a:lumMod val="75000"/>
                  </a:schemeClr>
                </a:solidFill>
              </a:rPr>
              <a:t>贪心算法基本思想：</a:t>
            </a:r>
            <a:endParaRPr lang="zh-CN" altLang="en-US" sz="2000" b="1">
              <a:solidFill>
                <a:schemeClr val="accent5">
                  <a:lumMod val="75000"/>
                </a:schemeClr>
              </a:solidFill>
            </a:endParaRPr>
          </a:p>
          <a:p>
            <a:r>
              <a:rPr lang="zh-CN" altLang="en-US" sz="2000" b="1">
                <a:solidFill>
                  <a:schemeClr val="tx1"/>
                </a:solidFill>
              </a:rPr>
              <a:t>从问题的某一个</a:t>
            </a:r>
            <a:r>
              <a:rPr lang="zh-CN" altLang="en-US" sz="2000" b="1">
                <a:solidFill>
                  <a:srgbClr val="FF0000"/>
                </a:solidFill>
              </a:rPr>
              <a:t>初始解</a:t>
            </a:r>
            <a:r>
              <a:rPr lang="zh-CN" altLang="en-US" sz="2000" b="1">
                <a:solidFill>
                  <a:schemeClr val="tx1"/>
                </a:solidFill>
              </a:rPr>
              <a:t>出发，在每一个阶段都根据贪心策略来做出</a:t>
            </a:r>
            <a:r>
              <a:rPr lang="zh-CN" altLang="en-US" sz="2000" b="1">
                <a:solidFill>
                  <a:srgbClr val="FF0000"/>
                </a:solidFill>
              </a:rPr>
              <a:t>当前最优</a:t>
            </a:r>
            <a:r>
              <a:rPr lang="zh-CN" altLang="en-US" sz="2000" b="1">
                <a:solidFill>
                  <a:schemeClr val="tx1"/>
                </a:solidFill>
              </a:rPr>
              <a:t>的决策，逐步逼近给定的目标，尽可能快地求得更好的解。当达到算法中的某一步不能再继续前进时，算法终止</a:t>
            </a:r>
            <a:endParaRPr lang="zh-CN" altLang="en-US" sz="2000" b="1">
              <a:solidFill>
                <a:schemeClr val="tx1"/>
              </a:solidFill>
            </a:endParaRPr>
          </a:p>
        </p:txBody>
      </p:sp>
      <p:sp>
        <p:nvSpPr>
          <p:cNvPr id="8" name="文本框 7"/>
          <p:cNvSpPr txBox="1"/>
          <p:nvPr/>
        </p:nvSpPr>
        <p:spPr>
          <a:xfrm>
            <a:off x="0" y="2055495"/>
            <a:ext cx="7729220" cy="1602740"/>
          </a:xfrm>
          <a:prstGeom prst="rect">
            <a:avLst/>
          </a:prstGeom>
          <a:noFill/>
        </p:spPr>
        <p:txBody>
          <a:bodyPr wrap="square" rtlCol="0">
            <a:noAutofit/>
          </a:bodyPr>
          <a:p>
            <a:r>
              <a:rPr lang="zh-CN" altLang="en-US" sz="2000" b="1">
                <a:solidFill>
                  <a:schemeClr val="accent5">
                    <a:lumMod val="75000"/>
                  </a:schemeClr>
                </a:solidFill>
              </a:rPr>
              <a:t>贪心算法</a:t>
            </a:r>
            <a:r>
              <a:rPr lang="zh-CN" altLang="en-US" sz="2000" b="1">
                <a:solidFill>
                  <a:schemeClr val="accent5">
                    <a:lumMod val="75000"/>
                  </a:schemeClr>
                </a:solidFill>
              </a:rPr>
              <a:t>特点：</a:t>
            </a:r>
            <a:endParaRPr lang="zh-CN" altLang="en-US" sz="2000" b="1">
              <a:solidFill>
                <a:schemeClr val="accent5">
                  <a:lumMod val="75000"/>
                </a:schemeClr>
              </a:solidFill>
            </a:endParaRPr>
          </a:p>
          <a:p>
            <a:pPr marL="342900" lvl="0" indent="-342900">
              <a:buFont typeface="Wingdings" panose="05000000000000000000" charset="0"/>
              <a:buChar char="l"/>
            </a:pPr>
            <a:r>
              <a:rPr lang="zh-CN" altLang="en-US" sz="2000" b="1"/>
              <a:t>每个阶段面临选择时,贪心算法都做出对</a:t>
            </a:r>
            <a:r>
              <a:rPr lang="zh-CN" altLang="en-US" sz="2000" b="1">
                <a:solidFill>
                  <a:srgbClr val="FF0000"/>
                </a:solidFill>
              </a:rPr>
              <a:t>当前</a:t>
            </a:r>
            <a:r>
              <a:rPr lang="zh-CN" altLang="en-US" sz="2000" b="1"/>
              <a:t>来讲是</a:t>
            </a:r>
            <a:r>
              <a:rPr lang="zh-CN" altLang="en-US" sz="2000" b="1">
                <a:solidFill>
                  <a:srgbClr val="FF0000"/>
                </a:solidFill>
              </a:rPr>
              <a:t>最有利</a:t>
            </a:r>
            <a:r>
              <a:rPr lang="zh-CN" altLang="en-US" sz="2000" b="1"/>
              <a:t>的</a:t>
            </a:r>
            <a:endParaRPr lang="zh-CN" altLang="en-US" sz="2000" b="1"/>
          </a:p>
          <a:p>
            <a:pPr marL="342900" lvl="0" indent="-342900">
              <a:buFont typeface="Wingdings" panose="05000000000000000000" charset="0"/>
              <a:buChar char="l"/>
            </a:pPr>
            <a:r>
              <a:rPr lang="zh-CN" altLang="en-US" sz="2000" b="1"/>
              <a:t>选择算法简单，选择一旦做出不可更改，即</a:t>
            </a:r>
            <a:r>
              <a:rPr lang="zh-CN" altLang="en-US" sz="2000" b="1">
                <a:solidFill>
                  <a:srgbClr val="FF0000"/>
                </a:solidFill>
              </a:rPr>
              <a:t>不允许回溯</a:t>
            </a:r>
            <a:endParaRPr lang="zh-CN" altLang="en-US" sz="2000" b="1"/>
          </a:p>
          <a:p>
            <a:pPr marL="342900" lvl="0" indent="-342900">
              <a:buFont typeface="Wingdings" panose="05000000000000000000" charset="0"/>
              <a:buChar char="l"/>
            </a:pPr>
            <a:r>
              <a:rPr lang="zh-CN" altLang="en-US" sz="2000" b="1"/>
              <a:t>根据贪心策略来</a:t>
            </a:r>
            <a:r>
              <a:rPr lang="zh-CN" altLang="en-US" sz="2000" b="1">
                <a:solidFill>
                  <a:srgbClr val="FF0000"/>
                </a:solidFill>
              </a:rPr>
              <a:t>逐步</a:t>
            </a:r>
            <a:r>
              <a:rPr lang="zh-CN" altLang="en-US" sz="2000" b="1"/>
              <a:t>构造问题的解</a:t>
            </a:r>
            <a:endParaRPr lang="zh-CN" altLang="en-US" sz="2000" b="1"/>
          </a:p>
          <a:p>
            <a:pPr marL="342900" lvl="0" indent="-342900">
              <a:buFont typeface="Wingdings" panose="05000000000000000000" charset="0"/>
              <a:buChar char="l"/>
            </a:pPr>
            <a:r>
              <a:rPr lang="zh-CN" altLang="en-US" sz="2000" b="1"/>
              <a:t>贪心算法效率高，但不稳定</a:t>
            </a:r>
            <a:endParaRPr lang="zh-CN" altLang="en-US" sz="2000" b="1"/>
          </a:p>
        </p:txBody>
      </p:sp>
      <p:sp>
        <p:nvSpPr>
          <p:cNvPr id="10" name="文本框 9"/>
          <p:cNvSpPr txBox="1"/>
          <p:nvPr/>
        </p:nvSpPr>
        <p:spPr>
          <a:xfrm>
            <a:off x="0" y="3863975"/>
            <a:ext cx="9704705" cy="2240915"/>
          </a:xfrm>
          <a:prstGeom prst="rect">
            <a:avLst/>
          </a:prstGeom>
          <a:noFill/>
        </p:spPr>
        <p:txBody>
          <a:bodyPr wrap="square" rtlCol="0">
            <a:noAutofit/>
          </a:bodyPr>
          <a:p>
            <a:pPr lvl="0" indent="0">
              <a:buFont typeface="Wingdings" panose="05000000000000000000" charset="0"/>
              <a:buNone/>
            </a:pPr>
            <a:r>
              <a:rPr lang="zh-CN" altLang="en-US" sz="2000" b="1">
                <a:solidFill>
                  <a:schemeClr val="accent5">
                    <a:lumMod val="75000"/>
                  </a:schemeClr>
                </a:solidFill>
              </a:rPr>
              <a:t>贪心算法基本要素：</a:t>
            </a:r>
            <a:endParaRPr lang="zh-CN" altLang="en-US" sz="2000" b="1">
              <a:solidFill>
                <a:schemeClr val="accent5">
                  <a:lumMod val="75000"/>
                </a:schemeClr>
              </a:solidFill>
            </a:endParaRPr>
          </a:p>
          <a:p>
            <a:pPr marL="342900" lvl="0" indent="-342900">
              <a:buFont typeface="Wingdings" panose="05000000000000000000" charset="0"/>
              <a:buChar char="l"/>
            </a:pPr>
            <a:r>
              <a:rPr lang="zh-CN" altLang="en-US" sz="2000" b="1">
                <a:sym typeface="+mn-ea"/>
              </a:rPr>
              <a:t>贪心选择性质</a:t>
            </a:r>
            <a:endParaRPr lang="zh-CN" altLang="en-US" sz="2000" b="1"/>
          </a:p>
          <a:p>
            <a:pPr marL="800100" lvl="1" indent="-342900">
              <a:buFont typeface="Wingdings" panose="05000000000000000000" charset="0"/>
              <a:buChar char="u"/>
            </a:pPr>
            <a:r>
              <a:rPr lang="zh-CN" altLang="en-US" sz="2000" b="1">
                <a:sym typeface="+mn-ea"/>
              </a:rPr>
              <a:t>可通过一系列的逐步</a:t>
            </a:r>
            <a:r>
              <a:rPr lang="zh-CN" altLang="en-US" sz="2000" b="1">
                <a:solidFill>
                  <a:srgbClr val="FF0000"/>
                </a:solidFill>
                <a:sym typeface="+mn-ea"/>
              </a:rPr>
              <a:t>局部最优</a:t>
            </a:r>
            <a:r>
              <a:rPr lang="zh-CN" altLang="en-US" sz="2000" b="1">
                <a:sym typeface="+mn-ea"/>
              </a:rPr>
              <a:t>选择，使得最终的选择方案是</a:t>
            </a:r>
            <a:r>
              <a:rPr lang="zh-CN" altLang="en-US" sz="2000" b="1">
                <a:solidFill>
                  <a:srgbClr val="FF0000"/>
                </a:solidFill>
                <a:sym typeface="+mn-ea"/>
              </a:rPr>
              <a:t>全局最优</a:t>
            </a:r>
            <a:r>
              <a:rPr lang="zh-CN" altLang="en-US" sz="2000" b="1">
                <a:sym typeface="+mn-ea"/>
              </a:rPr>
              <a:t>的</a:t>
            </a:r>
            <a:endParaRPr lang="zh-CN" altLang="en-US" sz="2000" b="1">
              <a:solidFill>
                <a:schemeClr val="accent5">
                  <a:lumMod val="75000"/>
                </a:schemeClr>
              </a:solidFill>
            </a:endParaRPr>
          </a:p>
          <a:p>
            <a:pPr marL="342900" lvl="0" indent="-342900">
              <a:buFont typeface="Wingdings" panose="05000000000000000000" charset="0"/>
              <a:buChar char="l"/>
            </a:pPr>
            <a:r>
              <a:rPr lang="zh-CN" altLang="en-US" sz="2000" b="1"/>
              <a:t>最优子结构性质</a:t>
            </a:r>
            <a:endParaRPr lang="zh-CN" altLang="en-US" sz="2000" b="1"/>
          </a:p>
          <a:p>
            <a:pPr marL="800100" lvl="1" indent="-342900">
              <a:buFont typeface="Wingdings" panose="05000000000000000000" charset="0"/>
              <a:buChar char="u"/>
            </a:pPr>
            <a:r>
              <a:rPr lang="zh-CN" altLang="en-US" sz="2000" b="1"/>
              <a:t>原问题的最优解一定</a:t>
            </a:r>
            <a:r>
              <a:rPr lang="zh-CN" altLang="en-US" sz="2000" b="1">
                <a:solidFill>
                  <a:srgbClr val="FF0000"/>
                </a:solidFill>
              </a:rPr>
              <a:t>包含</a:t>
            </a:r>
            <a:r>
              <a:rPr lang="zh-CN" altLang="en-US" sz="2000" b="1"/>
              <a:t>其子问题的最优解</a:t>
            </a:r>
            <a:endParaRPr lang="zh-CN" altLang="en-US" sz="2000" b="1"/>
          </a:p>
          <a:p>
            <a:pPr marL="800100" lvl="1" indent="-342900">
              <a:buFont typeface="Wingdings" panose="05000000000000000000" charset="0"/>
              <a:buChar char="u"/>
            </a:pPr>
            <a:r>
              <a:rPr lang="zh-CN" altLang="en-US" sz="2000" b="1"/>
              <a:t>采用反证法证明</a:t>
            </a:r>
            <a:endParaRPr lang="zh-CN" altLang="en-US" sz="2000" b="1"/>
          </a:p>
          <a:p>
            <a:pPr marL="342900" lvl="0" indent="-342900">
              <a:buFont typeface="Wingdings" panose="05000000000000000000" charset="0"/>
              <a:buChar char="l"/>
            </a:pPr>
            <a:endParaRPr lang="zh-CN" altLang="en-US"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381635" y="75730"/>
            <a:ext cx="4246880" cy="706755"/>
          </a:xfrm>
          <a:prstGeom prst="rect">
            <a:avLst/>
          </a:prstGeom>
          <a:noFill/>
        </p:spPr>
        <p:txBody>
          <a:bodyPr wrap="none" rtlCol="0">
            <a:spAutoFit/>
          </a:bodyPr>
          <a:p>
            <a:r>
              <a:rPr lang="zh-CN" altLang="en-US" sz="4000" b="1" dirty="0">
                <a:solidFill>
                  <a:schemeClr val="accent1">
                    <a:lumMod val="75000"/>
                  </a:schemeClr>
                </a:solidFill>
              </a:rPr>
              <a:t>贪心算法基本</a:t>
            </a:r>
            <a:r>
              <a:rPr lang="zh-CN" altLang="en-US" sz="4000" b="1" dirty="0">
                <a:solidFill>
                  <a:schemeClr val="accent1">
                    <a:lumMod val="75000"/>
                  </a:schemeClr>
                </a:solidFill>
              </a:rPr>
              <a:t>思想</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831850"/>
            <a:ext cx="12131675" cy="1646555"/>
          </a:xfrm>
          <a:prstGeom prst="rect">
            <a:avLst/>
          </a:prstGeom>
          <a:noFill/>
        </p:spPr>
        <p:txBody>
          <a:bodyPr wrap="square" rtlCol="0">
            <a:noAutofit/>
          </a:bodyPr>
          <a:p>
            <a:r>
              <a:rPr lang="zh-CN" altLang="en-US" sz="2000" b="1">
                <a:solidFill>
                  <a:schemeClr val="accent5">
                    <a:lumMod val="75000"/>
                  </a:schemeClr>
                </a:solidFill>
              </a:rPr>
              <a:t>贪心算法</a:t>
            </a:r>
            <a:r>
              <a:rPr lang="zh-CN" altLang="en-US" sz="2000" b="1">
                <a:solidFill>
                  <a:schemeClr val="accent5">
                    <a:lumMod val="75000"/>
                  </a:schemeClr>
                </a:solidFill>
              </a:rPr>
              <a:t>解题步骤：</a:t>
            </a:r>
            <a:endParaRPr lang="zh-CN" altLang="en-US" sz="2000" b="1">
              <a:solidFill>
                <a:schemeClr val="accent5">
                  <a:lumMod val="75000"/>
                </a:schemeClr>
              </a:solidFill>
            </a:endParaRPr>
          </a:p>
          <a:p>
            <a:pPr marL="342900" indent="-342900">
              <a:buFont typeface="Wingdings" panose="05000000000000000000" charset="0"/>
              <a:buChar char="l"/>
            </a:pPr>
            <a:r>
              <a:rPr lang="zh-CN" altLang="en-US" sz="2000" b="1">
                <a:solidFill>
                  <a:schemeClr val="tx1"/>
                </a:solidFill>
              </a:rPr>
              <a:t>分解：将原问题分解为若干个</a:t>
            </a:r>
            <a:r>
              <a:rPr lang="zh-CN" altLang="en-US" sz="2000" b="1">
                <a:solidFill>
                  <a:srgbClr val="FF0000"/>
                </a:solidFill>
              </a:rPr>
              <a:t>相互独立</a:t>
            </a:r>
            <a:r>
              <a:rPr lang="zh-CN" altLang="en-US" sz="2000" b="1">
                <a:solidFill>
                  <a:schemeClr val="tx1"/>
                </a:solidFill>
              </a:rPr>
              <a:t>的阶段</a:t>
            </a:r>
            <a:endParaRPr lang="zh-CN" altLang="en-US" sz="2000" b="1">
              <a:solidFill>
                <a:schemeClr val="tx1"/>
              </a:solidFill>
            </a:endParaRPr>
          </a:p>
          <a:p>
            <a:pPr marL="342900" indent="-342900">
              <a:buFont typeface="Wingdings" panose="05000000000000000000" charset="0"/>
              <a:buChar char="l"/>
            </a:pPr>
            <a:r>
              <a:rPr lang="zh-CN" altLang="en-US" sz="2000" b="1">
                <a:solidFill>
                  <a:schemeClr val="tx1"/>
                </a:solidFill>
              </a:rPr>
              <a:t>解决：对于每个阶段依据贪心策略进行</a:t>
            </a:r>
            <a:r>
              <a:rPr lang="zh-CN" altLang="en-US" sz="2000" b="1">
                <a:solidFill>
                  <a:srgbClr val="FF0000"/>
                </a:solidFill>
              </a:rPr>
              <a:t>贪心选择</a:t>
            </a:r>
            <a:r>
              <a:rPr lang="zh-CN" altLang="en-US" sz="2000" b="1">
                <a:solidFill>
                  <a:schemeClr val="tx1"/>
                </a:solidFill>
              </a:rPr>
              <a:t>，求出</a:t>
            </a:r>
            <a:r>
              <a:rPr lang="zh-CN" altLang="en-US" sz="2000" b="1">
                <a:solidFill>
                  <a:srgbClr val="FF0000"/>
                </a:solidFill>
              </a:rPr>
              <a:t>局部</a:t>
            </a:r>
            <a:r>
              <a:rPr lang="zh-CN" altLang="en-US" sz="2000" b="1">
                <a:solidFill>
                  <a:schemeClr val="tx1"/>
                </a:solidFill>
              </a:rPr>
              <a:t>的</a:t>
            </a:r>
            <a:r>
              <a:rPr lang="zh-CN" altLang="en-US" sz="2000" b="1">
                <a:solidFill>
                  <a:srgbClr val="FF0000"/>
                </a:solidFill>
              </a:rPr>
              <a:t>最优</a:t>
            </a:r>
            <a:r>
              <a:rPr lang="zh-CN" altLang="en-US" sz="2000" b="1">
                <a:solidFill>
                  <a:schemeClr val="tx1"/>
                </a:solidFill>
              </a:rPr>
              <a:t>解</a:t>
            </a:r>
            <a:endParaRPr lang="zh-CN" altLang="en-US" sz="2000" b="1">
              <a:solidFill>
                <a:schemeClr val="tx1"/>
              </a:solidFill>
            </a:endParaRPr>
          </a:p>
          <a:p>
            <a:pPr marL="342900" indent="-342900">
              <a:buFont typeface="Wingdings" panose="05000000000000000000" charset="0"/>
              <a:buChar char="l"/>
            </a:pPr>
            <a:r>
              <a:rPr lang="zh-CN" altLang="en-US" sz="2000" b="1">
                <a:solidFill>
                  <a:schemeClr val="tx1"/>
                </a:solidFill>
              </a:rPr>
              <a:t>合并：将各个阶段的解</a:t>
            </a:r>
            <a:r>
              <a:rPr lang="zh-CN" altLang="en-US" sz="2000" b="1">
                <a:solidFill>
                  <a:srgbClr val="FF0000"/>
                </a:solidFill>
              </a:rPr>
              <a:t>合并</a:t>
            </a:r>
            <a:r>
              <a:rPr lang="zh-CN" altLang="en-US" sz="2000" b="1">
                <a:solidFill>
                  <a:schemeClr val="tx1"/>
                </a:solidFill>
              </a:rPr>
              <a:t>为原问题的一个可行解</a:t>
            </a:r>
            <a:endParaRPr lang="zh-CN" altLang="en-US" sz="2000" b="1">
              <a:solidFill>
                <a:schemeClr val="tx1"/>
              </a:solidFill>
            </a:endParaRPr>
          </a:p>
          <a:p>
            <a:pPr marL="342900" indent="-342900">
              <a:buFont typeface="Wingdings" panose="05000000000000000000" charset="0"/>
              <a:buChar char="l"/>
            </a:pPr>
            <a:r>
              <a:rPr lang="zh-CN" altLang="en-US" sz="2000" b="1">
                <a:solidFill>
                  <a:schemeClr val="tx1"/>
                </a:solidFill>
              </a:rPr>
              <a:t>证明：</a:t>
            </a:r>
            <a:r>
              <a:rPr lang="zh-CN" altLang="en-US" sz="2000" b="1">
                <a:solidFill>
                  <a:srgbClr val="FF0000"/>
                </a:solidFill>
              </a:rPr>
              <a:t>证明</a:t>
            </a:r>
            <a:r>
              <a:rPr lang="zh-CN" altLang="en-US" sz="2000" b="1">
                <a:solidFill>
                  <a:schemeClr val="tx1"/>
                </a:solidFill>
              </a:rPr>
              <a:t>算法的正确性</a:t>
            </a:r>
            <a:endParaRPr lang="zh-CN" altLang="en-US" sz="2000" b="1">
              <a:solidFill>
                <a:schemeClr val="tx1"/>
              </a:solidFill>
            </a:endParaRPr>
          </a:p>
        </p:txBody>
      </p:sp>
      <p:sp>
        <p:nvSpPr>
          <p:cNvPr id="12" name="矩形 11"/>
          <p:cNvSpPr/>
          <p:nvPr>
            <p:custDataLst>
              <p:tags r:id="rId3"/>
            </p:custDataLst>
          </p:nvPr>
        </p:nvSpPr>
        <p:spPr>
          <a:xfrm>
            <a:off x="635" y="2740025"/>
            <a:ext cx="12191365" cy="1080000"/>
          </a:xfrm>
          <a:prstGeom prst="rect">
            <a:avLst/>
          </a:prstGeom>
          <a:ln w="6350"/>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4000" b="1">
                <a:latin typeface="微软雅黑" panose="020B0503020204020204" charset="-122"/>
                <a:ea typeface="微软雅黑" panose="020B0503020204020204" charset="-122"/>
              </a:rPr>
              <a:t>原问题</a:t>
            </a:r>
            <a:endParaRPr lang="zh-CN" altLang="en-US" sz="4000" b="1">
              <a:latin typeface="微软雅黑" panose="020B0503020204020204" charset="-122"/>
              <a:ea typeface="微软雅黑" panose="020B0503020204020204" charset="-122"/>
            </a:endParaRPr>
          </a:p>
        </p:txBody>
      </p:sp>
      <p:sp>
        <p:nvSpPr>
          <p:cNvPr id="50" name="矩形 49"/>
          <p:cNvSpPr/>
          <p:nvPr>
            <p:custDataLst>
              <p:tags r:id="rId4"/>
            </p:custDataLst>
          </p:nvPr>
        </p:nvSpPr>
        <p:spPr>
          <a:xfrm>
            <a:off x="0" y="5276215"/>
            <a:ext cx="8375015" cy="1080135"/>
          </a:xfrm>
          <a:prstGeom prst="rect">
            <a:avLst/>
          </a:prstGeom>
          <a:ln w="6350"/>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4000" b="1">
                <a:latin typeface="微软雅黑" panose="020B0503020204020204" charset="-122"/>
                <a:ea typeface="微软雅黑" panose="020B0503020204020204" charset="-122"/>
              </a:rPr>
              <a:t>目标</a:t>
            </a:r>
            <a:endParaRPr lang="zh-CN" altLang="en-US" sz="4000" b="1">
              <a:latin typeface="微软雅黑" panose="020B0503020204020204" charset="-122"/>
              <a:ea typeface="微软雅黑" panose="020B0503020204020204" charset="-122"/>
            </a:endParaRPr>
          </a:p>
        </p:txBody>
      </p:sp>
      <p:sp>
        <p:nvSpPr>
          <p:cNvPr id="46" name="矩形 45"/>
          <p:cNvSpPr/>
          <p:nvPr>
            <p:custDataLst>
              <p:tags r:id="rId5"/>
            </p:custDataLst>
          </p:nvPr>
        </p:nvSpPr>
        <p:spPr>
          <a:xfrm>
            <a:off x="12065" y="2740025"/>
            <a:ext cx="3199130"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rPr>
              <a:t>阶段</a:t>
            </a:r>
            <a:r>
              <a:rPr lang="en-US" altLang="zh-CN" sz="2400" b="1">
                <a:latin typeface="微软雅黑" panose="020B0503020204020204" charset="-122"/>
                <a:ea typeface="微软雅黑" panose="020B0503020204020204" charset="-122"/>
              </a:rPr>
              <a:t>1</a:t>
            </a:r>
            <a:endParaRPr lang="en-US" altLang="zh-CN" sz="2400" b="1">
              <a:latin typeface="微软雅黑" panose="020B0503020204020204" charset="-122"/>
              <a:ea typeface="微软雅黑" panose="020B0503020204020204" charset="-122"/>
            </a:endParaRPr>
          </a:p>
        </p:txBody>
      </p:sp>
      <p:sp>
        <p:nvSpPr>
          <p:cNvPr id="4" name="矩形 3"/>
          <p:cNvSpPr/>
          <p:nvPr>
            <p:custDataLst>
              <p:tags r:id="rId6"/>
            </p:custDataLst>
          </p:nvPr>
        </p:nvSpPr>
        <p:spPr>
          <a:xfrm>
            <a:off x="3211195" y="2740025"/>
            <a:ext cx="151193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2</a:t>
            </a:r>
            <a:endParaRPr lang="en-US" altLang="zh-CN" sz="2400" b="1">
              <a:latin typeface="微软雅黑" panose="020B0503020204020204" charset="-122"/>
              <a:ea typeface="微软雅黑" panose="020B0503020204020204" charset="-122"/>
            </a:endParaRPr>
          </a:p>
        </p:txBody>
      </p:sp>
      <p:sp>
        <p:nvSpPr>
          <p:cNvPr id="7" name="矩形 6"/>
          <p:cNvSpPr/>
          <p:nvPr>
            <p:custDataLst>
              <p:tags r:id="rId7"/>
            </p:custDataLst>
          </p:nvPr>
        </p:nvSpPr>
        <p:spPr>
          <a:xfrm>
            <a:off x="4723130" y="2740025"/>
            <a:ext cx="272605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3</a:t>
            </a:r>
            <a:endParaRPr lang="en-US" altLang="zh-CN" sz="2400" b="1">
              <a:latin typeface="微软雅黑" panose="020B0503020204020204" charset="-122"/>
              <a:ea typeface="微软雅黑" panose="020B0503020204020204" charset="-122"/>
            </a:endParaRPr>
          </a:p>
        </p:txBody>
      </p:sp>
      <p:sp>
        <p:nvSpPr>
          <p:cNvPr id="8" name="矩形 7"/>
          <p:cNvSpPr/>
          <p:nvPr>
            <p:custDataLst>
              <p:tags r:id="rId8"/>
            </p:custDataLst>
          </p:nvPr>
        </p:nvSpPr>
        <p:spPr>
          <a:xfrm>
            <a:off x="7449185" y="2740025"/>
            <a:ext cx="1789430"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4</a:t>
            </a:r>
            <a:endParaRPr lang="en-US" altLang="zh-CN" sz="2400" b="1">
              <a:latin typeface="微软雅黑" panose="020B0503020204020204" charset="-122"/>
              <a:ea typeface="微软雅黑" panose="020B0503020204020204" charset="-122"/>
            </a:endParaRPr>
          </a:p>
        </p:txBody>
      </p:sp>
      <p:sp>
        <p:nvSpPr>
          <p:cNvPr id="11" name="矩形 10"/>
          <p:cNvSpPr/>
          <p:nvPr>
            <p:custDataLst>
              <p:tags r:id="rId9"/>
            </p:custDataLst>
          </p:nvPr>
        </p:nvSpPr>
        <p:spPr>
          <a:xfrm>
            <a:off x="9238615" y="2740025"/>
            <a:ext cx="76136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5</a:t>
            </a:r>
            <a:endParaRPr lang="en-US" altLang="zh-CN" sz="2400" b="1">
              <a:latin typeface="微软雅黑" panose="020B0503020204020204" charset="-122"/>
              <a:ea typeface="微软雅黑" panose="020B0503020204020204" charset="-122"/>
            </a:endParaRPr>
          </a:p>
        </p:txBody>
      </p:sp>
      <p:sp>
        <p:nvSpPr>
          <p:cNvPr id="13" name="矩形 12"/>
          <p:cNvSpPr/>
          <p:nvPr>
            <p:custDataLst>
              <p:tags r:id="rId10"/>
            </p:custDataLst>
          </p:nvPr>
        </p:nvSpPr>
        <p:spPr>
          <a:xfrm>
            <a:off x="9999980" y="2740025"/>
            <a:ext cx="122364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6</a:t>
            </a:r>
            <a:endParaRPr lang="en-US" altLang="zh-CN" sz="2400" b="1">
              <a:latin typeface="微软雅黑" panose="020B0503020204020204" charset="-122"/>
              <a:ea typeface="微软雅黑" panose="020B0503020204020204" charset="-122"/>
            </a:endParaRPr>
          </a:p>
        </p:txBody>
      </p:sp>
      <p:sp>
        <p:nvSpPr>
          <p:cNvPr id="18" name="矩形 17"/>
          <p:cNvSpPr/>
          <p:nvPr>
            <p:custDataLst>
              <p:tags r:id="rId11"/>
            </p:custDataLst>
          </p:nvPr>
        </p:nvSpPr>
        <p:spPr>
          <a:xfrm>
            <a:off x="11223625" y="2740025"/>
            <a:ext cx="956310"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7</a:t>
            </a:r>
            <a:endParaRPr lang="en-US" altLang="zh-CN" sz="2400" b="1">
              <a:latin typeface="微软雅黑" panose="020B0503020204020204" charset="-122"/>
              <a:ea typeface="微软雅黑" panose="020B0503020204020204" charset="-122"/>
            </a:endParaRPr>
          </a:p>
        </p:txBody>
      </p:sp>
      <p:sp>
        <p:nvSpPr>
          <p:cNvPr id="19" name="矩形 18"/>
          <p:cNvSpPr/>
          <p:nvPr>
            <p:custDataLst>
              <p:tags r:id="rId12"/>
            </p:custDataLst>
          </p:nvPr>
        </p:nvSpPr>
        <p:spPr>
          <a:xfrm>
            <a:off x="2738120" y="2740025"/>
            <a:ext cx="3199130"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rPr>
              <a:t>阶段</a:t>
            </a:r>
            <a:r>
              <a:rPr lang="en-US" altLang="zh-CN" sz="2400" b="1">
                <a:latin typeface="微软雅黑" panose="020B0503020204020204" charset="-122"/>
                <a:ea typeface="微软雅黑" panose="020B0503020204020204" charset="-122"/>
              </a:rPr>
              <a:t>1</a:t>
            </a:r>
            <a:endParaRPr lang="en-US" altLang="zh-CN" sz="2400" b="1">
              <a:latin typeface="微软雅黑" panose="020B0503020204020204" charset="-122"/>
              <a:ea typeface="微软雅黑" panose="020B0503020204020204" charset="-122"/>
            </a:endParaRPr>
          </a:p>
        </p:txBody>
      </p:sp>
      <p:sp>
        <p:nvSpPr>
          <p:cNvPr id="20" name="矩形 19"/>
          <p:cNvSpPr/>
          <p:nvPr>
            <p:custDataLst>
              <p:tags r:id="rId13"/>
            </p:custDataLst>
          </p:nvPr>
        </p:nvSpPr>
        <p:spPr>
          <a:xfrm>
            <a:off x="5937250" y="2740025"/>
            <a:ext cx="151193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2</a:t>
            </a:r>
            <a:endParaRPr lang="en-US" altLang="zh-CN" sz="2400" b="1">
              <a:latin typeface="微软雅黑" panose="020B0503020204020204" charset="-122"/>
              <a:ea typeface="微软雅黑" panose="020B0503020204020204" charset="-122"/>
            </a:endParaRPr>
          </a:p>
        </p:txBody>
      </p:sp>
      <p:sp>
        <p:nvSpPr>
          <p:cNvPr id="21" name="矩形 20"/>
          <p:cNvSpPr/>
          <p:nvPr>
            <p:custDataLst>
              <p:tags r:id="rId14"/>
            </p:custDataLst>
          </p:nvPr>
        </p:nvSpPr>
        <p:spPr>
          <a:xfrm>
            <a:off x="12065" y="2740025"/>
            <a:ext cx="272605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3</a:t>
            </a:r>
            <a:endParaRPr lang="en-US" altLang="zh-CN" sz="2400" b="1">
              <a:latin typeface="微软雅黑" panose="020B0503020204020204" charset="-122"/>
              <a:ea typeface="微软雅黑" panose="020B0503020204020204" charset="-122"/>
            </a:endParaRPr>
          </a:p>
        </p:txBody>
      </p:sp>
      <p:sp>
        <p:nvSpPr>
          <p:cNvPr id="22" name="矩形 21"/>
          <p:cNvSpPr/>
          <p:nvPr>
            <p:custDataLst>
              <p:tags r:id="rId15"/>
            </p:custDataLst>
          </p:nvPr>
        </p:nvSpPr>
        <p:spPr>
          <a:xfrm>
            <a:off x="8672830" y="2740025"/>
            <a:ext cx="1789430"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4</a:t>
            </a:r>
            <a:endParaRPr lang="en-US" altLang="zh-CN" sz="2400" b="1">
              <a:latin typeface="微软雅黑" panose="020B0503020204020204" charset="-122"/>
              <a:ea typeface="微软雅黑" panose="020B0503020204020204" charset="-122"/>
            </a:endParaRPr>
          </a:p>
        </p:txBody>
      </p:sp>
      <p:sp>
        <p:nvSpPr>
          <p:cNvPr id="23" name="矩形 22"/>
          <p:cNvSpPr/>
          <p:nvPr>
            <p:custDataLst>
              <p:tags r:id="rId16"/>
            </p:custDataLst>
          </p:nvPr>
        </p:nvSpPr>
        <p:spPr>
          <a:xfrm>
            <a:off x="11419840" y="2740025"/>
            <a:ext cx="76136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5</a:t>
            </a:r>
            <a:endParaRPr lang="en-US" altLang="zh-CN" sz="2400" b="1">
              <a:latin typeface="微软雅黑" panose="020B0503020204020204" charset="-122"/>
              <a:ea typeface="微软雅黑" panose="020B0503020204020204" charset="-122"/>
            </a:endParaRPr>
          </a:p>
        </p:txBody>
      </p:sp>
      <p:sp>
        <p:nvSpPr>
          <p:cNvPr id="24" name="矩形 23"/>
          <p:cNvSpPr/>
          <p:nvPr>
            <p:custDataLst>
              <p:tags r:id="rId17"/>
            </p:custDataLst>
          </p:nvPr>
        </p:nvSpPr>
        <p:spPr>
          <a:xfrm>
            <a:off x="7449185" y="2740025"/>
            <a:ext cx="1223645"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6</a:t>
            </a:r>
            <a:endParaRPr lang="en-US" altLang="zh-CN" sz="2400" b="1">
              <a:latin typeface="微软雅黑" panose="020B0503020204020204" charset="-122"/>
              <a:ea typeface="微软雅黑" panose="020B0503020204020204" charset="-122"/>
            </a:endParaRPr>
          </a:p>
        </p:txBody>
      </p:sp>
      <p:sp>
        <p:nvSpPr>
          <p:cNvPr id="25" name="矩形 24"/>
          <p:cNvSpPr/>
          <p:nvPr>
            <p:custDataLst>
              <p:tags r:id="rId18"/>
            </p:custDataLst>
          </p:nvPr>
        </p:nvSpPr>
        <p:spPr>
          <a:xfrm>
            <a:off x="10462260" y="2740025"/>
            <a:ext cx="956310" cy="1080135"/>
          </a:xfrm>
          <a:prstGeom prst="rect">
            <a:avLst/>
          </a:prstGeom>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7</a:t>
            </a:r>
            <a:endParaRPr lang="en-US" altLang="zh-CN" sz="2400" b="1">
              <a:latin typeface="微软雅黑" panose="020B0503020204020204" charset="-122"/>
              <a:ea typeface="微软雅黑" panose="020B0503020204020204" charset="-122"/>
            </a:endParaRPr>
          </a:p>
        </p:txBody>
      </p:sp>
      <p:cxnSp>
        <p:nvCxnSpPr>
          <p:cNvPr id="26" name="直接箭头连接符 25"/>
          <p:cNvCxnSpPr/>
          <p:nvPr/>
        </p:nvCxnSpPr>
        <p:spPr>
          <a:xfrm>
            <a:off x="12065" y="4840605"/>
            <a:ext cx="12191365" cy="0"/>
          </a:xfrm>
          <a:prstGeom prst="straightConnector1">
            <a:avLst/>
          </a:prstGeom>
          <a:ln w="127000">
            <a:solidFill>
              <a:srgbClr val="FFC000"/>
            </a:solidFill>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12065" y="4081780"/>
            <a:ext cx="1266190" cy="706755"/>
          </a:xfrm>
          <a:prstGeom prst="rect">
            <a:avLst/>
          </a:prstGeom>
          <a:noFill/>
        </p:spPr>
        <p:txBody>
          <a:bodyPr wrap="square" rtlCol="0">
            <a:spAutoFit/>
          </a:bodyPr>
          <a:p>
            <a:r>
              <a:rPr lang="zh-CN" altLang="en-US" sz="4000" b="1">
                <a:solidFill>
                  <a:srgbClr val="CC00FF"/>
                </a:solidFill>
              </a:rPr>
              <a:t>最优</a:t>
            </a:r>
            <a:endParaRPr lang="zh-CN" altLang="en-US" sz="4000" b="1">
              <a:solidFill>
                <a:srgbClr val="CC00FF"/>
              </a:solidFill>
            </a:endParaRPr>
          </a:p>
        </p:txBody>
      </p:sp>
      <p:sp>
        <p:nvSpPr>
          <p:cNvPr id="28" name="文本框 27"/>
          <p:cNvSpPr txBox="1"/>
          <p:nvPr/>
        </p:nvSpPr>
        <p:spPr>
          <a:xfrm>
            <a:off x="10307320" y="4064000"/>
            <a:ext cx="1266190" cy="706755"/>
          </a:xfrm>
          <a:prstGeom prst="rect">
            <a:avLst/>
          </a:prstGeom>
          <a:noFill/>
        </p:spPr>
        <p:txBody>
          <a:bodyPr wrap="square" rtlCol="0">
            <a:spAutoFit/>
          </a:bodyPr>
          <a:p>
            <a:r>
              <a:rPr lang="zh-CN" altLang="en-US" sz="4000" b="1">
                <a:solidFill>
                  <a:srgbClr val="CC00FF"/>
                </a:solidFill>
              </a:rPr>
              <a:t>最</a:t>
            </a:r>
            <a:r>
              <a:rPr lang="zh-CN" altLang="en-US" sz="4000" b="1">
                <a:solidFill>
                  <a:srgbClr val="CC00FF"/>
                </a:solidFill>
              </a:rPr>
              <a:t>差</a:t>
            </a:r>
            <a:endParaRPr lang="zh-CN" altLang="en-US" sz="4000" b="1">
              <a:solidFill>
                <a:srgbClr val="CC00FF"/>
              </a:solidFill>
            </a:endParaRPr>
          </a:p>
        </p:txBody>
      </p:sp>
      <p:sp>
        <p:nvSpPr>
          <p:cNvPr id="29" name="矩形 28"/>
          <p:cNvSpPr/>
          <p:nvPr>
            <p:custDataLst>
              <p:tags r:id="rId19"/>
            </p:custDataLst>
          </p:nvPr>
        </p:nvSpPr>
        <p:spPr>
          <a:xfrm>
            <a:off x="12065" y="5271135"/>
            <a:ext cx="2726055" cy="1080135"/>
          </a:xfrm>
          <a:prstGeom prst="rect">
            <a:avLst/>
          </a:prstGeom>
          <a:solidFill>
            <a:schemeClr val="accent5">
              <a:lumMod val="40000"/>
              <a:lumOff val="60000"/>
            </a:schemeClr>
          </a:solid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3</a:t>
            </a:r>
            <a:r>
              <a:rPr lang="en-US" altLang="zh-CN" sz="2400" b="1">
                <a:solidFill>
                  <a:srgbClr val="FFFF00"/>
                </a:solidFill>
                <a:latin typeface="微软雅黑" panose="020B0503020204020204" charset="-122"/>
                <a:ea typeface="微软雅黑" panose="020B0503020204020204" charset="-122"/>
                <a:sym typeface="+mn-ea"/>
              </a:rPr>
              <a:t>√</a:t>
            </a:r>
            <a:endParaRPr lang="en-US" altLang="zh-CN" sz="2400" b="1">
              <a:latin typeface="微软雅黑" panose="020B0503020204020204" charset="-122"/>
              <a:ea typeface="微软雅黑" panose="020B0503020204020204" charset="-122"/>
            </a:endParaRPr>
          </a:p>
        </p:txBody>
      </p:sp>
      <p:sp>
        <p:nvSpPr>
          <p:cNvPr id="30" name="矩形 29"/>
          <p:cNvSpPr/>
          <p:nvPr>
            <p:custDataLst>
              <p:tags r:id="rId20"/>
            </p:custDataLst>
          </p:nvPr>
        </p:nvSpPr>
        <p:spPr>
          <a:xfrm>
            <a:off x="2738120" y="5276215"/>
            <a:ext cx="3199130" cy="1080135"/>
          </a:xfrm>
          <a:prstGeom prst="rect">
            <a:avLst/>
          </a:prstGeom>
          <a:solidFill>
            <a:schemeClr val="accent5">
              <a:lumMod val="40000"/>
              <a:lumOff val="60000"/>
            </a:schemeClr>
          </a:solid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sym typeface="+mn-ea"/>
              </a:rPr>
              <a:t>1</a:t>
            </a:r>
            <a:r>
              <a:rPr lang="en-US" altLang="zh-CN" sz="2400" b="1">
                <a:solidFill>
                  <a:srgbClr val="FFFF00"/>
                </a:solidFill>
                <a:latin typeface="微软雅黑" panose="020B0503020204020204" charset="-122"/>
                <a:ea typeface="微软雅黑" panose="020B0503020204020204" charset="-122"/>
                <a:sym typeface="+mn-ea"/>
              </a:rPr>
              <a:t>√</a:t>
            </a:r>
            <a:endParaRPr lang="en-US" altLang="zh-CN" sz="2400" b="1">
              <a:latin typeface="微软雅黑" panose="020B0503020204020204" charset="-122"/>
              <a:ea typeface="微软雅黑" panose="020B0503020204020204" charset="-122"/>
            </a:endParaRPr>
          </a:p>
        </p:txBody>
      </p:sp>
      <p:sp>
        <p:nvSpPr>
          <p:cNvPr id="31" name="矩形 30"/>
          <p:cNvSpPr/>
          <p:nvPr>
            <p:custDataLst>
              <p:tags r:id="rId21"/>
            </p:custDataLst>
          </p:nvPr>
        </p:nvSpPr>
        <p:spPr>
          <a:xfrm>
            <a:off x="5937250" y="5276215"/>
            <a:ext cx="1511935" cy="1080135"/>
          </a:xfrm>
          <a:prstGeom prst="rect">
            <a:avLst/>
          </a:prstGeom>
          <a:solidFill>
            <a:schemeClr val="accent5">
              <a:lumMod val="40000"/>
              <a:lumOff val="60000"/>
            </a:schemeClr>
          </a:solid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2</a:t>
            </a:r>
            <a:r>
              <a:rPr lang="en-US" altLang="zh-CN" sz="2400" b="1">
                <a:solidFill>
                  <a:srgbClr val="FFFF00"/>
                </a:solidFill>
                <a:latin typeface="微软雅黑" panose="020B0503020204020204" charset="-122"/>
                <a:ea typeface="微软雅黑" panose="020B0503020204020204" charset="-122"/>
                <a:sym typeface="+mn-ea"/>
              </a:rPr>
              <a:t>√</a:t>
            </a:r>
            <a:endParaRPr lang="en-US" altLang="zh-CN" sz="2400" b="1">
              <a:latin typeface="微软雅黑" panose="020B0503020204020204" charset="-122"/>
              <a:ea typeface="微软雅黑" panose="020B0503020204020204" charset="-122"/>
            </a:endParaRPr>
          </a:p>
        </p:txBody>
      </p:sp>
      <p:sp>
        <p:nvSpPr>
          <p:cNvPr id="32" name="乘号 31"/>
          <p:cNvSpPr/>
          <p:nvPr>
            <p:custDataLst>
              <p:tags r:id="rId22"/>
            </p:custDataLst>
          </p:nvPr>
        </p:nvSpPr>
        <p:spPr>
          <a:xfrm>
            <a:off x="7498080" y="2824480"/>
            <a:ext cx="1126490" cy="911225"/>
          </a:xfrm>
          <a:prstGeom prst="mathMultiply">
            <a:avLst>
              <a:gd name="adj1" fmla="val 27819"/>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乘号 32"/>
          <p:cNvSpPr/>
          <p:nvPr>
            <p:custDataLst>
              <p:tags r:id="rId23"/>
            </p:custDataLst>
          </p:nvPr>
        </p:nvSpPr>
        <p:spPr>
          <a:xfrm>
            <a:off x="9056370" y="2824480"/>
            <a:ext cx="1126490" cy="911225"/>
          </a:xfrm>
          <a:prstGeom prst="mathMultiply">
            <a:avLst>
              <a:gd name="adj1" fmla="val 27819"/>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乘号 33"/>
          <p:cNvSpPr/>
          <p:nvPr>
            <p:custDataLst>
              <p:tags r:id="rId24"/>
            </p:custDataLst>
          </p:nvPr>
        </p:nvSpPr>
        <p:spPr>
          <a:xfrm>
            <a:off x="10377170" y="2815590"/>
            <a:ext cx="1126490" cy="911225"/>
          </a:xfrm>
          <a:prstGeom prst="mathMultiply">
            <a:avLst>
              <a:gd name="adj1" fmla="val 27819"/>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矩形 34"/>
          <p:cNvSpPr/>
          <p:nvPr>
            <p:custDataLst>
              <p:tags r:id="rId25"/>
            </p:custDataLst>
          </p:nvPr>
        </p:nvSpPr>
        <p:spPr>
          <a:xfrm>
            <a:off x="7498080" y="5276215"/>
            <a:ext cx="761365" cy="1080135"/>
          </a:xfrm>
          <a:prstGeom prst="rect">
            <a:avLst/>
          </a:prstGeom>
          <a:solidFill>
            <a:schemeClr val="accent5">
              <a:lumMod val="40000"/>
              <a:lumOff val="60000"/>
            </a:schemeClr>
          </a:solid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latin typeface="微软雅黑" panose="020B0503020204020204" charset="-122"/>
                <a:ea typeface="微软雅黑" panose="020B0503020204020204" charset="-122"/>
                <a:sym typeface="+mn-ea"/>
              </a:rPr>
              <a:t>阶段</a:t>
            </a:r>
            <a:r>
              <a:rPr lang="en-US" altLang="zh-CN" sz="2400" b="1">
                <a:latin typeface="微软雅黑" panose="020B0503020204020204" charset="-122"/>
                <a:ea typeface="微软雅黑" panose="020B0503020204020204" charset="-122"/>
              </a:rPr>
              <a:t>5</a:t>
            </a:r>
            <a:r>
              <a:rPr lang="en-US" altLang="zh-CN" sz="2400" b="1">
                <a:solidFill>
                  <a:srgbClr val="FFFF00"/>
                </a:solidFill>
                <a:latin typeface="微软雅黑" panose="020B0503020204020204" charset="-122"/>
                <a:ea typeface="微软雅黑" panose="020B0503020204020204" charset="-122"/>
                <a:sym typeface="+mn-ea"/>
              </a:rPr>
              <a:t>√</a:t>
            </a:r>
            <a:endParaRPr lang="en-US" altLang="zh-CN" sz="2400" b="1">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par>
                          <p:cTn id="43" fill="hold">
                            <p:stCondLst>
                              <p:cond delay="3000"/>
                            </p:stCondLst>
                            <p:childTnLst>
                              <p:par>
                                <p:cTn id="44" presetID="10"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par>
                          <p:cTn id="60" fill="hold">
                            <p:stCondLst>
                              <p:cond delay="150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2000"/>
                            </p:stCondLst>
                            <p:childTnLst>
                              <p:par>
                                <p:cTn id="65" presetID="10" presetClass="entr" presetSubtype="0"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par>
                          <p:cTn id="68" fill="hold">
                            <p:stCondLst>
                              <p:cond delay="2500"/>
                            </p:stCondLst>
                            <p:childTnLst>
                              <p:par>
                                <p:cTn id="69" presetID="10"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par>
                          <p:cTn id="72" fill="hold">
                            <p:stCondLst>
                              <p:cond delay="30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wipe(left)">
                                      <p:cBhvr>
                                        <p:cTn id="80" dur="500"/>
                                        <p:tgtEl>
                                          <p:spTgt spid="26"/>
                                        </p:tgtEl>
                                      </p:cBhvr>
                                    </p:animEffect>
                                  </p:childTnLst>
                                </p:cTn>
                              </p:par>
                            </p:childTnLst>
                          </p:cTn>
                        </p:par>
                        <p:par>
                          <p:cTn id="81" fill="hold">
                            <p:stCondLst>
                              <p:cond delay="500"/>
                            </p:stCondLst>
                            <p:childTnLst>
                              <p:par>
                                <p:cTn id="82" presetID="22" presetClass="entr" presetSubtype="8" fill="hold" grpId="0" nodeType="after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left)">
                                      <p:cBhvr>
                                        <p:cTn id="84" dur="500"/>
                                        <p:tgtEl>
                                          <p:spTgt spid="27"/>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500"/>
                                        <p:tgtEl>
                                          <p:spTgt spid="3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500"/>
                                        <p:tgtEl>
                                          <p:spTgt spid="31"/>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fade">
                                      <p:cBhvr>
                                        <p:cTn id="107" dur="500"/>
                                        <p:tgtEl>
                                          <p:spTgt spid="3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3"/>
                                        </p:tgtEl>
                                        <p:attrNameLst>
                                          <p:attrName>style.visibility</p:attrName>
                                        </p:attrNameLst>
                                      </p:cBhvr>
                                      <p:to>
                                        <p:strVal val="visible"/>
                                      </p:to>
                                    </p:set>
                                    <p:animEffect transition="in" filter="fade">
                                      <p:cBhvr>
                                        <p:cTn id="112" dur="500"/>
                                        <p:tgtEl>
                                          <p:spTgt spid="33"/>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500"/>
                                        <p:tgtEl>
                                          <p:spTgt spid="3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35"/>
                                        </p:tgtEl>
                                        <p:attrNameLst>
                                          <p:attrName>style.visibility</p:attrName>
                                        </p:attrNameLst>
                                      </p:cBhvr>
                                      <p:to>
                                        <p:strVal val="visible"/>
                                      </p:to>
                                    </p:set>
                                    <p:animEffect transition="in" filter="fade">
                                      <p:cBhvr>
                                        <p:cTn id="12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bldLvl="0" animBg="1"/>
      <p:bldP spid="50" grpId="0" bldLvl="0" animBg="1"/>
      <p:bldP spid="46" grpId="0" bldLvl="0" animBg="1"/>
      <p:bldP spid="4" grpId="0" bldLvl="0" animBg="1"/>
      <p:bldP spid="7" grpId="0" bldLvl="0" animBg="1"/>
      <p:bldP spid="8" grpId="0" bldLvl="0" animBg="1"/>
      <p:bldP spid="11" grpId="0" bldLvl="0" animBg="1"/>
      <p:bldP spid="13"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7" grpId="0"/>
      <p:bldP spid="28" grpId="0"/>
      <p:bldP spid="29" grpId="0" bldLvl="0" animBg="1"/>
      <p:bldP spid="30" grpId="0" bldLvl="0" animBg="1"/>
      <p:bldP spid="31" grpId="0" bldLvl="0" animBg="1"/>
      <p:bldP spid="32" grpId="0" bldLvl="0" animBg="1"/>
      <p:bldP spid="33" grpId="0" bldLvl="0" animBg="1"/>
      <p:bldP spid="34" grpId="0" bldLvl="0" animBg="1"/>
      <p:bldP spid="3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dirty="0">
                <a:solidFill>
                  <a:srgbClr val="CC00FF"/>
                </a:solidFill>
                <a:latin typeface="微软雅黑" panose="020B0503020204020204" charset="-122"/>
                <a:ea typeface="微软雅黑" panose="020B0503020204020204" charset="-122"/>
                <a:cs typeface="微软雅黑" panose="020B0503020204020204" charset="-122"/>
              </a:rPr>
              <a:t>背包问题</a:t>
            </a: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会场安排</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最优装载</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哈夫曼</a:t>
            </a:r>
            <a:r>
              <a:rPr lang="zh-CN" altLang="en-US" sz="2400" b="1" dirty="0">
                <a:latin typeface="微软雅黑" panose="020B0503020204020204" charset="-122"/>
                <a:ea typeface="微软雅黑" panose="020B0503020204020204" charset="-122"/>
                <a:cs typeface="微软雅黑" panose="020B0503020204020204" charset="-122"/>
              </a:rPr>
              <a:t>编码</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最小</a:t>
            </a:r>
            <a:r>
              <a:rPr lang="zh-CN" altLang="en-US" sz="2400" b="1" dirty="0">
                <a:latin typeface="微软雅黑" panose="020B0503020204020204" charset="-122"/>
                <a:ea typeface="微软雅黑" panose="020B0503020204020204" charset="-122"/>
                <a:cs typeface="微软雅黑" panose="020B0503020204020204" charset="-122"/>
              </a:rPr>
              <a:t>生成树</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sym typeface="+mn-ea"/>
              </a:rPr>
              <a:t>单源最短</a:t>
            </a:r>
            <a:r>
              <a:rPr lang="zh-CN" altLang="en-US" sz="2400" b="1" dirty="0">
                <a:latin typeface="微软雅黑" panose="020B0503020204020204" charset="-122"/>
                <a:ea typeface="微软雅黑" panose="020B0503020204020204" charset="-122"/>
                <a:cs typeface="微软雅黑" panose="020B0503020204020204" charset="-122"/>
                <a:sym typeface="+mn-ea"/>
              </a:rPr>
              <a:t>路径</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dirty="0"/>
          </a:p>
        </p:txBody>
      </p:sp>
      <p:sp>
        <p:nvSpPr>
          <p:cNvPr id="5" name="文本框 4"/>
          <p:cNvSpPr txBox="1"/>
          <p:nvPr/>
        </p:nvSpPr>
        <p:spPr>
          <a:xfrm>
            <a:off x="1390015" y="75730"/>
            <a:ext cx="2214880" cy="706755"/>
          </a:xfrm>
          <a:prstGeom prst="rect">
            <a:avLst/>
          </a:prstGeom>
          <a:noFill/>
        </p:spPr>
        <p:txBody>
          <a:bodyPr wrap="none" rtlCol="0">
            <a:spAutoFit/>
          </a:bodyPr>
          <a:lstStyle/>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9" name="文本框 8"/>
          <p:cNvSpPr txBox="1"/>
          <p:nvPr/>
        </p:nvSpPr>
        <p:spPr>
          <a:xfrm>
            <a:off x="0" y="782320"/>
            <a:ext cx="12131675"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背包问题简述：</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有</a:t>
            </a:r>
            <a:r>
              <a:rPr lang="zh-CN" altLang="en-US" sz="2000" b="1">
                <a:latin typeface="微软雅黑" panose="020B0503020204020204" charset="-122"/>
                <a:ea typeface="微软雅黑" panose="020B0503020204020204" charset="-122"/>
                <a:cs typeface="微软雅黑" panose="020B0503020204020204" charset="-122"/>
              </a:rPr>
              <a:t>1个背包，</a:t>
            </a:r>
            <a:r>
              <a:rPr lang="zh-CN" altLang="en-US" sz="2000" b="1">
                <a:latin typeface="微软雅黑" panose="020B0503020204020204" charset="-122"/>
                <a:ea typeface="微软雅黑" panose="020B0503020204020204" charset="-122"/>
                <a:cs typeface="微软雅黑" panose="020B0503020204020204" charset="-122"/>
                <a:sym typeface="+mn-ea"/>
              </a:rPr>
              <a:t>背包的容量为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W</a:t>
            </a:r>
            <a:r>
              <a:rPr lang="zh-CN" altLang="en-US"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sym typeface="+mn-ea"/>
              </a:rPr>
              <a:t>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n</a:t>
            </a:r>
            <a:r>
              <a:rPr lang="zh-CN" altLang="en-US" sz="2000" b="1">
                <a:latin typeface="微软雅黑" panose="020B0503020204020204" charset="-122"/>
                <a:ea typeface="微软雅黑" panose="020B0503020204020204" charset="-122"/>
                <a:cs typeface="微软雅黑" panose="020B0503020204020204" charset="-122"/>
                <a:sym typeface="+mn-ea"/>
              </a:rPr>
              <a:t>个物品</a:t>
            </a:r>
            <a:r>
              <a:rPr lang="zh-CN" altLang="en-US" sz="2000" b="1">
                <a:latin typeface="微软雅黑" panose="020B0503020204020204" charset="-122"/>
                <a:ea typeface="微软雅黑" panose="020B0503020204020204" charset="-122"/>
                <a:cs typeface="微软雅黑" panose="020B0503020204020204" charset="-122"/>
              </a:rPr>
              <a:t>对物品i，其价值为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v</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，重量为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w</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。如何选取物品装入背包，使背包中所装入的物品的总价值最大?</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物品可以分割</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0" y="1521460"/>
            <a:ext cx="1219136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举例：</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zh-CN" altLang="en-US" sz="2000" b="1">
                <a:latin typeface="微软雅黑" panose="020B0503020204020204" charset="-122"/>
                <a:ea typeface="微软雅黑" panose="020B0503020204020204" charset="-122"/>
                <a:cs typeface="微软雅黑" panose="020B0503020204020204" charset="-122"/>
              </a:rPr>
              <a:t>有5个物品，其重量分别为2,2,6,5,4，价值分别为6,3,6,4,6，背包容量为10</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0" y="2280920"/>
            <a:ext cx="230441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思路：</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en-US" altLang="zh-CN" sz="2000" b="1">
                <a:latin typeface="微软雅黑" panose="020B0503020204020204" charset="-122"/>
                <a:ea typeface="微软雅黑" panose="020B0503020204020204" charset="-122"/>
                <a:cs typeface="微软雅黑" panose="020B0503020204020204" charset="-122"/>
              </a:rPr>
              <a:t>W=10</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n=5</a:t>
            </a:r>
            <a:endParaRPr lang="en-US" altLang="zh-CN" sz="2000" b="1">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custDataLst>
              <p:tags r:id="rId1"/>
            </p:custDataLst>
          </p:nvPr>
        </p:nvGraphicFramePr>
        <p:xfrm>
          <a:off x="2304415" y="2486660"/>
          <a:ext cx="9829800" cy="112395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74650">
                <a:tc>
                  <a:txBody>
                    <a:bodyPr/>
                    <a:p>
                      <a:pPr algn="ctr">
                        <a:buNone/>
                      </a:pPr>
                      <a:r>
                        <a:rPr lang="zh-CN" altLang="en-US" b="1">
                          <a:latin typeface="微软雅黑" panose="020B0503020204020204" charset="-122"/>
                          <a:ea typeface="微软雅黑" panose="020B0503020204020204" charset="-122"/>
                        </a:rPr>
                        <a:t>物品</a:t>
                      </a: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1</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2</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3</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4</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5</a:t>
                      </a:r>
                      <a:endParaRPr lang="en-US" altLang="zh-CN" b="1">
                        <a:solidFill>
                          <a:schemeClr val="accent2"/>
                        </a:solidFill>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价值</a:t>
                      </a:r>
                      <a:r>
                        <a:rPr lang="en-US" altLang="zh-CN" b="1">
                          <a:latin typeface="微软雅黑" panose="020B0503020204020204" charset="-122"/>
                          <a:ea typeface="微软雅黑" panose="020B0503020204020204" charset="-122"/>
                        </a:rPr>
                        <a:t>v</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重量</a:t>
                      </a:r>
                      <a:r>
                        <a:rPr lang="en-US" altLang="zh-CN" b="1">
                          <a:latin typeface="微软雅黑" panose="020B0503020204020204" charset="-122"/>
                          <a:ea typeface="微软雅黑" panose="020B0503020204020204" charset="-122"/>
                        </a:rPr>
                        <a:t>w</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r>
            </a:tbl>
          </a:graphicData>
        </a:graphic>
      </p:graphicFrame>
      <p:graphicFrame>
        <p:nvGraphicFramePr>
          <p:cNvPr id="6" name="表格 5"/>
          <p:cNvGraphicFramePr/>
          <p:nvPr>
            <p:custDataLst>
              <p:tags r:id="rId2"/>
            </p:custDataLst>
          </p:nvPr>
        </p:nvGraphicFramePr>
        <p:xfrm>
          <a:off x="2304415" y="3610610"/>
          <a:ext cx="9829800" cy="38100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81000">
                <a:tc>
                  <a:txBody>
                    <a:bodyPr/>
                    <a:p>
                      <a:pPr algn="ctr">
                        <a:buNone/>
                      </a:pPr>
                      <a:r>
                        <a:rPr lang="zh-CN" altLang="en-US" b="1">
                          <a:latin typeface="微软雅黑" panose="020B0503020204020204" charset="-122"/>
                          <a:ea typeface="微软雅黑" panose="020B0503020204020204" charset="-122"/>
                          <a:cs typeface="微软雅黑" panose="020B0503020204020204" charset="-122"/>
                        </a:rPr>
                        <a:t>价值</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重量</a:t>
                      </a:r>
                      <a:endParaRPr lang="zh-CN" altLang="en-US" b="1">
                        <a:latin typeface="微软雅黑" panose="020B0503020204020204" charset="-122"/>
                        <a:ea typeface="微软雅黑" panose="020B0503020204020204" charset="-122"/>
                        <a:cs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3</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0.8</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r>
            </a:tbl>
          </a:graphicData>
        </a:graphic>
      </p:graphicFrame>
      <p:sp>
        <p:nvSpPr>
          <p:cNvPr id="7" name="文本框 6"/>
          <p:cNvSpPr txBox="1"/>
          <p:nvPr/>
        </p:nvSpPr>
        <p:spPr>
          <a:xfrm>
            <a:off x="0" y="4255770"/>
            <a:ext cx="2304415" cy="409575"/>
          </a:xfrm>
          <a:prstGeom prst="rect">
            <a:avLst/>
          </a:prstGeom>
          <a:noFill/>
        </p:spPr>
        <p:txBody>
          <a:bodyPr wrap="square" rtlCol="0">
            <a:noAutofit/>
          </a:bodyPr>
          <a:p>
            <a:r>
              <a:rPr lang="zh-CN" altLang="en-US" sz="2000" b="1">
                <a:latin typeface="微软雅黑" panose="020B0503020204020204" charset="-122"/>
                <a:ea typeface="微软雅黑" panose="020B0503020204020204" charset="-122"/>
                <a:cs typeface="微软雅黑" panose="020B0503020204020204" charset="-122"/>
              </a:rPr>
              <a:t>用什么标准</a:t>
            </a:r>
            <a:r>
              <a:rPr lang="zh-CN" altLang="en-US" sz="2000" b="1">
                <a:latin typeface="微软雅黑" panose="020B0503020204020204" charset="-122"/>
                <a:ea typeface="微软雅黑" panose="020B0503020204020204" charset="-122"/>
                <a:cs typeface="微软雅黑" panose="020B0503020204020204" charset="-122"/>
              </a:rPr>
              <a:t>去装？</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0" y="4665345"/>
            <a:ext cx="3477260" cy="758825"/>
          </a:xfrm>
          <a:prstGeom prst="rect">
            <a:avLst/>
          </a:prstGeom>
          <a:noFill/>
        </p:spPr>
        <p:txBody>
          <a:bodyPr wrap="square" rtlCol="0">
            <a:noAutofit/>
          </a:bodyPr>
          <a:p>
            <a:pPr marL="342900" indent="-342900">
              <a:buFont typeface="Wingdings" panose="05000000000000000000" charset="0"/>
              <a:buChar char="l"/>
            </a:pPr>
            <a:r>
              <a:rPr lang="zh-CN" altLang="en-US" sz="2000" b="1">
                <a:latin typeface="微软雅黑" panose="020B0503020204020204" charset="-122"/>
                <a:ea typeface="微软雅黑" panose="020B0503020204020204" charset="-122"/>
                <a:cs typeface="微软雅黑" panose="020B0503020204020204" charset="-122"/>
              </a:rPr>
              <a:t>按价值最大的先</a:t>
            </a:r>
            <a:r>
              <a:rPr lang="zh-CN" altLang="en-US" sz="2000" b="1">
                <a:latin typeface="微软雅黑" panose="020B0503020204020204" charset="-122"/>
                <a:ea typeface="微软雅黑" panose="020B0503020204020204" charset="-122"/>
                <a:cs typeface="微软雅黑" panose="020B0503020204020204" charset="-122"/>
              </a:rPr>
              <a:t>装？</a:t>
            </a:r>
            <a:endParaRPr lang="zh-CN" altLang="en-US" sz="2000" b="1">
              <a:latin typeface="微软雅黑" panose="020B0503020204020204" charset="-122"/>
              <a:ea typeface="微软雅黑" panose="020B0503020204020204" charset="-122"/>
              <a:cs typeface="微软雅黑" panose="020B0503020204020204" charset="-122"/>
            </a:endParaRPr>
          </a:p>
          <a:p>
            <a:pPr marL="342900" indent="-342900">
              <a:buFont typeface="Wingdings" panose="05000000000000000000" charset="0"/>
              <a:buChar char="l"/>
            </a:pPr>
            <a:r>
              <a:rPr lang="zh-CN" altLang="en-US" sz="2000" b="1">
                <a:latin typeface="微软雅黑" panose="020B0503020204020204" charset="-122"/>
                <a:ea typeface="微软雅黑" panose="020B0503020204020204" charset="-122"/>
                <a:cs typeface="微软雅黑" panose="020B0503020204020204" charset="-122"/>
              </a:rPr>
              <a:t>按重量最小的</a:t>
            </a:r>
            <a:r>
              <a:rPr lang="zh-CN" altLang="en-US" sz="2000" b="1">
                <a:latin typeface="微软雅黑" panose="020B0503020204020204" charset="-122"/>
                <a:ea typeface="微软雅黑" panose="020B0503020204020204" charset="-122"/>
                <a:cs typeface="微软雅黑" panose="020B0503020204020204" charset="-122"/>
              </a:rPr>
              <a:t>先装？</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32" name="乘号 31"/>
          <p:cNvSpPr/>
          <p:nvPr>
            <p:custDataLst>
              <p:tags r:id="rId3"/>
            </p:custDataLst>
          </p:nvPr>
        </p:nvSpPr>
        <p:spPr>
          <a:xfrm>
            <a:off x="2478405" y="4564380"/>
            <a:ext cx="1126490" cy="911225"/>
          </a:xfrm>
          <a:prstGeom prst="mathMultiply">
            <a:avLst>
              <a:gd name="adj1" fmla="val 27819"/>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0" y="5424170"/>
            <a:ext cx="3477260" cy="408305"/>
          </a:xfrm>
          <a:prstGeom prst="rect">
            <a:avLst/>
          </a:prstGeom>
          <a:noFill/>
        </p:spPr>
        <p:txBody>
          <a:bodyPr wrap="square" rtlCol="0">
            <a:noAutofit/>
          </a:bodyPr>
          <a:p>
            <a:pPr marL="342900" indent="-342900">
              <a:buFont typeface="Wingdings" panose="05000000000000000000" charset="0"/>
              <a:buChar char="l"/>
            </a:pPr>
            <a:r>
              <a:rPr lang="zh-CN" altLang="en-US" sz="2000" b="1">
                <a:latin typeface="微软雅黑" panose="020B0503020204020204" charset="-122"/>
                <a:ea typeface="微软雅黑" panose="020B0503020204020204" charset="-122"/>
                <a:cs typeface="微软雅黑" panose="020B0503020204020204" charset="-122"/>
              </a:rPr>
              <a:t>按</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价值</a:t>
            </a: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重量</a:t>
            </a:r>
            <a:r>
              <a:rPr lang="zh-CN" altLang="en-US" sz="2000" b="1">
                <a:latin typeface="微软雅黑" panose="020B0503020204020204" charset="-122"/>
                <a:ea typeface="微软雅黑" panose="020B0503020204020204" charset="-122"/>
                <a:cs typeface="微软雅黑" panose="020B0503020204020204" charset="-122"/>
              </a:rPr>
              <a:t>最大的先</a:t>
            </a:r>
            <a:r>
              <a:rPr lang="zh-CN" altLang="en-US" sz="2000" b="1">
                <a:latin typeface="微软雅黑" panose="020B0503020204020204" charset="-122"/>
                <a:ea typeface="微软雅黑" panose="020B0503020204020204" charset="-122"/>
                <a:cs typeface="微软雅黑" panose="020B0503020204020204" charset="-122"/>
              </a:rPr>
              <a:t>装！</a:t>
            </a:r>
            <a:endParaRPr lang="zh-CN" altLang="en-US" sz="20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2" grpId="0"/>
      <p:bldP spid="7" grpId="0"/>
      <p:bldP spid="11" grpId="0"/>
      <p:bldP spid="32" grpId="0" bldLvl="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dirty="0"/>
          </a:p>
        </p:txBody>
      </p:sp>
      <p:sp>
        <p:nvSpPr>
          <p:cNvPr id="5" name="文本框 4"/>
          <p:cNvSpPr txBox="1"/>
          <p:nvPr/>
        </p:nvSpPr>
        <p:spPr>
          <a:xfrm>
            <a:off x="1390015" y="75730"/>
            <a:ext cx="2214880" cy="706755"/>
          </a:xfrm>
          <a:prstGeom prst="rect">
            <a:avLst/>
          </a:prstGeom>
          <a:noFill/>
        </p:spPr>
        <p:txBody>
          <a:bodyPr wrap="none" rtlCol="0">
            <a:spAutoFit/>
          </a:bodyPr>
          <a:lstStyle/>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9" name="文本框 8"/>
          <p:cNvSpPr txBox="1"/>
          <p:nvPr/>
        </p:nvSpPr>
        <p:spPr>
          <a:xfrm>
            <a:off x="0" y="782320"/>
            <a:ext cx="12131675"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背包问题简述：</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有</a:t>
            </a:r>
            <a:r>
              <a:rPr lang="zh-CN" altLang="en-US" sz="2000" b="1">
                <a:latin typeface="微软雅黑" panose="020B0503020204020204" charset="-122"/>
                <a:ea typeface="微软雅黑" panose="020B0503020204020204" charset="-122"/>
                <a:cs typeface="微软雅黑" panose="020B0503020204020204" charset="-122"/>
              </a:rPr>
              <a:t>1个背包，</a:t>
            </a:r>
            <a:r>
              <a:rPr lang="zh-CN" altLang="en-US" sz="2000" b="1">
                <a:latin typeface="微软雅黑" panose="020B0503020204020204" charset="-122"/>
                <a:ea typeface="微软雅黑" panose="020B0503020204020204" charset="-122"/>
                <a:cs typeface="微软雅黑" panose="020B0503020204020204" charset="-122"/>
                <a:sym typeface="+mn-ea"/>
              </a:rPr>
              <a:t>背包的容量为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W</a:t>
            </a:r>
            <a:r>
              <a:rPr lang="zh-CN" altLang="en-US"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sym typeface="+mn-ea"/>
              </a:rPr>
              <a:t>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n</a:t>
            </a:r>
            <a:r>
              <a:rPr lang="zh-CN" altLang="en-US" sz="2000" b="1">
                <a:latin typeface="微软雅黑" panose="020B0503020204020204" charset="-122"/>
                <a:ea typeface="微软雅黑" panose="020B0503020204020204" charset="-122"/>
                <a:cs typeface="微软雅黑" panose="020B0503020204020204" charset="-122"/>
                <a:sym typeface="+mn-ea"/>
              </a:rPr>
              <a:t>个物品</a:t>
            </a:r>
            <a:r>
              <a:rPr lang="zh-CN" altLang="en-US" sz="2000" b="1">
                <a:latin typeface="微软雅黑" panose="020B0503020204020204" charset="-122"/>
                <a:ea typeface="微软雅黑" panose="020B0503020204020204" charset="-122"/>
                <a:cs typeface="微软雅黑" panose="020B0503020204020204" charset="-122"/>
              </a:rPr>
              <a:t>对物品i，其价值为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v</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，重量为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w</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。如何选取物品装入背包，使背包中所装入的物品的总价值最大?</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物品可以分割</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0" y="1521460"/>
            <a:ext cx="1219136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举例：</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zh-CN" altLang="en-US" sz="2000" b="1">
                <a:latin typeface="微软雅黑" panose="020B0503020204020204" charset="-122"/>
                <a:ea typeface="微软雅黑" panose="020B0503020204020204" charset="-122"/>
                <a:cs typeface="微软雅黑" panose="020B0503020204020204" charset="-122"/>
              </a:rPr>
              <a:t>有5个物品，其重量分别为2,2,6,5,4，价值分别为6,3,6,4,6，背包容量为10</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0" y="2280920"/>
            <a:ext cx="230441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思路：</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en-US" altLang="zh-CN" sz="2000" b="1">
                <a:latin typeface="微软雅黑" panose="020B0503020204020204" charset="-122"/>
                <a:ea typeface="微软雅黑" panose="020B0503020204020204" charset="-122"/>
                <a:cs typeface="微软雅黑" panose="020B0503020204020204" charset="-122"/>
              </a:rPr>
              <a:t>W=10</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n=5</a:t>
            </a:r>
            <a:endParaRPr lang="en-US" altLang="zh-CN" sz="2000" b="1">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custDataLst>
              <p:tags r:id="rId1"/>
            </p:custDataLst>
          </p:nvPr>
        </p:nvGraphicFramePr>
        <p:xfrm>
          <a:off x="2304415" y="2486660"/>
          <a:ext cx="9829800" cy="112395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74650">
                <a:tc>
                  <a:txBody>
                    <a:bodyPr/>
                    <a:p>
                      <a:pPr algn="ctr">
                        <a:buNone/>
                      </a:pPr>
                      <a:r>
                        <a:rPr lang="zh-CN" altLang="en-US" b="1">
                          <a:latin typeface="微软雅黑" panose="020B0503020204020204" charset="-122"/>
                          <a:ea typeface="微软雅黑" panose="020B0503020204020204" charset="-122"/>
                        </a:rPr>
                        <a:t>物品</a:t>
                      </a: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1</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2</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3</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4</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5</a:t>
                      </a:r>
                      <a:endParaRPr lang="en-US" altLang="zh-CN" b="1">
                        <a:solidFill>
                          <a:schemeClr val="accent2"/>
                        </a:solidFill>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价值</a:t>
                      </a:r>
                      <a:r>
                        <a:rPr lang="en-US" altLang="zh-CN" b="1">
                          <a:latin typeface="微软雅黑" panose="020B0503020204020204" charset="-122"/>
                          <a:ea typeface="微软雅黑" panose="020B0503020204020204" charset="-122"/>
                        </a:rPr>
                        <a:t>v</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重量</a:t>
                      </a:r>
                      <a:r>
                        <a:rPr lang="en-US" altLang="zh-CN" b="1">
                          <a:latin typeface="微软雅黑" panose="020B0503020204020204" charset="-122"/>
                          <a:ea typeface="微软雅黑" panose="020B0503020204020204" charset="-122"/>
                        </a:rPr>
                        <a:t>w</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r>
            </a:tbl>
          </a:graphicData>
        </a:graphic>
      </p:graphicFrame>
      <p:graphicFrame>
        <p:nvGraphicFramePr>
          <p:cNvPr id="6" name="表格 5"/>
          <p:cNvGraphicFramePr/>
          <p:nvPr>
            <p:custDataLst>
              <p:tags r:id="rId2"/>
            </p:custDataLst>
          </p:nvPr>
        </p:nvGraphicFramePr>
        <p:xfrm>
          <a:off x="2304415" y="3610610"/>
          <a:ext cx="9829800" cy="38100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81000">
                <a:tc>
                  <a:txBody>
                    <a:bodyPr/>
                    <a:p>
                      <a:pPr algn="ctr">
                        <a:buNone/>
                      </a:pPr>
                      <a:r>
                        <a:rPr lang="zh-CN" altLang="en-US" b="1">
                          <a:latin typeface="微软雅黑" panose="020B0503020204020204" charset="-122"/>
                          <a:ea typeface="微软雅黑" panose="020B0503020204020204" charset="-122"/>
                          <a:cs typeface="微软雅黑" panose="020B0503020204020204" charset="-122"/>
                        </a:rPr>
                        <a:t>价值</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重量</a:t>
                      </a:r>
                      <a:endParaRPr lang="zh-CN" altLang="en-US" b="1">
                        <a:latin typeface="微软雅黑" panose="020B0503020204020204" charset="-122"/>
                        <a:ea typeface="微软雅黑" panose="020B0503020204020204" charset="-122"/>
                        <a:cs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3</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0.8</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r>
            </a:tbl>
          </a:graphicData>
        </a:graphic>
      </p:graphicFrame>
      <p:sp>
        <p:nvSpPr>
          <p:cNvPr id="10" name="文本框 9"/>
          <p:cNvSpPr txBox="1"/>
          <p:nvPr/>
        </p:nvSpPr>
        <p:spPr>
          <a:xfrm>
            <a:off x="-2540" y="4253230"/>
            <a:ext cx="2304415" cy="100711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分解：</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b="1">
                <a:latin typeface="微软雅黑" panose="020B0503020204020204" charset="-122"/>
                <a:ea typeface="微软雅黑" panose="020B0503020204020204" charset="-122"/>
                <a:cs typeface="微软雅黑" panose="020B0503020204020204" charset="-122"/>
              </a:rPr>
              <a:t>将</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价值</a:t>
            </a: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重量</a:t>
            </a:r>
            <a:endParaRPr lang="zh-CN" altLang="en-US" sz="2000" b="1">
              <a:latin typeface="微软雅黑" panose="020B0503020204020204" charset="-122"/>
              <a:ea typeface="微软雅黑" panose="020B0503020204020204" charset="-122"/>
              <a:cs typeface="微软雅黑" panose="020B0503020204020204" charset="-122"/>
            </a:endParaRPr>
          </a:p>
          <a:p>
            <a:pPr lvl="1"/>
            <a:r>
              <a:rPr lang="zh-CN" altLang="en-US" sz="2000" b="1">
                <a:latin typeface="微软雅黑" panose="020B0503020204020204" charset="-122"/>
                <a:ea typeface="微软雅黑" panose="020B0503020204020204" charset="-122"/>
                <a:cs typeface="微软雅黑" panose="020B0503020204020204" charset="-122"/>
              </a:rPr>
              <a:t>按降序</a:t>
            </a:r>
            <a:r>
              <a:rPr lang="zh-CN" altLang="en-US" sz="2000" b="1">
                <a:latin typeface="微软雅黑" panose="020B0503020204020204" charset="-122"/>
                <a:ea typeface="微软雅黑" panose="020B0503020204020204" charset="-122"/>
                <a:cs typeface="微软雅黑" panose="020B0503020204020204" charset="-122"/>
              </a:rPr>
              <a:t>排序</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3" name="表格 12"/>
          <p:cNvGraphicFramePr/>
          <p:nvPr>
            <p:custDataLst>
              <p:tags r:id="rId3"/>
            </p:custDataLst>
          </p:nvPr>
        </p:nvGraphicFramePr>
        <p:xfrm>
          <a:off x="2304415" y="5662930"/>
          <a:ext cx="9829800" cy="38100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81000">
                <a:tc>
                  <a:txBody>
                    <a:bodyPr/>
                    <a:p>
                      <a:pPr algn="ctr">
                        <a:buNone/>
                      </a:pPr>
                      <a:r>
                        <a:rPr lang="zh-CN" altLang="en-US" b="1">
                          <a:latin typeface="微软雅黑" panose="020B0503020204020204" charset="-122"/>
                          <a:ea typeface="微软雅黑" panose="020B0503020204020204" charset="-122"/>
                          <a:cs typeface="微软雅黑" panose="020B0503020204020204" charset="-122"/>
                        </a:rPr>
                        <a:t>价值</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重量</a:t>
                      </a:r>
                      <a:endParaRPr lang="zh-CN" altLang="en-US" b="1">
                        <a:latin typeface="微软雅黑" panose="020B0503020204020204" charset="-122"/>
                        <a:ea typeface="微软雅黑" panose="020B0503020204020204" charset="-122"/>
                        <a:cs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3</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0.8</a:t>
                      </a:r>
                      <a:endParaRPr lang="en-US" altLang="zh-CN" b="1">
                        <a:solidFill>
                          <a:srgbClr val="CC00FF"/>
                        </a:solidFill>
                        <a:latin typeface="微软雅黑" panose="020B0503020204020204" charset="-122"/>
                        <a:ea typeface="微软雅黑" panose="020B0503020204020204" charset="-122"/>
                      </a:endParaRPr>
                    </a:p>
                  </a:txBody>
                  <a:tcPr anchor="ctr" anchorCtr="0"/>
                </a:tc>
              </a:tr>
            </a:tbl>
          </a:graphicData>
        </a:graphic>
      </p:graphicFrame>
      <p:graphicFrame>
        <p:nvGraphicFramePr>
          <p:cNvPr id="15" name="表格 14"/>
          <p:cNvGraphicFramePr/>
          <p:nvPr>
            <p:custDataLst>
              <p:tags r:id="rId4"/>
            </p:custDataLst>
          </p:nvPr>
        </p:nvGraphicFramePr>
        <p:xfrm>
          <a:off x="2304415" y="4538980"/>
          <a:ext cx="9829800" cy="112395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74650">
                <a:tc>
                  <a:txBody>
                    <a:bodyPr/>
                    <a:p>
                      <a:pPr algn="ctr">
                        <a:buNone/>
                      </a:pPr>
                      <a:r>
                        <a:rPr lang="zh-CN" altLang="en-US" b="1">
                          <a:latin typeface="微软雅黑" panose="020B0503020204020204" charset="-122"/>
                          <a:ea typeface="微软雅黑" panose="020B0503020204020204" charset="-122"/>
                        </a:rPr>
                        <a:t>物品</a:t>
                      </a: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1</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2</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5</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3</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4</a:t>
                      </a:r>
                      <a:endParaRPr lang="en-US" altLang="zh-CN" b="1">
                        <a:solidFill>
                          <a:schemeClr val="accent2"/>
                        </a:solidFill>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价值</a:t>
                      </a:r>
                      <a:r>
                        <a:rPr lang="en-US" altLang="zh-CN" b="1">
                          <a:latin typeface="微软雅黑" panose="020B0503020204020204" charset="-122"/>
                          <a:ea typeface="微软雅黑" panose="020B0503020204020204" charset="-122"/>
                        </a:rPr>
                        <a:t>v</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重量</a:t>
                      </a:r>
                      <a:r>
                        <a:rPr lang="en-US" altLang="zh-CN" b="1">
                          <a:latin typeface="微软雅黑" panose="020B0503020204020204" charset="-122"/>
                          <a:ea typeface="微软雅黑" panose="020B0503020204020204" charset="-122"/>
                        </a:rPr>
                        <a:t>w</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dirty="0"/>
          </a:p>
        </p:txBody>
      </p:sp>
      <p:sp>
        <p:nvSpPr>
          <p:cNvPr id="5" name="文本框 4"/>
          <p:cNvSpPr txBox="1"/>
          <p:nvPr/>
        </p:nvSpPr>
        <p:spPr>
          <a:xfrm>
            <a:off x="1390015" y="75730"/>
            <a:ext cx="2214880" cy="706755"/>
          </a:xfrm>
          <a:prstGeom prst="rect">
            <a:avLst/>
          </a:prstGeom>
          <a:noFill/>
        </p:spPr>
        <p:txBody>
          <a:bodyPr wrap="none" rtlCol="0">
            <a:spAutoFit/>
          </a:bodyPr>
          <a:lstStyle/>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9" name="文本框 8"/>
          <p:cNvSpPr txBox="1"/>
          <p:nvPr/>
        </p:nvSpPr>
        <p:spPr>
          <a:xfrm>
            <a:off x="0" y="782320"/>
            <a:ext cx="12131675"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背包问题简述：</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有</a:t>
            </a:r>
            <a:r>
              <a:rPr lang="zh-CN" altLang="en-US" sz="2000" b="1">
                <a:latin typeface="微软雅黑" panose="020B0503020204020204" charset="-122"/>
                <a:ea typeface="微软雅黑" panose="020B0503020204020204" charset="-122"/>
                <a:cs typeface="微软雅黑" panose="020B0503020204020204" charset="-122"/>
              </a:rPr>
              <a:t>1个背包，</a:t>
            </a:r>
            <a:r>
              <a:rPr lang="zh-CN" altLang="en-US" sz="2000" b="1">
                <a:latin typeface="微软雅黑" panose="020B0503020204020204" charset="-122"/>
                <a:ea typeface="微软雅黑" panose="020B0503020204020204" charset="-122"/>
                <a:cs typeface="微软雅黑" panose="020B0503020204020204" charset="-122"/>
                <a:sym typeface="+mn-ea"/>
              </a:rPr>
              <a:t>背包的容量为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W</a:t>
            </a:r>
            <a:r>
              <a:rPr lang="zh-CN" altLang="en-US"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sym typeface="+mn-ea"/>
              </a:rPr>
              <a:t>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n</a:t>
            </a:r>
            <a:r>
              <a:rPr lang="zh-CN" altLang="en-US" sz="2000" b="1">
                <a:latin typeface="微软雅黑" panose="020B0503020204020204" charset="-122"/>
                <a:ea typeface="微软雅黑" panose="020B0503020204020204" charset="-122"/>
                <a:cs typeface="微软雅黑" panose="020B0503020204020204" charset="-122"/>
                <a:sym typeface="+mn-ea"/>
              </a:rPr>
              <a:t>个物品</a:t>
            </a:r>
            <a:r>
              <a:rPr lang="zh-CN" altLang="en-US" sz="2000" b="1">
                <a:latin typeface="微软雅黑" panose="020B0503020204020204" charset="-122"/>
                <a:ea typeface="微软雅黑" panose="020B0503020204020204" charset="-122"/>
                <a:cs typeface="微软雅黑" panose="020B0503020204020204" charset="-122"/>
              </a:rPr>
              <a:t>对物品i，其价值为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v</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，重量为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w</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。如何选取物品装入背包，使背包中所装入的物品的总价值最大?</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物品可以分割</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0" y="1521460"/>
            <a:ext cx="1219136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举例：</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zh-CN" altLang="en-US" sz="2000" b="1">
                <a:latin typeface="微软雅黑" panose="020B0503020204020204" charset="-122"/>
                <a:ea typeface="微软雅黑" panose="020B0503020204020204" charset="-122"/>
                <a:cs typeface="微软雅黑" panose="020B0503020204020204" charset="-122"/>
              </a:rPr>
              <a:t>有5个物品，其重量分别为2,2,6,5,4，价值分别为6,3,6,4,6，背包容量为10</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0" y="2280920"/>
            <a:ext cx="230441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思路：</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en-US" altLang="zh-CN" sz="2000" b="1">
                <a:latin typeface="微软雅黑" panose="020B0503020204020204" charset="-122"/>
                <a:ea typeface="微软雅黑" panose="020B0503020204020204" charset="-122"/>
                <a:cs typeface="微软雅黑" panose="020B0503020204020204" charset="-122"/>
              </a:rPr>
              <a:t>W=10</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n=5</a:t>
            </a:r>
            <a:endParaRPr lang="en-US" altLang="zh-CN" sz="2000" b="1">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2540" y="4253230"/>
            <a:ext cx="2304415" cy="100711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解决：</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b="1">
                <a:latin typeface="微软雅黑" panose="020B0503020204020204" charset="-122"/>
                <a:ea typeface="微软雅黑" panose="020B0503020204020204" charset="-122"/>
                <a:cs typeface="微软雅黑" panose="020B0503020204020204" charset="-122"/>
              </a:rPr>
              <a:t>将</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价值</a:t>
            </a: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重量</a:t>
            </a:r>
            <a:endParaRPr lang="zh-CN" altLang="en-US" sz="2000" b="1">
              <a:latin typeface="微软雅黑" panose="020B0503020204020204" charset="-122"/>
              <a:ea typeface="微软雅黑" panose="020B0503020204020204" charset="-122"/>
              <a:cs typeface="微软雅黑" panose="020B0503020204020204" charset="-122"/>
            </a:endParaRPr>
          </a:p>
          <a:p>
            <a:pPr lvl="1"/>
            <a:r>
              <a:rPr lang="zh-CN" altLang="en-US" sz="2000" b="1">
                <a:latin typeface="微软雅黑" panose="020B0503020204020204" charset="-122"/>
                <a:ea typeface="微软雅黑" panose="020B0503020204020204" charset="-122"/>
                <a:cs typeface="微软雅黑" panose="020B0503020204020204" charset="-122"/>
              </a:rPr>
              <a:t>较大的先</a:t>
            </a:r>
            <a:r>
              <a:rPr lang="zh-CN" altLang="en-US" sz="2000" b="1">
                <a:latin typeface="微软雅黑" panose="020B0503020204020204" charset="-122"/>
                <a:ea typeface="微软雅黑" panose="020B0503020204020204" charset="-122"/>
                <a:cs typeface="微软雅黑" panose="020B0503020204020204" charset="-122"/>
              </a:rPr>
              <a:t>装入</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3" name="表格 12"/>
          <p:cNvGraphicFramePr/>
          <p:nvPr>
            <p:custDataLst>
              <p:tags r:id="rId1"/>
            </p:custDataLst>
          </p:nvPr>
        </p:nvGraphicFramePr>
        <p:xfrm>
          <a:off x="2301875" y="3784600"/>
          <a:ext cx="9829800" cy="38100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81000">
                <a:tc>
                  <a:txBody>
                    <a:bodyPr/>
                    <a:p>
                      <a:pPr algn="ctr">
                        <a:buNone/>
                      </a:pPr>
                      <a:r>
                        <a:rPr lang="zh-CN" altLang="en-US" b="1">
                          <a:latin typeface="微软雅黑" panose="020B0503020204020204" charset="-122"/>
                          <a:ea typeface="微软雅黑" panose="020B0503020204020204" charset="-122"/>
                          <a:cs typeface="微软雅黑" panose="020B0503020204020204" charset="-122"/>
                        </a:rPr>
                        <a:t>价值</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重量</a:t>
                      </a:r>
                      <a:endParaRPr lang="zh-CN" altLang="en-US" b="1">
                        <a:latin typeface="微软雅黑" panose="020B0503020204020204" charset="-122"/>
                        <a:ea typeface="微软雅黑" panose="020B0503020204020204" charset="-122"/>
                        <a:cs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3</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0.8</a:t>
                      </a:r>
                      <a:endParaRPr lang="en-US" altLang="zh-CN" b="1">
                        <a:solidFill>
                          <a:srgbClr val="CC00FF"/>
                        </a:solidFill>
                        <a:latin typeface="微软雅黑" panose="020B0503020204020204" charset="-122"/>
                        <a:ea typeface="微软雅黑" panose="020B0503020204020204" charset="-122"/>
                      </a:endParaRPr>
                    </a:p>
                  </a:txBody>
                  <a:tcPr anchor="ctr" anchorCtr="0"/>
                </a:tc>
              </a:tr>
            </a:tbl>
          </a:graphicData>
        </a:graphic>
      </p:graphicFrame>
      <p:graphicFrame>
        <p:nvGraphicFramePr>
          <p:cNvPr id="15" name="表格 14"/>
          <p:cNvGraphicFramePr/>
          <p:nvPr>
            <p:custDataLst>
              <p:tags r:id="rId2"/>
            </p:custDataLst>
          </p:nvPr>
        </p:nvGraphicFramePr>
        <p:xfrm>
          <a:off x="2301875" y="2660650"/>
          <a:ext cx="9829800" cy="112395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74650">
                <a:tc>
                  <a:txBody>
                    <a:bodyPr/>
                    <a:p>
                      <a:pPr algn="ctr">
                        <a:buNone/>
                      </a:pPr>
                      <a:r>
                        <a:rPr lang="zh-CN" altLang="en-US" b="1">
                          <a:latin typeface="微软雅黑" panose="020B0503020204020204" charset="-122"/>
                          <a:ea typeface="微软雅黑" panose="020B0503020204020204" charset="-122"/>
                        </a:rPr>
                        <a:t>物品</a:t>
                      </a: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1</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2</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5</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3</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4</a:t>
                      </a:r>
                      <a:endParaRPr lang="en-US" altLang="zh-CN" b="1">
                        <a:solidFill>
                          <a:schemeClr val="accent2"/>
                        </a:solidFill>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价值</a:t>
                      </a:r>
                      <a:r>
                        <a:rPr lang="en-US" altLang="zh-CN" b="1">
                          <a:latin typeface="微软雅黑" panose="020B0503020204020204" charset="-122"/>
                          <a:ea typeface="微软雅黑" panose="020B0503020204020204" charset="-122"/>
                        </a:rPr>
                        <a:t>v</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重量</a:t>
                      </a:r>
                      <a:r>
                        <a:rPr lang="en-US" altLang="zh-CN" b="1">
                          <a:latin typeface="微软雅黑" panose="020B0503020204020204" charset="-122"/>
                          <a:ea typeface="微软雅黑" panose="020B0503020204020204" charset="-122"/>
                        </a:rPr>
                        <a:t>w</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r>
            </a:tbl>
          </a:graphicData>
        </a:graphic>
      </p:graphicFrame>
      <p:graphicFrame>
        <p:nvGraphicFramePr>
          <p:cNvPr id="7" name="表格 6"/>
          <p:cNvGraphicFramePr/>
          <p:nvPr>
            <p:custDataLst>
              <p:tags r:id="rId3"/>
            </p:custDataLst>
          </p:nvPr>
        </p:nvGraphicFramePr>
        <p:xfrm>
          <a:off x="2301875" y="4577080"/>
          <a:ext cx="1628775" cy="1097280"/>
        </p:xfrm>
        <a:graphic>
          <a:graphicData uri="http://schemas.openxmlformats.org/drawingml/2006/table">
            <a:tbl>
              <a:tblPr firstCol="1">
                <a:tableStyleId>{5C22544A-7EE6-4342-B048-85BDC9FD1C3A}</a:tableStyleId>
              </a:tblPr>
              <a:tblGrid>
                <a:gridCol w="1628775"/>
              </a:tblGrid>
              <a:tr h="365760">
                <a:tc>
                  <a:txBody>
                    <a:bodyPr/>
                    <a:p>
                      <a:pPr algn="ctr">
                        <a:buNone/>
                      </a:pPr>
                      <a:r>
                        <a:rPr lang="zh-CN" altLang="en-US" sz="1800">
                          <a:latin typeface="微软雅黑" panose="020B0503020204020204" charset="-122"/>
                          <a:ea typeface="微软雅黑" panose="020B0503020204020204" charset="-122"/>
                          <a:sym typeface="+mn-ea"/>
                        </a:rPr>
                        <a:t>装入物品</a:t>
                      </a:r>
                      <a:r>
                        <a:rPr lang="en-US" altLang="zh-CN" sz="1800">
                          <a:latin typeface="微软雅黑" panose="020B0503020204020204" charset="-122"/>
                          <a:ea typeface="微软雅黑" panose="020B0503020204020204" charset="-122"/>
                          <a:sym typeface="+mn-ea"/>
                        </a:rPr>
                        <a:t>i</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zh-CN" altLang="en-US" sz="1800">
                          <a:latin typeface="微软雅黑" panose="020B0503020204020204" charset="-122"/>
                          <a:ea typeface="微软雅黑" panose="020B0503020204020204" charset="-122"/>
                          <a:sym typeface="+mn-ea"/>
                        </a:rPr>
                        <a:t>背包剩余重量</a:t>
                      </a:r>
                      <a:endParaRPr lang="zh-CN" altLang="en-US"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zh-CN" altLang="en-US" b="1">
                          <a:latin typeface="微软雅黑" panose="020B0503020204020204" charset="-122"/>
                          <a:ea typeface="微软雅黑" panose="020B0503020204020204" charset="-122"/>
                        </a:rPr>
                        <a:t>当前价值</a:t>
                      </a:r>
                      <a:r>
                        <a:rPr lang="zh-CN" altLang="en-US" b="1">
                          <a:latin typeface="微软雅黑" panose="020B0503020204020204" charset="-122"/>
                          <a:ea typeface="微软雅黑" panose="020B0503020204020204" charset="-122"/>
                        </a:rPr>
                        <a:t>总和</a:t>
                      </a:r>
                      <a:endParaRPr lang="zh-CN" altLang="en-US" b="1">
                        <a:latin typeface="微软雅黑" panose="020B0503020204020204" charset="-122"/>
                        <a:ea typeface="微软雅黑" panose="020B0503020204020204" charset="-122"/>
                      </a:endParaRPr>
                    </a:p>
                  </a:txBody>
                  <a:tcPr anchor="ctr" anchorCtr="0"/>
                </a:tc>
              </a:tr>
            </a:tbl>
          </a:graphicData>
        </a:graphic>
      </p:graphicFrame>
      <p:graphicFrame>
        <p:nvGraphicFramePr>
          <p:cNvPr id="11" name="表格 10"/>
          <p:cNvGraphicFramePr/>
          <p:nvPr>
            <p:custDataLst>
              <p:tags r:id="rId4"/>
            </p:custDataLst>
          </p:nvPr>
        </p:nvGraphicFramePr>
        <p:xfrm>
          <a:off x="393065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10-2=8</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en-US" altLang="zh-CN" b="1">
                          <a:latin typeface="微软雅黑" panose="020B0503020204020204" charset="-122"/>
                          <a:ea typeface="微软雅黑" panose="020B0503020204020204" charset="-122"/>
                        </a:rPr>
                        <a:t>0+6=6</a:t>
                      </a:r>
                      <a:endParaRPr lang="en-US" altLang="zh-CN" b="1">
                        <a:latin typeface="微软雅黑" panose="020B0503020204020204" charset="-122"/>
                        <a:ea typeface="微软雅黑" panose="020B0503020204020204" charset="-122"/>
                      </a:endParaRPr>
                    </a:p>
                  </a:txBody>
                  <a:tcPr anchor="ctr" anchorCtr="0"/>
                </a:tc>
              </a:tr>
            </a:tbl>
          </a:graphicData>
        </a:graphic>
      </p:graphicFrame>
      <p:graphicFrame>
        <p:nvGraphicFramePr>
          <p:cNvPr id="12" name="表格 11"/>
          <p:cNvGraphicFramePr/>
          <p:nvPr>
            <p:custDataLst>
              <p:tags r:id="rId5"/>
            </p:custDataLst>
          </p:nvPr>
        </p:nvGraphicFramePr>
        <p:xfrm>
          <a:off x="556133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8-2=6</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en-US" altLang="zh-CN" b="1">
                          <a:latin typeface="微软雅黑" panose="020B0503020204020204" charset="-122"/>
                          <a:ea typeface="微软雅黑" panose="020B0503020204020204" charset="-122"/>
                        </a:rPr>
                        <a:t>6+3=9</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4" name="文本框 13"/>
          <p:cNvSpPr txBox="1"/>
          <p:nvPr/>
        </p:nvSpPr>
        <p:spPr>
          <a:xfrm>
            <a:off x="0" y="5393690"/>
            <a:ext cx="4638040" cy="1035050"/>
          </a:xfrm>
          <a:prstGeom prst="rect">
            <a:avLst/>
          </a:prstGeom>
          <a:noFill/>
        </p:spPr>
        <p:txBody>
          <a:bodyPr wrap="square" rtlCol="0">
            <a:noAutofit/>
          </a:bodyPr>
          <a:p>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b="1">
                <a:latin typeface="微软雅黑" panose="020B0503020204020204" charset="-122"/>
                <a:ea typeface="微软雅黑" panose="020B0503020204020204" charset="-122"/>
                <a:cs typeface="微软雅黑" panose="020B0503020204020204" charset="-122"/>
              </a:rPr>
              <a:t>物品</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完全</a:t>
            </a:r>
            <a:r>
              <a:rPr lang="zh-CN" altLang="en-US" sz="2000" b="1">
                <a:latin typeface="微软雅黑" panose="020B0503020204020204" charset="-122"/>
                <a:ea typeface="微软雅黑" panose="020B0503020204020204" charset="-122"/>
                <a:cs typeface="微软雅黑" panose="020B0503020204020204" charset="-122"/>
              </a:rPr>
              <a:t>装入</a:t>
            </a:r>
            <a:r>
              <a:rPr lang="zh-CN" altLang="en-US" sz="2000" b="1">
                <a:latin typeface="微软雅黑" panose="020B0503020204020204" charset="-122"/>
                <a:ea typeface="微软雅黑" panose="020B0503020204020204" charset="-122"/>
                <a:cs typeface="微软雅黑" panose="020B0503020204020204" charset="-122"/>
              </a:rPr>
              <a:t>背包条件：</a:t>
            </a:r>
            <a:endParaRPr lang="zh-CN" altLang="en-US" sz="2000" b="1">
              <a:latin typeface="微软雅黑" panose="020B0503020204020204" charset="-122"/>
              <a:ea typeface="微软雅黑" panose="020B0503020204020204" charset="-122"/>
              <a:cs typeface="微软雅黑" panose="020B0503020204020204" charset="-122"/>
            </a:endParaRPr>
          </a:p>
          <a:p>
            <a:pPr lvl="2" indent="-342900">
              <a:buFont typeface="Wingdings" panose="05000000000000000000" charset="0"/>
              <a:buChar char="u"/>
            </a:pPr>
            <a:r>
              <a:rPr lang="zh-CN" altLang="en-US" sz="2000" b="1">
                <a:latin typeface="微软雅黑" panose="020B0503020204020204" charset="-122"/>
                <a:ea typeface="微软雅黑" panose="020B0503020204020204" charset="-122"/>
                <a:cs typeface="微软雅黑" panose="020B0503020204020204" charset="-122"/>
              </a:rPr>
              <a:t>背包</a:t>
            </a:r>
            <a:r>
              <a:rPr lang="zh-CN" altLang="en-US" sz="2000" b="1">
                <a:latin typeface="微软雅黑" panose="020B0503020204020204" charset="-122"/>
                <a:ea typeface="微软雅黑" panose="020B0503020204020204" charset="-122"/>
                <a:cs typeface="微软雅黑" panose="020B0503020204020204" charset="-122"/>
                <a:sym typeface="+mn-ea"/>
              </a:rPr>
              <a:t>剩余</a:t>
            </a:r>
            <a:r>
              <a:rPr lang="zh-CN" altLang="en-US" sz="2000" b="1">
                <a:latin typeface="微软雅黑" panose="020B0503020204020204" charset="-122"/>
                <a:ea typeface="微软雅黑" panose="020B0503020204020204" charset="-122"/>
                <a:cs typeface="微软雅黑" panose="020B0503020204020204" charset="-122"/>
              </a:rPr>
              <a:t>重量</a:t>
            </a:r>
            <a:r>
              <a:rPr lang="en-US" altLang="zh-CN" sz="2000" b="1">
                <a:latin typeface="微软雅黑" panose="020B0503020204020204" charset="-122"/>
                <a:ea typeface="微软雅黑" panose="020B0503020204020204" charset="-122"/>
                <a:cs typeface="微软雅黑" panose="020B0503020204020204" charset="-122"/>
              </a:rPr>
              <a:t>&gt;</a:t>
            </a:r>
            <a:r>
              <a:rPr lang="zh-CN" altLang="en-US" sz="2000" b="1">
                <a:latin typeface="微软雅黑" panose="020B0503020204020204" charset="-122"/>
                <a:ea typeface="微软雅黑" panose="020B0503020204020204" charset="-122"/>
                <a:cs typeface="微软雅黑" panose="020B0503020204020204" charset="-122"/>
              </a:rPr>
              <a:t>某</a:t>
            </a:r>
            <a:r>
              <a:rPr lang="zh-CN" altLang="en-US" sz="2000" b="1">
                <a:latin typeface="微软雅黑" panose="020B0503020204020204" charset="-122"/>
                <a:ea typeface="微软雅黑" panose="020B0503020204020204" charset="-122"/>
                <a:cs typeface="微软雅黑" panose="020B0503020204020204" charset="-122"/>
              </a:rPr>
              <a:t>一个物品</a:t>
            </a:r>
            <a:r>
              <a:rPr lang="zh-CN" altLang="en-US" sz="2000" b="1">
                <a:latin typeface="微软雅黑" panose="020B0503020204020204" charset="-122"/>
                <a:ea typeface="微软雅黑" panose="020B0503020204020204" charset="-122"/>
                <a:cs typeface="微软雅黑" panose="020B0503020204020204" charset="-122"/>
              </a:rPr>
              <a:t>重量</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6" name="表格 15"/>
          <p:cNvGraphicFramePr/>
          <p:nvPr>
            <p:custDataLst>
              <p:tags r:id="rId6"/>
            </p:custDataLst>
          </p:nvPr>
        </p:nvGraphicFramePr>
        <p:xfrm>
          <a:off x="719201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6-4=2</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en-US" altLang="zh-CN" b="1">
                          <a:latin typeface="微软雅黑" panose="020B0503020204020204" charset="-122"/>
                          <a:ea typeface="微软雅黑" panose="020B0503020204020204" charset="-122"/>
                        </a:rPr>
                        <a:t>9+6=15</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7" name="文本框 16"/>
          <p:cNvSpPr txBox="1"/>
          <p:nvPr/>
        </p:nvSpPr>
        <p:spPr>
          <a:xfrm>
            <a:off x="-2540" y="6466840"/>
            <a:ext cx="11551920" cy="389255"/>
          </a:xfrm>
          <a:prstGeom prst="rect">
            <a:avLst/>
          </a:prstGeom>
          <a:noFill/>
        </p:spPr>
        <p:txBody>
          <a:bodyPr wrap="square" rtlCol="0">
            <a:noAutofit/>
          </a:bodyPr>
          <a:p>
            <a:pPr indent="457200"/>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当剩余</a:t>
            </a:r>
            <a:r>
              <a:rPr lang="zh-CN" altLang="en-US" sz="2000" b="1">
                <a:solidFill>
                  <a:srgbClr val="CC00FF"/>
                </a:solidFill>
                <a:latin typeface="微软雅黑" panose="020B0503020204020204" charset="-122"/>
                <a:ea typeface="微软雅黑" panose="020B0503020204020204" charset="-122"/>
                <a:cs typeface="微软雅黑" panose="020B0503020204020204" charset="-122"/>
                <a:sym typeface="+mn-ea"/>
              </a:rPr>
              <a:t>物品</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都无法完全装入背包时，考虑对价值</a:t>
            </a: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重量较大的物品进行分割，</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尽量装满背包</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为止</a:t>
            </a:r>
            <a:endParaRPr lang="zh-CN" altLang="en-US" sz="2000" b="1">
              <a:solidFill>
                <a:srgbClr val="CC00FF"/>
              </a:solidFill>
              <a:latin typeface="微软雅黑" panose="020B0503020204020204" charset="-122"/>
              <a:ea typeface="微软雅黑" panose="020B0503020204020204" charset="-122"/>
              <a:cs typeface="微软雅黑" panose="020B0503020204020204" charset="-122"/>
            </a:endParaRPr>
          </a:p>
        </p:txBody>
      </p:sp>
      <p:sp>
        <p:nvSpPr>
          <p:cNvPr id="33" name="矩形: 圆角 18"/>
          <p:cNvSpPr/>
          <p:nvPr/>
        </p:nvSpPr>
        <p:spPr>
          <a:xfrm>
            <a:off x="7585075" y="4937760"/>
            <a:ext cx="845185" cy="36576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矩形: 圆角 18"/>
          <p:cNvSpPr/>
          <p:nvPr/>
        </p:nvSpPr>
        <p:spPr>
          <a:xfrm>
            <a:off x="9262110" y="3429000"/>
            <a:ext cx="845185"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矩形: 圆角 18"/>
          <p:cNvSpPr/>
          <p:nvPr/>
        </p:nvSpPr>
        <p:spPr>
          <a:xfrm>
            <a:off x="10897870" y="3429000"/>
            <a:ext cx="845185"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7" grpId="0"/>
      <p:bldP spid="33"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dirty="0"/>
          </a:p>
        </p:txBody>
      </p:sp>
      <p:sp>
        <p:nvSpPr>
          <p:cNvPr id="5" name="文本框 4"/>
          <p:cNvSpPr txBox="1"/>
          <p:nvPr/>
        </p:nvSpPr>
        <p:spPr>
          <a:xfrm>
            <a:off x="1390015" y="75730"/>
            <a:ext cx="2214880" cy="706755"/>
          </a:xfrm>
          <a:prstGeom prst="rect">
            <a:avLst/>
          </a:prstGeom>
          <a:noFill/>
        </p:spPr>
        <p:txBody>
          <a:bodyPr wrap="none" rtlCol="0">
            <a:spAutoFit/>
          </a:bodyPr>
          <a:lstStyle/>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9" name="文本框 8"/>
          <p:cNvSpPr txBox="1"/>
          <p:nvPr/>
        </p:nvSpPr>
        <p:spPr>
          <a:xfrm>
            <a:off x="0" y="782320"/>
            <a:ext cx="12131675"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背包问题简述：</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有</a:t>
            </a:r>
            <a:r>
              <a:rPr lang="zh-CN" altLang="en-US" sz="2000" b="1">
                <a:latin typeface="微软雅黑" panose="020B0503020204020204" charset="-122"/>
                <a:ea typeface="微软雅黑" panose="020B0503020204020204" charset="-122"/>
                <a:cs typeface="微软雅黑" panose="020B0503020204020204" charset="-122"/>
              </a:rPr>
              <a:t>1个背包，</a:t>
            </a:r>
            <a:r>
              <a:rPr lang="zh-CN" altLang="en-US" sz="2000" b="1">
                <a:latin typeface="微软雅黑" panose="020B0503020204020204" charset="-122"/>
                <a:ea typeface="微软雅黑" panose="020B0503020204020204" charset="-122"/>
                <a:cs typeface="微软雅黑" panose="020B0503020204020204" charset="-122"/>
                <a:sym typeface="+mn-ea"/>
              </a:rPr>
              <a:t>背包的容量为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W</a:t>
            </a:r>
            <a:r>
              <a:rPr lang="zh-CN" altLang="en-US"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sym typeface="+mn-ea"/>
              </a:rPr>
              <a:t>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n</a:t>
            </a:r>
            <a:r>
              <a:rPr lang="zh-CN" altLang="en-US" sz="2000" b="1">
                <a:latin typeface="微软雅黑" panose="020B0503020204020204" charset="-122"/>
                <a:ea typeface="微软雅黑" panose="020B0503020204020204" charset="-122"/>
                <a:cs typeface="微软雅黑" panose="020B0503020204020204" charset="-122"/>
                <a:sym typeface="+mn-ea"/>
              </a:rPr>
              <a:t>个物品</a:t>
            </a:r>
            <a:r>
              <a:rPr lang="zh-CN" altLang="en-US" sz="2000" b="1">
                <a:latin typeface="微软雅黑" panose="020B0503020204020204" charset="-122"/>
                <a:ea typeface="微软雅黑" panose="020B0503020204020204" charset="-122"/>
                <a:cs typeface="微软雅黑" panose="020B0503020204020204" charset="-122"/>
              </a:rPr>
              <a:t>对物品i，其价值为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v</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，重量为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w</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。如何选取物品装入背包，使背包中所装入的物品的总价值最大?</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物品可以分割</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0" y="1521460"/>
            <a:ext cx="1219136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举例：</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zh-CN" altLang="en-US" sz="2000" b="1">
                <a:latin typeface="微软雅黑" panose="020B0503020204020204" charset="-122"/>
                <a:ea typeface="微软雅黑" panose="020B0503020204020204" charset="-122"/>
                <a:cs typeface="微软雅黑" panose="020B0503020204020204" charset="-122"/>
              </a:rPr>
              <a:t>有5个物品，其重量分别为2,2,6,5,4，价值分别为6,3,6,4,6，背包容量为10</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0" y="2280920"/>
            <a:ext cx="230441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思路：</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en-US" altLang="zh-CN" sz="2000" b="1">
                <a:latin typeface="微软雅黑" panose="020B0503020204020204" charset="-122"/>
                <a:ea typeface="微软雅黑" panose="020B0503020204020204" charset="-122"/>
                <a:cs typeface="微软雅黑" panose="020B0503020204020204" charset="-122"/>
              </a:rPr>
              <a:t>W=10</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n=5</a:t>
            </a:r>
            <a:endParaRPr lang="en-US" altLang="zh-CN" sz="2000" b="1">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2540" y="4253230"/>
            <a:ext cx="2304415" cy="106235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解决：</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a:r>
              <a:rPr lang="zh-CN" altLang="en-US" sz="2000" b="1">
                <a:latin typeface="微软雅黑" panose="020B0503020204020204" charset="-122"/>
                <a:ea typeface="微软雅黑" panose="020B0503020204020204" charset="-122"/>
                <a:cs typeface="微软雅黑" panose="020B0503020204020204" charset="-122"/>
              </a:rPr>
              <a:t>将</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价值</a:t>
            </a: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重量</a:t>
            </a:r>
            <a:endParaRPr lang="zh-CN" altLang="en-US" sz="2000" b="1">
              <a:latin typeface="微软雅黑" panose="020B0503020204020204" charset="-122"/>
              <a:ea typeface="微软雅黑" panose="020B0503020204020204" charset="-122"/>
              <a:cs typeface="微软雅黑" panose="020B0503020204020204" charset="-122"/>
            </a:endParaRPr>
          </a:p>
          <a:p>
            <a:pPr lvl="1"/>
            <a:r>
              <a:rPr lang="zh-CN" altLang="en-US" sz="2000" b="1">
                <a:latin typeface="微软雅黑" panose="020B0503020204020204" charset="-122"/>
                <a:ea typeface="微软雅黑" panose="020B0503020204020204" charset="-122"/>
                <a:cs typeface="微软雅黑" panose="020B0503020204020204" charset="-122"/>
              </a:rPr>
              <a:t>较大的先</a:t>
            </a:r>
            <a:r>
              <a:rPr lang="zh-CN" altLang="en-US" sz="2000" b="1">
                <a:latin typeface="微软雅黑" panose="020B0503020204020204" charset="-122"/>
                <a:ea typeface="微软雅黑" panose="020B0503020204020204" charset="-122"/>
                <a:cs typeface="微软雅黑" panose="020B0503020204020204" charset="-122"/>
              </a:rPr>
              <a:t>装入</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3" name="表格 12"/>
          <p:cNvGraphicFramePr/>
          <p:nvPr>
            <p:custDataLst>
              <p:tags r:id="rId1"/>
            </p:custDataLst>
          </p:nvPr>
        </p:nvGraphicFramePr>
        <p:xfrm>
          <a:off x="2301875" y="3784600"/>
          <a:ext cx="9829800" cy="38100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81000">
                <a:tc>
                  <a:txBody>
                    <a:bodyPr/>
                    <a:p>
                      <a:pPr algn="ctr">
                        <a:buNone/>
                      </a:pPr>
                      <a:r>
                        <a:rPr lang="zh-CN" altLang="en-US" b="1">
                          <a:latin typeface="微软雅黑" panose="020B0503020204020204" charset="-122"/>
                          <a:ea typeface="微软雅黑" panose="020B0503020204020204" charset="-122"/>
                          <a:cs typeface="微软雅黑" panose="020B0503020204020204" charset="-122"/>
                        </a:rPr>
                        <a:t>价值</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重量</a:t>
                      </a:r>
                      <a:endParaRPr lang="zh-CN" altLang="en-US" b="1">
                        <a:latin typeface="微软雅黑" panose="020B0503020204020204" charset="-122"/>
                        <a:ea typeface="微软雅黑" panose="020B0503020204020204" charset="-122"/>
                        <a:cs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3</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0.8</a:t>
                      </a:r>
                      <a:endParaRPr lang="en-US" altLang="zh-CN" b="1">
                        <a:solidFill>
                          <a:srgbClr val="CC00FF"/>
                        </a:solidFill>
                        <a:latin typeface="微软雅黑" panose="020B0503020204020204" charset="-122"/>
                        <a:ea typeface="微软雅黑" panose="020B0503020204020204" charset="-122"/>
                      </a:endParaRPr>
                    </a:p>
                  </a:txBody>
                  <a:tcPr anchor="ctr" anchorCtr="0"/>
                </a:tc>
              </a:tr>
            </a:tbl>
          </a:graphicData>
        </a:graphic>
      </p:graphicFrame>
      <p:graphicFrame>
        <p:nvGraphicFramePr>
          <p:cNvPr id="15" name="表格 14"/>
          <p:cNvGraphicFramePr/>
          <p:nvPr>
            <p:custDataLst>
              <p:tags r:id="rId2"/>
            </p:custDataLst>
          </p:nvPr>
        </p:nvGraphicFramePr>
        <p:xfrm>
          <a:off x="2301875" y="2660650"/>
          <a:ext cx="9829800" cy="112395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74650">
                <a:tc>
                  <a:txBody>
                    <a:bodyPr/>
                    <a:p>
                      <a:pPr algn="ctr">
                        <a:buNone/>
                      </a:pPr>
                      <a:r>
                        <a:rPr lang="zh-CN" altLang="en-US" b="1">
                          <a:latin typeface="微软雅黑" panose="020B0503020204020204" charset="-122"/>
                          <a:ea typeface="微软雅黑" panose="020B0503020204020204" charset="-122"/>
                        </a:rPr>
                        <a:t>物品</a:t>
                      </a: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1</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2</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5</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3</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4</a:t>
                      </a:r>
                      <a:endParaRPr lang="en-US" altLang="zh-CN" b="1">
                        <a:solidFill>
                          <a:schemeClr val="accent2"/>
                        </a:solidFill>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价值</a:t>
                      </a:r>
                      <a:r>
                        <a:rPr lang="en-US" altLang="zh-CN" b="1">
                          <a:latin typeface="微软雅黑" panose="020B0503020204020204" charset="-122"/>
                          <a:ea typeface="微软雅黑" panose="020B0503020204020204" charset="-122"/>
                        </a:rPr>
                        <a:t>v</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重量</a:t>
                      </a:r>
                      <a:r>
                        <a:rPr lang="en-US" altLang="zh-CN" b="1">
                          <a:latin typeface="微软雅黑" panose="020B0503020204020204" charset="-122"/>
                          <a:ea typeface="微软雅黑" panose="020B0503020204020204" charset="-122"/>
                        </a:rPr>
                        <a:t>w</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r>
            </a:tbl>
          </a:graphicData>
        </a:graphic>
      </p:graphicFrame>
      <p:graphicFrame>
        <p:nvGraphicFramePr>
          <p:cNvPr id="7" name="表格 6"/>
          <p:cNvGraphicFramePr/>
          <p:nvPr>
            <p:custDataLst>
              <p:tags r:id="rId3"/>
            </p:custDataLst>
          </p:nvPr>
        </p:nvGraphicFramePr>
        <p:xfrm>
          <a:off x="2301875" y="4577080"/>
          <a:ext cx="1628775" cy="1097280"/>
        </p:xfrm>
        <a:graphic>
          <a:graphicData uri="http://schemas.openxmlformats.org/drawingml/2006/table">
            <a:tbl>
              <a:tblPr firstCol="1">
                <a:tableStyleId>{5C22544A-7EE6-4342-B048-85BDC9FD1C3A}</a:tableStyleId>
              </a:tblPr>
              <a:tblGrid>
                <a:gridCol w="1628775"/>
              </a:tblGrid>
              <a:tr h="365760">
                <a:tc>
                  <a:txBody>
                    <a:bodyPr/>
                    <a:p>
                      <a:pPr algn="ctr">
                        <a:buNone/>
                      </a:pPr>
                      <a:r>
                        <a:rPr lang="zh-CN" altLang="en-US" sz="1800">
                          <a:latin typeface="微软雅黑" panose="020B0503020204020204" charset="-122"/>
                          <a:ea typeface="微软雅黑" panose="020B0503020204020204" charset="-122"/>
                          <a:sym typeface="+mn-ea"/>
                        </a:rPr>
                        <a:t>装入物品</a:t>
                      </a:r>
                      <a:r>
                        <a:rPr lang="en-US" altLang="zh-CN" sz="1800">
                          <a:latin typeface="微软雅黑" panose="020B0503020204020204" charset="-122"/>
                          <a:ea typeface="微软雅黑" panose="020B0503020204020204" charset="-122"/>
                          <a:sym typeface="+mn-ea"/>
                        </a:rPr>
                        <a:t>i</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zh-CN" altLang="en-US" sz="1800">
                          <a:latin typeface="微软雅黑" panose="020B0503020204020204" charset="-122"/>
                          <a:ea typeface="微软雅黑" panose="020B0503020204020204" charset="-122"/>
                          <a:sym typeface="+mn-ea"/>
                        </a:rPr>
                        <a:t>背包剩余重量</a:t>
                      </a:r>
                      <a:endParaRPr lang="zh-CN" altLang="en-US"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zh-CN" altLang="en-US" b="1">
                          <a:latin typeface="微软雅黑" panose="020B0503020204020204" charset="-122"/>
                          <a:ea typeface="微软雅黑" panose="020B0503020204020204" charset="-122"/>
                        </a:rPr>
                        <a:t>当前价值</a:t>
                      </a:r>
                      <a:r>
                        <a:rPr lang="zh-CN" altLang="en-US" b="1">
                          <a:latin typeface="微软雅黑" panose="020B0503020204020204" charset="-122"/>
                          <a:ea typeface="微软雅黑" panose="020B0503020204020204" charset="-122"/>
                        </a:rPr>
                        <a:t>总和</a:t>
                      </a:r>
                      <a:endParaRPr lang="zh-CN" altLang="en-US" b="1">
                        <a:latin typeface="微软雅黑" panose="020B0503020204020204" charset="-122"/>
                        <a:ea typeface="微软雅黑" panose="020B0503020204020204" charset="-122"/>
                      </a:endParaRPr>
                    </a:p>
                  </a:txBody>
                  <a:tcPr anchor="ctr" anchorCtr="0"/>
                </a:tc>
              </a:tr>
            </a:tbl>
          </a:graphicData>
        </a:graphic>
      </p:graphicFrame>
      <p:graphicFrame>
        <p:nvGraphicFramePr>
          <p:cNvPr id="11" name="表格 10"/>
          <p:cNvGraphicFramePr/>
          <p:nvPr>
            <p:custDataLst>
              <p:tags r:id="rId4"/>
            </p:custDataLst>
          </p:nvPr>
        </p:nvGraphicFramePr>
        <p:xfrm>
          <a:off x="393065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8</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r>
            </a:tbl>
          </a:graphicData>
        </a:graphic>
      </p:graphicFrame>
      <p:graphicFrame>
        <p:nvGraphicFramePr>
          <p:cNvPr id="12" name="表格 11"/>
          <p:cNvGraphicFramePr/>
          <p:nvPr>
            <p:custDataLst>
              <p:tags r:id="rId5"/>
            </p:custDataLst>
          </p:nvPr>
        </p:nvGraphicFramePr>
        <p:xfrm>
          <a:off x="556133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6</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4" name="文本框 13"/>
          <p:cNvSpPr txBox="1"/>
          <p:nvPr/>
        </p:nvSpPr>
        <p:spPr>
          <a:xfrm>
            <a:off x="0" y="6003290"/>
            <a:ext cx="2673985" cy="353060"/>
          </a:xfrm>
          <a:prstGeom prst="rect">
            <a:avLst/>
          </a:prstGeom>
          <a:noFill/>
        </p:spPr>
        <p:txBody>
          <a:bodyPr wrap="square" rtlCol="0">
            <a:noAutofit/>
          </a:bodyPr>
          <a:p>
            <a:r>
              <a:rPr lang="zh-CN" altLang="en-US" sz="2000" b="1">
                <a:latin typeface="微软雅黑" panose="020B0503020204020204" charset="-122"/>
                <a:ea typeface="微软雅黑" panose="020B0503020204020204" charset="-122"/>
                <a:cs typeface="微软雅黑" panose="020B0503020204020204" charset="-122"/>
              </a:rPr>
              <a:t>价值</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重量：单位</a:t>
            </a:r>
            <a:r>
              <a:rPr lang="zh-CN" altLang="en-US" sz="2000" b="1">
                <a:latin typeface="微软雅黑" panose="020B0503020204020204" charset="-122"/>
                <a:ea typeface="微软雅黑" panose="020B0503020204020204" charset="-122"/>
                <a:cs typeface="微软雅黑" panose="020B0503020204020204" charset="-122"/>
              </a:rPr>
              <a:t>价值</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6" name="表格 15"/>
          <p:cNvGraphicFramePr/>
          <p:nvPr>
            <p:custDataLst>
              <p:tags r:id="rId6"/>
            </p:custDataLst>
          </p:nvPr>
        </p:nvGraphicFramePr>
        <p:xfrm>
          <a:off x="719201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2</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en-US" altLang="zh-CN" b="1">
                          <a:latin typeface="微软雅黑" panose="020B0503020204020204" charset="-122"/>
                          <a:ea typeface="微软雅黑" panose="020B0503020204020204" charset="-122"/>
                        </a:rPr>
                        <a:t>15</a:t>
                      </a:r>
                      <a:endParaRPr lang="en-US" altLang="zh-CN" b="1">
                        <a:latin typeface="微软雅黑" panose="020B0503020204020204" charset="-122"/>
                        <a:ea typeface="微软雅黑" panose="020B0503020204020204" charset="-122"/>
                      </a:endParaRPr>
                    </a:p>
                  </a:txBody>
                  <a:tcPr anchor="ctr" anchorCtr="0"/>
                </a:tc>
              </a:tr>
            </a:tbl>
          </a:graphicData>
        </a:graphic>
      </p:graphicFrame>
      <p:cxnSp>
        <p:nvCxnSpPr>
          <p:cNvPr id="3" name="直接箭头连接符 2"/>
          <p:cNvCxnSpPr>
            <a:endCxn id="14" idx="0"/>
          </p:cNvCxnSpPr>
          <p:nvPr/>
        </p:nvCxnSpPr>
        <p:spPr>
          <a:xfrm flipH="1">
            <a:off x="1337310" y="3973830"/>
            <a:ext cx="1252220" cy="2029460"/>
          </a:xfrm>
          <a:prstGeom prst="straightConnector1">
            <a:avLst/>
          </a:prstGeom>
          <a:ln w="63500">
            <a:solidFill>
              <a:srgbClr val="FFC000"/>
            </a:solidFill>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2589530" y="6003290"/>
            <a:ext cx="2755265" cy="353060"/>
          </a:xfrm>
          <a:prstGeom prst="rect">
            <a:avLst/>
          </a:prstGeom>
          <a:noFill/>
        </p:spPr>
        <p:txBody>
          <a:bodyPr wrap="square" rtlCol="0">
            <a:noAutofit/>
          </a:bodyPr>
          <a:p>
            <a:r>
              <a:rPr lang="en-US" altLang="zh-CN" sz="2000" b="1">
                <a:latin typeface="微软雅黑" panose="020B0503020204020204" charset="-122"/>
                <a:ea typeface="微软雅黑" panose="020B0503020204020204" charset="-122"/>
                <a:cs typeface="微软雅黑" panose="020B0503020204020204" charset="-122"/>
              </a:rPr>
              <a:t>--&gt;  </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单位重量的价值</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7" name="表格 16"/>
          <p:cNvGraphicFramePr/>
          <p:nvPr>
            <p:custDataLst>
              <p:tags r:id="rId7"/>
            </p:custDataLst>
          </p:nvPr>
        </p:nvGraphicFramePr>
        <p:xfrm>
          <a:off x="882269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latin typeface="微软雅黑" panose="020B0503020204020204" charset="-122"/>
                          <a:ea typeface="微软雅黑" panose="020B0503020204020204" charset="-122"/>
                        </a:rPr>
                        <a:t>3</a:t>
                      </a:r>
                      <a:r>
                        <a:rPr lang="zh-CN" altLang="en-US" b="1">
                          <a:latin typeface="微软雅黑" panose="020B0503020204020204" charset="-122"/>
                          <a:ea typeface="微软雅黑" panose="020B0503020204020204" charset="-122"/>
                        </a:rPr>
                        <a:t>（</a:t>
                      </a:r>
                      <a:r>
                        <a:rPr lang="zh-CN" altLang="en-US" b="1">
                          <a:latin typeface="微软雅黑" panose="020B0503020204020204" charset="-122"/>
                          <a:ea typeface="微软雅黑" panose="020B0503020204020204" charset="-122"/>
                        </a:rPr>
                        <a:t>部分）</a:t>
                      </a:r>
                      <a:endParaRPr lang="zh-CN" altLang="en-US" b="1">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2-2=0</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en-US" altLang="zh-CN" b="1">
                          <a:latin typeface="微软雅黑" panose="020B0503020204020204" charset="-122"/>
                          <a:ea typeface="微软雅黑" panose="020B0503020204020204" charset="-122"/>
                        </a:rPr>
                        <a:t>15+1*2=17</a:t>
                      </a:r>
                      <a:endParaRPr lang="en-US" altLang="zh-CN" b="1">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dirty="0"/>
          </a:p>
        </p:txBody>
      </p:sp>
      <p:sp>
        <p:nvSpPr>
          <p:cNvPr id="5" name="文本框 4"/>
          <p:cNvSpPr txBox="1"/>
          <p:nvPr/>
        </p:nvSpPr>
        <p:spPr>
          <a:xfrm>
            <a:off x="1390015" y="75730"/>
            <a:ext cx="2214880" cy="706755"/>
          </a:xfrm>
          <a:prstGeom prst="rect">
            <a:avLst/>
          </a:prstGeom>
          <a:noFill/>
        </p:spPr>
        <p:txBody>
          <a:bodyPr wrap="none" rtlCol="0">
            <a:spAutoFit/>
          </a:bodyPr>
          <a:lstStyle/>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9" name="文本框 8"/>
          <p:cNvSpPr txBox="1"/>
          <p:nvPr/>
        </p:nvSpPr>
        <p:spPr>
          <a:xfrm>
            <a:off x="0" y="782320"/>
            <a:ext cx="12131675"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背包问题简述：</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有</a:t>
            </a:r>
            <a:r>
              <a:rPr lang="zh-CN" altLang="en-US" sz="2000" b="1">
                <a:latin typeface="微软雅黑" panose="020B0503020204020204" charset="-122"/>
                <a:ea typeface="微软雅黑" panose="020B0503020204020204" charset="-122"/>
                <a:cs typeface="微软雅黑" panose="020B0503020204020204" charset="-122"/>
              </a:rPr>
              <a:t>1个背包，</a:t>
            </a:r>
            <a:r>
              <a:rPr lang="zh-CN" altLang="en-US" sz="2000" b="1">
                <a:latin typeface="微软雅黑" panose="020B0503020204020204" charset="-122"/>
                <a:ea typeface="微软雅黑" panose="020B0503020204020204" charset="-122"/>
                <a:cs typeface="微软雅黑" panose="020B0503020204020204" charset="-122"/>
                <a:sym typeface="+mn-ea"/>
              </a:rPr>
              <a:t>背包的容量为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W</a:t>
            </a:r>
            <a:r>
              <a:rPr lang="zh-CN" altLang="en-US"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sym typeface="+mn-ea"/>
              </a:rPr>
              <a:t>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n</a:t>
            </a:r>
            <a:r>
              <a:rPr lang="zh-CN" altLang="en-US" sz="2000" b="1">
                <a:latin typeface="微软雅黑" panose="020B0503020204020204" charset="-122"/>
                <a:ea typeface="微软雅黑" panose="020B0503020204020204" charset="-122"/>
                <a:cs typeface="微软雅黑" panose="020B0503020204020204" charset="-122"/>
                <a:sym typeface="+mn-ea"/>
              </a:rPr>
              <a:t>个物品</a:t>
            </a:r>
            <a:r>
              <a:rPr lang="zh-CN" altLang="en-US" sz="2000" b="1">
                <a:latin typeface="微软雅黑" panose="020B0503020204020204" charset="-122"/>
                <a:ea typeface="微软雅黑" panose="020B0503020204020204" charset="-122"/>
                <a:cs typeface="微软雅黑" panose="020B0503020204020204" charset="-122"/>
              </a:rPr>
              <a:t>对物品i，其价值为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v</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，重量为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w</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。如何选取物品装入背包，使背包中所装入的物品的总价值最大?</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物品可以分割</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0" y="1521460"/>
            <a:ext cx="1219136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举例：</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zh-CN" altLang="en-US" sz="2000" b="1">
                <a:latin typeface="微软雅黑" panose="020B0503020204020204" charset="-122"/>
                <a:ea typeface="微软雅黑" panose="020B0503020204020204" charset="-122"/>
                <a:cs typeface="微软雅黑" panose="020B0503020204020204" charset="-122"/>
              </a:rPr>
              <a:t>有5个物品，其重量分别为2,2,6,5,4，价值分别为6,3,6,4,6，背包容量为10</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0" y="2280920"/>
            <a:ext cx="2304415" cy="75946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思路：</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indent="0">
              <a:buFont typeface="Wingdings" panose="05000000000000000000" charset="0"/>
              <a:buNone/>
            </a:pPr>
            <a:r>
              <a:rPr lang="en-US" altLang="zh-CN" sz="2000" b="1">
                <a:latin typeface="微软雅黑" panose="020B0503020204020204" charset="-122"/>
                <a:ea typeface="微软雅黑" panose="020B0503020204020204" charset="-122"/>
                <a:cs typeface="微软雅黑" panose="020B0503020204020204" charset="-122"/>
              </a:rPr>
              <a:t>W=10</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n=5</a:t>
            </a:r>
            <a:endParaRPr lang="en-US" altLang="zh-CN" sz="2000" b="1">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2540" y="4538980"/>
            <a:ext cx="2304415" cy="44513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合并：</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lvl="1"/>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3" name="表格 12"/>
          <p:cNvGraphicFramePr/>
          <p:nvPr>
            <p:custDataLst>
              <p:tags r:id="rId1"/>
            </p:custDataLst>
          </p:nvPr>
        </p:nvGraphicFramePr>
        <p:xfrm>
          <a:off x="2301875" y="3784600"/>
          <a:ext cx="9829800" cy="38100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81000">
                <a:tc>
                  <a:txBody>
                    <a:bodyPr/>
                    <a:p>
                      <a:pPr algn="ctr">
                        <a:buNone/>
                      </a:pPr>
                      <a:r>
                        <a:rPr lang="zh-CN" altLang="en-US" b="1">
                          <a:latin typeface="微软雅黑" panose="020B0503020204020204" charset="-122"/>
                          <a:ea typeface="微软雅黑" panose="020B0503020204020204" charset="-122"/>
                          <a:cs typeface="微软雅黑" panose="020B0503020204020204" charset="-122"/>
                        </a:rPr>
                        <a:t>价值</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重量</a:t>
                      </a:r>
                      <a:endParaRPr lang="zh-CN" altLang="en-US" b="1">
                        <a:latin typeface="微软雅黑" panose="020B0503020204020204" charset="-122"/>
                        <a:ea typeface="微软雅黑" panose="020B0503020204020204" charset="-122"/>
                        <a:cs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3</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1.5</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1</a:t>
                      </a:r>
                      <a:endParaRPr lang="en-US" altLang="zh-CN" b="1">
                        <a:solidFill>
                          <a:srgbClr val="CC00FF"/>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rgbClr val="CC00FF"/>
                          </a:solidFill>
                          <a:latin typeface="微软雅黑" panose="020B0503020204020204" charset="-122"/>
                          <a:ea typeface="微软雅黑" panose="020B0503020204020204" charset="-122"/>
                        </a:rPr>
                        <a:t>0.8</a:t>
                      </a:r>
                      <a:endParaRPr lang="en-US" altLang="zh-CN" b="1">
                        <a:solidFill>
                          <a:srgbClr val="CC00FF"/>
                        </a:solidFill>
                        <a:latin typeface="微软雅黑" panose="020B0503020204020204" charset="-122"/>
                        <a:ea typeface="微软雅黑" panose="020B0503020204020204" charset="-122"/>
                      </a:endParaRPr>
                    </a:p>
                  </a:txBody>
                  <a:tcPr anchor="ctr" anchorCtr="0"/>
                </a:tc>
              </a:tr>
            </a:tbl>
          </a:graphicData>
        </a:graphic>
      </p:graphicFrame>
      <p:graphicFrame>
        <p:nvGraphicFramePr>
          <p:cNvPr id="15" name="表格 14"/>
          <p:cNvGraphicFramePr/>
          <p:nvPr>
            <p:custDataLst>
              <p:tags r:id="rId2"/>
            </p:custDataLst>
          </p:nvPr>
        </p:nvGraphicFramePr>
        <p:xfrm>
          <a:off x="2301875" y="2660650"/>
          <a:ext cx="9829800" cy="1123950"/>
        </p:xfrm>
        <a:graphic>
          <a:graphicData uri="http://schemas.openxmlformats.org/drawingml/2006/table">
            <a:tbl>
              <a:tblPr firstCol="1">
                <a:tableStyleId>{7DF18680-E054-41AD-8BC1-D1AEF772440D}</a:tableStyleId>
              </a:tblPr>
              <a:tblGrid>
                <a:gridCol w="1638300"/>
                <a:gridCol w="1638300"/>
                <a:gridCol w="1638300"/>
                <a:gridCol w="1638300"/>
                <a:gridCol w="1638300"/>
                <a:gridCol w="1638300"/>
              </a:tblGrid>
              <a:tr h="374650">
                <a:tc>
                  <a:txBody>
                    <a:bodyPr/>
                    <a:p>
                      <a:pPr algn="ctr">
                        <a:buNone/>
                      </a:pPr>
                      <a:r>
                        <a:rPr lang="zh-CN" altLang="en-US" b="1">
                          <a:latin typeface="微软雅黑" panose="020B0503020204020204" charset="-122"/>
                          <a:ea typeface="微软雅黑" panose="020B0503020204020204" charset="-122"/>
                        </a:rPr>
                        <a:t>物品</a:t>
                      </a: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1</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2</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5</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3</a:t>
                      </a:r>
                      <a:endParaRPr lang="en-US" altLang="zh-CN" b="1">
                        <a:solidFill>
                          <a:schemeClr val="accent2"/>
                        </a:solidFill>
                        <a:latin typeface="微软雅黑" panose="020B0503020204020204" charset="-122"/>
                        <a:ea typeface="微软雅黑" panose="020B0503020204020204" charset="-122"/>
                      </a:endParaRPr>
                    </a:p>
                  </a:txBody>
                  <a:tcPr anchor="ctr" anchorCtr="0"/>
                </a:tc>
                <a:tc>
                  <a:txBody>
                    <a:bodyPr/>
                    <a:p>
                      <a:pPr algn="ctr">
                        <a:buNone/>
                      </a:pPr>
                      <a:r>
                        <a:rPr lang="en-US" altLang="zh-CN" b="1">
                          <a:solidFill>
                            <a:schemeClr val="accent2"/>
                          </a:solidFill>
                          <a:latin typeface="微软雅黑" panose="020B0503020204020204" charset="-122"/>
                          <a:ea typeface="微软雅黑" panose="020B0503020204020204" charset="-122"/>
                        </a:rPr>
                        <a:t>4</a:t>
                      </a:r>
                      <a:endParaRPr lang="en-US" altLang="zh-CN" b="1">
                        <a:solidFill>
                          <a:schemeClr val="accent2"/>
                        </a:solidFill>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价值</a:t>
                      </a:r>
                      <a:r>
                        <a:rPr lang="en-US" altLang="zh-CN" b="1">
                          <a:latin typeface="微软雅黑" panose="020B0503020204020204" charset="-122"/>
                          <a:ea typeface="微软雅黑" panose="020B0503020204020204" charset="-122"/>
                        </a:rPr>
                        <a:t>v</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r>
              <a:tr h="374650">
                <a:tc>
                  <a:txBody>
                    <a:bodyPr/>
                    <a:p>
                      <a:pPr algn="ctr">
                        <a:buNone/>
                      </a:pPr>
                      <a:r>
                        <a:rPr lang="zh-CN" altLang="en-US" b="1">
                          <a:latin typeface="微软雅黑" panose="020B0503020204020204" charset="-122"/>
                          <a:ea typeface="微软雅黑" panose="020B0503020204020204" charset="-122"/>
                        </a:rPr>
                        <a:t>重量</a:t>
                      </a:r>
                      <a:r>
                        <a:rPr lang="en-US" altLang="zh-CN" b="1">
                          <a:latin typeface="微软雅黑" panose="020B0503020204020204" charset="-122"/>
                          <a:ea typeface="微软雅黑" panose="020B0503020204020204" charset="-122"/>
                        </a:rPr>
                        <a:t>w</a:t>
                      </a:r>
                      <a:r>
                        <a:rPr lang="en-US" altLang="zh-CN" b="1" baseline="-25000">
                          <a:latin typeface="微软雅黑" panose="020B0503020204020204" charset="-122"/>
                          <a:ea typeface="微软雅黑" panose="020B0503020204020204" charset="-122"/>
                        </a:rPr>
                        <a:t>i</a:t>
                      </a:r>
                      <a:endParaRPr lang="en-US" altLang="zh-CN" b="1" baseline="-25000">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r>
            </a:tbl>
          </a:graphicData>
        </a:graphic>
      </p:graphicFrame>
      <p:graphicFrame>
        <p:nvGraphicFramePr>
          <p:cNvPr id="7" name="表格 6"/>
          <p:cNvGraphicFramePr/>
          <p:nvPr>
            <p:custDataLst>
              <p:tags r:id="rId3"/>
            </p:custDataLst>
          </p:nvPr>
        </p:nvGraphicFramePr>
        <p:xfrm>
          <a:off x="2301875" y="4577080"/>
          <a:ext cx="1628775" cy="1097280"/>
        </p:xfrm>
        <a:graphic>
          <a:graphicData uri="http://schemas.openxmlformats.org/drawingml/2006/table">
            <a:tbl>
              <a:tblPr firstCol="1">
                <a:tableStyleId>{5C22544A-7EE6-4342-B048-85BDC9FD1C3A}</a:tableStyleId>
              </a:tblPr>
              <a:tblGrid>
                <a:gridCol w="1628775"/>
              </a:tblGrid>
              <a:tr h="365760">
                <a:tc>
                  <a:txBody>
                    <a:bodyPr/>
                    <a:p>
                      <a:pPr algn="ctr">
                        <a:buNone/>
                      </a:pPr>
                      <a:r>
                        <a:rPr lang="zh-CN" altLang="en-US" sz="1800">
                          <a:latin typeface="微软雅黑" panose="020B0503020204020204" charset="-122"/>
                          <a:ea typeface="微软雅黑" panose="020B0503020204020204" charset="-122"/>
                          <a:sym typeface="+mn-ea"/>
                        </a:rPr>
                        <a:t>物品</a:t>
                      </a:r>
                      <a:r>
                        <a:rPr lang="en-US" altLang="zh-CN" sz="1800">
                          <a:latin typeface="微软雅黑" panose="020B0503020204020204" charset="-122"/>
                          <a:ea typeface="微软雅黑" panose="020B0503020204020204" charset="-122"/>
                          <a:sym typeface="+mn-ea"/>
                        </a:rPr>
                        <a:t>i</a:t>
                      </a:r>
                      <a:endParaRPr lang="en-US" altLang="zh-CN" sz="1800" b="1">
                        <a:latin typeface="微软雅黑" panose="020B0503020204020204" charset="-122"/>
                        <a:ea typeface="微软雅黑" panose="020B0503020204020204" charset="-122"/>
                        <a:sym typeface="+mn-ea"/>
                      </a:endParaRPr>
                    </a:p>
                  </a:txBody>
                  <a:tcPr anchor="ctr" anchorCtr="0"/>
                </a:tc>
              </a:tr>
              <a:tr h="365760">
                <a:tc>
                  <a:txBody>
                    <a:bodyPr/>
                    <a:p>
                      <a:pPr algn="ctr">
                        <a:buNone/>
                      </a:pPr>
                      <a:r>
                        <a:rPr lang="zh-CN" altLang="en-US" sz="1800" b="1">
                          <a:latin typeface="微软雅黑" panose="020B0503020204020204" charset="-122"/>
                          <a:ea typeface="微软雅黑" panose="020B0503020204020204" charset="-122"/>
                          <a:sym typeface="+mn-ea"/>
                        </a:rPr>
                        <a:t>状态</a:t>
                      </a:r>
                      <a:endParaRPr lang="zh-CN" altLang="en-US" sz="1800" b="1">
                        <a:latin typeface="微软雅黑" panose="020B0503020204020204" charset="-122"/>
                        <a:ea typeface="微软雅黑" panose="020B0503020204020204" charset="-122"/>
                        <a:sym typeface="+mn-ea"/>
                      </a:endParaRPr>
                    </a:p>
                  </a:txBody>
                  <a:tcPr anchor="ctr" anchorCtr="0"/>
                </a:tc>
              </a:tr>
            </a:tbl>
          </a:graphicData>
        </a:graphic>
      </p:graphicFrame>
      <p:graphicFrame>
        <p:nvGraphicFramePr>
          <p:cNvPr id="11" name="表格 10"/>
          <p:cNvGraphicFramePr/>
          <p:nvPr>
            <p:custDataLst>
              <p:tags r:id="rId4"/>
            </p:custDataLst>
          </p:nvPr>
        </p:nvGraphicFramePr>
        <p:xfrm>
          <a:off x="393065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solidFill>
                            <a:schemeClr val="accent2"/>
                          </a:solidFill>
                          <a:latin typeface="微软雅黑" panose="020B0503020204020204" charset="-122"/>
                          <a:ea typeface="微软雅黑" panose="020B0503020204020204" charset="-122"/>
                        </a:rPr>
                        <a:t>1</a:t>
                      </a:r>
                      <a:endParaRPr lang="en-US" altLang="zh-CN" b="1">
                        <a:solidFill>
                          <a:schemeClr val="accent2"/>
                        </a:solidFill>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1</a:t>
                      </a:r>
                      <a:endParaRPr lang="en-US" altLang="zh-CN" sz="1800" b="1">
                        <a:latin typeface="微软雅黑" panose="020B0503020204020204" charset="-122"/>
                        <a:ea typeface="微软雅黑" panose="020B0503020204020204" charset="-122"/>
                        <a:sym typeface="+mn-ea"/>
                      </a:endParaRPr>
                    </a:p>
                  </a:txBody>
                  <a:tcPr anchor="ctr" anchorCtr="0"/>
                </a:tc>
              </a:tr>
            </a:tbl>
          </a:graphicData>
        </a:graphic>
      </p:graphicFrame>
      <p:graphicFrame>
        <p:nvGraphicFramePr>
          <p:cNvPr id="12" name="表格 11"/>
          <p:cNvGraphicFramePr/>
          <p:nvPr>
            <p:custDataLst>
              <p:tags r:id="rId5"/>
            </p:custDataLst>
          </p:nvPr>
        </p:nvGraphicFramePr>
        <p:xfrm>
          <a:off x="556133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solidFill>
                            <a:schemeClr val="accent2"/>
                          </a:solidFill>
                          <a:latin typeface="微软雅黑" panose="020B0503020204020204" charset="-122"/>
                          <a:ea typeface="微软雅黑" panose="020B0503020204020204" charset="-122"/>
                        </a:rPr>
                        <a:t>2</a:t>
                      </a:r>
                      <a:endParaRPr lang="en-US" altLang="zh-CN" b="1">
                        <a:solidFill>
                          <a:schemeClr val="accent2"/>
                        </a:solidFill>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1</a:t>
                      </a:r>
                      <a:endParaRPr lang="en-US" altLang="zh-CN" sz="1800" b="1">
                        <a:latin typeface="微软雅黑" panose="020B0503020204020204" charset="-122"/>
                        <a:ea typeface="微软雅黑" panose="020B0503020204020204" charset="-122"/>
                        <a:sym typeface="+mn-ea"/>
                      </a:endParaRPr>
                    </a:p>
                  </a:txBody>
                  <a:tcPr anchor="ctr" anchorCtr="0"/>
                </a:tc>
              </a:tr>
            </a:tbl>
          </a:graphicData>
        </a:graphic>
      </p:graphicFrame>
      <p:graphicFrame>
        <p:nvGraphicFramePr>
          <p:cNvPr id="16" name="表格 15"/>
          <p:cNvGraphicFramePr/>
          <p:nvPr>
            <p:custDataLst>
              <p:tags r:id="rId6"/>
            </p:custDataLst>
          </p:nvPr>
        </p:nvGraphicFramePr>
        <p:xfrm>
          <a:off x="719201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altLang="zh-CN" b="1">
                          <a:solidFill>
                            <a:schemeClr val="accent2"/>
                          </a:solidFill>
                          <a:latin typeface="微软雅黑" panose="020B0503020204020204" charset="-122"/>
                          <a:ea typeface="微软雅黑" panose="020B0503020204020204" charset="-122"/>
                        </a:rPr>
                        <a:t>3</a:t>
                      </a:r>
                      <a:endParaRPr lang="en-US" altLang="zh-CN" b="1">
                        <a:solidFill>
                          <a:schemeClr val="accent2"/>
                        </a:solidFill>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1/3</a:t>
                      </a:r>
                      <a:endParaRPr lang="en-US" altLang="zh-CN" sz="1800" b="1">
                        <a:latin typeface="微软雅黑" panose="020B0503020204020204" charset="-122"/>
                        <a:ea typeface="微软雅黑" panose="020B0503020204020204" charset="-122"/>
                        <a:sym typeface="+mn-ea"/>
                      </a:endParaRPr>
                    </a:p>
                  </a:txBody>
                  <a:tcPr anchor="ctr" anchorCtr="0"/>
                </a:tc>
              </a:tr>
            </a:tbl>
          </a:graphicData>
        </a:graphic>
      </p:graphicFrame>
      <p:graphicFrame>
        <p:nvGraphicFramePr>
          <p:cNvPr id="17" name="表格 16"/>
          <p:cNvGraphicFramePr/>
          <p:nvPr>
            <p:custDataLst>
              <p:tags r:id="rId7"/>
            </p:custDataLst>
          </p:nvPr>
        </p:nvGraphicFramePr>
        <p:xfrm>
          <a:off x="8822690"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b="1">
                          <a:solidFill>
                            <a:schemeClr val="accent2"/>
                          </a:solidFill>
                          <a:latin typeface="微软雅黑" panose="020B0503020204020204" charset="-122"/>
                          <a:ea typeface="微软雅黑" panose="020B0503020204020204" charset="-122"/>
                        </a:rPr>
                        <a:t>4</a:t>
                      </a:r>
                      <a:endParaRPr lang="en-US" b="1">
                        <a:solidFill>
                          <a:schemeClr val="accent2"/>
                        </a:solidFill>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0</a:t>
                      </a:r>
                      <a:endParaRPr lang="en-US" altLang="zh-CN" sz="1800" b="1">
                        <a:latin typeface="微软雅黑" panose="020B0503020204020204" charset="-122"/>
                        <a:ea typeface="微软雅黑" panose="020B0503020204020204" charset="-122"/>
                        <a:sym typeface="+mn-ea"/>
                      </a:endParaRPr>
                    </a:p>
                  </a:txBody>
                  <a:tcPr anchor="ctr" anchorCtr="0"/>
                </a:tc>
              </a:tr>
            </a:tbl>
          </a:graphicData>
        </a:graphic>
      </p:graphicFrame>
      <p:graphicFrame>
        <p:nvGraphicFramePr>
          <p:cNvPr id="18" name="表格 17"/>
          <p:cNvGraphicFramePr/>
          <p:nvPr>
            <p:custDataLst>
              <p:tags r:id="rId8"/>
            </p:custDataLst>
          </p:nvPr>
        </p:nvGraphicFramePr>
        <p:xfrm>
          <a:off x="10451465" y="4577080"/>
          <a:ext cx="1630680" cy="1097280"/>
        </p:xfrm>
        <a:graphic>
          <a:graphicData uri="http://schemas.openxmlformats.org/drawingml/2006/table">
            <a:tbl>
              <a:tblPr>
                <a:tableStyleId>{5C22544A-7EE6-4342-B048-85BDC9FD1C3A}</a:tableStyleId>
              </a:tblPr>
              <a:tblGrid>
                <a:gridCol w="1630680"/>
              </a:tblGrid>
              <a:tr h="365760">
                <a:tc>
                  <a:txBody>
                    <a:bodyPr/>
                    <a:p>
                      <a:pPr algn="ctr">
                        <a:buNone/>
                      </a:pPr>
                      <a:r>
                        <a:rPr lang="en-US" b="1">
                          <a:solidFill>
                            <a:schemeClr val="accent2"/>
                          </a:solidFill>
                          <a:latin typeface="微软雅黑" panose="020B0503020204020204" charset="-122"/>
                          <a:ea typeface="微软雅黑" panose="020B0503020204020204" charset="-122"/>
                        </a:rPr>
                        <a:t>5</a:t>
                      </a:r>
                      <a:endParaRPr lang="en-US" b="1">
                        <a:solidFill>
                          <a:schemeClr val="accent2"/>
                        </a:solidFill>
                        <a:latin typeface="微软雅黑" panose="020B0503020204020204" charset="-122"/>
                        <a:ea typeface="微软雅黑" panose="020B0503020204020204" charset="-122"/>
                      </a:endParaRPr>
                    </a:p>
                  </a:txBody>
                  <a:tcPr anchor="ctr" anchorCtr="0"/>
                </a:tc>
              </a:tr>
              <a:tr h="365760">
                <a:tc>
                  <a:txBody>
                    <a:bodyPr/>
                    <a:p>
                      <a:pPr algn="ctr">
                        <a:buNone/>
                      </a:pPr>
                      <a:r>
                        <a:rPr lang="en-US" altLang="zh-CN" sz="1800" b="1">
                          <a:latin typeface="微软雅黑" panose="020B0503020204020204" charset="-122"/>
                          <a:ea typeface="微软雅黑" panose="020B0503020204020204" charset="-122"/>
                          <a:sym typeface="+mn-ea"/>
                        </a:rPr>
                        <a:t>1</a:t>
                      </a:r>
                      <a:endParaRPr lang="en-US" altLang="zh-CN" sz="1800" b="1">
                        <a:latin typeface="微软雅黑" panose="020B0503020204020204" charset="-122"/>
                        <a:ea typeface="微软雅黑" panose="020B0503020204020204" charset="-122"/>
                        <a:sym typeface="+mn-ea"/>
                      </a:endParaRPr>
                    </a:p>
                  </a:txBody>
                  <a:tcPr anchor="ctr" anchorCtr="0"/>
                </a:tc>
              </a:tr>
            </a:tbl>
          </a:graphicData>
        </a:graphic>
      </p:graphicFrame>
      <p:sp>
        <p:nvSpPr>
          <p:cNvPr id="19" name="文本框 18"/>
          <p:cNvSpPr txBox="1"/>
          <p:nvPr/>
        </p:nvSpPr>
        <p:spPr>
          <a:xfrm>
            <a:off x="2304415" y="5591810"/>
            <a:ext cx="4083685" cy="990600"/>
          </a:xfrm>
          <a:prstGeom prst="rect">
            <a:avLst/>
          </a:prstGeom>
          <a:solidFill>
            <a:schemeClr val="accent5">
              <a:lumMod val="20000"/>
              <a:lumOff val="80000"/>
            </a:schemeClr>
          </a:solidFill>
        </p:spPr>
        <p:txBody>
          <a:bodyPr wrap="square" rtlCol="0">
            <a:noAutofit/>
          </a:bodyPr>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装入物品</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(1,1,1/3,0,1)</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装入背包里的物品的总价值为：</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17</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pPr lvl="1"/>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wipe(left)">
                                      <p:cBhvr>
                                        <p:cTn id="37" dur="500"/>
                                        <p:tgtEl>
                                          <p:spTgt spid="1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
                                            <p:txEl>
                                              <p:pRg st="2" end="2"/>
                                            </p:txEl>
                                          </p:spTgt>
                                        </p:tgtEl>
                                        <p:attrNameLst>
                                          <p:attrName>style.visibility</p:attrName>
                                        </p:attrNameLst>
                                      </p:cBhvr>
                                      <p:to>
                                        <p:strVal val="visible"/>
                                      </p:to>
                                    </p:set>
                                    <p:animEffect transition="in" filter="wipe(left)">
                                      <p:cBhvr>
                                        <p:cTn id="42"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390015" y="75730"/>
            <a:ext cx="2214880" cy="706755"/>
          </a:xfrm>
          <a:prstGeom prst="rect">
            <a:avLst/>
          </a:prstGeom>
          <a:noFill/>
        </p:spPr>
        <p:txBody>
          <a:bodyPr wrap="none" rtlCol="0">
            <a:spAutoFit/>
          </a:bodyPr>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9" name="文本框 8"/>
          <p:cNvSpPr txBox="1"/>
          <p:nvPr/>
        </p:nvSpPr>
        <p:spPr>
          <a:xfrm>
            <a:off x="0" y="782320"/>
            <a:ext cx="9640570" cy="134810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背包问题时间复杂度：</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对物品放入背包操作，时间消耗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O(n)</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对价值</a:t>
            </a:r>
            <a:r>
              <a:rPr lang="en-US" altLang="zh-CN" sz="20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重量降序排序，默认使用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堆排序</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O(nlogn)</a:t>
            </a:r>
            <a:endParaRPr lang="en-US" altLang="zh-CN" sz="2000" b="1">
              <a:solidFill>
                <a:srgbClr val="FF0000"/>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总时间消耗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O(n)+O(nlogn)=</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O(nlogn)</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wipe(left)">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wipe(left)">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wipe(left)">
                                      <p:cBhvr>
                                        <p:cTn id="1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90015" y="75730"/>
            <a:ext cx="2214880" cy="706755"/>
          </a:xfrm>
          <a:prstGeom prst="rect">
            <a:avLst/>
          </a:prstGeom>
          <a:noFill/>
        </p:spPr>
        <p:txBody>
          <a:bodyPr wrap="none" rtlCol="0">
            <a:spAutoFit/>
          </a:bodyPr>
          <a:lstStyle/>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9" name="文本框 8"/>
          <p:cNvSpPr txBox="1"/>
          <p:nvPr/>
        </p:nvSpPr>
        <p:spPr>
          <a:xfrm>
            <a:off x="0" y="782320"/>
            <a:ext cx="12131675"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背包问题简述：</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有</a:t>
            </a:r>
            <a:r>
              <a:rPr lang="zh-CN" altLang="en-US" sz="2000" b="1">
                <a:latin typeface="微软雅黑" panose="020B0503020204020204" charset="-122"/>
                <a:ea typeface="微软雅黑" panose="020B0503020204020204" charset="-122"/>
                <a:cs typeface="微软雅黑" panose="020B0503020204020204" charset="-122"/>
              </a:rPr>
              <a:t>1个背包，</a:t>
            </a:r>
            <a:r>
              <a:rPr lang="zh-CN" altLang="en-US" sz="2000" b="1">
                <a:latin typeface="微软雅黑" panose="020B0503020204020204" charset="-122"/>
                <a:ea typeface="微软雅黑" panose="020B0503020204020204" charset="-122"/>
                <a:cs typeface="微软雅黑" panose="020B0503020204020204" charset="-122"/>
                <a:sym typeface="+mn-ea"/>
              </a:rPr>
              <a:t>背包的容量为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W</a:t>
            </a:r>
            <a:r>
              <a:rPr lang="zh-CN" altLang="en-US"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sym typeface="+mn-ea"/>
              </a:rPr>
              <a:t>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n</a:t>
            </a:r>
            <a:r>
              <a:rPr lang="zh-CN" altLang="en-US" sz="2000" b="1">
                <a:latin typeface="微软雅黑" panose="020B0503020204020204" charset="-122"/>
                <a:ea typeface="微软雅黑" panose="020B0503020204020204" charset="-122"/>
                <a:cs typeface="微软雅黑" panose="020B0503020204020204" charset="-122"/>
                <a:sym typeface="+mn-ea"/>
              </a:rPr>
              <a:t>个物品</a:t>
            </a:r>
            <a:r>
              <a:rPr lang="zh-CN" altLang="en-US" sz="2000" b="1">
                <a:latin typeface="微软雅黑" panose="020B0503020204020204" charset="-122"/>
                <a:ea typeface="微软雅黑" panose="020B0503020204020204" charset="-122"/>
                <a:cs typeface="微软雅黑" panose="020B0503020204020204" charset="-122"/>
              </a:rPr>
              <a:t>对物品i，其价值为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v</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，重量为</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w</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。如何选取物品装入背包，使背包中所装入的物品的总价值最大?</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物品可以分割</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0" y="1532890"/>
            <a:ext cx="3897630"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贪心选择性质</a:t>
            </a:r>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证明：</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
            </p:custDataLst>
          </p:nvPr>
        </p:nvSpPr>
        <p:spPr>
          <a:xfrm>
            <a:off x="2313305" y="1567180"/>
            <a:ext cx="9878060" cy="5290820"/>
          </a:xfrm>
          <a:prstGeom prst="rect">
            <a:avLst/>
          </a:prstGeom>
          <a:solidFill>
            <a:schemeClr val="accent5">
              <a:lumMod val="20000"/>
              <a:lumOff val="80000"/>
            </a:schemeClr>
          </a:solidFill>
        </p:spPr>
        <p:txBody>
          <a:bodyPr wrap="square" rtlCol="0">
            <a:noAutofit/>
          </a:bodyPr>
          <a:p>
            <a:r>
              <a:rPr lang="zh-CN" altLang="en-US" sz="2000" b="1">
                <a:latin typeface="微软雅黑" panose="020B0503020204020204" charset="-122"/>
                <a:ea typeface="微软雅黑" panose="020B0503020204020204" charset="-122"/>
                <a:cs typeface="微软雅黑" panose="020B0503020204020204" charset="-122"/>
              </a:rPr>
              <a:t>设物品集合S={</a:t>
            </a:r>
            <a:r>
              <a:rPr lang="en-US" altLang="zh-CN" sz="2000" b="1">
                <a:latin typeface="微软雅黑" panose="020B0503020204020204" charset="-122"/>
                <a:ea typeface="微软雅黑" panose="020B0503020204020204" charset="-122"/>
                <a:cs typeface="微软雅黑" panose="020B0503020204020204" charset="-122"/>
              </a:rPr>
              <a:t>w</a:t>
            </a:r>
            <a:r>
              <a:rPr lang="zh-CN" altLang="en-US" sz="2000" b="1" baseline="-25000">
                <a:latin typeface="微软雅黑" panose="020B0503020204020204" charset="-122"/>
                <a:ea typeface="微软雅黑" panose="020B0503020204020204" charset="-122"/>
                <a:cs typeface="微软雅黑" panose="020B0503020204020204" charset="-122"/>
              </a:rPr>
              <a:t>1</a:t>
            </a:r>
            <a:r>
              <a:rPr lang="en-US" altLang="zh-CN" sz="2000" b="1">
                <a:latin typeface="微软雅黑" panose="020B0503020204020204" charset="-122"/>
                <a:ea typeface="微软雅黑" panose="020B0503020204020204" charset="-122"/>
                <a:cs typeface="微软雅黑" panose="020B0503020204020204" charset="-122"/>
              </a:rPr>
              <a:t>,w</a:t>
            </a:r>
            <a:r>
              <a:rPr lang="zh-CN" altLang="en-US" sz="2000" b="1" baseline="-25000">
                <a:latin typeface="微软雅黑" panose="020B0503020204020204" charset="-122"/>
                <a:ea typeface="微软雅黑" panose="020B0503020204020204" charset="-122"/>
                <a:cs typeface="微软雅黑" panose="020B0503020204020204" charset="-122"/>
              </a:rPr>
              <a:t>2</a:t>
            </a:r>
            <a:r>
              <a:rPr lang="en-US" altLang="zh-CN" sz="2000" b="1">
                <a:latin typeface="微软雅黑" panose="020B0503020204020204" charset="-122"/>
                <a:ea typeface="微软雅黑" panose="020B0503020204020204" charset="-122"/>
                <a:cs typeface="微软雅黑" panose="020B0503020204020204" charset="-122"/>
              </a:rPr>
              <a:t>,...,w</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}已经按单位重量价值从大到小排好序了</a:t>
            </a:r>
            <a:endParaRPr lang="zh-CN" altLang="en-US" sz="2000" b="1">
              <a:latin typeface="微软雅黑" panose="020B0503020204020204" charset="-122"/>
              <a:ea typeface="微软雅黑" panose="020B0503020204020204" charset="-122"/>
              <a:cs typeface="微软雅黑" panose="020B0503020204020204" charset="-122"/>
            </a:endParaRPr>
          </a:p>
          <a:p>
            <a:endParaRPr lang="zh-CN" altLang="en-US"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设 X={x</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，x</a:t>
            </a:r>
            <a:r>
              <a:rPr sz="2000" b="1" baseline="-25000">
                <a:latin typeface="微软雅黑" panose="020B0503020204020204" charset="-122"/>
                <a:ea typeface="微软雅黑" panose="020B0503020204020204" charset="-122"/>
                <a:cs typeface="微软雅黑" panose="020B0503020204020204" charset="-122"/>
              </a:rPr>
              <a:t>2</a:t>
            </a:r>
            <a:r>
              <a:rPr sz="2000" b="1">
                <a:latin typeface="微软雅黑" panose="020B0503020204020204" charset="-122"/>
                <a:ea typeface="微软雅黑" panose="020B0503020204020204" charset="-122"/>
                <a:cs typeface="微软雅黑" panose="020B0503020204020204" charset="-122"/>
              </a:rPr>
              <a:t>,…,x</a:t>
            </a:r>
            <a:r>
              <a:rPr sz="2000" b="1" baseline="-25000">
                <a:latin typeface="微软雅黑" panose="020B0503020204020204" charset="-122"/>
                <a:ea typeface="微软雅黑" panose="020B0503020204020204" charset="-122"/>
                <a:cs typeface="微软雅黑" panose="020B0503020204020204" charset="-122"/>
              </a:rPr>
              <a:t>n</a:t>
            </a:r>
            <a:r>
              <a:rPr sz="2000" b="1">
                <a:latin typeface="微软雅黑" panose="020B0503020204020204" charset="-122"/>
                <a:ea typeface="微软雅黑" panose="020B0503020204020204" charset="-122"/>
                <a:cs typeface="微软雅黑" panose="020B0503020204020204" charset="-122"/>
              </a:rPr>
              <a:t>}是背包问题的最优解</a:t>
            </a:r>
            <a:r>
              <a:rPr lang="en-US" sz="2000" b="1">
                <a:latin typeface="微软雅黑" panose="020B0503020204020204" charset="-122"/>
                <a:ea typeface="微软雅黑" panose="020B0503020204020204" charset="-122"/>
                <a:cs typeface="微软雅黑" panose="020B0503020204020204" charset="-122"/>
              </a:rPr>
              <a:t>.</a:t>
            </a:r>
            <a:endParaRPr lang="en-US" sz="2000" b="1">
              <a:latin typeface="微软雅黑" panose="020B0503020204020204" charset="-122"/>
              <a:ea typeface="微软雅黑" panose="020B0503020204020204" charset="-122"/>
              <a:cs typeface="微软雅黑" panose="020B0503020204020204" charset="-122"/>
            </a:endParaRPr>
          </a:p>
          <a:p>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如果w</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&gt;W，肯定将x1的部分W装入背包，价值最大，得证。</a:t>
            </a:r>
            <a:endParaRPr sz="2000" b="1">
              <a:latin typeface="微软雅黑" panose="020B0503020204020204" charset="-122"/>
              <a:ea typeface="微软雅黑" panose="020B0503020204020204" charset="-122"/>
              <a:cs typeface="微软雅黑" panose="020B0503020204020204" charset="-122"/>
            </a:endParaRPr>
          </a:p>
          <a:p>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设w</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&lt;=W，x</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=1，问题的解是从贪心选择开始的，得证</a:t>
            </a:r>
            <a:r>
              <a:rPr lang="zh-CN" sz="2000" b="1">
                <a:latin typeface="微软雅黑" panose="020B0503020204020204" charset="-122"/>
                <a:ea typeface="微软雅黑" panose="020B0503020204020204" charset="-122"/>
                <a:cs typeface="微软雅黑" panose="020B0503020204020204" charset="-122"/>
              </a:rPr>
              <a:t>。</a:t>
            </a:r>
            <a:endParaRPr lang="zh-CN" sz="2000" b="1">
              <a:latin typeface="微软雅黑" panose="020B0503020204020204" charset="-122"/>
              <a:ea typeface="微软雅黑" panose="020B0503020204020204" charset="-122"/>
              <a:cs typeface="微软雅黑" panose="020B0503020204020204" charset="-122"/>
            </a:endParaRPr>
          </a:p>
          <a:p>
            <a:endParaRPr lang="en-US"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假设x</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=0，x</a:t>
            </a:r>
            <a:r>
              <a:rPr sz="2000" b="1" baseline="-25000">
                <a:latin typeface="微软雅黑" panose="020B0503020204020204" charset="-122"/>
                <a:ea typeface="微软雅黑" panose="020B0503020204020204" charset="-122"/>
                <a:cs typeface="微软雅黑" panose="020B0503020204020204" charset="-122"/>
              </a:rPr>
              <a:t>i</a:t>
            </a:r>
            <a:r>
              <a:rPr sz="2000" b="1">
                <a:latin typeface="微软雅黑" panose="020B0503020204020204" charset="-122"/>
                <a:ea typeface="微软雅黑" panose="020B0503020204020204" charset="-122"/>
                <a:cs typeface="微软雅黑" panose="020B0503020204020204" charset="-122"/>
              </a:rPr>
              <a:t>=1(i&gt;1)则该最优解X不是从贪心选择开始的。</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sym typeface="+mn-ea"/>
              </a:rPr>
              <a:t>w</a:t>
            </a:r>
            <a:r>
              <a:rPr sz="2000" b="1" baseline="-25000">
                <a:latin typeface="微软雅黑" panose="020B0503020204020204" charset="-122"/>
                <a:ea typeface="微软雅黑" panose="020B0503020204020204" charset="-122"/>
                <a:cs typeface="微软雅黑" panose="020B0503020204020204" charset="-122"/>
                <a:sym typeface="+mn-ea"/>
              </a:rPr>
              <a:t>1</a:t>
            </a:r>
            <a:r>
              <a:rPr lang="en-US"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w</a:t>
            </a:r>
            <a:r>
              <a:rPr sz="2000" b="1" baseline="-25000">
                <a:latin typeface="微软雅黑" panose="020B0503020204020204" charset="-122"/>
                <a:ea typeface="微软雅黑" panose="020B0503020204020204" charset="-122"/>
                <a:cs typeface="微软雅黑" panose="020B0503020204020204" charset="-122"/>
              </a:rPr>
              <a:t>i</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我们用w</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置换w</a:t>
            </a:r>
            <a:r>
              <a:rPr sz="2000" b="1" baseline="-25000">
                <a:latin typeface="微软雅黑" panose="020B0503020204020204" charset="-122"/>
                <a:ea typeface="微软雅黑" panose="020B0503020204020204" charset="-122"/>
                <a:cs typeface="微软雅黑" panose="020B0503020204020204" charset="-122"/>
              </a:rPr>
              <a:t>i</a:t>
            </a:r>
            <a:r>
              <a:rPr sz="2000" b="1">
                <a:latin typeface="微软雅黑" panose="020B0503020204020204" charset="-122"/>
                <a:ea typeface="微软雅黑" panose="020B0503020204020204" charset="-122"/>
                <a:cs typeface="微软雅黑" panose="020B0503020204020204" charset="-122"/>
              </a:rPr>
              <a:t>中同等重量的物品，得到解X</a:t>
            </a:r>
            <a:r>
              <a:rPr sz="2000" b="1">
                <a:latin typeface="微软雅黑" panose="020B0503020204020204" charset="-122"/>
                <a:ea typeface="微软雅黑" panose="020B0503020204020204" charset="-122"/>
                <a:cs typeface="微软雅黑" panose="020B0503020204020204" charset="-122"/>
                <a:sym typeface="+mn-ea"/>
              </a:rPr>
              <a:t>'</a:t>
            </a:r>
            <a:r>
              <a:rPr lang="zh-CN"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X'的价值</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X的价值</a:t>
            </a:r>
            <a:r>
              <a:rPr lang="zh-CN" sz="2000" b="1">
                <a:latin typeface="微软雅黑" panose="020B0503020204020204" charset="-122"/>
                <a:ea typeface="微软雅黑" panose="020B0503020204020204" charset="-122"/>
                <a:cs typeface="微软雅黑" panose="020B0503020204020204" charset="-122"/>
              </a:rPr>
              <a:t>，</a:t>
            </a:r>
            <a:endParaRPr lang="zh-CN"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又因为X是最优解，所以X</a:t>
            </a:r>
            <a:r>
              <a:rPr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的价值≤X的价值</a:t>
            </a:r>
            <a:r>
              <a:rPr lang="zh-CN" sz="2000" b="1">
                <a:latin typeface="微软雅黑" panose="020B0503020204020204" charset="-122"/>
                <a:ea typeface="微软雅黑" panose="020B0503020204020204" charset="-122"/>
                <a:cs typeface="微软雅黑" panose="020B0503020204020204" charset="-122"/>
              </a:rPr>
              <a:t>，</a:t>
            </a:r>
            <a:endParaRPr lang="zh-CN"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所以X'的价值=X的价值，故X</a:t>
            </a:r>
            <a:r>
              <a:rPr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也是背包问题的最优解，它是从贪心选择开始的。</a:t>
            </a:r>
            <a:endParaRPr sz="2000" b="1">
              <a:latin typeface="微软雅黑" panose="020B0503020204020204" charset="-122"/>
              <a:ea typeface="微软雅黑" panose="020B0503020204020204" charset="-122"/>
              <a:cs typeface="微软雅黑" panose="020B0503020204020204" charset="-122"/>
            </a:endParaRPr>
          </a:p>
          <a:p>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综上所述，背包问题存在贪心选择开始的最优解</a:t>
            </a:r>
            <a:endParaRPr sz="20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390015" y="75730"/>
            <a:ext cx="2214880" cy="706755"/>
          </a:xfrm>
          <a:prstGeom prst="rect">
            <a:avLst/>
          </a:prstGeom>
          <a:noFill/>
        </p:spPr>
        <p:txBody>
          <a:bodyPr wrap="none" rtlCol="0">
            <a:spAutoFit/>
          </a:bodyPr>
          <a:lstStyle/>
          <a:p>
            <a:r>
              <a:rPr lang="zh-CN" altLang="en-US" sz="4000" b="1" dirty="0">
                <a:solidFill>
                  <a:schemeClr val="accent1">
                    <a:lumMod val="75000"/>
                  </a:schemeClr>
                </a:solidFill>
              </a:rPr>
              <a:t>背包</a:t>
            </a:r>
            <a:r>
              <a:rPr lang="zh-CN" altLang="en-US" sz="4000" b="1" dirty="0">
                <a:solidFill>
                  <a:schemeClr val="accent1">
                    <a:lumMod val="75000"/>
                  </a:schemeClr>
                </a:solidFill>
              </a:rPr>
              <a:t>问题</a:t>
            </a:r>
            <a:endParaRPr lang="zh-CN" altLang="en-US" sz="4000" b="1" dirty="0">
              <a:solidFill>
                <a:schemeClr val="accent1">
                  <a:lumMod val="75000"/>
                </a:schemeClr>
              </a:solidFill>
            </a:endParaRPr>
          </a:p>
        </p:txBody>
      </p:sp>
      <p:sp>
        <p:nvSpPr>
          <p:cNvPr id="2" name="文本框 1"/>
          <p:cNvSpPr txBox="1"/>
          <p:nvPr/>
        </p:nvSpPr>
        <p:spPr>
          <a:xfrm>
            <a:off x="0" y="771525"/>
            <a:ext cx="3897630" cy="7505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最优子</a:t>
            </a:r>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结构性质证明：</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
            </p:custDataLst>
          </p:nvPr>
        </p:nvSpPr>
        <p:spPr>
          <a:xfrm>
            <a:off x="2570480" y="782320"/>
            <a:ext cx="9620885" cy="6075680"/>
          </a:xfrm>
          <a:prstGeom prst="rect">
            <a:avLst/>
          </a:prstGeom>
          <a:solidFill>
            <a:schemeClr val="accent5">
              <a:lumMod val="20000"/>
              <a:lumOff val="80000"/>
            </a:schemeClr>
          </a:solidFill>
        </p:spPr>
        <p:txBody>
          <a:bodyPr wrap="square" rtlCol="0">
            <a:noAutofit/>
          </a:bodyPr>
          <a:p>
            <a:r>
              <a:rPr sz="2000" b="1">
                <a:latin typeface="微软雅黑" panose="020B0503020204020204" charset="-122"/>
                <a:ea typeface="微软雅黑" panose="020B0503020204020204" charset="-122"/>
                <a:cs typeface="微软雅黑" panose="020B0503020204020204" charset="-122"/>
              </a:rPr>
              <a:t>设整体最优</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设X=(x</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,x</a:t>
            </a:r>
            <a:r>
              <a:rPr sz="2000" b="1" baseline="-25000">
                <a:latin typeface="微软雅黑" panose="020B0503020204020204" charset="-122"/>
                <a:ea typeface="微软雅黑" panose="020B0503020204020204" charset="-122"/>
                <a:cs typeface="微软雅黑" panose="020B0503020204020204" charset="-122"/>
              </a:rPr>
              <a:t>2</a:t>
            </a:r>
            <a:r>
              <a:rPr sz="2000" b="1">
                <a:latin typeface="微软雅黑" panose="020B0503020204020204" charset="-122"/>
                <a:ea typeface="微软雅黑" panose="020B0503020204020204" charset="-122"/>
                <a:cs typeface="微软雅黑" panose="020B0503020204020204" charset="-122"/>
              </a:rPr>
              <a:t>,...</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x</a:t>
            </a:r>
            <a:r>
              <a:rPr sz="2000" b="1" baseline="-25000">
                <a:latin typeface="微软雅黑" panose="020B0503020204020204" charset="-122"/>
                <a:ea typeface="微软雅黑" panose="020B0503020204020204" charset="-122"/>
                <a:cs typeface="微软雅黑" panose="020B0503020204020204" charset="-122"/>
              </a:rPr>
              <a:t>n</a:t>
            </a:r>
            <a:r>
              <a:rPr sz="2000" b="1">
                <a:latin typeface="微软雅黑" panose="020B0503020204020204" charset="-122"/>
                <a:ea typeface="微软雅黑" panose="020B0503020204020204" charset="-122"/>
                <a:cs typeface="微软雅黑" panose="020B0503020204020204" charset="-122"/>
              </a:rPr>
              <a:t>)是物品集S、背包承载的重量为W的贪心选择开始的最优解</a:t>
            </a:r>
            <a:r>
              <a:rPr lang="zh-CN" sz="2000" b="1">
                <a:latin typeface="微软雅黑" panose="020B0503020204020204" charset="-122"/>
                <a:ea typeface="微软雅黑" panose="020B0503020204020204" charset="-122"/>
                <a:cs typeface="微软雅黑" panose="020B0503020204020204" charset="-122"/>
              </a:rPr>
              <a:t>。</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给子问题最优的结论:X'=(x</a:t>
            </a:r>
            <a:r>
              <a:rPr sz="2000" b="1" baseline="-25000">
                <a:latin typeface="微软雅黑" panose="020B0503020204020204" charset="-122"/>
                <a:ea typeface="微软雅黑" panose="020B0503020204020204" charset="-122"/>
                <a:cs typeface="微软雅黑" panose="020B0503020204020204" charset="-122"/>
              </a:rPr>
              <a:t>2</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x</a:t>
            </a:r>
            <a:r>
              <a:rPr sz="2000" b="1" baseline="-25000">
                <a:latin typeface="微软雅黑" panose="020B0503020204020204" charset="-122"/>
                <a:ea typeface="微软雅黑" panose="020B0503020204020204" charset="-122"/>
                <a:cs typeface="微软雅黑" panose="020B0503020204020204" charset="-122"/>
              </a:rPr>
              <a:t>n</a:t>
            </a:r>
            <a:r>
              <a:rPr sz="2000" b="1">
                <a:latin typeface="微软雅黑" panose="020B0503020204020204" charset="-122"/>
                <a:ea typeface="微软雅黑" panose="020B0503020204020204" charset="-122"/>
                <a:cs typeface="微软雅黑" panose="020B0503020204020204" charset="-122"/>
              </a:rPr>
              <a:t>)是物品集S-{1},背包承载的重量为W-w</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的最优解。</a:t>
            </a:r>
            <a:endParaRPr sz="2000" b="1">
              <a:latin typeface="微软雅黑" panose="020B0503020204020204" charset="-122"/>
              <a:ea typeface="微软雅黑" panose="020B0503020204020204" charset="-122"/>
              <a:cs typeface="微软雅黑" panose="020B0503020204020204" charset="-122"/>
            </a:endParaRPr>
          </a:p>
          <a:p>
            <a:r>
              <a:rPr lang="zh-CN" sz="2000" b="1">
                <a:latin typeface="微软雅黑" panose="020B0503020204020204" charset="-122"/>
                <a:ea typeface="微软雅黑" panose="020B0503020204020204" charset="-122"/>
                <a:cs typeface="微软雅黑" panose="020B0503020204020204" charset="-122"/>
              </a:rPr>
              <a:t>用</a:t>
            </a:r>
            <a:r>
              <a:rPr sz="2000" b="1">
                <a:latin typeface="微软雅黑" panose="020B0503020204020204" charset="-122"/>
                <a:ea typeface="微软雅黑" panose="020B0503020204020204" charset="-122"/>
                <a:cs typeface="微软雅黑" panose="020B0503020204020204" charset="-122"/>
              </a:rPr>
              <a:t>反证法</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设X'=(x</a:t>
            </a:r>
            <a:r>
              <a:rPr sz="2000" b="1" baseline="-25000">
                <a:latin typeface="微软雅黑" panose="020B0503020204020204" charset="-122"/>
                <a:ea typeface="微软雅黑" panose="020B0503020204020204" charset="-122"/>
                <a:cs typeface="微软雅黑" panose="020B0503020204020204" charset="-122"/>
              </a:rPr>
              <a:t>2</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x</a:t>
            </a:r>
            <a:r>
              <a:rPr sz="2000" b="1" baseline="-25000">
                <a:latin typeface="微软雅黑" panose="020B0503020204020204" charset="-122"/>
                <a:ea typeface="微软雅黑" panose="020B0503020204020204" charset="-122"/>
                <a:cs typeface="微软雅黑" panose="020B0503020204020204" charset="-122"/>
              </a:rPr>
              <a:t>n</a:t>
            </a:r>
            <a:r>
              <a:rPr sz="2000" b="1">
                <a:latin typeface="微软雅黑" panose="020B0503020204020204" charset="-122"/>
                <a:ea typeface="微软雅黑" panose="020B0503020204020204" charset="-122"/>
                <a:cs typeface="微软雅黑" panose="020B0503020204020204" charset="-122"/>
              </a:rPr>
              <a:t>)不是物品集S-{1},背包承载的重量为W-w</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的最优解。</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设X"=(x2",x3"</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…,xn")是物品集S-{1}，背包承载的重量为W-w</a:t>
            </a:r>
            <a:r>
              <a:rPr sz="2000" b="1" baseline="-25000">
                <a:latin typeface="微软雅黑" panose="020B0503020204020204" charset="-122"/>
                <a:ea typeface="微软雅黑" panose="020B0503020204020204" charset="-122"/>
                <a:cs typeface="微软雅黑" panose="020B0503020204020204" charset="-122"/>
              </a:rPr>
              <a:t>1</a:t>
            </a:r>
            <a:r>
              <a:rPr sz="2000" b="1">
                <a:latin typeface="微软雅黑" panose="020B0503020204020204" charset="-122"/>
                <a:ea typeface="微软雅黑" panose="020B0503020204020204" charset="-122"/>
                <a:cs typeface="微软雅黑" panose="020B0503020204020204" charset="-122"/>
              </a:rPr>
              <a:t>的最优解</a:t>
            </a:r>
            <a:endParaRPr sz="2000" b="1">
              <a:latin typeface="微软雅黑" panose="020B0503020204020204" charset="-122"/>
              <a:ea typeface="微软雅黑" panose="020B0503020204020204" charset="-122"/>
              <a:cs typeface="微软雅黑" panose="020B0503020204020204" charset="-122"/>
            </a:endParaRPr>
          </a:p>
          <a:p>
            <a:r>
              <a:rPr lang="zh-CN" sz="2000" b="1">
                <a:latin typeface="微软雅黑" panose="020B0503020204020204" charset="-122"/>
                <a:ea typeface="微软雅黑" panose="020B0503020204020204" charset="-122"/>
                <a:cs typeface="微软雅黑" panose="020B0503020204020204" charset="-122"/>
              </a:rPr>
              <a:t>则有</a:t>
            </a:r>
            <a:endParaRPr lang="zh-CN" sz="2000" b="1">
              <a:latin typeface="微软雅黑" panose="020B0503020204020204" charset="-122"/>
              <a:ea typeface="微软雅黑" panose="020B0503020204020204" charset="-122"/>
              <a:cs typeface="微软雅黑" panose="020B0503020204020204" charset="-122"/>
            </a:endParaRPr>
          </a:p>
          <a:p>
            <a:endParaRPr lang="zh-CN" sz="2000" b="1">
              <a:latin typeface="微软雅黑" panose="020B0503020204020204" charset="-122"/>
              <a:ea typeface="微软雅黑" panose="020B0503020204020204" charset="-122"/>
              <a:cs typeface="微软雅黑" panose="020B0503020204020204" charset="-122"/>
            </a:endParaRPr>
          </a:p>
          <a:p>
            <a:endParaRPr lang="zh-CN" sz="2000" b="1">
              <a:latin typeface="微软雅黑" panose="020B0503020204020204" charset="-122"/>
              <a:ea typeface="微软雅黑" panose="020B0503020204020204" charset="-122"/>
              <a:cs typeface="微软雅黑" panose="020B0503020204020204" charset="-122"/>
            </a:endParaRPr>
          </a:p>
          <a:p>
            <a:endParaRPr lang="zh-CN" sz="2000" b="1">
              <a:latin typeface="微软雅黑" panose="020B0503020204020204" charset="-122"/>
              <a:ea typeface="微软雅黑" panose="020B0503020204020204" charset="-122"/>
              <a:cs typeface="微软雅黑" panose="020B0503020204020204" charset="-122"/>
            </a:endParaRPr>
          </a:p>
          <a:p>
            <a:r>
              <a:rPr lang="zh-CN" sz="2000" b="1">
                <a:latin typeface="微软雅黑" panose="020B0503020204020204" charset="-122"/>
                <a:ea typeface="微软雅黑" panose="020B0503020204020204" charset="-122"/>
                <a:cs typeface="微软雅黑" panose="020B0503020204020204" charset="-122"/>
              </a:rPr>
              <a:t>下面将背包承载的重量W-w</a:t>
            </a:r>
            <a:r>
              <a:rPr lang="zh-CN" sz="2000" b="1" baseline="-25000">
                <a:latin typeface="微软雅黑" panose="020B0503020204020204" charset="-122"/>
                <a:ea typeface="微软雅黑" panose="020B0503020204020204" charset="-122"/>
                <a:cs typeface="微软雅黑" panose="020B0503020204020204" charset="-122"/>
              </a:rPr>
              <a:t>1</a:t>
            </a:r>
            <a:r>
              <a:rPr lang="zh-CN" sz="2000" b="1">
                <a:latin typeface="微软雅黑" panose="020B0503020204020204" charset="-122"/>
                <a:ea typeface="微软雅黑" panose="020B0503020204020204" charset="-122"/>
                <a:cs typeface="微软雅黑" panose="020B0503020204020204" charset="-122"/>
              </a:rPr>
              <a:t>扩充到W，我们将1号物品装入背包，得到下面的两个n维向量：(1,x</a:t>
            </a:r>
            <a:r>
              <a:rPr lang="zh-CN" sz="2000" b="1" baseline="-25000">
                <a:latin typeface="微软雅黑" panose="020B0503020204020204" charset="-122"/>
                <a:ea typeface="微软雅黑" panose="020B0503020204020204" charset="-122"/>
                <a:cs typeface="微软雅黑" panose="020B0503020204020204" charset="-122"/>
              </a:rPr>
              <a:t>2</a:t>
            </a:r>
            <a:r>
              <a:rPr lang="zh-CN"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a:t>
            </a:r>
            <a:r>
              <a:rPr lang="zh-CN" sz="2000" b="1">
                <a:latin typeface="微软雅黑" panose="020B0503020204020204" charset="-122"/>
                <a:ea typeface="微软雅黑" panose="020B0503020204020204" charset="-122"/>
                <a:cs typeface="微软雅黑" panose="020B0503020204020204" charset="-122"/>
              </a:rPr>
              <a:t>x</a:t>
            </a:r>
            <a:r>
              <a:rPr lang="zh-CN" sz="2000" b="1" baseline="-25000">
                <a:latin typeface="微软雅黑" panose="020B0503020204020204" charset="-122"/>
                <a:ea typeface="微软雅黑" panose="020B0503020204020204" charset="-122"/>
                <a:cs typeface="微软雅黑" panose="020B0503020204020204" charset="-122"/>
              </a:rPr>
              <a:t>n</a:t>
            </a:r>
            <a:r>
              <a:rPr lang="zh-CN" sz="2000" b="1">
                <a:latin typeface="微软雅黑" panose="020B0503020204020204" charset="-122"/>
                <a:ea typeface="微软雅黑" panose="020B0503020204020204" charset="-122"/>
                <a:cs typeface="微软雅黑" panose="020B0503020204020204" charset="-122"/>
              </a:rPr>
              <a:t>)和(1,x2",</a:t>
            </a:r>
            <a:r>
              <a:rPr lang="en-US" altLang="zh-CN" sz="2000" b="1">
                <a:latin typeface="微软雅黑" panose="020B0503020204020204" charset="-122"/>
                <a:ea typeface="微软雅黑" panose="020B0503020204020204" charset="-122"/>
                <a:cs typeface="微软雅黑" panose="020B0503020204020204" charset="-122"/>
              </a:rPr>
              <a:t>...</a:t>
            </a:r>
            <a:r>
              <a:rPr lang="zh-CN" sz="2000" b="1">
                <a:latin typeface="微软雅黑" panose="020B0503020204020204" charset="-122"/>
                <a:ea typeface="微软雅黑" panose="020B0503020204020204" charset="-122"/>
                <a:cs typeface="微软雅黑" panose="020B0503020204020204" charset="-122"/>
              </a:rPr>
              <a:t>,xn")它们都是物品集S，背包承载的重量为W的解。</a:t>
            </a:r>
            <a:endParaRPr lang="zh-CN" sz="2000" b="1">
              <a:latin typeface="微软雅黑" panose="020B0503020204020204" charset="-122"/>
              <a:ea typeface="微软雅黑" panose="020B0503020204020204" charset="-122"/>
              <a:cs typeface="微软雅黑" panose="020B0503020204020204" charset="-122"/>
            </a:endParaRPr>
          </a:p>
          <a:p>
            <a:r>
              <a:rPr lang="zh-CN" sz="2000" b="1">
                <a:latin typeface="微软雅黑" panose="020B0503020204020204" charset="-122"/>
                <a:ea typeface="微软雅黑" panose="020B0503020204020204" charset="-122"/>
                <a:cs typeface="微软雅黑" panose="020B0503020204020204" charset="-122"/>
              </a:rPr>
              <a:t>又</a:t>
            </a:r>
            <a:endParaRPr lang="zh-CN" sz="2000" b="1">
              <a:latin typeface="微软雅黑" panose="020B0503020204020204" charset="-122"/>
              <a:ea typeface="微软雅黑" panose="020B0503020204020204" charset="-122"/>
              <a:cs typeface="微软雅黑" panose="020B0503020204020204" charset="-122"/>
            </a:endParaRPr>
          </a:p>
          <a:p>
            <a:endParaRPr lang="zh-CN" sz="2000" b="1">
              <a:latin typeface="微软雅黑" panose="020B0503020204020204" charset="-122"/>
              <a:ea typeface="微软雅黑" panose="020B0503020204020204" charset="-122"/>
              <a:cs typeface="微软雅黑" panose="020B0503020204020204" charset="-122"/>
            </a:endParaRPr>
          </a:p>
          <a:p>
            <a:endParaRPr lang="zh-CN" sz="2000" b="1">
              <a:latin typeface="微软雅黑" panose="020B0503020204020204" charset="-122"/>
              <a:ea typeface="微软雅黑" panose="020B0503020204020204" charset="-122"/>
              <a:cs typeface="微软雅黑" panose="020B0503020204020204" charset="-122"/>
            </a:endParaRPr>
          </a:p>
          <a:p>
            <a:endParaRPr lang="zh-CN" sz="2000" b="1">
              <a:latin typeface="微软雅黑" panose="020B0503020204020204" charset="-122"/>
              <a:ea typeface="微软雅黑" panose="020B0503020204020204" charset="-122"/>
              <a:cs typeface="微软雅黑" panose="020B0503020204020204" charset="-122"/>
            </a:endParaRPr>
          </a:p>
          <a:p>
            <a:r>
              <a:rPr lang="zh-CN" sz="2000" b="1">
                <a:latin typeface="微软雅黑" panose="020B0503020204020204" charset="-122"/>
                <a:ea typeface="微软雅黑" panose="020B0503020204020204" charset="-122"/>
                <a:cs typeface="微软雅黑" panose="020B0503020204020204" charset="-122"/>
              </a:rPr>
              <a:t>说明(1,x</a:t>
            </a:r>
            <a:r>
              <a:rPr lang="zh-CN" sz="2000" b="1" baseline="-25000">
                <a:latin typeface="微软雅黑" panose="020B0503020204020204" charset="-122"/>
                <a:ea typeface="微软雅黑" panose="020B0503020204020204" charset="-122"/>
                <a:cs typeface="微软雅黑" panose="020B0503020204020204" charset="-122"/>
              </a:rPr>
              <a:t>2</a:t>
            </a:r>
            <a:r>
              <a:rPr lang="zh-CN" sz="2000" b="1">
                <a:latin typeface="微软雅黑" panose="020B0503020204020204" charset="-122"/>
                <a:ea typeface="微软雅黑" panose="020B0503020204020204" charset="-122"/>
                <a:cs typeface="微软雅黑" panose="020B0503020204020204" charset="-122"/>
              </a:rPr>
              <a:t>,….,x</a:t>
            </a:r>
            <a:r>
              <a:rPr lang="zh-CN" sz="2000" b="1" baseline="-25000">
                <a:latin typeface="微软雅黑" panose="020B0503020204020204" charset="-122"/>
                <a:ea typeface="微软雅黑" panose="020B0503020204020204" charset="-122"/>
                <a:cs typeface="微软雅黑" panose="020B0503020204020204" charset="-122"/>
              </a:rPr>
              <a:t>n</a:t>
            </a:r>
            <a:r>
              <a:rPr lang="zh-CN" sz="2000" b="1">
                <a:latin typeface="微软雅黑" panose="020B0503020204020204" charset="-122"/>
                <a:ea typeface="微软雅黑" panose="020B0503020204020204" charset="-122"/>
                <a:cs typeface="微软雅黑" panose="020B0503020204020204" charset="-122"/>
              </a:rPr>
              <a:t>)=X不是物品集S，背包承载的重量为W的最优解，这与X是最优解矛盾，故假设不真，</a:t>
            </a:r>
            <a:endParaRPr lang="zh-CN" sz="2000" b="1">
              <a:latin typeface="微软雅黑" panose="020B0503020204020204" charset="-122"/>
              <a:ea typeface="微软雅黑" panose="020B0503020204020204" charset="-122"/>
              <a:cs typeface="微软雅黑" panose="020B0503020204020204" charset="-122"/>
            </a:endParaRPr>
          </a:p>
          <a:p>
            <a:r>
              <a:rPr lang="zh-CN" sz="2000" b="1">
                <a:latin typeface="微软雅黑" panose="020B0503020204020204" charset="-122"/>
                <a:ea typeface="微软雅黑" panose="020B0503020204020204" charset="-122"/>
                <a:cs typeface="微软雅黑" panose="020B0503020204020204" charset="-122"/>
              </a:rPr>
              <a:t>X</a:t>
            </a:r>
            <a:r>
              <a:rPr lang="en-US" altLang="zh-CN" sz="2000" b="1">
                <a:latin typeface="微软雅黑" panose="020B0503020204020204" charset="-122"/>
                <a:ea typeface="微软雅黑" panose="020B0503020204020204" charset="-122"/>
                <a:cs typeface="微软雅黑" panose="020B0503020204020204" charset="-122"/>
              </a:rPr>
              <a:t>’</a:t>
            </a:r>
            <a:r>
              <a:rPr lang="zh-CN" sz="2000" b="1">
                <a:latin typeface="微软雅黑" panose="020B0503020204020204" charset="-122"/>
                <a:ea typeface="微软雅黑" panose="020B0503020204020204" charset="-122"/>
                <a:cs typeface="微软雅黑" panose="020B0503020204020204" charset="-122"/>
              </a:rPr>
              <a:t>是物品集S-{1}，背包承载的重量为W-w</a:t>
            </a:r>
            <a:r>
              <a:rPr lang="zh-CN" sz="2000" b="1" baseline="-25000">
                <a:latin typeface="微软雅黑" panose="020B0503020204020204" charset="-122"/>
                <a:ea typeface="微软雅黑" panose="020B0503020204020204" charset="-122"/>
                <a:cs typeface="微软雅黑" panose="020B0503020204020204" charset="-122"/>
              </a:rPr>
              <a:t>1</a:t>
            </a:r>
            <a:r>
              <a:rPr lang="zh-CN" sz="2000" b="1">
                <a:latin typeface="微软雅黑" panose="020B0503020204020204" charset="-122"/>
                <a:ea typeface="微软雅黑" panose="020B0503020204020204" charset="-122"/>
                <a:cs typeface="微软雅黑" panose="020B0503020204020204" charset="-122"/>
              </a:rPr>
              <a:t>的最优解</a:t>
            </a:r>
            <a:endParaRPr lang="zh-CN" sz="2000" b="1">
              <a:latin typeface="微软雅黑" panose="020B0503020204020204" charset="-122"/>
              <a:ea typeface="微软雅黑" panose="020B0503020204020204" charset="-122"/>
              <a:cs typeface="微软雅黑" panose="020B0503020204020204" charset="-122"/>
            </a:endParaRPr>
          </a:p>
        </p:txBody>
      </p:sp>
      <p:graphicFrame>
        <p:nvGraphicFramePr>
          <p:cNvPr id="7" name="对象 6">
            <a:hlinkClick r:id="" action="ppaction://ole?verb="/>
          </p:cNvPr>
          <p:cNvGraphicFramePr>
            <a:graphicFrameLocks noChangeAspect="1"/>
          </p:cNvGraphicFramePr>
          <p:nvPr/>
        </p:nvGraphicFramePr>
        <p:xfrm>
          <a:off x="3298825" y="2352675"/>
          <a:ext cx="3317875" cy="1180465"/>
        </p:xfrm>
        <a:graphic>
          <a:graphicData uri="http://schemas.openxmlformats.org/presentationml/2006/ole">
            <mc:AlternateContent xmlns:mc="http://schemas.openxmlformats.org/markup-compatibility/2006">
              <mc:Choice xmlns:v="urn:schemas-microsoft-com:vml" Requires="v">
                <p:oleObj spid="_x0000_s1025" name="" r:id="rId2" imgW="965200" imgH="381000" progId="Equation.KSEE3">
                  <p:embed/>
                </p:oleObj>
              </mc:Choice>
              <mc:Fallback>
                <p:oleObj name="" r:id="rId2" imgW="965200" imgH="381000" progId="Equation.KSEE3">
                  <p:embed/>
                  <p:pic>
                    <p:nvPicPr>
                      <p:cNvPr id="0" name="图片 1024"/>
                      <p:cNvPicPr/>
                      <p:nvPr/>
                    </p:nvPicPr>
                    <p:blipFill>
                      <a:blip r:embed="rId3"/>
                      <a:stretch>
                        <a:fillRect/>
                      </a:stretch>
                    </p:blipFill>
                    <p:spPr>
                      <a:xfrm>
                        <a:off x="3298825" y="2352675"/>
                        <a:ext cx="3317875" cy="118046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custDataLst>
              <p:tags r:id="rId4"/>
            </p:custDataLst>
          </p:nvPr>
        </p:nvGraphicFramePr>
        <p:xfrm>
          <a:off x="3061335" y="4198620"/>
          <a:ext cx="4885690" cy="1149350"/>
        </p:xfrm>
        <a:graphic>
          <a:graphicData uri="http://schemas.openxmlformats.org/presentationml/2006/ole">
            <mc:AlternateContent xmlns:mc="http://schemas.openxmlformats.org/markup-compatibility/2006">
              <mc:Choice xmlns:v="urn:schemas-microsoft-com:vml" Requires="v">
                <p:oleObj spid="_x0000_s3" name="" r:id="rId5" imgW="1459865" imgH="381000" progId="Equation.KSEE3">
                  <p:embed/>
                </p:oleObj>
              </mc:Choice>
              <mc:Fallback>
                <p:oleObj name="" r:id="rId5" imgW="1459865" imgH="381000" progId="Equation.KSEE3">
                  <p:embed/>
                  <p:pic>
                    <p:nvPicPr>
                      <p:cNvPr id="0" name="图片 1024"/>
                      <p:cNvPicPr/>
                      <p:nvPr/>
                    </p:nvPicPr>
                    <p:blipFill>
                      <a:blip r:embed="rId6"/>
                      <a:stretch>
                        <a:fillRect/>
                      </a:stretch>
                    </p:blipFill>
                    <p:spPr>
                      <a:xfrm>
                        <a:off x="3061335" y="4198620"/>
                        <a:ext cx="4885690" cy="1149350"/>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背包问题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dirty="0">
                <a:solidFill>
                  <a:srgbClr val="CC00FF"/>
                </a:solidFill>
                <a:latin typeface="微软雅黑" panose="020B0503020204020204" charset="-122"/>
                <a:ea typeface="微软雅黑" panose="020B0503020204020204" charset="-122"/>
                <a:cs typeface="微软雅黑" panose="020B0503020204020204" charset="-122"/>
              </a:rPr>
              <a:t>会场安排问题</a:t>
            </a: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最优装载</a:t>
            </a:r>
            <a:r>
              <a:rPr lang="zh-CN" altLang="en-US" sz="2400" b="1" dirty="0">
                <a:latin typeface="微软雅黑" panose="020B0503020204020204" charset="-122"/>
                <a:ea typeface="微软雅黑" panose="020B0503020204020204" charset="-122"/>
                <a:cs typeface="微软雅黑" panose="020B0503020204020204" charset="-122"/>
              </a:rPr>
              <a:t>问题</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哈夫曼</a:t>
            </a:r>
            <a:r>
              <a:rPr lang="zh-CN" altLang="en-US" sz="2400" b="1" dirty="0">
                <a:latin typeface="微软雅黑" panose="020B0503020204020204" charset="-122"/>
                <a:ea typeface="微软雅黑" panose="020B0503020204020204" charset="-122"/>
                <a:cs typeface="微软雅黑" panose="020B0503020204020204" charset="-122"/>
              </a:rPr>
              <a:t>编码</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最小</a:t>
            </a:r>
            <a:r>
              <a:rPr lang="zh-CN" altLang="en-US" sz="2400" b="1" dirty="0">
                <a:latin typeface="微软雅黑" panose="020B0503020204020204" charset="-122"/>
                <a:ea typeface="微软雅黑" panose="020B0503020204020204" charset="-122"/>
                <a:cs typeface="微软雅黑" panose="020B0503020204020204" charset="-122"/>
              </a:rPr>
              <a:t>生成树</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sym typeface="+mn-ea"/>
              </a:rPr>
              <a:t>单源最短</a:t>
            </a:r>
            <a:r>
              <a:rPr lang="zh-CN" altLang="en-US" sz="2400" b="1" dirty="0">
                <a:latin typeface="微软雅黑" panose="020B0503020204020204" charset="-122"/>
                <a:ea typeface="微软雅黑" panose="020B0503020204020204" charset="-122"/>
                <a:cs typeface="微软雅黑" panose="020B0503020204020204" charset="-122"/>
                <a:sym typeface="+mn-ea"/>
              </a:rPr>
              <a:t>路径</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会场</a:t>
            </a:r>
            <a:r>
              <a:rPr lang="zh-CN" altLang="en-US" sz="4000" b="1" dirty="0">
                <a:solidFill>
                  <a:schemeClr val="accent1">
                    <a:lumMod val="75000"/>
                  </a:schemeClr>
                </a:solidFill>
              </a:rPr>
              <a:t>安排问题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137731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会场安排问题简述：</a:t>
            </a:r>
            <a:r>
              <a:rPr lang="zh-CN" altLang="en-US" sz="2000" b="1">
                <a:latin typeface="微软雅黑" panose="020B0503020204020204" charset="-122"/>
                <a:ea typeface="微软雅黑" panose="020B0503020204020204" charset="-122"/>
                <a:cs typeface="微软雅黑" panose="020B0503020204020204" charset="-122"/>
              </a:rPr>
              <a:t>设有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个活动的集合</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C={1,2,…,n}</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个资源(如会议室)，而在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同一时间内只能有一个活动使用该资源</a:t>
            </a:r>
            <a:r>
              <a:rPr lang="zh-CN" altLang="en-US" sz="2000" b="1">
                <a:latin typeface="微软雅黑" panose="020B0503020204020204" charset="-122"/>
                <a:ea typeface="微软雅黑" panose="020B0503020204020204" charset="-122"/>
                <a:cs typeface="微软雅黑" panose="020B0503020204020204" charset="-122"/>
              </a:rPr>
              <a:t>。活动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i(i=1,2.….,n)</a:t>
            </a:r>
            <a:r>
              <a:rPr lang="zh-CN" altLang="en-US" sz="2000" b="1">
                <a:latin typeface="微软雅黑" panose="020B0503020204020204" charset="-122"/>
                <a:ea typeface="微软雅黑" panose="020B0503020204020204" charset="-122"/>
                <a:cs typeface="微软雅黑" panose="020B0503020204020204" charset="-122"/>
              </a:rPr>
              <a:t>的开始时间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，结束时间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，且s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&lt;f</a:t>
            </a:r>
            <a:r>
              <a:rPr lang="zh-CN" altLang="en-US" sz="2000" b="1" baseline="-25000">
                <a:solidFill>
                  <a:schemeClr val="tx1"/>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。活动i占用会议室的时间段为半开区间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。如果[s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,f</a:t>
            </a:r>
            <a:r>
              <a:rPr lang="zh-CN" altLang="en-US" sz="2000" b="1" baseline="-25000">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)与[s</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,f</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)不相交，则称活动i与活动i是相容的。</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活动安排问题要求在所给的活动集合中选出最大的相容活动子集，也即尽可能地选择更多的活动来使用资源</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3"/>
            </p:custDataLst>
          </p:nvPr>
        </p:nvSpPr>
        <p:spPr>
          <a:xfrm>
            <a:off x="0" y="2159635"/>
            <a:ext cx="7604125" cy="42037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举例：</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0" y="4468495"/>
            <a:ext cx="2562225" cy="1938020"/>
          </a:xfrm>
          <a:prstGeom prst="rect">
            <a:avLst/>
          </a:prstGeom>
          <a:noFill/>
        </p:spPr>
        <p:txBody>
          <a:bodyPr wrap="square" rtlCol="0">
            <a:spAutoFit/>
          </a:bodyPr>
          <a:p>
            <a:r>
              <a:rPr lang="zh-CN" altLang="en-US" sz="2000" b="1"/>
              <a:t>用什么标准去</a:t>
            </a:r>
            <a:r>
              <a:rPr lang="zh-CN" altLang="en-US" sz="2000" b="1"/>
              <a:t>安排？</a:t>
            </a:r>
            <a:endParaRPr lang="zh-CN" altLang="en-US" sz="2000" b="1"/>
          </a:p>
          <a:p>
            <a:pPr marL="342900" indent="-342900">
              <a:buFont typeface="Wingdings" panose="05000000000000000000" charset="0"/>
              <a:buChar char="l"/>
            </a:pPr>
            <a:r>
              <a:rPr lang="zh-CN" altLang="en-US" sz="2000" b="1"/>
              <a:t>用开始时间</a:t>
            </a:r>
            <a:r>
              <a:rPr lang="zh-CN" altLang="en-US" sz="2000" b="1"/>
              <a:t>最早？</a:t>
            </a:r>
            <a:endParaRPr lang="zh-CN" altLang="en-US" sz="2000" b="1"/>
          </a:p>
          <a:p>
            <a:pPr marL="342900" indent="-342900">
              <a:buFont typeface="Wingdings" panose="05000000000000000000" charset="0"/>
              <a:buChar char="l"/>
            </a:pPr>
            <a:endParaRPr lang="zh-CN" altLang="en-US" sz="2000" b="1"/>
          </a:p>
          <a:p>
            <a:pPr marL="342900" indent="-342900">
              <a:buFont typeface="Wingdings" panose="05000000000000000000" charset="0"/>
              <a:buChar char="l"/>
            </a:pPr>
            <a:r>
              <a:rPr lang="zh-CN" altLang="en-US" sz="2000" b="1"/>
              <a:t>用持续时间</a:t>
            </a:r>
            <a:r>
              <a:rPr lang="zh-CN" altLang="en-US" sz="2000" b="1"/>
              <a:t>最短？</a:t>
            </a:r>
            <a:endParaRPr lang="zh-CN" altLang="en-US" sz="2000" b="1"/>
          </a:p>
          <a:p>
            <a:pPr marL="342900" indent="-342900">
              <a:buFont typeface="Wingdings" panose="05000000000000000000" charset="0"/>
              <a:buChar char="l"/>
            </a:pPr>
            <a:endParaRPr lang="zh-CN" altLang="en-US" sz="2000" b="1"/>
          </a:p>
          <a:p>
            <a:pPr marL="342900" indent="-342900">
              <a:buFont typeface="Wingdings" panose="05000000000000000000" charset="0"/>
              <a:buChar char="l"/>
            </a:pPr>
            <a:r>
              <a:rPr lang="zh-CN" altLang="en-US" sz="2000" b="1"/>
              <a:t>用结束时间最</a:t>
            </a:r>
            <a:r>
              <a:rPr lang="zh-CN" altLang="en-US" sz="2000" b="1"/>
              <a:t>早？</a:t>
            </a:r>
            <a:endParaRPr lang="zh-CN" altLang="en-US" sz="2000" b="1"/>
          </a:p>
        </p:txBody>
      </p:sp>
      <p:sp>
        <p:nvSpPr>
          <p:cNvPr id="32" name="乘号 31"/>
          <p:cNvSpPr/>
          <p:nvPr>
            <p:custDataLst>
              <p:tags r:id="rId4"/>
            </p:custDataLst>
          </p:nvPr>
        </p:nvSpPr>
        <p:spPr>
          <a:xfrm>
            <a:off x="2992120" y="4503420"/>
            <a:ext cx="1856740" cy="1504315"/>
          </a:xfrm>
          <a:prstGeom prst="mathMultiply">
            <a:avLst>
              <a:gd name="adj1" fmla="val 27819"/>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630555" y="2580005"/>
            <a:ext cx="5654040" cy="1630045"/>
          </a:xfrm>
          <a:prstGeom prst="rect">
            <a:avLst/>
          </a:prstGeom>
          <a:noFill/>
        </p:spPr>
        <p:txBody>
          <a:bodyPr wrap="square" rtlCol="0" anchor="t">
            <a:spAutoFit/>
          </a:bodyPr>
          <a:p>
            <a:r>
              <a:rPr lang="zh-CN" altLang="en-US" sz="2000" b="1">
                <a:latin typeface="微软雅黑" panose="020B0503020204020204" charset="-122"/>
                <a:ea typeface="微软雅黑" panose="020B0503020204020204" charset="-122"/>
                <a:cs typeface="微软雅黑" panose="020B0503020204020204" charset="-122"/>
              </a:rPr>
              <a:t>4个班级争用教室，尽可能满足更多班级的需要。</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1班:8:00-12:00</a:t>
            </a:r>
            <a:r>
              <a:rPr lang="en-US" altLang="zh-CN" sz="2000" b="1">
                <a:latin typeface="微软雅黑" panose="020B0503020204020204" charset="-122"/>
                <a:ea typeface="微软雅黑" panose="020B0503020204020204" charset="-122"/>
                <a:cs typeface="微软雅黑" panose="020B0503020204020204" charset="-122"/>
              </a:rPr>
              <a:t>    </a:t>
            </a:r>
            <a:r>
              <a:rPr lang="zh-CN" altLang="en-US" sz="2000" b="1">
                <a:latin typeface="微软雅黑" panose="020B0503020204020204" charset="-122"/>
                <a:ea typeface="微软雅黑" panose="020B0503020204020204" charset="-122"/>
                <a:cs typeface="微软雅黑" panose="020B0503020204020204" charset="-122"/>
              </a:rPr>
              <a:t>班级歌手</a:t>
            </a:r>
            <a:r>
              <a:rPr lang="zh-CN" altLang="en-US" sz="2000" b="1">
                <a:latin typeface="微软雅黑" panose="020B0503020204020204" charset="-122"/>
                <a:ea typeface="微软雅黑" panose="020B0503020204020204" charset="-122"/>
                <a:cs typeface="微软雅黑" panose="020B0503020204020204" charset="-122"/>
              </a:rPr>
              <a:t>大赛</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2班:8:30-10:30</a:t>
            </a:r>
            <a:r>
              <a:rPr lang="en-US" altLang="zh-CN" sz="2000" b="1">
                <a:latin typeface="微软雅黑" panose="020B0503020204020204" charset="-122"/>
                <a:ea typeface="微软雅黑" panose="020B0503020204020204" charset="-122"/>
                <a:cs typeface="微软雅黑" panose="020B0503020204020204" charset="-122"/>
              </a:rPr>
              <a:t>    </a:t>
            </a:r>
            <a:r>
              <a:rPr lang="zh-CN" altLang="en-US" sz="2000" b="1">
                <a:latin typeface="微软雅黑" panose="020B0503020204020204" charset="-122"/>
                <a:ea typeface="微软雅黑" panose="020B0503020204020204" charset="-122"/>
                <a:cs typeface="微软雅黑" panose="020B0503020204020204" charset="-122"/>
              </a:rPr>
              <a:t>考试</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3班:11:00-11:30</a:t>
            </a:r>
            <a:r>
              <a:rPr lang="en-US" altLang="zh-CN" sz="2000" b="1">
                <a:latin typeface="微软雅黑" panose="020B0503020204020204" charset="-122"/>
                <a:ea typeface="微软雅黑" panose="020B0503020204020204" charset="-122"/>
                <a:cs typeface="微软雅黑" panose="020B0503020204020204" charset="-122"/>
              </a:rPr>
              <a:t>  </a:t>
            </a:r>
            <a:r>
              <a:rPr lang="zh-CN" altLang="en-US" sz="2000" b="1">
                <a:latin typeface="微软雅黑" panose="020B0503020204020204" charset="-122"/>
                <a:ea typeface="微软雅黑" panose="020B0503020204020204" charset="-122"/>
                <a:cs typeface="微软雅黑" panose="020B0503020204020204" charset="-122"/>
              </a:rPr>
              <a:t>班级</a:t>
            </a:r>
            <a:r>
              <a:rPr lang="zh-CN" altLang="en-US" sz="2000" b="1">
                <a:latin typeface="微软雅黑" panose="020B0503020204020204" charset="-122"/>
                <a:ea typeface="微软雅黑" panose="020B0503020204020204" charset="-122"/>
                <a:cs typeface="微软雅黑" panose="020B0503020204020204" charset="-122"/>
              </a:rPr>
              <a:t>大会</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4班:10:40-11:20</a:t>
            </a:r>
            <a:r>
              <a:rPr lang="en-US" altLang="zh-CN" sz="2000" b="1">
                <a:latin typeface="微软雅黑" panose="020B0503020204020204" charset="-122"/>
                <a:ea typeface="微软雅黑" panose="020B0503020204020204" charset="-122"/>
                <a:cs typeface="微软雅黑" panose="020B0503020204020204" charset="-122"/>
              </a:rPr>
              <a:t>  </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看笛霸格的学习视频</a:t>
            </a:r>
            <a:endParaRPr lang="zh-CN" altLang="en-US"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2562225" y="4776470"/>
            <a:ext cx="640080" cy="398780"/>
          </a:xfrm>
          <a:prstGeom prst="rect">
            <a:avLst/>
          </a:prstGeom>
          <a:noFill/>
        </p:spPr>
        <p:txBody>
          <a:bodyPr wrap="square" rtlCol="0">
            <a:spAutoFit/>
          </a:bodyPr>
          <a:p>
            <a:pPr indent="0">
              <a:buFont typeface="Wingdings" panose="05000000000000000000" charset="0"/>
              <a:buNone/>
            </a:pP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1</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班</a:t>
            </a:r>
            <a:endParaRPr lang="zh-CN" altLang="en-US" sz="2000" b="1">
              <a:solidFill>
                <a:srgbClr val="CC00FF"/>
              </a:solidFill>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2562225" y="5414645"/>
            <a:ext cx="640080" cy="398780"/>
          </a:xfrm>
          <a:prstGeom prst="rect">
            <a:avLst/>
          </a:prstGeom>
          <a:noFill/>
        </p:spPr>
        <p:txBody>
          <a:bodyPr wrap="square" rtlCol="0">
            <a:spAutoFit/>
          </a:bodyPr>
          <a:p>
            <a:pPr indent="0">
              <a:buFont typeface="Wingdings" panose="05000000000000000000" charset="0"/>
              <a:buNone/>
            </a:pP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3</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班</a:t>
            </a:r>
            <a:endParaRPr lang="zh-CN" altLang="en-US" sz="2000" b="1">
              <a:solidFill>
                <a:srgbClr val="CC00FF"/>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2562225" y="6007735"/>
            <a:ext cx="640080" cy="398780"/>
          </a:xfrm>
          <a:prstGeom prst="rect">
            <a:avLst/>
          </a:prstGeom>
          <a:noFill/>
        </p:spPr>
        <p:txBody>
          <a:bodyPr wrap="square" rtlCol="0">
            <a:spAutoFit/>
          </a:bodyPr>
          <a:p>
            <a:pPr indent="0">
              <a:buFont typeface="Wingdings" panose="05000000000000000000" charset="0"/>
              <a:buNone/>
            </a:pP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2</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班</a:t>
            </a:r>
            <a:endParaRPr lang="zh-CN" altLang="en-US" sz="2000" b="1">
              <a:solidFill>
                <a:srgbClr val="CC00FF"/>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3202305" y="6007735"/>
            <a:ext cx="640080" cy="398780"/>
          </a:xfrm>
          <a:prstGeom prst="rect">
            <a:avLst/>
          </a:prstGeom>
          <a:noFill/>
        </p:spPr>
        <p:txBody>
          <a:bodyPr wrap="square" rtlCol="0">
            <a:spAutoFit/>
          </a:bodyPr>
          <a:p>
            <a:pPr indent="0">
              <a:buFont typeface="Wingdings" panose="05000000000000000000" charset="0"/>
              <a:buNone/>
            </a:pPr>
            <a:r>
              <a:rPr lang="en-US" altLang="zh-CN" sz="2000" b="1">
                <a:solidFill>
                  <a:srgbClr val="CC00FF"/>
                </a:solidFill>
                <a:latin typeface="微软雅黑" panose="020B0503020204020204" charset="-122"/>
                <a:ea typeface="微软雅黑" panose="020B0503020204020204" charset="-122"/>
                <a:cs typeface="微软雅黑" panose="020B0503020204020204" charset="-122"/>
              </a:rPr>
              <a:t>4</a:t>
            </a:r>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班</a:t>
            </a:r>
            <a:endParaRPr lang="zh-CN" altLang="en-US" sz="2000" b="1">
              <a:solidFill>
                <a:srgbClr val="CC00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P spid="8" grpId="0"/>
      <p:bldP spid="32" grpId="0" bldLvl="0" animBg="1"/>
      <p:bldP spid="11" grpId="0"/>
      <p:bldP spid="12" grpId="0"/>
      <p:bldP spid="13"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会场</a:t>
            </a:r>
            <a:r>
              <a:rPr lang="zh-CN" altLang="en-US" sz="4000" b="1" dirty="0">
                <a:solidFill>
                  <a:schemeClr val="accent1">
                    <a:lumMod val="75000"/>
                  </a:schemeClr>
                </a:solidFill>
              </a:rPr>
              <a:t>安排问题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137731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会场安排问题简述：</a:t>
            </a:r>
            <a:r>
              <a:rPr lang="zh-CN" altLang="en-US" sz="2000" b="1">
                <a:latin typeface="微软雅黑" panose="020B0503020204020204" charset="-122"/>
                <a:ea typeface="微软雅黑" panose="020B0503020204020204" charset="-122"/>
                <a:cs typeface="微软雅黑" panose="020B0503020204020204" charset="-122"/>
              </a:rPr>
              <a:t>设有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个活动的集合</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C={1,2,…,n}</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个资源(如会议室)，而在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同一时间内只能有一个活动使用该资源</a:t>
            </a:r>
            <a:r>
              <a:rPr lang="zh-CN" altLang="en-US" sz="2000" b="1">
                <a:latin typeface="微软雅黑" panose="020B0503020204020204" charset="-122"/>
                <a:ea typeface="微软雅黑" panose="020B0503020204020204" charset="-122"/>
                <a:cs typeface="微软雅黑" panose="020B0503020204020204" charset="-122"/>
              </a:rPr>
              <a:t>。活动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i(i=1,2.….,n)</a:t>
            </a:r>
            <a:r>
              <a:rPr lang="zh-CN" altLang="en-US" sz="2000" b="1">
                <a:latin typeface="微软雅黑" panose="020B0503020204020204" charset="-122"/>
                <a:ea typeface="微软雅黑" panose="020B0503020204020204" charset="-122"/>
                <a:cs typeface="微软雅黑" panose="020B0503020204020204" charset="-122"/>
              </a:rPr>
              <a:t>的开始时间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，结束时间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，且s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&lt;f</a:t>
            </a:r>
            <a:r>
              <a:rPr lang="zh-CN" altLang="en-US" sz="2000" b="1" baseline="-25000">
                <a:solidFill>
                  <a:schemeClr val="tx1"/>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。活动i占用会议室的时间段为半开区间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。如果[s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,f</a:t>
            </a:r>
            <a:r>
              <a:rPr lang="zh-CN" altLang="en-US" sz="2000" b="1" baseline="-25000">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)与[s</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,f</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)不相交，则称活动i与活动i是相容的。</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活动安排问题要求在所给的活动集合中选出最大的相容活动子集，也即尽可能地选择更多的活动来使用资源</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3"/>
            </p:custDataLst>
          </p:nvPr>
        </p:nvSpPr>
        <p:spPr>
          <a:xfrm>
            <a:off x="0" y="2159635"/>
            <a:ext cx="7604125" cy="65595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举例：</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indent="457200"/>
            <a:r>
              <a:rPr lang="zh-CN" altLang="en-US" sz="2000" b="1">
                <a:latin typeface="微软雅黑" panose="020B0503020204020204" charset="-122"/>
                <a:ea typeface="微软雅黑" panose="020B0503020204020204" charset="-122"/>
                <a:cs typeface="微软雅黑" panose="020B0503020204020204" charset="-122"/>
              </a:rPr>
              <a:t>假设有</a:t>
            </a:r>
            <a:r>
              <a:rPr lang="en-US" altLang="zh-CN" sz="2000" b="1">
                <a:latin typeface="微软雅黑" panose="020B0503020204020204" charset="-122"/>
                <a:ea typeface="微软雅黑" panose="020B0503020204020204" charset="-122"/>
                <a:cs typeface="微软雅黑" panose="020B0503020204020204" charset="-122"/>
              </a:rPr>
              <a:t>10</a:t>
            </a:r>
            <a:r>
              <a:rPr lang="zh-CN" altLang="en-US" sz="2000" b="1">
                <a:latin typeface="微软雅黑" panose="020B0503020204020204" charset="-122"/>
                <a:ea typeface="微软雅黑" panose="020B0503020204020204" charset="-122"/>
                <a:cs typeface="微软雅黑" panose="020B0503020204020204" charset="-122"/>
              </a:rPr>
              <a:t>个活动等待安排，这些活动的开始、结束时间</a:t>
            </a:r>
            <a:r>
              <a:rPr lang="zh-CN" altLang="en-US" sz="2000" b="1">
                <a:latin typeface="微软雅黑" panose="020B0503020204020204" charset="-122"/>
                <a:ea typeface="微软雅黑" panose="020B0503020204020204" charset="-122"/>
                <a:cs typeface="微软雅黑" panose="020B0503020204020204" charset="-122"/>
              </a:rPr>
              <a:t>如下：</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1828800" y="2857500"/>
          <a:ext cx="8533765" cy="1143000"/>
        </p:xfrm>
        <a:graphic>
          <a:graphicData uri="http://schemas.openxmlformats.org/drawingml/2006/table">
            <a:tbl>
              <a:tblPr firstRow="1" firstCol="1">
                <a:tableStyleId>{7DF18680-E054-41AD-8BC1-D1AEF772440D}</a:tableStyleId>
              </a:tblPr>
              <a:tblGrid>
                <a:gridCol w="775335"/>
                <a:gridCol w="775335"/>
                <a:gridCol w="775335"/>
                <a:gridCol w="775335"/>
                <a:gridCol w="775335"/>
                <a:gridCol w="775335"/>
                <a:gridCol w="775335"/>
                <a:gridCol w="775335"/>
                <a:gridCol w="775335"/>
                <a:gridCol w="775335"/>
                <a:gridCol w="77533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2" name="文本框 1"/>
          <p:cNvSpPr txBox="1"/>
          <p:nvPr>
            <p:custDataLst>
              <p:tags r:id="rId4"/>
            </p:custDataLst>
          </p:nvPr>
        </p:nvSpPr>
        <p:spPr>
          <a:xfrm>
            <a:off x="0" y="4001135"/>
            <a:ext cx="3427730" cy="65595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分解：</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indent="457200"/>
            <a:r>
              <a:rPr lang="zh-CN" altLang="en-US" sz="2000" b="1">
                <a:latin typeface="微软雅黑" panose="020B0503020204020204" charset="-122"/>
                <a:ea typeface="微软雅黑" panose="020B0503020204020204" charset="-122"/>
                <a:cs typeface="微软雅黑" panose="020B0503020204020204" charset="-122"/>
              </a:rPr>
              <a:t>按照结束时间</a:t>
            </a:r>
            <a:r>
              <a:rPr lang="zh-CN" altLang="en-US" sz="2000" b="1">
                <a:latin typeface="微软雅黑" panose="020B0503020204020204" charset="-122"/>
                <a:ea typeface="微软雅黑" panose="020B0503020204020204" charset="-122"/>
                <a:cs typeface="微软雅黑" panose="020B0503020204020204" charset="-122"/>
              </a:rPr>
              <a:t>升序</a:t>
            </a:r>
            <a:r>
              <a:rPr lang="zh-CN" altLang="en-US" sz="2000" b="1">
                <a:latin typeface="微软雅黑" panose="020B0503020204020204" charset="-122"/>
                <a:ea typeface="微软雅黑" panose="020B0503020204020204" charset="-122"/>
                <a:cs typeface="微软雅黑" panose="020B0503020204020204" charset="-122"/>
              </a:rPr>
              <a:t>排序：</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custDataLst>
              <p:tags r:id="rId5"/>
            </p:custDataLst>
          </p:nvPr>
        </p:nvGraphicFramePr>
        <p:xfrm>
          <a:off x="1828800" y="469836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会场</a:t>
            </a:r>
            <a:r>
              <a:rPr lang="zh-CN" altLang="en-US" sz="4000" b="1" dirty="0">
                <a:solidFill>
                  <a:schemeClr val="accent1">
                    <a:lumMod val="75000"/>
                  </a:schemeClr>
                </a:solidFill>
              </a:rPr>
              <a:t>安排问题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137731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会场安排问题简述：</a:t>
            </a:r>
            <a:r>
              <a:rPr lang="zh-CN" altLang="en-US" sz="2000" b="1">
                <a:latin typeface="微软雅黑" panose="020B0503020204020204" charset="-122"/>
                <a:ea typeface="微软雅黑" panose="020B0503020204020204" charset="-122"/>
                <a:cs typeface="微软雅黑" panose="020B0503020204020204" charset="-122"/>
              </a:rPr>
              <a:t>设有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个活动的集合</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C={1,2,…,n}</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个资源(如会议室)，而在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同一时间内只能有一个活动使用该资源</a:t>
            </a:r>
            <a:r>
              <a:rPr lang="zh-CN" altLang="en-US" sz="2000" b="1">
                <a:latin typeface="微软雅黑" panose="020B0503020204020204" charset="-122"/>
                <a:ea typeface="微软雅黑" panose="020B0503020204020204" charset="-122"/>
                <a:cs typeface="微软雅黑" panose="020B0503020204020204" charset="-122"/>
              </a:rPr>
              <a:t>。活动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i(i=1,2.….,n)</a:t>
            </a:r>
            <a:r>
              <a:rPr lang="zh-CN" altLang="en-US" sz="2000" b="1">
                <a:latin typeface="微软雅黑" panose="020B0503020204020204" charset="-122"/>
                <a:ea typeface="微软雅黑" panose="020B0503020204020204" charset="-122"/>
                <a:cs typeface="微软雅黑" panose="020B0503020204020204" charset="-122"/>
              </a:rPr>
              <a:t>的开始时间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，结束时间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，且s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&lt;f</a:t>
            </a:r>
            <a:r>
              <a:rPr lang="zh-CN" altLang="en-US" sz="2000" b="1" baseline="-25000">
                <a:solidFill>
                  <a:schemeClr val="tx1"/>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。活动i占用会议室的时间段为半开区间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。如果[s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,f</a:t>
            </a:r>
            <a:r>
              <a:rPr lang="zh-CN" altLang="en-US" sz="2000" b="1" baseline="-25000">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)与[s</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,f</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)不相交，则称活动i与活动i是相容的。</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活动安排问题要求在所给的活动集合中选出最大的相容活动子集，也即尽可能地选择更多的活动来使用资源</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3"/>
            </p:custDataLst>
          </p:nvPr>
        </p:nvSpPr>
        <p:spPr>
          <a:xfrm>
            <a:off x="0" y="2063750"/>
            <a:ext cx="3427730" cy="65595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分解：</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indent="457200"/>
            <a:r>
              <a:rPr lang="zh-CN" altLang="en-US" sz="2000" b="1">
                <a:latin typeface="微软雅黑" panose="020B0503020204020204" charset="-122"/>
                <a:ea typeface="微软雅黑" panose="020B0503020204020204" charset="-122"/>
                <a:cs typeface="微软雅黑" panose="020B0503020204020204" charset="-122"/>
              </a:rPr>
              <a:t>按照结束时间</a:t>
            </a:r>
            <a:r>
              <a:rPr lang="zh-CN" altLang="en-US" sz="2000" b="1">
                <a:latin typeface="微软雅黑" panose="020B0503020204020204" charset="-122"/>
                <a:ea typeface="微软雅黑" panose="020B0503020204020204" charset="-122"/>
                <a:cs typeface="微软雅黑" panose="020B0503020204020204" charset="-122"/>
              </a:rPr>
              <a:t>升序</a:t>
            </a:r>
            <a:r>
              <a:rPr lang="zh-CN" altLang="en-US" sz="2000" b="1">
                <a:latin typeface="微软雅黑" panose="020B0503020204020204" charset="-122"/>
                <a:ea typeface="微软雅黑" panose="020B0503020204020204" charset="-122"/>
                <a:cs typeface="微软雅黑" panose="020B0503020204020204" charset="-122"/>
              </a:rPr>
              <a:t>排序：</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custDataLst>
              <p:tags r:id="rId4"/>
            </p:custDataLst>
          </p:nvPr>
        </p:nvGraphicFramePr>
        <p:xfrm>
          <a:off x="1828800" y="271970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8" name="文本框 7"/>
          <p:cNvSpPr txBox="1"/>
          <p:nvPr>
            <p:custDataLst>
              <p:tags r:id="rId5"/>
            </p:custDataLst>
          </p:nvPr>
        </p:nvSpPr>
        <p:spPr>
          <a:xfrm>
            <a:off x="0" y="3862705"/>
            <a:ext cx="3705860" cy="65595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解决：</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pPr indent="457200"/>
            <a:r>
              <a:rPr lang="zh-CN" altLang="en-US" sz="2000" b="1">
                <a:latin typeface="微软雅黑" panose="020B0503020204020204" charset="-122"/>
                <a:ea typeface="微软雅黑" panose="020B0503020204020204" charset="-122"/>
                <a:cs typeface="微软雅黑" panose="020B0503020204020204" charset="-122"/>
              </a:rPr>
              <a:t>结束时间较早的</a:t>
            </a:r>
            <a:r>
              <a:rPr lang="zh-CN" altLang="en-US" sz="2000" b="1">
                <a:latin typeface="微软雅黑" panose="020B0503020204020204" charset="-122"/>
                <a:ea typeface="微软雅黑" panose="020B0503020204020204" charset="-122"/>
                <a:cs typeface="微软雅黑" panose="020B0503020204020204" charset="-122"/>
              </a:rPr>
              <a:t>活动被</a:t>
            </a:r>
            <a:r>
              <a:rPr lang="zh-CN" altLang="en-US" sz="2000" b="1">
                <a:latin typeface="微软雅黑" panose="020B0503020204020204" charset="-122"/>
                <a:ea typeface="微软雅黑" panose="020B0503020204020204" charset="-122"/>
                <a:cs typeface="微软雅黑" panose="020B0503020204020204" charset="-122"/>
              </a:rPr>
              <a:t>安排</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0" name="表格 9"/>
          <p:cNvGraphicFramePr/>
          <p:nvPr>
            <p:custDataLst>
              <p:tags r:id="rId6"/>
            </p:custDataLst>
          </p:nvPr>
        </p:nvGraphicFramePr>
        <p:xfrm>
          <a:off x="1828800" y="4518660"/>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1" name="文本框 10"/>
          <p:cNvSpPr txBox="1"/>
          <p:nvPr>
            <p:custDataLst>
              <p:tags r:id="rId7"/>
            </p:custDataLst>
          </p:nvPr>
        </p:nvSpPr>
        <p:spPr>
          <a:xfrm>
            <a:off x="0" y="5800090"/>
            <a:ext cx="7101205" cy="1057275"/>
          </a:xfrm>
          <a:prstGeom prst="rect">
            <a:avLst/>
          </a:prstGeom>
          <a:noFill/>
        </p:spPr>
        <p:txBody>
          <a:bodyPr wrap="square" rtlCol="0">
            <a:noAutofit/>
          </a:bodyPr>
          <a:p>
            <a:pPr indent="457200"/>
            <a:r>
              <a:rPr lang="zh-CN" altLang="en-US" sz="2000" b="1">
                <a:latin typeface="微软雅黑" panose="020B0503020204020204" charset="-122"/>
                <a:ea typeface="微软雅黑" panose="020B0503020204020204" charset="-122"/>
                <a:cs typeface="微软雅黑" panose="020B0503020204020204" charset="-122"/>
              </a:rPr>
              <a:t>活动被安排</a:t>
            </a:r>
            <a:r>
              <a:rPr lang="zh-CN" altLang="en-US" sz="2000" b="1">
                <a:latin typeface="微软雅黑" panose="020B0503020204020204" charset="-122"/>
                <a:ea typeface="微软雅黑" panose="020B0503020204020204" charset="-122"/>
                <a:cs typeface="微软雅黑" panose="020B0503020204020204" charset="-122"/>
              </a:rPr>
              <a:t>条件：</a:t>
            </a:r>
            <a:endParaRPr lang="zh-CN" altLang="en-US" sz="2000" b="1">
              <a:latin typeface="微软雅黑" panose="020B0503020204020204" charset="-122"/>
              <a:ea typeface="微软雅黑" panose="020B0503020204020204" charset="-122"/>
              <a:cs typeface="微软雅黑" panose="020B0503020204020204" charset="-122"/>
            </a:endParaRPr>
          </a:p>
          <a:p>
            <a:pPr marL="800100" lvl="1" indent="-342900">
              <a:buFont typeface="Wingdings" panose="05000000000000000000" charset="0"/>
              <a:buChar char="u"/>
            </a:pPr>
            <a:r>
              <a:rPr lang="zh-CN" altLang="en-US" sz="2000" b="1">
                <a:latin typeface="微软雅黑" panose="020B0503020204020204" charset="-122"/>
                <a:ea typeface="微软雅黑" panose="020B0503020204020204" charset="-122"/>
                <a:cs typeface="微软雅黑" panose="020B0503020204020204" charset="-122"/>
              </a:rPr>
              <a:t>下一个活动的开始时间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晚于或等于</a:t>
            </a:r>
            <a:r>
              <a:rPr lang="zh-CN" altLang="en-US" sz="2000" b="1">
                <a:latin typeface="微软雅黑" panose="020B0503020204020204" charset="-122"/>
                <a:ea typeface="微软雅黑" panose="020B0503020204020204" charset="-122"/>
                <a:cs typeface="微软雅黑" panose="020B0503020204020204" charset="-122"/>
              </a:rPr>
              <a:t>前一个活动结束</a:t>
            </a:r>
            <a:r>
              <a:rPr lang="zh-CN" altLang="en-US" sz="2000" b="1">
                <a:latin typeface="微软雅黑" panose="020B0503020204020204" charset="-122"/>
                <a:ea typeface="微软雅黑" panose="020B0503020204020204" charset="-122"/>
                <a:cs typeface="微软雅黑" panose="020B0503020204020204" charset="-122"/>
              </a:rPr>
              <a:t>时间</a:t>
            </a:r>
            <a:endParaRPr lang="zh-CN" altLang="en-US" sz="20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会场</a:t>
            </a:r>
            <a:r>
              <a:rPr lang="zh-CN" altLang="en-US" sz="4000" b="1" dirty="0">
                <a:solidFill>
                  <a:schemeClr val="accent1">
                    <a:lumMod val="75000"/>
                  </a:schemeClr>
                </a:solidFill>
              </a:rPr>
              <a:t>安排问题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137731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会场安排问题简述：</a:t>
            </a:r>
            <a:r>
              <a:rPr lang="zh-CN" altLang="en-US" sz="2000" b="1">
                <a:latin typeface="微软雅黑" panose="020B0503020204020204" charset="-122"/>
                <a:ea typeface="微软雅黑" panose="020B0503020204020204" charset="-122"/>
                <a:cs typeface="微软雅黑" panose="020B0503020204020204" charset="-122"/>
              </a:rPr>
              <a:t>设有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个活动的集合</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C={1,2,…,n}</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个资源(如会议室)，而在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同一时间内只能有一个活动使用该资源</a:t>
            </a:r>
            <a:r>
              <a:rPr lang="zh-CN" altLang="en-US" sz="2000" b="1">
                <a:latin typeface="微软雅黑" panose="020B0503020204020204" charset="-122"/>
                <a:ea typeface="微软雅黑" panose="020B0503020204020204" charset="-122"/>
                <a:cs typeface="微软雅黑" panose="020B0503020204020204" charset="-122"/>
              </a:rPr>
              <a:t>。活动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i(i=1,2.….,n)</a:t>
            </a:r>
            <a:r>
              <a:rPr lang="zh-CN" altLang="en-US" sz="2000" b="1">
                <a:latin typeface="微软雅黑" panose="020B0503020204020204" charset="-122"/>
                <a:ea typeface="微软雅黑" panose="020B0503020204020204" charset="-122"/>
                <a:cs typeface="微软雅黑" panose="020B0503020204020204" charset="-122"/>
              </a:rPr>
              <a:t>的开始时间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，结束时间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，且s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&lt;f</a:t>
            </a:r>
            <a:r>
              <a:rPr lang="zh-CN" altLang="en-US" sz="2000" b="1" baseline="-25000">
                <a:solidFill>
                  <a:schemeClr val="tx1"/>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。活动i占用会议室的时间段为半开区间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。如果[s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,f</a:t>
            </a:r>
            <a:r>
              <a:rPr lang="zh-CN" altLang="en-US" sz="2000" b="1" baseline="-25000">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)与[s</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,f</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)不相交，则称活动i与活动i是相容的。</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活动安排问题要求在所给的活动集合中选出最大的相容活动子集，也即尽可能地选择更多的活动来使用资源</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0" name="表格 9"/>
          <p:cNvGraphicFramePr/>
          <p:nvPr>
            <p:custDataLst>
              <p:tags r:id="rId3"/>
            </p:custDataLst>
          </p:nvPr>
        </p:nvGraphicFramePr>
        <p:xfrm>
          <a:off x="1828800" y="206946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8" name="矩形: 圆角 18"/>
          <p:cNvSpPr/>
          <p:nvPr>
            <p:custDataLst>
              <p:tags r:id="rId4"/>
            </p:custDataLst>
          </p:nvPr>
        </p:nvSpPr>
        <p:spPr>
          <a:xfrm>
            <a:off x="3488055" y="2463165"/>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3" name="表格 12"/>
          <p:cNvGraphicFramePr/>
          <p:nvPr>
            <p:custDataLst>
              <p:tags r:id="rId5"/>
            </p:custDataLst>
          </p:nvPr>
        </p:nvGraphicFramePr>
        <p:xfrm>
          <a:off x="1828800" y="206946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1" name="矩形: 圆角 18"/>
          <p:cNvSpPr/>
          <p:nvPr>
            <p:custDataLst>
              <p:tags r:id="rId6"/>
            </p:custDataLst>
          </p:nvPr>
        </p:nvSpPr>
        <p:spPr>
          <a:xfrm>
            <a:off x="4264025" y="2463165"/>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4" name="表格 13"/>
          <p:cNvGraphicFramePr/>
          <p:nvPr>
            <p:custDataLst>
              <p:tags r:id="rId7"/>
            </p:custDataLst>
          </p:nvPr>
        </p:nvGraphicFramePr>
        <p:xfrm>
          <a:off x="1828800" y="206946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2" name="矩形: 圆角 18"/>
          <p:cNvSpPr/>
          <p:nvPr>
            <p:custDataLst>
              <p:tags r:id="rId8"/>
            </p:custDataLst>
          </p:nvPr>
        </p:nvSpPr>
        <p:spPr>
          <a:xfrm>
            <a:off x="5039995" y="2463165"/>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5" name="表格 14"/>
          <p:cNvGraphicFramePr/>
          <p:nvPr>
            <p:custDataLst>
              <p:tags r:id="rId9"/>
            </p:custDataLst>
          </p:nvPr>
        </p:nvGraphicFramePr>
        <p:xfrm>
          <a:off x="1828800" y="206946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1" grpId="0" bldLvl="0" animBg="1"/>
      <p:bldP spid="1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会场</a:t>
            </a:r>
            <a:r>
              <a:rPr lang="zh-CN" altLang="en-US" sz="4000" b="1" dirty="0">
                <a:solidFill>
                  <a:schemeClr val="accent1">
                    <a:lumMod val="75000"/>
                  </a:schemeClr>
                </a:solidFill>
              </a:rPr>
              <a:t>安排问题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137731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会场安排问题简述：</a:t>
            </a:r>
            <a:r>
              <a:rPr lang="zh-CN" altLang="en-US" sz="2000" b="1">
                <a:latin typeface="微软雅黑" panose="020B0503020204020204" charset="-122"/>
                <a:ea typeface="微软雅黑" panose="020B0503020204020204" charset="-122"/>
                <a:cs typeface="微软雅黑" panose="020B0503020204020204" charset="-122"/>
              </a:rPr>
              <a:t>设有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个活动的集合</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C={1,2,…,n}</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个资源(如会议室)，而在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同一时间内只能有一个活动使用该资源</a:t>
            </a:r>
            <a:r>
              <a:rPr lang="zh-CN" altLang="en-US" sz="2000" b="1">
                <a:latin typeface="微软雅黑" panose="020B0503020204020204" charset="-122"/>
                <a:ea typeface="微软雅黑" panose="020B0503020204020204" charset="-122"/>
                <a:cs typeface="微软雅黑" panose="020B0503020204020204" charset="-122"/>
              </a:rPr>
              <a:t>。活动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i(i=1,2.….,n)</a:t>
            </a:r>
            <a:r>
              <a:rPr lang="zh-CN" altLang="en-US" sz="2000" b="1">
                <a:latin typeface="微软雅黑" panose="020B0503020204020204" charset="-122"/>
                <a:ea typeface="微软雅黑" panose="020B0503020204020204" charset="-122"/>
                <a:cs typeface="微软雅黑" panose="020B0503020204020204" charset="-122"/>
              </a:rPr>
              <a:t>的开始时间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，结束时间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，且s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&lt;f</a:t>
            </a:r>
            <a:r>
              <a:rPr lang="zh-CN" altLang="en-US" sz="2000" b="1" baseline="-25000">
                <a:solidFill>
                  <a:schemeClr val="tx1"/>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。活动i占用会议室的时间段为半开区间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。如果[s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,f</a:t>
            </a:r>
            <a:r>
              <a:rPr lang="zh-CN" altLang="en-US" sz="2000" b="1" baseline="-25000">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)与[s</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,f</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)不相交，则称活动i与活动i是相容的。</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活动安排问题要求在所给的活动集合中选出最大的相容活动子集，也即尽可能地选择更多的活动来使用资源</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15" name="表格 14"/>
          <p:cNvGraphicFramePr/>
          <p:nvPr>
            <p:custDataLst>
              <p:tags r:id="rId3"/>
            </p:custDataLst>
          </p:nvPr>
        </p:nvGraphicFramePr>
        <p:xfrm>
          <a:off x="1828800" y="2048510"/>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2" name="矩形: 圆角 18"/>
          <p:cNvSpPr/>
          <p:nvPr/>
        </p:nvSpPr>
        <p:spPr>
          <a:xfrm>
            <a:off x="5822315" y="2442210"/>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2" name="表格 1"/>
          <p:cNvGraphicFramePr/>
          <p:nvPr>
            <p:custDataLst>
              <p:tags r:id="rId4"/>
            </p:custDataLst>
          </p:nvPr>
        </p:nvGraphicFramePr>
        <p:xfrm>
          <a:off x="1828800" y="2048510"/>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7" name="矩形: 圆角 18"/>
          <p:cNvSpPr/>
          <p:nvPr/>
        </p:nvSpPr>
        <p:spPr>
          <a:xfrm>
            <a:off x="6606540" y="2442210"/>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8" name="表格 7"/>
          <p:cNvGraphicFramePr/>
          <p:nvPr>
            <p:custDataLst>
              <p:tags r:id="rId5"/>
            </p:custDataLst>
          </p:nvPr>
        </p:nvGraphicFramePr>
        <p:xfrm>
          <a:off x="1828800" y="2048510"/>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6" name="矩形: 圆角 18"/>
          <p:cNvSpPr/>
          <p:nvPr/>
        </p:nvSpPr>
        <p:spPr>
          <a:xfrm>
            <a:off x="7390765" y="2442210"/>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7" name="表格 16"/>
          <p:cNvGraphicFramePr/>
          <p:nvPr>
            <p:custDataLst>
              <p:tags r:id="rId6"/>
            </p:custDataLst>
          </p:nvPr>
        </p:nvGraphicFramePr>
        <p:xfrm>
          <a:off x="1828800" y="2048510"/>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9" name="矩形: 圆角 18"/>
          <p:cNvSpPr/>
          <p:nvPr/>
        </p:nvSpPr>
        <p:spPr>
          <a:xfrm>
            <a:off x="8174990" y="2442210"/>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20" name="表格 19"/>
          <p:cNvGraphicFramePr/>
          <p:nvPr>
            <p:custDataLst>
              <p:tags r:id="rId7"/>
            </p:custDataLst>
          </p:nvPr>
        </p:nvGraphicFramePr>
        <p:xfrm>
          <a:off x="1828800" y="2048510"/>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7" grpId="0" bldLvl="0" animBg="1"/>
      <p:bldP spid="16" grpId="0" bldLvl="0" animBg="1"/>
      <p:bldP spid="19"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会场</a:t>
            </a:r>
            <a:r>
              <a:rPr lang="zh-CN" altLang="en-US" sz="4000" b="1" dirty="0">
                <a:solidFill>
                  <a:schemeClr val="accent1">
                    <a:lumMod val="75000"/>
                  </a:schemeClr>
                </a:solidFill>
              </a:rPr>
              <a:t>安排问题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137731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会场安排问题简述：</a:t>
            </a:r>
            <a:r>
              <a:rPr lang="zh-CN" altLang="en-US" sz="2000" b="1">
                <a:latin typeface="微软雅黑" panose="020B0503020204020204" charset="-122"/>
                <a:ea typeface="微软雅黑" panose="020B0503020204020204" charset="-122"/>
                <a:cs typeface="微软雅黑" panose="020B0503020204020204" charset="-122"/>
              </a:rPr>
              <a:t>设有</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个活动的集合</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C={1,2,…,n}</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个资源(如会议室)，而在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同一时间内只能有一个活动使用该资源</a:t>
            </a:r>
            <a:r>
              <a:rPr lang="zh-CN" altLang="en-US" sz="2000" b="1">
                <a:latin typeface="微软雅黑" panose="020B0503020204020204" charset="-122"/>
                <a:ea typeface="微软雅黑" panose="020B0503020204020204" charset="-122"/>
                <a:cs typeface="微软雅黑" panose="020B0503020204020204" charset="-122"/>
              </a:rPr>
              <a:t>。活动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i(i=1,2.….,n)</a:t>
            </a:r>
            <a:r>
              <a:rPr lang="zh-CN" altLang="en-US" sz="2000" b="1">
                <a:latin typeface="微软雅黑" panose="020B0503020204020204" charset="-122"/>
                <a:ea typeface="微软雅黑" panose="020B0503020204020204" charset="-122"/>
                <a:cs typeface="微软雅黑" panose="020B0503020204020204" charset="-122"/>
              </a:rPr>
              <a:t>的开始时间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，结束时间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，且s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&lt;f</a:t>
            </a:r>
            <a:r>
              <a:rPr lang="zh-CN" altLang="en-US" sz="2000" b="1" baseline="-25000">
                <a:solidFill>
                  <a:schemeClr val="tx1"/>
                </a:solidFill>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。活动i占用会议室的时间段为半开区间</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[s</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,f</a:t>
            </a:r>
            <a:r>
              <a:rPr lang="zh-CN" altLang="en-US" sz="2000" b="1" baseline="-25000">
                <a:solidFill>
                  <a:srgbClr val="FF0000"/>
                </a:solidFill>
                <a:latin typeface="微软雅黑" panose="020B0503020204020204" charset="-122"/>
                <a:ea typeface="微软雅黑" panose="020B0503020204020204" charset="-122"/>
                <a:cs typeface="微软雅黑" panose="020B0503020204020204" charset="-122"/>
                <a:sym typeface="+mn-ea"/>
              </a:rPr>
              <a:t>i</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。如果[s</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,f</a:t>
            </a:r>
            <a:r>
              <a:rPr lang="zh-CN" altLang="en-US" sz="2000" b="1" baseline="-25000">
                <a:latin typeface="微软雅黑" panose="020B0503020204020204" charset="-122"/>
                <a:ea typeface="微软雅黑" panose="020B0503020204020204" charset="-122"/>
                <a:cs typeface="微软雅黑" panose="020B0503020204020204" charset="-122"/>
                <a:sym typeface="+mn-ea"/>
              </a:rPr>
              <a:t>i</a:t>
            </a:r>
            <a:r>
              <a:rPr lang="zh-CN" altLang="en-US" sz="2000" b="1">
                <a:latin typeface="微软雅黑" panose="020B0503020204020204" charset="-122"/>
                <a:ea typeface="微软雅黑" panose="020B0503020204020204" charset="-122"/>
                <a:cs typeface="微软雅黑" panose="020B0503020204020204" charset="-122"/>
              </a:rPr>
              <a:t>)与[s</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,f</a:t>
            </a:r>
            <a:r>
              <a:rPr lang="en-US" altLang="zh-CN" sz="2000" b="1" baseline="-25000">
                <a:latin typeface="微软雅黑" panose="020B0503020204020204" charset="-122"/>
                <a:ea typeface="微软雅黑" panose="020B0503020204020204" charset="-122"/>
                <a:cs typeface="微软雅黑" panose="020B0503020204020204" charset="-122"/>
                <a:sym typeface="+mn-ea"/>
              </a:rPr>
              <a:t>j</a:t>
            </a:r>
            <a:r>
              <a:rPr lang="zh-CN" altLang="en-US" sz="2000" b="1">
                <a:latin typeface="微软雅黑" panose="020B0503020204020204" charset="-122"/>
                <a:ea typeface="微软雅黑" panose="020B0503020204020204" charset="-122"/>
                <a:cs typeface="微软雅黑" panose="020B0503020204020204" charset="-122"/>
              </a:rPr>
              <a:t>)不相交，则称活动i与活动i是相容的。</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活动安排问题要求在所给的活动集合中选出最大的相容活动子集，也即尽可能地选择更多的活动来使用资源</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20" name="表格 19"/>
          <p:cNvGraphicFramePr/>
          <p:nvPr>
            <p:custDataLst>
              <p:tags r:id="rId3"/>
            </p:custDataLst>
          </p:nvPr>
        </p:nvGraphicFramePr>
        <p:xfrm>
          <a:off x="1828800" y="204787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0" name="矩形: 圆角 18"/>
          <p:cNvSpPr/>
          <p:nvPr/>
        </p:nvSpPr>
        <p:spPr>
          <a:xfrm>
            <a:off x="8967470" y="2441575"/>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1" name="表格 10"/>
          <p:cNvGraphicFramePr/>
          <p:nvPr>
            <p:custDataLst>
              <p:tags r:id="rId4"/>
            </p:custDataLst>
          </p:nvPr>
        </p:nvGraphicFramePr>
        <p:xfrm>
          <a:off x="1828800" y="204787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tc>
              </a:tr>
            </a:tbl>
          </a:graphicData>
        </a:graphic>
      </p:graphicFrame>
      <p:sp>
        <p:nvSpPr>
          <p:cNvPr id="13" name="矩形: 圆角 18"/>
          <p:cNvSpPr/>
          <p:nvPr/>
        </p:nvSpPr>
        <p:spPr>
          <a:xfrm>
            <a:off x="9700260" y="2441575"/>
            <a:ext cx="547370" cy="3556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14" name="表格 13"/>
          <p:cNvGraphicFramePr/>
          <p:nvPr>
            <p:custDataLst>
              <p:tags r:id="rId5"/>
            </p:custDataLst>
          </p:nvPr>
        </p:nvGraphicFramePr>
        <p:xfrm>
          <a:off x="1828800" y="2047875"/>
          <a:ext cx="8542655" cy="1143000"/>
        </p:xfrm>
        <a:graphic>
          <a:graphicData uri="http://schemas.openxmlformats.org/drawingml/2006/table">
            <a:tbl>
              <a:tblPr firstRow="1" firstCol="1">
                <a:tableStyleId>{7DF18680-E054-41AD-8BC1-D1AEF772440D}</a:tableStyleId>
              </a:tblPr>
              <a:tblGrid>
                <a:gridCol w="776605"/>
                <a:gridCol w="776605"/>
                <a:gridCol w="776605"/>
                <a:gridCol w="776605"/>
                <a:gridCol w="776605"/>
                <a:gridCol w="776605"/>
                <a:gridCol w="776605"/>
                <a:gridCol w="776605"/>
                <a:gridCol w="776605"/>
                <a:gridCol w="776605"/>
                <a:gridCol w="776605"/>
              </a:tblGrid>
              <a:tr h="381000">
                <a:tc>
                  <a:txBody>
                    <a:bodyPr/>
                    <a:p>
                      <a:pPr algn="ctr">
                        <a:buNone/>
                      </a:pPr>
                      <a:r>
                        <a:rPr lang="en-US" altLang="zh-CN" b="1">
                          <a:latin typeface="微软雅黑" panose="020B0503020204020204" charset="-122"/>
                          <a:ea typeface="微软雅黑" panose="020B0503020204020204" charset="-122"/>
                        </a:rPr>
                        <a:t>i</a:t>
                      </a:r>
                      <a:endParaRPr lang="en-US" altLang="zh-CN"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solidFill>
                      <a:srgbClr val="FF0000"/>
                    </a:solidFill>
                  </a:tcPr>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s</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3</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solidFill>
                      <a:srgbClr val="FF0000"/>
                    </a:solidFill>
                  </a:tcPr>
                </a:tc>
              </a:tr>
              <a:tr h="381000">
                <a:tc>
                  <a:txBody>
                    <a:bodyPr/>
                    <a:p>
                      <a:pPr algn="ctr">
                        <a:buNone/>
                      </a:pPr>
                      <a:r>
                        <a:rPr lang="zh-CN" altLang="en-US" sz="1800" b="1">
                          <a:latin typeface="微软雅黑" panose="020B0503020204020204" charset="-122"/>
                          <a:ea typeface="微软雅黑" panose="020B0503020204020204" charset="-122"/>
                          <a:cs typeface="微软雅黑" panose="020B0503020204020204" charset="-122"/>
                          <a:sym typeface="+mn-ea"/>
                        </a:rPr>
                        <a:t>f</a:t>
                      </a:r>
                      <a:r>
                        <a:rPr lang="zh-CN" altLang="en-US" sz="1800" b="1" baseline="-25000">
                          <a:latin typeface="微软雅黑" panose="020B0503020204020204" charset="-122"/>
                          <a:ea typeface="微软雅黑" panose="020B0503020204020204" charset="-122"/>
                          <a:cs typeface="微软雅黑" panose="020B0503020204020204" charset="-122"/>
                          <a:sym typeface="+mn-ea"/>
                        </a:rPr>
                        <a:t>i</a:t>
                      </a:r>
                      <a:endParaRPr lang="zh-CN" altLang="en-US" b="1">
                        <a:latin typeface="微软雅黑" panose="020B0503020204020204" charset="-122"/>
                        <a:ea typeface="微软雅黑" panose="020B0503020204020204" charset="-122"/>
                      </a:endParaRPr>
                    </a:p>
                  </a:txBody>
                  <a:tcPr anchor="ctr" anchorCtr="0"/>
                </a:tc>
                <a:tc>
                  <a:txBody>
                    <a:bodyPr/>
                    <a:p>
                      <a:pPr algn="ctr">
                        <a:buNone/>
                      </a:pPr>
                      <a:r>
                        <a:rPr lang="en-US" altLang="zh-CN" b="1">
                          <a:latin typeface="微软雅黑" panose="020B0503020204020204" charset="-122"/>
                          <a:ea typeface="微软雅黑" panose="020B0503020204020204" charset="-122"/>
                        </a:rPr>
                        <a:t>4</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5</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6</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7</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8</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9</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10</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11</a:t>
                      </a:r>
                      <a:endParaRPr lang="en-US" altLang="zh-CN" b="1">
                        <a:latin typeface="微软雅黑" panose="020B0503020204020204" charset="-122"/>
                        <a:ea typeface="微软雅黑" panose="020B0503020204020204" charset="-122"/>
                      </a:endParaRPr>
                    </a:p>
                  </a:txBody>
                  <a:tcPr anchor="ctr" anchorCtr="0">
                    <a:solidFill>
                      <a:srgbClr val="FF0000"/>
                    </a:solidFill>
                  </a:tcPr>
                </a:tc>
                <a:tc>
                  <a:txBody>
                    <a:bodyPr/>
                    <a:p>
                      <a:pPr algn="ctr">
                        <a:buNone/>
                      </a:pPr>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a:txBody>
                  <a:tcPr anchor="ctr" anchorCtr="0">
                    <a:solidFill>
                      <a:schemeClr val="accent1"/>
                    </a:solidFill>
                  </a:tcPr>
                </a:tc>
                <a:tc>
                  <a:txBody>
                    <a:bodyPr/>
                    <a:p>
                      <a:pPr algn="ctr">
                        <a:buNone/>
                      </a:pPr>
                      <a:r>
                        <a:rPr lang="en-US" altLang="zh-CN" b="1">
                          <a:latin typeface="微软雅黑" panose="020B0503020204020204" charset="-122"/>
                          <a:ea typeface="微软雅黑" panose="020B0503020204020204" charset="-122"/>
                        </a:rPr>
                        <a:t>14</a:t>
                      </a:r>
                      <a:endParaRPr lang="en-US" altLang="zh-CN" b="1">
                        <a:latin typeface="微软雅黑" panose="020B0503020204020204" charset="-122"/>
                        <a:ea typeface="微软雅黑" panose="020B0503020204020204" charset="-122"/>
                      </a:endParaRPr>
                    </a:p>
                  </a:txBody>
                  <a:tcPr anchor="ctr" anchorCtr="0">
                    <a:solidFill>
                      <a:srgbClr val="FF0000"/>
                    </a:solidFill>
                  </a:tcPr>
                </a:tc>
              </a:tr>
            </a:tbl>
          </a:graphicData>
        </a:graphic>
      </p:graphicFrame>
      <p:sp>
        <p:nvSpPr>
          <p:cNvPr id="18" name="文本框 17"/>
          <p:cNvSpPr txBox="1"/>
          <p:nvPr/>
        </p:nvSpPr>
        <p:spPr>
          <a:xfrm>
            <a:off x="1828800" y="3626485"/>
            <a:ext cx="4083685" cy="404495"/>
          </a:xfrm>
          <a:prstGeom prst="rect">
            <a:avLst/>
          </a:prstGeom>
          <a:solidFill>
            <a:schemeClr val="accent5">
              <a:lumMod val="20000"/>
              <a:lumOff val="80000"/>
            </a:schemeClr>
          </a:solidFill>
        </p:spPr>
        <p:txBody>
          <a:bodyPr wrap="square" rtlCol="0">
            <a:noAutofit/>
          </a:bodyPr>
          <a:p>
            <a:pPr lvl="0"/>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安排活动为：</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2</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3</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7</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10</a:t>
            </a:r>
            <a:endParaRPr lang="en-US" altLang="zh-CN" sz="2000" b="1">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custDataLst>
              <p:tags r:id="rId6"/>
            </p:custDataLst>
          </p:nvPr>
        </p:nvSpPr>
        <p:spPr>
          <a:xfrm>
            <a:off x="0" y="4331970"/>
            <a:ext cx="9640570" cy="134810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背包问题时间复杂度：</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对选择</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活动操作，时间消耗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O(n)</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对活动结束时间</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升序排序，默认使用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堆排序</a:t>
            </a:r>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O(nlogn)</a:t>
            </a:r>
            <a:endParaRPr lang="en-US" altLang="zh-CN" sz="2000" b="1">
              <a:solidFill>
                <a:srgbClr val="FF0000"/>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总时间消耗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O(n)+O(nlogn)=</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O(nlogn)</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xEl>
                                              <p:pRg st="0" end="0"/>
                                            </p:txEl>
                                          </p:spTgt>
                                        </p:tgtEl>
                                        <p:attrNameLst>
                                          <p:attrName>style.visibility</p:attrName>
                                        </p:attrNameLst>
                                      </p:cBhvr>
                                      <p:to>
                                        <p:strVal val="visible"/>
                                      </p:to>
                                    </p:set>
                                    <p:animEffect transition="in" filter="wipe(left)">
                                      <p:cBhvr>
                                        <p:cTn id="32" dur="500"/>
                                        <p:tgtEl>
                                          <p:spTgt spid="1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xEl>
                                              <p:pRg st="1" end="1"/>
                                            </p:txEl>
                                          </p:spTgt>
                                        </p:tgtEl>
                                        <p:attrNameLst>
                                          <p:attrName>style.visibility</p:attrName>
                                        </p:attrNameLst>
                                      </p:cBhvr>
                                      <p:to>
                                        <p:strVal val="visible"/>
                                      </p:to>
                                    </p:set>
                                    <p:animEffect transition="in" filter="wipe(left)">
                                      <p:cBhvr>
                                        <p:cTn id="37" dur="500"/>
                                        <p:tgtEl>
                                          <p:spTgt spid="21">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
                                            <p:txEl>
                                              <p:pRg st="2" end="2"/>
                                            </p:txEl>
                                          </p:spTgt>
                                        </p:tgtEl>
                                        <p:attrNameLst>
                                          <p:attrName>style.visibility</p:attrName>
                                        </p:attrNameLst>
                                      </p:cBhvr>
                                      <p:to>
                                        <p:strVal val="visible"/>
                                      </p:to>
                                    </p:set>
                                    <p:animEffect transition="in" filter="wipe(left)">
                                      <p:cBhvr>
                                        <p:cTn id="42" dur="500"/>
                                        <p:tgtEl>
                                          <p:spTgt spid="21">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
                                            <p:txEl>
                                              <p:pRg st="3" end="3"/>
                                            </p:txEl>
                                          </p:spTgt>
                                        </p:tgtEl>
                                        <p:attrNameLst>
                                          <p:attrName>style.visibility</p:attrName>
                                        </p:attrNameLst>
                                      </p:cBhvr>
                                      <p:to>
                                        <p:strVal val="visible"/>
                                      </p:to>
                                    </p:set>
                                    <p:animEffect transition="in" filter="wipe(left)">
                                      <p:cBhvr>
                                        <p:cTn id="47" dur="500"/>
                                        <p:tgtEl>
                                          <p:spTgt spid="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3" grpId="0" bldLvl="0" animBg="1"/>
      <p:bldP spid="18"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会场</a:t>
            </a:r>
            <a:r>
              <a:rPr lang="zh-CN" altLang="en-US" sz="4000" b="1" dirty="0">
                <a:solidFill>
                  <a:schemeClr val="accent1">
                    <a:lumMod val="75000"/>
                  </a:schemeClr>
                </a:solidFill>
              </a:rPr>
              <a:t>安排问题</a:t>
            </a:r>
            <a:endParaRPr lang="zh-CN" altLang="en-US" sz="4000" b="1" dirty="0">
              <a:solidFill>
                <a:schemeClr val="accent1">
                  <a:lumMod val="75000"/>
                </a:schemeClr>
              </a:solidFill>
            </a:endParaRPr>
          </a:p>
        </p:txBody>
      </p:sp>
      <p:sp>
        <p:nvSpPr>
          <p:cNvPr id="4" name="文本框 3"/>
          <p:cNvSpPr txBox="1"/>
          <p:nvPr/>
        </p:nvSpPr>
        <p:spPr>
          <a:xfrm>
            <a:off x="0" y="782320"/>
            <a:ext cx="12192000" cy="2879725"/>
          </a:xfrm>
          <a:prstGeom prst="rect">
            <a:avLst/>
          </a:prstGeom>
          <a:solidFill>
            <a:schemeClr val="accent5">
              <a:lumMod val="20000"/>
              <a:lumOff val="80000"/>
            </a:schemeClr>
          </a:solidFill>
        </p:spPr>
        <p:txBody>
          <a:bodyPr wrap="square" rtlCol="0" anchor="t">
            <a:noAutofit/>
          </a:bodyPr>
          <a:p>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贪心选择性质证明：</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设(x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)是按照活动结束时间排好序活动集S={1,2,3,</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,n}安排的最优解。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如果x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=1，则(x1,x2.…,xn)是从贪心选择开始的最优解。</a:t>
            </a:r>
            <a:endParaRPr lang="en-US" altLang="zh-CN"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如果x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=0，则(x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)不是从贪心选择开始的最优解，那么该解第一个选中的活动假设为i(i&gt;1),x</a:t>
            </a:r>
            <a:r>
              <a:rPr lang="en-US" altLang="zh-CN"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=1</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将i号活动去掉，将1号活动添上，构造另外一个向量(y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)，其中y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=1,y</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=0,y</a:t>
            </a:r>
            <a:r>
              <a:rPr lang="zh-CN" altLang="en-US" sz="2000" b="1" baseline="-25000">
                <a:latin typeface="微软雅黑" panose="020B0503020204020204" charset="-122"/>
                <a:ea typeface="微软雅黑" panose="020B0503020204020204" charset="-122"/>
                <a:cs typeface="微软雅黑" panose="020B0503020204020204" charset="-122"/>
              </a:rPr>
              <a:t>k</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k</a:t>
            </a:r>
            <a:r>
              <a:rPr lang="zh-CN" altLang="en-US" sz="2000" b="1">
                <a:latin typeface="微软雅黑" panose="020B0503020204020204" charset="-122"/>
                <a:ea typeface="微软雅黑" panose="020B0503020204020204" charset="-122"/>
                <a:cs typeface="微软雅黑" panose="020B0503020204020204" charset="-122"/>
              </a:rPr>
              <a:t>(k是除1和i之外活动)。</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由于f</a:t>
            </a:r>
            <a:r>
              <a:rPr lang="en-US" altLang="zh-CN"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&lt;f</a:t>
            </a:r>
            <a:r>
              <a:rPr lang="en-US" altLang="zh-CN"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，所以1号活动与其他选中的活动相容，向量(y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en-US" altLang="zh-CN"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)是活动集S的一个解。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又由于(x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2</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)和(y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en-US" altLang="zh-CN"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)中相容的活动个数相同，故(y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)也是活动集S的一个最优解，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即:存在从贪心选择开始的最优解</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0" y="4070985"/>
            <a:ext cx="12192635" cy="2245360"/>
          </a:xfrm>
          <a:prstGeom prst="rect">
            <a:avLst/>
          </a:prstGeom>
          <a:solidFill>
            <a:schemeClr val="accent5">
              <a:lumMod val="20000"/>
              <a:lumOff val="80000"/>
            </a:schemeClr>
          </a:solidFill>
        </p:spPr>
        <p:txBody>
          <a:bodyPr wrap="square" rtlCol="0" anchor="t">
            <a:spAutoFit/>
          </a:bodyPr>
          <a:p>
            <a:r>
              <a:rPr lang="zh-CN" altLang="en-US" sz="2000" b="1">
                <a:solidFill>
                  <a:srgbClr val="CC00FF"/>
                </a:solidFill>
                <a:latin typeface="微软雅黑" panose="020B0503020204020204" charset="-122"/>
                <a:ea typeface="微软雅黑" panose="020B0503020204020204" charset="-122"/>
                <a:cs typeface="微软雅黑" panose="020B0503020204020204" charset="-122"/>
              </a:rPr>
              <a:t>最优子结构性质证明：</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设X是按照活动结束时间升序活动集S={1,2,3,...,n}安排的最优解，则X'=X-{1}是按结束时间升序活动集S'={i</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i</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S,s</a:t>
            </a:r>
            <a:r>
              <a:rPr lang="zh-CN" altLang="en-US" sz="2000" b="1" baseline="-25000">
                <a:latin typeface="微软雅黑" panose="020B0503020204020204" charset="-122"/>
                <a:ea typeface="微软雅黑" panose="020B0503020204020204" charset="-122"/>
                <a:cs typeface="微软雅黑" panose="020B0503020204020204" charset="-122"/>
              </a:rPr>
              <a:t>i</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f</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}的最优解。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证明:假设X'不是活动集S</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的最优解，则对于活动集S</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，活动安排的最优解为X“，有|X'</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&lt;|X"</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为X'和X“均添上1号活动，有|X'U{1}|&lt;|X"U{1}</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又知:1号活动与X'、X"中的活动都相容，X'U{1}和X"U{1}都是活动集S安排问题的解，故X'U{1}不是活动集S安排问题的最优解，而X'U{1}=X，即X不是活动集S安排问题的最优解，这与假设矛盾，得证</a:t>
            </a:r>
            <a:endParaRPr lang="zh-CN" altLang="en-US" sz="20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背包问题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会场安排问题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dirty="0">
                <a:solidFill>
                  <a:srgbClr val="CC00FF"/>
                </a:solidFill>
                <a:latin typeface="微软雅黑" panose="020B0503020204020204" charset="-122"/>
                <a:ea typeface="微软雅黑" panose="020B0503020204020204" charset="-122"/>
                <a:cs typeface="微软雅黑" panose="020B0503020204020204" charset="-122"/>
              </a:rPr>
              <a:t>最优装载问题</a:t>
            </a: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哈夫曼</a:t>
            </a:r>
            <a:r>
              <a:rPr lang="zh-CN" altLang="en-US" sz="2400" b="1" dirty="0">
                <a:latin typeface="微软雅黑" panose="020B0503020204020204" charset="-122"/>
                <a:ea typeface="微软雅黑" panose="020B0503020204020204" charset="-122"/>
                <a:cs typeface="微软雅黑" panose="020B0503020204020204" charset="-122"/>
              </a:rPr>
              <a:t>编码</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最小</a:t>
            </a:r>
            <a:r>
              <a:rPr lang="zh-CN" altLang="en-US" sz="2400" b="1" dirty="0">
                <a:latin typeface="微软雅黑" panose="020B0503020204020204" charset="-122"/>
                <a:ea typeface="微软雅黑" panose="020B0503020204020204" charset="-122"/>
                <a:cs typeface="微软雅黑" panose="020B0503020204020204" charset="-122"/>
              </a:rPr>
              <a:t>生成树</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sym typeface="+mn-ea"/>
              </a:rPr>
              <a:t>单源最短</a:t>
            </a:r>
            <a:r>
              <a:rPr lang="zh-CN" altLang="en-US" sz="2400" b="1" dirty="0">
                <a:latin typeface="微软雅黑" panose="020B0503020204020204" charset="-122"/>
                <a:ea typeface="微软雅黑" panose="020B0503020204020204" charset="-122"/>
                <a:cs typeface="微软雅黑" panose="020B0503020204020204" charset="-122"/>
                <a:sym typeface="+mn-ea"/>
              </a:rPr>
              <a:t>路径</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最优装载问题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77025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最优装载问题简述：</a:t>
            </a:r>
            <a:r>
              <a:rPr sz="2000" b="1">
                <a:latin typeface="微软雅黑" panose="020B0503020204020204" charset="-122"/>
                <a:ea typeface="微软雅黑" panose="020B0503020204020204" charset="-122"/>
                <a:cs typeface="微软雅黑" panose="020B0503020204020204" charset="-122"/>
              </a:rPr>
              <a:t>有一批集装箱要装上一艘载重量为</a:t>
            </a:r>
            <a:r>
              <a:rPr sz="2000" b="1">
                <a:solidFill>
                  <a:srgbClr val="FF0000"/>
                </a:solidFill>
                <a:latin typeface="微软雅黑" panose="020B0503020204020204" charset="-122"/>
                <a:ea typeface="微软雅黑" panose="020B0503020204020204" charset="-122"/>
                <a:cs typeface="微软雅黑" panose="020B0503020204020204" charset="-122"/>
              </a:rPr>
              <a:t>W</a:t>
            </a:r>
            <a:r>
              <a:rPr sz="2000" b="1">
                <a:latin typeface="微软雅黑" panose="020B0503020204020204" charset="-122"/>
                <a:ea typeface="微软雅黑" panose="020B0503020204020204" charset="-122"/>
                <a:cs typeface="微软雅黑" panose="020B0503020204020204" charset="-122"/>
              </a:rPr>
              <a:t>的轮船。其中集装箱</a:t>
            </a:r>
            <a:r>
              <a:rPr sz="2000" b="1">
                <a:solidFill>
                  <a:srgbClr val="FF0000"/>
                </a:solidFill>
                <a:latin typeface="微软雅黑" panose="020B0503020204020204" charset="-122"/>
                <a:ea typeface="微软雅黑" panose="020B0503020204020204" charset="-122"/>
                <a:cs typeface="微软雅黑" panose="020B0503020204020204" charset="-122"/>
              </a:rPr>
              <a:t>i</a:t>
            </a:r>
            <a:r>
              <a:rPr sz="2000" b="1">
                <a:latin typeface="微软雅黑" panose="020B0503020204020204" charset="-122"/>
                <a:ea typeface="微软雅黑" panose="020B0503020204020204" charset="-122"/>
                <a:cs typeface="微软雅黑" panose="020B0503020204020204" charset="-122"/>
              </a:rPr>
              <a:t>的重量为</a:t>
            </a:r>
            <a:r>
              <a:rPr sz="2000" b="1">
                <a:solidFill>
                  <a:srgbClr val="FF0000"/>
                </a:solidFill>
                <a:latin typeface="微软雅黑" panose="020B0503020204020204" charset="-122"/>
                <a:ea typeface="微软雅黑" panose="020B0503020204020204" charset="-122"/>
                <a:cs typeface="微软雅黑" panose="020B0503020204020204" charset="-122"/>
              </a:rPr>
              <a:t>w</a:t>
            </a:r>
            <a:r>
              <a:rPr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sz="2000" b="1">
                <a:latin typeface="微软雅黑" panose="020B0503020204020204" charset="-122"/>
                <a:ea typeface="微软雅黑" panose="020B0503020204020204" charset="-122"/>
                <a:cs typeface="微软雅黑" panose="020B0503020204020204" charset="-122"/>
              </a:rPr>
              <a:t>。最优装载问题要求确定在装载体积不受限制的情况下，将尽可能多的集装箱装上轮船</a:t>
            </a:r>
            <a:endParaRPr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3"/>
            </p:custDataLst>
          </p:nvPr>
        </p:nvSpPr>
        <p:spPr>
          <a:xfrm>
            <a:off x="0" y="1552575"/>
            <a:ext cx="2449830" cy="706755"/>
          </a:xfrm>
          <a:prstGeom prst="rect">
            <a:avLst/>
          </a:prstGeom>
          <a:noFill/>
        </p:spPr>
        <p:txBody>
          <a:bodyPr wrap="square" rtlCol="0">
            <a:spAutoFit/>
          </a:bodyPr>
          <a:p>
            <a:r>
              <a:rPr lang="zh-CN" altLang="en-US" sz="2000" b="1"/>
              <a:t>用什么标准去</a:t>
            </a:r>
            <a:r>
              <a:rPr lang="zh-CN" altLang="en-US" sz="2000" b="1"/>
              <a:t>装载？</a:t>
            </a:r>
            <a:endParaRPr lang="zh-CN" altLang="en-US" sz="2000" b="1"/>
          </a:p>
          <a:p>
            <a:pPr marL="342900" indent="-342900">
              <a:buFont typeface="Wingdings" panose="05000000000000000000" charset="0"/>
              <a:buChar char="l"/>
            </a:pPr>
            <a:r>
              <a:rPr lang="zh-CN" altLang="en-US" sz="2000" b="1"/>
              <a:t>重量较轻的</a:t>
            </a:r>
            <a:r>
              <a:rPr lang="zh-CN" altLang="en-US" sz="2000" b="1"/>
              <a:t>先装</a:t>
            </a:r>
            <a:endParaRPr lang="zh-CN" altLang="en-US" sz="2000" b="1"/>
          </a:p>
        </p:txBody>
      </p:sp>
      <p:sp>
        <p:nvSpPr>
          <p:cNvPr id="6" name="文本框 5"/>
          <p:cNvSpPr txBox="1"/>
          <p:nvPr>
            <p:custDataLst>
              <p:tags r:id="rId4"/>
            </p:custDataLst>
          </p:nvPr>
        </p:nvSpPr>
        <p:spPr>
          <a:xfrm>
            <a:off x="0" y="2259330"/>
            <a:ext cx="12131675" cy="4305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分解：</a:t>
            </a:r>
            <a:r>
              <a:rPr lang="zh-CN" sz="2000" b="1">
                <a:latin typeface="微软雅黑" panose="020B0503020204020204" charset="-122"/>
                <a:ea typeface="微软雅黑" panose="020B0503020204020204" charset="-122"/>
                <a:cs typeface="微软雅黑" panose="020B0503020204020204" charset="-122"/>
              </a:rPr>
              <a:t>设有</a:t>
            </a:r>
            <a:r>
              <a:rPr lang="en-US" altLang="zh-CN" sz="2000" b="1">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个集装箱，且将集装箱的</a:t>
            </a:r>
            <a:r>
              <a:rPr lang="zh-CN" altLang="en-US" sz="2000" b="1">
                <a:solidFill>
                  <a:srgbClr val="FF0000"/>
                </a:solidFill>
                <a:latin typeface="微软雅黑" panose="020B0503020204020204" charset="-122"/>
                <a:ea typeface="微软雅黑" panose="020B0503020204020204" charset="-122"/>
                <a:cs typeface="微软雅黑" panose="020B0503020204020204" charset="-122"/>
              </a:rPr>
              <a:t>重量</a:t>
            </a:r>
            <a:r>
              <a:rPr lang="zh-CN" altLang="en-US" sz="2000" b="1">
                <a:latin typeface="微软雅黑" panose="020B0503020204020204" charset="-122"/>
                <a:ea typeface="微软雅黑" panose="020B0503020204020204" charset="-122"/>
                <a:cs typeface="微软雅黑" panose="020B0503020204020204" charset="-122"/>
              </a:rPr>
              <a:t>由小到大排序</a:t>
            </a:r>
            <a:r>
              <a:rPr lang="zh-CN" altLang="en-US" sz="2000" b="1">
                <a:latin typeface="微软雅黑" panose="020B0503020204020204" charset="-122"/>
                <a:ea typeface="微软雅黑" panose="020B0503020204020204" charset="-122"/>
                <a:cs typeface="微软雅黑" panose="020B0503020204020204" charset="-122"/>
              </a:rPr>
              <a:t>好</a:t>
            </a:r>
            <a:endParaRPr lang="zh-CN" altLang="en-US" sz="2000" b="1">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custDataLst>
              <p:tags r:id="rId5"/>
            </p:custDataLst>
          </p:nvPr>
        </p:nvGraphicFramePr>
        <p:xfrm>
          <a:off x="1102360" y="3839845"/>
          <a:ext cx="10252075" cy="1373505"/>
        </p:xfrm>
        <a:graphic>
          <a:graphicData uri="http://schemas.openxmlformats.org/drawingml/2006/table">
            <a:tbl>
              <a:tblPr firstCol="1">
                <a:tableStyleId>{7DF18680-E054-41AD-8BC1-D1AEF772440D}</a:tableStyleId>
              </a:tblPr>
              <a:tblGrid>
                <a:gridCol w="2050415"/>
                <a:gridCol w="2050415"/>
                <a:gridCol w="2050415"/>
                <a:gridCol w="2050415"/>
                <a:gridCol w="2050415"/>
              </a:tblGrid>
              <a:tr h="478155">
                <a:tc>
                  <a:txBody>
                    <a:bodyPr/>
                    <a:p>
                      <a:pPr algn="ctr">
                        <a:buNone/>
                      </a:pPr>
                      <a:r>
                        <a:rPr lang="zh-CN" altLang="en-US" sz="2000" b="1">
                          <a:latin typeface="微软雅黑" panose="020B0503020204020204" charset="-122"/>
                          <a:ea typeface="微软雅黑" panose="020B0503020204020204" charset="-122"/>
                        </a:rPr>
                        <a:t>集装箱剩余数量</a:t>
                      </a:r>
                      <a:endParaRPr lang="zh-CN" altLang="en-US" sz="2000" b="1">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n</a:t>
                      </a:r>
                      <a:endParaRPr lang="en-US" altLang="zh-CN" sz="2000" b="1">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n-1</a:t>
                      </a:r>
                      <a:endParaRPr lang="en-US" altLang="zh-CN" sz="2000" b="1">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n-2</a:t>
                      </a:r>
                      <a:endParaRPr lang="en-US" altLang="zh-CN" sz="2000" b="1">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a:t>
                      </a:r>
                      <a:endParaRPr lang="en-US" altLang="zh-CN" sz="2000" b="1">
                        <a:latin typeface="微软雅黑" panose="020B0503020204020204" charset="-122"/>
                        <a:ea typeface="微软雅黑" panose="020B0503020204020204" charset="-122"/>
                      </a:endParaRPr>
                    </a:p>
                  </a:txBody>
                  <a:tcPr anchor="ctr" anchorCtr="0"/>
                </a:tc>
              </a:tr>
              <a:tr h="457835">
                <a:tc>
                  <a:txBody>
                    <a:bodyPr/>
                    <a:p>
                      <a:pPr algn="ctr">
                        <a:buNone/>
                      </a:pPr>
                      <a:r>
                        <a:rPr lang="zh-CN" altLang="en-US" sz="2000" b="1">
                          <a:latin typeface="微软雅黑" panose="020B0503020204020204" charset="-122"/>
                          <a:ea typeface="微软雅黑" panose="020B0503020204020204" charset="-122"/>
                        </a:rPr>
                        <a:t>轮船剩余重量</a:t>
                      </a:r>
                      <a:endParaRPr lang="zh-CN" altLang="en-US" sz="2000" b="1">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W</a:t>
                      </a:r>
                      <a:endParaRPr lang="en-US" altLang="zh-CN" sz="2000" b="1">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W-w</a:t>
                      </a:r>
                      <a:r>
                        <a:rPr lang="en-US" altLang="zh-CN" sz="2000" b="1" baseline="-25000">
                          <a:latin typeface="微软雅黑" panose="020B0503020204020204" charset="-122"/>
                          <a:ea typeface="微软雅黑" panose="020B0503020204020204" charset="-122"/>
                        </a:rPr>
                        <a:t>i</a:t>
                      </a:r>
                      <a:endParaRPr lang="en-US" altLang="zh-CN" sz="2000" b="1" baseline="-25000">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W</a:t>
                      </a:r>
                      <a:r>
                        <a:rPr lang="en-US" altLang="zh-CN" sz="2000" b="1">
                          <a:latin typeface="微软雅黑" panose="020B0503020204020204" charset="-122"/>
                          <a:ea typeface="微软雅黑" panose="020B0503020204020204" charset="-122"/>
                          <a:sym typeface="+mn-ea"/>
                        </a:rPr>
                        <a:t>-w</a:t>
                      </a:r>
                      <a:r>
                        <a:rPr lang="en-US" altLang="zh-CN" sz="2000" b="1" baseline="-25000">
                          <a:latin typeface="微软雅黑" panose="020B0503020204020204" charset="-122"/>
                          <a:ea typeface="微软雅黑" panose="020B0503020204020204" charset="-122"/>
                          <a:sym typeface="+mn-ea"/>
                        </a:rPr>
                        <a:t>i</a:t>
                      </a:r>
                      <a:r>
                        <a:rPr lang="en-US" altLang="zh-CN" sz="2000" b="1">
                          <a:latin typeface="微软雅黑" panose="020B0503020204020204" charset="-122"/>
                          <a:ea typeface="微软雅黑" panose="020B0503020204020204" charset="-122"/>
                          <a:sym typeface="+mn-ea"/>
                        </a:rPr>
                        <a:t>-w</a:t>
                      </a:r>
                      <a:r>
                        <a:rPr lang="en-US" altLang="zh-CN" sz="2000" b="1" baseline="-25000">
                          <a:latin typeface="微软雅黑" panose="020B0503020204020204" charset="-122"/>
                          <a:ea typeface="微软雅黑" panose="020B0503020204020204" charset="-122"/>
                          <a:sym typeface="+mn-ea"/>
                        </a:rPr>
                        <a:t>j</a:t>
                      </a:r>
                      <a:endParaRPr lang="en-US" altLang="zh-CN" sz="2000" b="1">
                        <a:latin typeface="微软雅黑" panose="020B0503020204020204" charset="-122"/>
                        <a:ea typeface="微软雅黑" panose="020B0503020204020204" charset="-122"/>
                      </a:endParaRPr>
                    </a:p>
                  </a:txBody>
                  <a:tcPr anchor="ctr" anchorCtr="0"/>
                </a:tc>
                <a:tc>
                  <a:txBody>
                    <a:bodyPr/>
                    <a:p>
                      <a:pPr algn="ctr">
                        <a:buNone/>
                      </a:pPr>
                      <a:r>
                        <a:rPr lang="en-US" altLang="zh-CN" sz="2000" b="1">
                          <a:latin typeface="微软雅黑" panose="020B0503020204020204" charset="-122"/>
                          <a:ea typeface="微软雅黑" panose="020B0503020204020204" charset="-122"/>
                        </a:rPr>
                        <a:t>...</a:t>
                      </a:r>
                      <a:endParaRPr lang="en-US" altLang="zh-CN" sz="2000" b="1">
                        <a:latin typeface="微软雅黑" panose="020B0503020204020204" charset="-122"/>
                        <a:ea typeface="微软雅黑" panose="020B0503020204020204" charset="-122"/>
                      </a:endParaRPr>
                    </a:p>
                  </a:txBody>
                  <a:tcPr anchor="ctr" anchorCtr="0"/>
                </a:tc>
              </a:tr>
            </a:tbl>
          </a:graphicData>
        </a:graphic>
      </p:graphicFrame>
      <p:sp>
        <p:nvSpPr>
          <p:cNvPr id="17" name="文本框 16"/>
          <p:cNvSpPr txBox="1"/>
          <p:nvPr>
            <p:custDataLst>
              <p:tags r:id="rId6"/>
            </p:custDataLst>
          </p:nvPr>
        </p:nvSpPr>
        <p:spPr>
          <a:xfrm>
            <a:off x="0" y="2897505"/>
            <a:ext cx="12131675" cy="4305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解决：</a:t>
            </a:r>
            <a:r>
              <a:rPr lang="zh-CN" sz="2000" b="1">
                <a:latin typeface="微软雅黑" panose="020B0503020204020204" charset="-122"/>
                <a:ea typeface="微软雅黑" panose="020B0503020204020204" charset="-122"/>
                <a:cs typeface="微软雅黑" panose="020B0503020204020204" charset="-122"/>
              </a:rPr>
              <a:t>贪心选择，</a:t>
            </a:r>
            <a:r>
              <a:rPr lang="zh-CN" altLang="en-US" sz="2000" b="1">
                <a:sym typeface="+mn-ea"/>
              </a:rPr>
              <a:t>重量较轻的先装</a:t>
            </a:r>
            <a:endParaRPr lang="zh-CN" sz="2000" b="1">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7"/>
            </p:custDataLst>
          </p:nvPr>
        </p:nvSpPr>
        <p:spPr>
          <a:xfrm>
            <a:off x="0" y="3328035"/>
            <a:ext cx="12131675" cy="430530"/>
          </a:xfrm>
          <a:prstGeom prst="rect">
            <a:avLst/>
          </a:prstGeom>
          <a:noFill/>
        </p:spPr>
        <p:txBody>
          <a:bodyPr wrap="square" rtlCol="0">
            <a:noAutofit/>
          </a:bodyPr>
          <a:p>
            <a:pPr indent="457200"/>
            <a:r>
              <a:rPr lang="en-US" altLang="zh-CN" sz="2000" b="1">
                <a:latin typeface="微软雅黑" panose="020B0503020204020204" charset="-122"/>
                <a:ea typeface="微软雅黑" panose="020B0503020204020204" charset="-122"/>
                <a:cs typeface="微软雅黑" panose="020B0503020204020204" charset="-122"/>
              </a:rPr>
              <a:t>    </a:t>
            </a:r>
            <a:r>
              <a:rPr lang="zh-CN" altLang="en-US" sz="2000" b="1">
                <a:latin typeface="微软雅黑" panose="020B0503020204020204" charset="-122"/>
                <a:ea typeface="微软雅黑" panose="020B0503020204020204" charset="-122"/>
                <a:cs typeface="微软雅黑" panose="020B0503020204020204" charset="-122"/>
              </a:rPr>
              <a:t>集装箱装入条件：轮船剩余重量</a:t>
            </a:r>
            <a:r>
              <a:rPr lang="en-US" altLang="zh-CN" sz="2000" b="1">
                <a:latin typeface="微软雅黑" panose="020B0503020204020204" charset="-122"/>
                <a:ea typeface="微软雅黑" panose="020B0503020204020204" charset="-122"/>
                <a:cs typeface="微软雅黑" panose="020B0503020204020204" charset="-122"/>
              </a:rPr>
              <a:t>&gt;</a:t>
            </a:r>
            <a:r>
              <a:rPr lang="zh-CN" altLang="en-US" sz="2000" b="1">
                <a:latin typeface="微软雅黑" panose="020B0503020204020204" charset="-122"/>
                <a:ea typeface="微软雅黑" panose="020B0503020204020204" charset="-122"/>
                <a:cs typeface="微软雅黑" panose="020B0503020204020204" charset="-122"/>
              </a:rPr>
              <a:t>其中一个集装箱重量</a:t>
            </a:r>
            <a:endParaRPr lang="en-US" altLang="zh-CN" sz="2000" b="1">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custDataLst>
              <p:tags r:id="rId8"/>
            </p:custDataLst>
          </p:nvPr>
        </p:nvSpPr>
        <p:spPr>
          <a:xfrm>
            <a:off x="0" y="4996180"/>
            <a:ext cx="4836795" cy="4305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合并：</a:t>
            </a:r>
            <a:r>
              <a:rPr lang="zh-CN" sz="2000" b="1">
                <a:latin typeface="微软雅黑" panose="020B0503020204020204" charset="-122"/>
                <a:ea typeface="微软雅黑" panose="020B0503020204020204" charset="-122"/>
                <a:cs typeface="微软雅黑" panose="020B0503020204020204" charset="-122"/>
              </a:rPr>
              <a:t>将选择装入轮船集装箱的号码</a:t>
            </a:r>
            <a:r>
              <a:rPr lang="zh-CN" sz="2000" b="1">
                <a:latin typeface="微软雅黑" panose="020B0503020204020204" charset="-122"/>
                <a:ea typeface="微软雅黑" panose="020B0503020204020204" charset="-122"/>
                <a:cs typeface="微软雅黑" panose="020B0503020204020204" charset="-122"/>
              </a:rPr>
              <a:t>列出</a:t>
            </a:r>
            <a:endParaRPr lang="zh-CN" sz="20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6" grpId="0"/>
      <p:bldP spid="17" grpId="0"/>
      <p:bldP spid="18"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最优装载问题</a:t>
            </a:r>
            <a:endParaRPr lang="zh-CN" altLang="en-US" sz="4000" b="1" dirty="0">
              <a:solidFill>
                <a:schemeClr val="accent1">
                  <a:lumMod val="75000"/>
                </a:schemeClr>
              </a:solidFill>
            </a:endParaRPr>
          </a:p>
        </p:txBody>
      </p:sp>
      <p:sp>
        <p:nvSpPr>
          <p:cNvPr id="9" name="文本框 8"/>
          <p:cNvSpPr txBox="1"/>
          <p:nvPr>
            <p:custDataLst>
              <p:tags r:id="rId2"/>
            </p:custDataLst>
          </p:nvPr>
        </p:nvSpPr>
        <p:spPr>
          <a:xfrm>
            <a:off x="0" y="782320"/>
            <a:ext cx="12131675" cy="77025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最优装载问题简述：</a:t>
            </a:r>
            <a:r>
              <a:rPr sz="2000" b="1">
                <a:latin typeface="微软雅黑" panose="020B0503020204020204" charset="-122"/>
                <a:ea typeface="微软雅黑" panose="020B0503020204020204" charset="-122"/>
                <a:cs typeface="微软雅黑" panose="020B0503020204020204" charset="-122"/>
              </a:rPr>
              <a:t>有一批集装箱要装上一艘载重量为</a:t>
            </a:r>
            <a:r>
              <a:rPr sz="2000" b="1">
                <a:solidFill>
                  <a:srgbClr val="FF0000"/>
                </a:solidFill>
                <a:latin typeface="微软雅黑" panose="020B0503020204020204" charset="-122"/>
                <a:ea typeface="微软雅黑" panose="020B0503020204020204" charset="-122"/>
                <a:cs typeface="微软雅黑" panose="020B0503020204020204" charset="-122"/>
              </a:rPr>
              <a:t>W</a:t>
            </a:r>
            <a:r>
              <a:rPr sz="2000" b="1">
                <a:latin typeface="微软雅黑" panose="020B0503020204020204" charset="-122"/>
                <a:ea typeface="微软雅黑" panose="020B0503020204020204" charset="-122"/>
                <a:cs typeface="微软雅黑" panose="020B0503020204020204" charset="-122"/>
              </a:rPr>
              <a:t>的轮船。其中集装箱</a:t>
            </a:r>
            <a:r>
              <a:rPr sz="2000" b="1">
                <a:solidFill>
                  <a:srgbClr val="FF0000"/>
                </a:solidFill>
                <a:latin typeface="微软雅黑" panose="020B0503020204020204" charset="-122"/>
                <a:ea typeface="微软雅黑" panose="020B0503020204020204" charset="-122"/>
                <a:cs typeface="微软雅黑" panose="020B0503020204020204" charset="-122"/>
              </a:rPr>
              <a:t>i</a:t>
            </a:r>
            <a:r>
              <a:rPr sz="2000" b="1">
                <a:latin typeface="微软雅黑" panose="020B0503020204020204" charset="-122"/>
                <a:ea typeface="微软雅黑" panose="020B0503020204020204" charset="-122"/>
                <a:cs typeface="微软雅黑" panose="020B0503020204020204" charset="-122"/>
              </a:rPr>
              <a:t>的重量为</a:t>
            </a:r>
            <a:r>
              <a:rPr sz="2000" b="1">
                <a:solidFill>
                  <a:srgbClr val="FF0000"/>
                </a:solidFill>
                <a:latin typeface="微软雅黑" panose="020B0503020204020204" charset="-122"/>
                <a:ea typeface="微软雅黑" panose="020B0503020204020204" charset="-122"/>
                <a:cs typeface="微软雅黑" panose="020B0503020204020204" charset="-122"/>
              </a:rPr>
              <a:t>w</a:t>
            </a:r>
            <a:r>
              <a:rPr sz="2000" b="1" baseline="-25000">
                <a:solidFill>
                  <a:srgbClr val="FF0000"/>
                </a:solidFill>
                <a:latin typeface="微软雅黑" panose="020B0503020204020204" charset="-122"/>
                <a:ea typeface="微软雅黑" panose="020B0503020204020204" charset="-122"/>
                <a:cs typeface="微软雅黑" panose="020B0503020204020204" charset="-122"/>
              </a:rPr>
              <a:t>i</a:t>
            </a:r>
            <a:r>
              <a:rPr sz="2000" b="1">
                <a:latin typeface="微软雅黑" panose="020B0503020204020204" charset="-122"/>
                <a:ea typeface="微软雅黑" panose="020B0503020204020204" charset="-122"/>
                <a:cs typeface="微软雅黑" panose="020B0503020204020204" charset="-122"/>
              </a:rPr>
              <a:t>。最优装载问题要求确定在装载体积不受限制的情况下，将尽可能多的集装箱装上轮船</a:t>
            </a:r>
            <a:endParaRPr sz="2000" b="1">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2410460" y="1552575"/>
            <a:ext cx="9781540" cy="2553335"/>
          </a:xfrm>
          <a:prstGeom prst="rect">
            <a:avLst/>
          </a:prstGeom>
          <a:solidFill>
            <a:schemeClr val="accent5">
              <a:lumMod val="20000"/>
              <a:lumOff val="80000"/>
            </a:schemeClr>
          </a:solidFill>
        </p:spPr>
        <p:txBody>
          <a:bodyPr wrap="square" rtlCol="0" anchor="t">
            <a:spAutoFit/>
          </a:bodyPr>
          <a:p>
            <a:r>
              <a:rPr lang="zh-CN" altLang="en-US" sz="2000" b="1">
                <a:latin typeface="微软雅黑" panose="020B0503020204020204" charset="-122"/>
                <a:ea typeface="微软雅黑" panose="020B0503020204020204" charset="-122"/>
                <a:cs typeface="微软雅黑" panose="020B0503020204020204" charset="-122"/>
              </a:rPr>
              <a:t>设(x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)是按照箱子重量升序排列箱子集C={1,2,3,…,n}最优解。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如果x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=1，则(x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)是从贪心选择开始的最优解。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如果x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=0，则(x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)不是从贪心选择开始的最优解，该解第一个选中的箱子假设为i(i&gt;1),xi=1，将i号箱子去掉，将1号箱子添上，构造另外一个向量(y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)，其中y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=1,y</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=0,y</a:t>
            </a:r>
            <a:r>
              <a:rPr lang="zh-CN" altLang="en-US" sz="2000" b="1" baseline="-25000">
                <a:latin typeface="微软雅黑" panose="020B0503020204020204" charset="-122"/>
                <a:ea typeface="微软雅黑" panose="020B0503020204020204" charset="-122"/>
                <a:cs typeface="微软雅黑" panose="020B0503020204020204" charset="-122"/>
              </a:rPr>
              <a:t>k</a:t>
            </a:r>
            <a:r>
              <a:rPr lang="zh-CN" altLang="en-US"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k</a:t>
            </a:r>
            <a:r>
              <a:rPr lang="zh-CN" altLang="en-US" sz="2000" b="1">
                <a:latin typeface="微软雅黑" panose="020B0503020204020204" charset="-122"/>
                <a:ea typeface="微软雅黑" panose="020B0503020204020204" charset="-122"/>
                <a:cs typeface="微软雅黑" panose="020B0503020204020204" charset="-122"/>
              </a:rPr>
              <a:t>(k是除1和i之外活动)由于w</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&lt;</a:t>
            </a:r>
            <a:r>
              <a:rPr lang="en-US" altLang="zh-CN" sz="2000" b="1">
                <a:latin typeface="微软雅黑" panose="020B0503020204020204" charset="-122"/>
                <a:ea typeface="微软雅黑" panose="020B0503020204020204" charset="-122"/>
                <a:cs typeface="微软雅黑" panose="020B0503020204020204" charset="-122"/>
              </a:rPr>
              <a:t>w</a:t>
            </a:r>
            <a:r>
              <a:rPr lang="zh-CN" altLang="en-US" sz="2000" b="1" baseline="-25000">
                <a:latin typeface="微软雅黑" panose="020B0503020204020204" charset="-122"/>
                <a:ea typeface="微软雅黑" panose="020B0503020204020204" charset="-122"/>
                <a:cs typeface="微软雅黑" panose="020B0503020204020204" charset="-122"/>
              </a:rPr>
              <a:t>i</a:t>
            </a:r>
            <a:r>
              <a:rPr lang="zh-CN" altLang="en-US" sz="2000" b="1">
                <a:latin typeface="微软雅黑" panose="020B0503020204020204" charset="-122"/>
                <a:ea typeface="微软雅黑" panose="020B0503020204020204" charset="-122"/>
                <a:cs typeface="微软雅黑" panose="020B0503020204020204" charset="-122"/>
              </a:rPr>
              <a:t>，所以向量(y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)，是装载箱子集C的一个解。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又由于(x</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x</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)和(y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)，中箱子个数相同，故(y</a:t>
            </a:r>
            <a:r>
              <a:rPr lang="zh-CN" altLang="en-US"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2</a:t>
            </a:r>
            <a:r>
              <a:rPr lang="en-US" altLang="zh-CN"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y</a:t>
            </a:r>
            <a:r>
              <a:rPr lang="zh-CN" altLang="en-US" sz="2000" b="1" baseline="-25000">
                <a:latin typeface="微软雅黑" panose="020B0503020204020204" charset="-122"/>
                <a:ea typeface="微软雅黑" panose="020B0503020204020204" charset="-122"/>
                <a:cs typeface="微软雅黑" panose="020B0503020204020204" charset="-122"/>
              </a:rPr>
              <a:t>n</a:t>
            </a:r>
            <a:r>
              <a:rPr lang="zh-CN" altLang="en-US" sz="2000" b="1">
                <a:latin typeface="微软雅黑" panose="020B0503020204020204" charset="-122"/>
                <a:ea typeface="微软雅黑" panose="020B0503020204020204" charset="-122"/>
                <a:cs typeface="微软雅黑" panose="020B0503020204020204" charset="-122"/>
              </a:rPr>
              <a:t>)也是装载箱子集C的一个最优解，即:存在从贪心选择开始的最优解</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3"/>
            </p:custDataLst>
          </p:nvPr>
        </p:nvSpPr>
        <p:spPr>
          <a:xfrm>
            <a:off x="0" y="1552575"/>
            <a:ext cx="2410460" cy="4305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贪心选择性质</a:t>
            </a:r>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证明：</a:t>
            </a:r>
            <a:endParaRPr sz="2000" b="1">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custDataLst>
              <p:tags r:id="rId4"/>
            </p:custDataLst>
          </p:nvPr>
        </p:nvSpPr>
        <p:spPr>
          <a:xfrm>
            <a:off x="0" y="4330700"/>
            <a:ext cx="2523490" cy="4305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最优子结构性质</a:t>
            </a:r>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证明：</a:t>
            </a:r>
            <a:endParaRPr sz="20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523490" y="4330700"/>
            <a:ext cx="9667875" cy="2245360"/>
          </a:xfrm>
          <a:prstGeom prst="rect">
            <a:avLst/>
          </a:prstGeom>
          <a:solidFill>
            <a:schemeClr val="accent5">
              <a:lumMod val="20000"/>
              <a:lumOff val="80000"/>
            </a:schemeClr>
          </a:solidFill>
        </p:spPr>
        <p:txBody>
          <a:bodyPr wrap="square" rtlCol="0" anchor="t">
            <a:spAutoFit/>
          </a:bodyPr>
          <a:p>
            <a:r>
              <a:rPr lang="zh-CN" altLang="en-US" sz="2000" b="1">
                <a:latin typeface="微软雅黑" panose="020B0503020204020204" charset="-122"/>
                <a:ea typeface="微软雅黑" panose="020B0503020204020204" charset="-122"/>
                <a:cs typeface="微软雅黑" panose="020B0503020204020204" charset="-122"/>
              </a:rPr>
              <a:t>设X是按照箱子重量升序排列箱子集C={1,2,3,….,n}，载重量为W的贪心最优解，则去掉1号箱子，X'=X-{1}是升序排列装载箱子集C'=C-{1},载重量为W-w1的最优解。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证明：假设X不是箱子集C'，载重量为W-w</a:t>
            </a:r>
            <a:r>
              <a:rPr lang="en-US" altLang="zh-CN" sz="2000" b="1" baseline="-25000">
                <a:latin typeface="微软雅黑" panose="020B0503020204020204" charset="-122"/>
                <a:ea typeface="微软雅黑" panose="020B0503020204020204" charset="-122"/>
                <a:cs typeface="微软雅黑" panose="020B0503020204020204" charset="-122"/>
              </a:rPr>
              <a:t>1</a:t>
            </a:r>
            <a:r>
              <a:rPr lang="zh-CN" altLang="en-US" sz="2000" b="1">
                <a:latin typeface="微软雅黑" panose="020B0503020204020204" charset="-122"/>
                <a:ea typeface="微软雅黑" panose="020B0503020204020204" charset="-122"/>
                <a:cs typeface="微软雅黑" panose="020B0503020204020204" charset="-122"/>
              </a:rPr>
              <a:t>的最优解，则该子问题的最优解为Y'，|X'</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&lt;|Y'</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X'和Y</a:t>
            </a:r>
            <a:r>
              <a:rPr lang="zh-CN" altLang="en-US"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均添上1号箱子，则X'U{1}和Y'U{1}是箱子集C，船载重量为W的解。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又由于|X' U {1}</a:t>
            </a:r>
            <a:r>
              <a:rPr lang="zh-CN" altLang="en-US"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&lt;</a:t>
            </a:r>
            <a:r>
              <a:rPr lang="zh-CN" altLang="en-US"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Y' U{1}</a:t>
            </a:r>
            <a:r>
              <a:rPr lang="zh-CN" altLang="en-US"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，则X'U{1}=X不是问题的最优解，</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这与X是最优解矛盾，得证。</a:t>
            </a:r>
            <a:endParaRPr lang="zh-CN" altLang="en-US" sz="20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背包问题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会场安排问题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最优装载问题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dirty="0">
                <a:solidFill>
                  <a:srgbClr val="CC00FF"/>
                </a:solidFill>
                <a:latin typeface="微软雅黑" panose="020B0503020204020204" charset="-122"/>
                <a:ea typeface="微软雅黑" panose="020B0503020204020204" charset="-122"/>
                <a:cs typeface="微软雅黑" panose="020B0503020204020204" charset="-122"/>
              </a:rPr>
              <a:t>哈夫曼编码</a:t>
            </a: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rPr>
              <a:t>最小</a:t>
            </a:r>
            <a:r>
              <a:rPr lang="zh-CN" altLang="en-US" sz="2400" b="1" dirty="0">
                <a:latin typeface="微软雅黑" panose="020B0503020204020204" charset="-122"/>
                <a:ea typeface="微软雅黑" panose="020B0503020204020204" charset="-122"/>
                <a:cs typeface="微软雅黑" panose="020B0503020204020204" charset="-122"/>
              </a:rPr>
              <a:t>生成树</a:t>
            </a:r>
            <a:endParaRPr lang="zh-CN" altLang="en-US" sz="2400" b="1" dirty="0">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sym typeface="+mn-ea"/>
              </a:rPr>
              <a:t>单源最短</a:t>
            </a:r>
            <a:r>
              <a:rPr lang="zh-CN" altLang="en-US" sz="2400" b="1" dirty="0">
                <a:latin typeface="微软雅黑" panose="020B0503020204020204" charset="-122"/>
                <a:ea typeface="微软雅黑" panose="020B0503020204020204" charset="-122"/>
                <a:cs typeface="微软雅黑" panose="020B0503020204020204" charset="-122"/>
                <a:sym typeface="+mn-ea"/>
              </a:rPr>
              <a:t>路径</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哈夫曼</a:t>
            </a:r>
            <a:r>
              <a:rPr lang="zh-CN" altLang="en-US" sz="4000" b="1" dirty="0">
                <a:solidFill>
                  <a:schemeClr val="accent1">
                    <a:lumMod val="75000"/>
                  </a:schemeClr>
                </a:solidFill>
              </a:rPr>
              <a:t>编码</a:t>
            </a:r>
            <a:endParaRPr lang="zh-CN" altLang="en-US" sz="4000" b="1" dirty="0">
              <a:solidFill>
                <a:schemeClr val="accent1">
                  <a:lumMod val="75000"/>
                </a:schemeClr>
              </a:solidFill>
            </a:endParaRPr>
          </a:p>
        </p:txBody>
      </p:sp>
      <p:sp>
        <p:nvSpPr>
          <p:cNvPr id="67" name="Text Box 7"/>
          <p:cNvSpPr txBox="1">
            <a:spLocks noChangeArrowheads="1"/>
          </p:cNvSpPr>
          <p:nvPr>
            <p:custDataLst>
              <p:tags r:id="rId2"/>
            </p:custDataLst>
          </p:nvPr>
        </p:nvSpPr>
        <p:spPr bwMode="auto">
          <a:xfrm>
            <a:off x="0" y="1182484"/>
            <a:ext cx="7572428" cy="400110"/>
          </a:xfrm>
          <a:prstGeom prst="rect">
            <a:avLst/>
          </a:prstGeom>
          <a:noFill/>
          <a:ln w="9525" algn="ctr">
            <a:noFill/>
            <a:miter lim="800000"/>
            <a:tailEnd type="none" w="med" len="lg"/>
          </a:ln>
          <a:effectLst/>
        </p:spPr>
        <p:txBody>
          <a:bodyPr wrap="square">
            <a:spAutoFit/>
          </a:bodyPr>
          <a:p>
            <a:pPr algn="l"/>
            <a:r>
              <a:rPr kumimoji="1" lang="zh-CN" altLang="en-US" sz="2000" b="1" dirty="0">
                <a:latin typeface="+mn-ea"/>
                <a:cs typeface="Times New Roman" panose="02020603050405020304" pitchFamily="18" charset="0"/>
              </a:rPr>
              <a:t>具有</a:t>
            </a:r>
            <a:r>
              <a:rPr kumimoji="1" lang="zh-CN" altLang="en-US" sz="2000" b="1" dirty="0">
                <a:solidFill>
                  <a:srgbClr val="FF0000"/>
                </a:solidFill>
                <a:latin typeface="+mn-ea"/>
                <a:cs typeface="Times New Roman" panose="02020603050405020304" pitchFamily="18" charset="0"/>
              </a:rPr>
              <a:t>最小带权路径长度</a:t>
            </a:r>
            <a:r>
              <a:rPr kumimoji="1" lang="zh-CN" altLang="en-US" sz="2000" b="1" dirty="0">
                <a:latin typeface="+mn-ea"/>
                <a:cs typeface="Times New Roman" panose="02020603050405020304" pitchFamily="18" charset="0"/>
              </a:rPr>
              <a:t>的二叉树称为</a:t>
            </a:r>
            <a:r>
              <a:rPr kumimoji="1" lang="zh-CN" altLang="en-US" sz="2000" b="1" dirty="0">
                <a:solidFill>
                  <a:srgbClr val="B50988"/>
                </a:solidFill>
                <a:latin typeface="+mn-ea"/>
                <a:cs typeface="Times New Roman" panose="02020603050405020304" pitchFamily="18" charset="0"/>
              </a:rPr>
              <a:t>哈夫曼树</a:t>
            </a:r>
            <a:r>
              <a:rPr kumimoji="1" lang="en-US" altLang="zh-CN" sz="2000" b="1" dirty="0">
                <a:solidFill>
                  <a:srgbClr val="B50988"/>
                </a:solidFill>
                <a:latin typeface="+mn-ea"/>
                <a:cs typeface="Times New Roman" panose="02020603050405020304" pitchFamily="18" charset="0"/>
              </a:rPr>
              <a:t>(</a:t>
            </a:r>
            <a:r>
              <a:rPr kumimoji="1" lang="zh-CN" altLang="en-US" sz="2000" b="1" dirty="0">
                <a:solidFill>
                  <a:srgbClr val="B50988"/>
                </a:solidFill>
                <a:latin typeface="+mn-ea"/>
                <a:cs typeface="Times New Roman" panose="02020603050405020304" pitchFamily="18" charset="0"/>
              </a:rPr>
              <a:t>也称最优树</a:t>
            </a:r>
            <a:r>
              <a:rPr kumimoji="1" lang="en-US" altLang="zh-CN" sz="2000" b="1" dirty="0">
                <a:solidFill>
                  <a:srgbClr val="B50988"/>
                </a:solidFill>
                <a:latin typeface="+mn-ea"/>
                <a:cs typeface="Times New Roman" panose="02020603050405020304" pitchFamily="18" charset="0"/>
              </a:rPr>
              <a:t>)</a:t>
            </a:r>
            <a:endParaRPr kumimoji="1" lang="zh-CN" altLang="en-US" sz="2000" b="1" dirty="0">
              <a:solidFill>
                <a:srgbClr val="B50988"/>
              </a:solidFill>
              <a:latin typeface="+mn-ea"/>
              <a:cs typeface="Times New Roman" panose="02020603050405020304" pitchFamily="18" charset="0"/>
            </a:endParaRPr>
          </a:p>
        </p:txBody>
      </p:sp>
      <p:sp>
        <p:nvSpPr>
          <p:cNvPr id="2" name="文本框 1"/>
          <p:cNvSpPr txBox="1"/>
          <p:nvPr/>
        </p:nvSpPr>
        <p:spPr>
          <a:xfrm>
            <a:off x="-635" y="783590"/>
            <a:ext cx="12192635" cy="398780"/>
          </a:xfrm>
          <a:prstGeom prst="rect">
            <a:avLst/>
          </a:prstGeom>
          <a:noFill/>
        </p:spPr>
        <p:txBody>
          <a:bodyPr wrap="square" rtlCol="0" anchor="t">
            <a:spAutoFit/>
          </a:bodyPr>
          <a:p>
            <a:r>
              <a:rPr lang="zh-CN" altLang="en-US" sz="2000" b="1">
                <a:latin typeface="微软雅黑" panose="020B0503020204020204" charset="-122"/>
                <a:ea typeface="微软雅黑" panose="020B0503020204020204" charset="-122"/>
              </a:rPr>
              <a:t>以</a:t>
            </a:r>
            <a:r>
              <a:rPr lang="en-US" altLang="zh-CN" sz="2000" b="1">
                <a:latin typeface="微软雅黑" panose="020B0503020204020204" charset="-122"/>
                <a:ea typeface="微软雅黑" panose="020B0503020204020204" charset="-122"/>
              </a:rPr>
              <a:t> </a:t>
            </a:r>
            <a:r>
              <a:rPr lang="zh-CN" altLang="en-US" sz="2000" b="1">
                <a:latin typeface="微软雅黑" panose="020B0503020204020204" charset="-122"/>
                <a:ea typeface="微软雅黑" panose="020B0503020204020204" charset="-122"/>
              </a:rPr>
              <a:t>字符的使用频率做</a:t>
            </a:r>
            <a:r>
              <a:rPr lang="zh-CN" altLang="en-US" sz="2000" b="1">
                <a:solidFill>
                  <a:srgbClr val="B50988"/>
                </a:solidFill>
                <a:latin typeface="微软雅黑" panose="020B0503020204020204" charset="-122"/>
                <a:ea typeface="微软雅黑" panose="020B0503020204020204" charset="-122"/>
              </a:rPr>
              <a:t>权</a:t>
            </a:r>
            <a:r>
              <a:rPr lang="en-US" altLang="zh-CN" sz="2000" b="1">
                <a:latin typeface="微软雅黑" panose="020B0503020204020204" charset="-122"/>
                <a:ea typeface="微软雅黑" panose="020B0503020204020204" charset="-122"/>
              </a:rPr>
              <a:t> </a:t>
            </a:r>
            <a:r>
              <a:rPr lang="zh-CN" altLang="en-US" sz="2000" b="1">
                <a:latin typeface="微软雅黑" panose="020B0503020204020204" charset="-122"/>
                <a:ea typeface="微软雅黑" panose="020B0503020204020204" charset="-122"/>
              </a:rPr>
              <a:t>构建一棵</a:t>
            </a:r>
            <a:r>
              <a:rPr lang="zh-CN" altLang="en-US" sz="2000" b="1">
                <a:solidFill>
                  <a:srgbClr val="B50988"/>
                </a:solidFill>
                <a:latin typeface="微软雅黑" panose="020B0503020204020204" charset="-122"/>
                <a:ea typeface="微软雅黑" panose="020B0503020204020204" charset="-122"/>
              </a:rPr>
              <a:t>哈夫曼树</a:t>
            </a:r>
            <a:r>
              <a:rPr lang="zh-CN" altLang="en-US" sz="2000" b="1">
                <a:latin typeface="微软雅黑" panose="020B0503020204020204" charset="-122"/>
                <a:ea typeface="微软雅黑" panose="020B0503020204020204" charset="-122"/>
              </a:rPr>
              <a:t>，然后利用哈夫曼树对字符进行编码，俗称</a:t>
            </a:r>
            <a:r>
              <a:rPr lang="zh-CN" altLang="en-US" sz="2000" b="1">
                <a:solidFill>
                  <a:srgbClr val="B50988"/>
                </a:solidFill>
                <a:latin typeface="微软雅黑" panose="020B0503020204020204" charset="-122"/>
                <a:ea typeface="微软雅黑" panose="020B0503020204020204" charset="-122"/>
              </a:rPr>
              <a:t>哈夫曼编码</a:t>
            </a:r>
            <a:endParaRPr lang="zh-CN" altLang="en-US" sz="2000" b="1">
              <a:solidFill>
                <a:srgbClr val="B50988"/>
              </a:solidFill>
              <a:latin typeface="微软雅黑" panose="020B0503020204020204" charset="-122"/>
              <a:ea typeface="微软雅黑" panose="020B0503020204020204" charset="-122"/>
            </a:endParaRPr>
          </a:p>
        </p:txBody>
      </p:sp>
      <p:sp>
        <p:nvSpPr>
          <p:cNvPr id="4" name="Text Box 7"/>
          <p:cNvSpPr txBox="1">
            <a:spLocks noChangeArrowheads="1"/>
          </p:cNvSpPr>
          <p:nvPr>
            <p:custDataLst>
              <p:tags r:id="rId3"/>
            </p:custDataLst>
          </p:nvPr>
        </p:nvSpPr>
        <p:spPr bwMode="auto">
          <a:xfrm>
            <a:off x="-635" y="1583055"/>
            <a:ext cx="12192635" cy="398780"/>
          </a:xfrm>
          <a:prstGeom prst="rect">
            <a:avLst/>
          </a:prstGeom>
          <a:noFill/>
          <a:ln w="9525" algn="ctr">
            <a:noFill/>
            <a:miter lim="800000"/>
            <a:tailEnd type="none" w="med" len="lg"/>
          </a:ln>
          <a:effectLst/>
        </p:spPr>
        <p:txBody>
          <a:bodyPr wrap="square">
            <a:spAutoFit/>
          </a:bodyPr>
          <a:p>
            <a:pPr algn="l"/>
            <a:r>
              <a:rPr kumimoji="1" lang="en-US" altLang="zh-CN" sz="2000" b="1" dirty="0">
                <a:solidFill>
                  <a:schemeClr val="tx1"/>
                </a:solidFill>
                <a:latin typeface="+mn-ea"/>
                <a:cs typeface="Times New Roman" panose="02020603050405020304" pitchFamily="18" charset="0"/>
              </a:rPr>
              <a:t>将所要</a:t>
            </a:r>
            <a:r>
              <a:rPr kumimoji="1" lang="en-US" altLang="zh-CN" sz="2000" b="1" dirty="0">
                <a:solidFill>
                  <a:srgbClr val="00B0F0"/>
                </a:solidFill>
                <a:latin typeface="+mn-ea"/>
                <a:cs typeface="Times New Roman" panose="02020603050405020304" pitchFamily="18" charset="0"/>
              </a:rPr>
              <a:t>编码的字符</a:t>
            </a:r>
            <a:r>
              <a:rPr kumimoji="1" lang="en-US" altLang="zh-CN" sz="2000" b="1" dirty="0">
                <a:solidFill>
                  <a:schemeClr val="tx1"/>
                </a:solidFill>
                <a:latin typeface="+mn-ea"/>
                <a:cs typeface="Times New Roman" panose="02020603050405020304" pitchFamily="18" charset="0"/>
              </a:rPr>
              <a:t>作为</a:t>
            </a:r>
            <a:r>
              <a:rPr kumimoji="1" lang="en-US" altLang="zh-CN" sz="2000" b="1" dirty="0">
                <a:solidFill>
                  <a:srgbClr val="FF0000"/>
                </a:solidFill>
                <a:latin typeface="+mn-ea"/>
                <a:cs typeface="Times New Roman" panose="02020603050405020304" pitchFamily="18" charset="0"/>
              </a:rPr>
              <a:t>叶子结点</a:t>
            </a:r>
            <a:r>
              <a:rPr kumimoji="1" lang="en-US" altLang="zh-CN" sz="2000" b="1" dirty="0">
                <a:solidFill>
                  <a:schemeClr val="tx1"/>
                </a:solidFill>
                <a:latin typeface="+mn-ea"/>
                <a:cs typeface="Times New Roman" panose="02020603050405020304" pitchFamily="18" charset="0"/>
              </a:rPr>
              <a:t>，该字符在文件中的</a:t>
            </a:r>
            <a:r>
              <a:rPr kumimoji="1" lang="en-US" altLang="zh-CN" sz="2000" b="1" dirty="0">
                <a:solidFill>
                  <a:srgbClr val="00B0F0"/>
                </a:solidFill>
                <a:latin typeface="+mn-ea"/>
                <a:cs typeface="Times New Roman" panose="02020603050405020304" pitchFamily="18" charset="0"/>
              </a:rPr>
              <a:t>使用频率</a:t>
            </a:r>
            <a:r>
              <a:rPr kumimoji="1" lang="en-US" altLang="zh-CN" sz="2000" b="1" dirty="0">
                <a:solidFill>
                  <a:schemeClr val="tx1"/>
                </a:solidFill>
                <a:latin typeface="+mn-ea"/>
                <a:cs typeface="Times New Roman" panose="02020603050405020304" pitchFamily="18" charset="0"/>
              </a:rPr>
              <a:t>作为叶子结点的</a:t>
            </a:r>
            <a:r>
              <a:rPr kumimoji="1" lang="en-US" altLang="zh-CN" sz="2000" b="1" dirty="0">
                <a:solidFill>
                  <a:srgbClr val="FF0000"/>
                </a:solidFill>
                <a:latin typeface="+mn-ea"/>
                <a:cs typeface="Times New Roman" panose="02020603050405020304" pitchFamily="18" charset="0"/>
              </a:rPr>
              <a:t>权值</a:t>
            </a:r>
            <a:endParaRPr kumimoji="1" lang="en-US" altLang="zh-CN" sz="2000" b="1" dirty="0">
              <a:solidFill>
                <a:srgbClr val="FF0000"/>
              </a:solidFill>
              <a:latin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left)">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ldLvl="0" animBg="1"/>
      <p:bldP spid="2" grpId="0"/>
      <p:bldP spid="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哈夫曼</a:t>
            </a:r>
            <a:r>
              <a:rPr lang="zh-CN" altLang="en-US" sz="4000" b="1" dirty="0">
                <a:solidFill>
                  <a:schemeClr val="accent1">
                    <a:lumMod val="75000"/>
                  </a:schemeClr>
                </a:solidFill>
              </a:rPr>
              <a:t>编码</a:t>
            </a:r>
            <a:endParaRPr lang="zh-CN" altLang="en-US" sz="4000" b="1" dirty="0">
              <a:solidFill>
                <a:schemeClr val="accent1">
                  <a:lumMod val="75000"/>
                </a:schemeClr>
              </a:solidFill>
            </a:endParaRPr>
          </a:p>
        </p:txBody>
      </p:sp>
      <p:sp>
        <p:nvSpPr>
          <p:cNvPr id="6" name="Text Box 4"/>
          <p:cNvSpPr txBox="1">
            <a:spLocks noChangeArrowheads="1"/>
          </p:cNvSpPr>
          <p:nvPr>
            <p:custDataLst>
              <p:tags r:id="rId2"/>
            </p:custDataLst>
          </p:nvPr>
        </p:nvSpPr>
        <p:spPr bwMode="auto">
          <a:xfrm>
            <a:off x="-635" y="1182415"/>
            <a:ext cx="9144000" cy="728982"/>
          </a:xfrm>
          <a:prstGeom prst="rect">
            <a:avLst/>
          </a:prstGeom>
          <a:noFill/>
          <a:ln w="9525">
            <a:noFill/>
            <a:miter lim="800000"/>
          </a:ln>
          <a:effectLst/>
        </p:spPr>
        <p:txBody>
          <a:bodyPr wrap="square">
            <a:spAutoFit/>
          </a:bodyPr>
          <a:p>
            <a:pPr>
              <a:lnSpc>
                <a:spcPct val="120000"/>
              </a:lnSpc>
            </a:pPr>
            <a:r>
              <a:rPr kumimoji="1" lang="en-US" altLang="zh-CN" b="1" dirty="0">
                <a:solidFill>
                  <a:srgbClr val="B50988"/>
                </a:solidFill>
                <a:latin typeface="+mn-ea"/>
              </a:rPr>
              <a:t>1.</a:t>
            </a:r>
            <a:r>
              <a:rPr kumimoji="1" lang="zh-CN" altLang="en-US" b="1" dirty="0">
                <a:solidFill>
                  <a:srgbClr val="B50988"/>
                </a:solidFill>
                <a:latin typeface="+mn-ea"/>
              </a:rPr>
              <a:t>构造森林全是根 </a:t>
            </a:r>
            <a:r>
              <a:rPr kumimoji="1" lang="en-US" altLang="zh-CN" b="1" dirty="0">
                <a:latin typeface="+mn-ea"/>
                <a:sym typeface="Wingdings" panose="05000000000000000000" pitchFamily="2" charset="2"/>
              </a:rPr>
              <a:t>-&gt; </a:t>
            </a:r>
            <a:r>
              <a:rPr kumimoji="1" lang="zh-CN" altLang="en-US" b="1" dirty="0">
                <a:latin typeface="+mn-ea"/>
              </a:rPr>
              <a:t>给定的</a:t>
            </a:r>
            <a:r>
              <a:rPr kumimoji="1" lang="en-US" altLang="zh-CN" b="1" dirty="0">
                <a:latin typeface="+mn-ea"/>
              </a:rPr>
              <a:t>n</a:t>
            </a:r>
            <a:r>
              <a:rPr kumimoji="1" lang="en-US" altLang="zh-CN" b="1" baseline="-25000" dirty="0">
                <a:latin typeface="+mn-ea"/>
              </a:rPr>
              <a:t>0</a:t>
            </a:r>
            <a:r>
              <a:rPr kumimoji="1" lang="zh-CN" altLang="en-US" b="1" dirty="0">
                <a:latin typeface="+mn-ea"/>
              </a:rPr>
              <a:t>个权值</a:t>
            </a:r>
            <a:r>
              <a:rPr kumimoji="1" lang="en-US" altLang="zh-CN" b="1" dirty="0">
                <a:solidFill>
                  <a:srgbClr val="0000FF"/>
                </a:solidFill>
                <a:latin typeface="+mn-ea"/>
              </a:rPr>
              <a:t>{W</a:t>
            </a:r>
            <a:r>
              <a:rPr kumimoji="1" lang="en-US" altLang="zh-CN" b="1" baseline="-25000" dirty="0">
                <a:solidFill>
                  <a:srgbClr val="0000FF"/>
                </a:solidFill>
                <a:latin typeface="+mn-ea"/>
              </a:rPr>
              <a:t>1</a:t>
            </a:r>
            <a:r>
              <a:rPr kumimoji="1" lang="en-US" altLang="zh-CN" b="1" dirty="0">
                <a:solidFill>
                  <a:srgbClr val="0000FF"/>
                </a:solidFill>
                <a:latin typeface="+mn-ea"/>
              </a:rPr>
              <a:t>,W</a:t>
            </a:r>
            <a:r>
              <a:rPr kumimoji="1" lang="en-US" altLang="zh-CN" b="1" baseline="-25000" dirty="0">
                <a:solidFill>
                  <a:srgbClr val="0000FF"/>
                </a:solidFill>
                <a:latin typeface="+mn-ea"/>
              </a:rPr>
              <a:t>2</a:t>
            </a:r>
            <a:r>
              <a:rPr kumimoji="1" lang="en-US" altLang="zh-CN" b="1" dirty="0">
                <a:solidFill>
                  <a:srgbClr val="0000FF"/>
                </a:solidFill>
                <a:latin typeface="+mn-ea"/>
              </a:rPr>
              <a:t>,…,W</a:t>
            </a:r>
            <a:r>
              <a:rPr kumimoji="1" lang="en-US" altLang="zh-CN" b="1" baseline="-25000" dirty="0">
                <a:solidFill>
                  <a:srgbClr val="0000FF"/>
                </a:solidFill>
                <a:latin typeface="+mn-ea"/>
              </a:rPr>
              <a:t>n0</a:t>
            </a:r>
            <a:r>
              <a:rPr kumimoji="1" lang="en-US" altLang="zh-CN" b="1" dirty="0">
                <a:solidFill>
                  <a:srgbClr val="0000FF"/>
                </a:solidFill>
                <a:latin typeface="+mn-ea"/>
              </a:rPr>
              <a:t>}</a:t>
            </a:r>
            <a:r>
              <a:rPr kumimoji="1" lang="zh-CN" altLang="en-US" b="1" dirty="0">
                <a:latin typeface="+mn-ea"/>
              </a:rPr>
              <a:t>，构造</a:t>
            </a:r>
            <a:r>
              <a:rPr kumimoji="1" lang="en-US" altLang="zh-CN" b="1" dirty="0">
                <a:latin typeface="+mn-ea"/>
              </a:rPr>
              <a:t>n</a:t>
            </a:r>
            <a:r>
              <a:rPr kumimoji="1" lang="en-US" altLang="zh-CN" b="1" baseline="-25000" dirty="0">
                <a:latin typeface="+mn-ea"/>
              </a:rPr>
              <a:t>0</a:t>
            </a:r>
            <a:r>
              <a:rPr kumimoji="1" lang="zh-CN" altLang="en-US" b="1" dirty="0">
                <a:latin typeface="+mn-ea"/>
              </a:rPr>
              <a:t>棵</a:t>
            </a:r>
            <a:r>
              <a:rPr kumimoji="1" lang="zh-CN" altLang="en-US" b="1" dirty="0">
                <a:solidFill>
                  <a:srgbClr val="0070C0"/>
                </a:solidFill>
                <a:latin typeface="+mn-ea"/>
              </a:rPr>
              <a:t>只有根结点的二叉树</a:t>
            </a:r>
            <a:r>
              <a:rPr kumimoji="1" lang="zh-CN" altLang="en-US" b="1" dirty="0">
                <a:latin typeface="+mn-ea"/>
              </a:rPr>
              <a:t>，得到一个二叉树的集合</a:t>
            </a:r>
            <a:r>
              <a:rPr kumimoji="1" lang="en-US" altLang="zh-CN" b="1" dirty="0">
                <a:solidFill>
                  <a:srgbClr val="0000FF"/>
                </a:solidFill>
                <a:latin typeface="+mn-ea"/>
              </a:rPr>
              <a:t>F={T</a:t>
            </a:r>
            <a:r>
              <a:rPr kumimoji="1" lang="en-US" altLang="zh-CN" b="1" baseline="-25000" dirty="0">
                <a:solidFill>
                  <a:srgbClr val="0000FF"/>
                </a:solidFill>
                <a:latin typeface="+mn-ea"/>
              </a:rPr>
              <a:t>1</a:t>
            </a:r>
            <a:r>
              <a:rPr kumimoji="1" lang="en-US" altLang="zh-CN" b="1" dirty="0">
                <a:solidFill>
                  <a:srgbClr val="0000FF"/>
                </a:solidFill>
                <a:latin typeface="+mn-ea"/>
              </a:rPr>
              <a:t>,T</a:t>
            </a:r>
            <a:r>
              <a:rPr kumimoji="1" lang="en-US" altLang="zh-CN" b="1" baseline="-25000" dirty="0">
                <a:solidFill>
                  <a:srgbClr val="0000FF"/>
                </a:solidFill>
                <a:latin typeface="+mn-ea"/>
              </a:rPr>
              <a:t>2</a:t>
            </a:r>
            <a:r>
              <a:rPr kumimoji="1" lang="en-US" altLang="zh-CN" b="1" dirty="0">
                <a:solidFill>
                  <a:srgbClr val="0000FF"/>
                </a:solidFill>
                <a:latin typeface="+mn-ea"/>
              </a:rPr>
              <a:t>,…,T</a:t>
            </a:r>
            <a:r>
              <a:rPr kumimoji="1" lang="en-US" altLang="zh-CN" b="1" baseline="-25000" dirty="0">
                <a:solidFill>
                  <a:srgbClr val="0000FF"/>
                </a:solidFill>
                <a:latin typeface="+mn-ea"/>
              </a:rPr>
              <a:t>n0</a:t>
            </a:r>
            <a:r>
              <a:rPr kumimoji="1" lang="en-US" altLang="zh-CN" b="1" dirty="0">
                <a:solidFill>
                  <a:srgbClr val="0000FF"/>
                </a:solidFill>
                <a:latin typeface="+mn-ea"/>
              </a:rPr>
              <a:t>}</a:t>
            </a:r>
            <a:r>
              <a:rPr kumimoji="1" lang="zh-CN" altLang="en-US" b="1" dirty="0">
                <a:latin typeface="+mn-ea"/>
              </a:rPr>
              <a:t>，其中</a:t>
            </a:r>
            <a:r>
              <a:rPr kumimoji="1" lang="en-US" altLang="zh-CN" b="1" dirty="0" err="1">
                <a:solidFill>
                  <a:srgbClr val="0070C0"/>
                </a:solidFill>
                <a:latin typeface="+mn-ea"/>
              </a:rPr>
              <a:t>T</a:t>
            </a:r>
            <a:r>
              <a:rPr kumimoji="1" lang="en-US" altLang="zh-CN" b="1" baseline="-25000" dirty="0" err="1">
                <a:solidFill>
                  <a:srgbClr val="0070C0"/>
                </a:solidFill>
                <a:latin typeface="+mn-ea"/>
              </a:rPr>
              <a:t>i</a:t>
            </a:r>
            <a:r>
              <a:rPr kumimoji="1" lang="zh-CN" altLang="en-US" b="1" dirty="0">
                <a:latin typeface="+mn-ea"/>
              </a:rPr>
              <a:t>只有一个带权为</a:t>
            </a:r>
            <a:r>
              <a:rPr kumimoji="1" lang="en-US" altLang="zh-CN" b="1" dirty="0" err="1">
                <a:solidFill>
                  <a:srgbClr val="0000FF"/>
                </a:solidFill>
                <a:latin typeface="+mn-ea"/>
              </a:rPr>
              <a:t>w</a:t>
            </a:r>
            <a:r>
              <a:rPr kumimoji="1" lang="en-US" altLang="zh-CN" b="1" baseline="-25000" dirty="0" err="1">
                <a:solidFill>
                  <a:srgbClr val="0000FF"/>
                </a:solidFill>
                <a:latin typeface="+mn-ea"/>
              </a:rPr>
              <a:t>i</a:t>
            </a:r>
            <a:r>
              <a:rPr kumimoji="1" lang="zh-CN" altLang="en-US" b="1" dirty="0">
                <a:latin typeface="+mn-ea"/>
              </a:rPr>
              <a:t>的根结点</a:t>
            </a:r>
            <a:endParaRPr kumimoji="1" lang="en-US" altLang="zh-CN" b="1" dirty="0">
              <a:latin typeface="+mn-ea"/>
            </a:endParaRPr>
          </a:p>
        </p:txBody>
      </p:sp>
      <p:sp>
        <p:nvSpPr>
          <p:cNvPr id="7" name="文本框 6"/>
          <p:cNvSpPr txBox="1"/>
          <p:nvPr>
            <p:custDataLst>
              <p:tags r:id="rId3"/>
            </p:custDataLst>
          </p:nvPr>
        </p:nvSpPr>
        <p:spPr>
          <a:xfrm>
            <a:off x="-636" y="1907191"/>
            <a:ext cx="9081247" cy="728982"/>
          </a:xfrm>
          <a:prstGeom prst="rect">
            <a:avLst/>
          </a:prstGeom>
          <a:noFill/>
        </p:spPr>
        <p:txBody>
          <a:bodyPr wrap="square">
            <a:spAutoFit/>
          </a:bodyPr>
          <a:p>
            <a:pPr>
              <a:lnSpc>
                <a:spcPct val="120000"/>
              </a:lnSpc>
            </a:pPr>
            <a:r>
              <a:rPr kumimoji="1" lang="en-US" altLang="zh-CN" b="1" dirty="0">
                <a:solidFill>
                  <a:srgbClr val="B50988"/>
                </a:solidFill>
                <a:latin typeface="+mn-ea"/>
              </a:rPr>
              <a:t>2.</a:t>
            </a:r>
            <a:r>
              <a:rPr kumimoji="1" lang="zh-CN" altLang="en-US" b="1" dirty="0">
                <a:solidFill>
                  <a:srgbClr val="B50988"/>
                </a:solidFill>
                <a:latin typeface="+mn-ea"/>
              </a:rPr>
              <a:t>选用两小造新树 </a:t>
            </a:r>
            <a:r>
              <a:rPr kumimoji="1" lang="en-US" altLang="zh-CN" b="1" dirty="0">
                <a:latin typeface="+mn-ea"/>
                <a:sym typeface="Wingdings" panose="05000000000000000000" pitchFamily="2" charset="2"/>
              </a:rPr>
              <a:t>-&gt; </a:t>
            </a:r>
            <a:r>
              <a:rPr kumimoji="1" lang="zh-CN" altLang="en-US" b="1" dirty="0">
                <a:latin typeface="+mn-ea"/>
              </a:rPr>
              <a:t>在</a:t>
            </a:r>
            <a:r>
              <a:rPr kumimoji="1" lang="en-US" altLang="zh-CN" b="1" dirty="0">
                <a:solidFill>
                  <a:srgbClr val="0070C0"/>
                </a:solidFill>
                <a:latin typeface="+mn-ea"/>
              </a:rPr>
              <a:t>F</a:t>
            </a:r>
            <a:r>
              <a:rPr kumimoji="1" lang="zh-CN" altLang="en-US" b="1" dirty="0">
                <a:latin typeface="+mn-ea"/>
              </a:rPr>
              <a:t>中选取根结点的</a:t>
            </a:r>
            <a:r>
              <a:rPr kumimoji="1" lang="zh-CN" altLang="en-US" b="1" dirty="0">
                <a:solidFill>
                  <a:srgbClr val="0000FF"/>
                </a:solidFill>
                <a:latin typeface="+mn-ea"/>
              </a:rPr>
              <a:t>权值最小和次小的两棵二叉树</a:t>
            </a:r>
            <a:r>
              <a:rPr kumimoji="1" lang="zh-CN" altLang="en-US" b="1" dirty="0">
                <a:latin typeface="+mn-ea"/>
              </a:rPr>
              <a:t>作为左右子树构造一棵新的二叉树，这棵新的二叉树根结点的权值为</a:t>
            </a:r>
            <a:r>
              <a:rPr kumimoji="1" lang="zh-CN" altLang="en-US" b="1" dirty="0">
                <a:solidFill>
                  <a:srgbClr val="0000FF"/>
                </a:solidFill>
                <a:latin typeface="+mn-ea"/>
              </a:rPr>
              <a:t>其左右子树根结点权值之和</a:t>
            </a:r>
            <a:endParaRPr kumimoji="1" lang="en-US" altLang="zh-CN" b="1" dirty="0">
              <a:solidFill>
                <a:srgbClr val="0000FF"/>
              </a:solidFill>
              <a:latin typeface="+mn-ea"/>
            </a:endParaRPr>
          </a:p>
        </p:txBody>
      </p:sp>
      <p:sp>
        <p:nvSpPr>
          <p:cNvPr id="8" name="文本框 7"/>
          <p:cNvSpPr txBox="1"/>
          <p:nvPr>
            <p:custDataLst>
              <p:tags r:id="rId4"/>
            </p:custDataLst>
          </p:nvPr>
        </p:nvSpPr>
        <p:spPr>
          <a:xfrm>
            <a:off x="-635" y="2636173"/>
            <a:ext cx="8955741" cy="396134"/>
          </a:xfrm>
          <a:prstGeom prst="rect">
            <a:avLst/>
          </a:prstGeom>
          <a:noFill/>
        </p:spPr>
        <p:txBody>
          <a:bodyPr wrap="square">
            <a:spAutoFit/>
          </a:bodyPr>
          <a:p>
            <a:pPr>
              <a:lnSpc>
                <a:spcPct val="120000"/>
              </a:lnSpc>
            </a:pPr>
            <a:r>
              <a:rPr kumimoji="1" lang="en-US" altLang="zh-CN" b="1" dirty="0">
                <a:solidFill>
                  <a:srgbClr val="B50988"/>
                </a:solidFill>
                <a:latin typeface="+mn-ea"/>
              </a:rPr>
              <a:t>3.</a:t>
            </a:r>
            <a:r>
              <a:rPr kumimoji="1" lang="zh-CN" altLang="en-US" b="1" dirty="0">
                <a:solidFill>
                  <a:srgbClr val="B50988"/>
                </a:solidFill>
                <a:latin typeface="+mn-ea"/>
              </a:rPr>
              <a:t>删除两小添新人 </a:t>
            </a:r>
            <a:r>
              <a:rPr kumimoji="1" lang="en-US" altLang="zh-CN" b="1" dirty="0">
                <a:latin typeface="+mn-ea"/>
                <a:sym typeface="Wingdings" panose="05000000000000000000" pitchFamily="2" charset="2"/>
              </a:rPr>
              <a:t>-&gt; </a:t>
            </a:r>
            <a:r>
              <a:rPr kumimoji="1" lang="zh-CN" altLang="en-US" b="1" dirty="0">
                <a:latin typeface="+mn-ea"/>
              </a:rPr>
              <a:t>在</a:t>
            </a:r>
            <a:r>
              <a:rPr kumimoji="1" lang="en-US" altLang="zh-CN" b="1" dirty="0">
                <a:solidFill>
                  <a:srgbClr val="0070C0"/>
                </a:solidFill>
                <a:latin typeface="+mn-ea"/>
              </a:rPr>
              <a:t>F</a:t>
            </a:r>
            <a:r>
              <a:rPr kumimoji="1" lang="zh-CN" altLang="en-US" b="1" dirty="0">
                <a:latin typeface="+mn-ea"/>
              </a:rPr>
              <a:t>中删除这两棵二叉树，并将新建立的二叉树加入到集合</a:t>
            </a:r>
            <a:r>
              <a:rPr kumimoji="1" lang="en-US" altLang="zh-CN" b="1" dirty="0">
                <a:solidFill>
                  <a:srgbClr val="0070C0"/>
                </a:solidFill>
                <a:latin typeface="+mn-ea"/>
              </a:rPr>
              <a:t>F</a:t>
            </a:r>
            <a:r>
              <a:rPr kumimoji="1" lang="zh-CN" altLang="en-US" b="1" dirty="0">
                <a:latin typeface="+mn-ea"/>
              </a:rPr>
              <a:t>中</a:t>
            </a:r>
            <a:endParaRPr kumimoji="1" lang="en-US" altLang="zh-CN" b="1" dirty="0">
              <a:latin typeface="+mn-ea"/>
            </a:endParaRPr>
          </a:p>
        </p:txBody>
      </p:sp>
      <p:sp>
        <p:nvSpPr>
          <p:cNvPr id="9" name="文本框 8"/>
          <p:cNvSpPr txBox="1"/>
          <p:nvPr>
            <p:custDataLst>
              <p:tags r:id="rId5"/>
            </p:custDataLst>
          </p:nvPr>
        </p:nvSpPr>
        <p:spPr>
          <a:xfrm>
            <a:off x="-636" y="3032307"/>
            <a:ext cx="9466729" cy="396134"/>
          </a:xfrm>
          <a:prstGeom prst="rect">
            <a:avLst/>
          </a:prstGeom>
          <a:noFill/>
        </p:spPr>
        <p:txBody>
          <a:bodyPr wrap="square">
            <a:spAutoFit/>
          </a:bodyPr>
          <a:p>
            <a:pPr>
              <a:lnSpc>
                <a:spcPct val="120000"/>
              </a:lnSpc>
            </a:pPr>
            <a:r>
              <a:rPr kumimoji="1" lang="en-US" altLang="zh-CN" b="1" dirty="0">
                <a:solidFill>
                  <a:srgbClr val="B50988"/>
                </a:solidFill>
                <a:latin typeface="+mn-ea"/>
              </a:rPr>
              <a:t>4.</a:t>
            </a:r>
            <a:r>
              <a:rPr kumimoji="1" lang="zh-CN" altLang="en-US" b="1" dirty="0">
                <a:solidFill>
                  <a:srgbClr val="B50988"/>
                </a:solidFill>
                <a:latin typeface="+mn-ea"/>
              </a:rPr>
              <a:t>重复</a:t>
            </a:r>
            <a:r>
              <a:rPr kumimoji="1" lang="en-US" altLang="zh-CN" b="1" dirty="0">
                <a:solidFill>
                  <a:srgbClr val="B50988"/>
                </a:solidFill>
                <a:latin typeface="+mn-ea"/>
              </a:rPr>
              <a:t>2,3</a:t>
            </a:r>
            <a:r>
              <a:rPr kumimoji="1" lang="zh-CN" altLang="en-US" b="1" dirty="0">
                <a:solidFill>
                  <a:srgbClr val="B50988"/>
                </a:solidFill>
                <a:latin typeface="+mn-ea"/>
              </a:rPr>
              <a:t>剩单根</a:t>
            </a:r>
            <a:r>
              <a:rPr kumimoji="1" lang="en-US" altLang="zh-CN" b="1" dirty="0">
                <a:solidFill>
                  <a:srgbClr val="B50988"/>
                </a:solidFill>
                <a:latin typeface="+mn-ea"/>
                <a:sym typeface="Wingdings" panose="05000000000000000000" pitchFamily="2" charset="2"/>
              </a:rPr>
              <a:t> </a:t>
            </a:r>
            <a:r>
              <a:rPr kumimoji="1" lang="en-US" altLang="zh-CN" b="1" dirty="0">
                <a:latin typeface="+mn-ea"/>
                <a:sym typeface="Wingdings" panose="05000000000000000000" pitchFamily="2" charset="2"/>
              </a:rPr>
              <a:t>-&gt; </a:t>
            </a:r>
            <a:r>
              <a:rPr kumimoji="1" lang="zh-CN" altLang="en-US" b="1" dirty="0">
                <a:latin typeface="+mn-ea"/>
              </a:rPr>
              <a:t>重复</a:t>
            </a:r>
            <a:r>
              <a:rPr kumimoji="1" lang="en-US" altLang="zh-CN" b="1" dirty="0">
                <a:latin typeface="+mn-ea"/>
              </a:rPr>
              <a:t>2,3</a:t>
            </a:r>
            <a:r>
              <a:rPr kumimoji="1" lang="zh-CN" altLang="en-US" b="1" dirty="0">
                <a:latin typeface="+mn-ea"/>
              </a:rPr>
              <a:t>两步骤，当</a:t>
            </a:r>
            <a:r>
              <a:rPr kumimoji="1" lang="en-US" altLang="zh-CN" b="1" dirty="0">
                <a:solidFill>
                  <a:srgbClr val="0070C0"/>
                </a:solidFill>
                <a:latin typeface="+mn-ea"/>
              </a:rPr>
              <a:t>F</a:t>
            </a:r>
            <a:r>
              <a:rPr kumimoji="1" lang="zh-CN" altLang="en-US" b="1" dirty="0">
                <a:latin typeface="+mn-ea"/>
              </a:rPr>
              <a:t>中只剩下一棵二叉树时，便是要建立的哈夫曼树</a:t>
            </a:r>
            <a:endParaRPr kumimoji="1" lang="zh-CN" altLang="en-US" b="1" dirty="0">
              <a:latin typeface="+mn-ea"/>
            </a:endParaRPr>
          </a:p>
        </p:txBody>
      </p:sp>
      <p:sp>
        <p:nvSpPr>
          <p:cNvPr id="10" name="文本框 9"/>
          <p:cNvSpPr txBox="1"/>
          <p:nvPr>
            <p:custDataLst>
              <p:tags r:id="rId6"/>
            </p:custDataLst>
          </p:nvPr>
        </p:nvSpPr>
        <p:spPr>
          <a:xfrm>
            <a:off x="-635" y="3468749"/>
            <a:ext cx="7162800" cy="407291"/>
          </a:xfrm>
          <a:prstGeom prst="rect">
            <a:avLst/>
          </a:prstGeom>
          <a:noFill/>
        </p:spPr>
        <p:txBody>
          <a:bodyPr wrap="square">
            <a:spAutoFit/>
          </a:bodyPr>
          <a:p>
            <a:pPr>
              <a:lnSpc>
                <a:spcPct val="110000"/>
              </a:lnSpc>
            </a:pPr>
            <a:r>
              <a:rPr kumimoji="1" lang="en-US" altLang="zh-CN" sz="2000" b="1" dirty="0">
                <a:solidFill>
                  <a:srgbClr val="0099BC"/>
                </a:solidFill>
                <a:latin typeface="+mn-ea"/>
                <a:cs typeface="Consolas" panose="020B0609020204030204" pitchFamily="49" charset="0"/>
              </a:rPr>
              <a:t>[</a:t>
            </a:r>
            <a:r>
              <a:rPr kumimoji="1" lang="zh-CN" altLang="en-US" sz="2000" b="1" dirty="0">
                <a:solidFill>
                  <a:srgbClr val="0099BC"/>
                </a:solidFill>
                <a:latin typeface="+mn-ea"/>
                <a:cs typeface="Consolas" panose="020B0609020204030204" pitchFamily="49" charset="0"/>
              </a:rPr>
              <a:t>例</a:t>
            </a:r>
            <a:r>
              <a:rPr kumimoji="1" lang="en-US" altLang="zh-CN" sz="2000" b="1" dirty="0">
                <a:solidFill>
                  <a:srgbClr val="0099BC"/>
                </a:solidFill>
                <a:latin typeface="+mn-ea"/>
                <a:cs typeface="Consolas" panose="020B0609020204030204" pitchFamily="49" charset="0"/>
              </a:rPr>
              <a:t>] </a:t>
            </a:r>
            <a:r>
              <a:rPr kumimoji="1" lang="zh-CN" altLang="en-US" sz="2000" b="1" dirty="0">
                <a:solidFill>
                  <a:srgbClr val="0099BC"/>
                </a:solidFill>
                <a:latin typeface="+mn-ea"/>
                <a:cs typeface="Consolas" panose="020B0609020204030204" pitchFamily="49" charset="0"/>
              </a:rPr>
              <a:t>有四个结点权值分别为</a:t>
            </a:r>
            <a:r>
              <a:rPr kumimoji="1" lang="en-US" altLang="zh-CN" sz="2000" b="1" dirty="0">
                <a:solidFill>
                  <a:srgbClr val="0099BC"/>
                </a:solidFill>
                <a:latin typeface="+mn-ea"/>
                <a:cs typeface="Consolas" panose="020B0609020204030204" pitchFamily="49" charset="0"/>
              </a:rPr>
              <a:t>7,5,2,4</a:t>
            </a:r>
            <a:r>
              <a:rPr kumimoji="1" lang="zh-CN" altLang="en-US" sz="2000" b="1" dirty="0">
                <a:solidFill>
                  <a:srgbClr val="0099BC"/>
                </a:solidFill>
                <a:latin typeface="+mn-ea"/>
                <a:cs typeface="Consolas" panose="020B0609020204030204" pitchFamily="49" charset="0"/>
              </a:rPr>
              <a:t>，构建哈夫曼树</a:t>
            </a:r>
            <a:endParaRPr lang="zh-CN" altLang="en-US" sz="2000" b="1" dirty="0">
              <a:solidFill>
                <a:srgbClr val="0099BC"/>
              </a:solidFill>
              <a:latin typeface="+mn-ea"/>
            </a:endParaRPr>
          </a:p>
        </p:txBody>
      </p:sp>
      <p:sp>
        <p:nvSpPr>
          <p:cNvPr id="11" name="矩形: 圆角 10"/>
          <p:cNvSpPr/>
          <p:nvPr>
            <p:custDataLst>
              <p:tags r:id="rId7"/>
            </p:custDataLst>
          </p:nvPr>
        </p:nvSpPr>
        <p:spPr>
          <a:xfrm>
            <a:off x="62119" y="1264603"/>
            <a:ext cx="9018492" cy="602280"/>
          </a:xfrm>
          <a:prstGeom prst="roundRect">
            <a:avLst>
              <a:gd name="adj" fmla="val 9000"/>
            </a:avLst>
          </a:prstGeom>
          <a:solidFill>
            <a:srgbClr val="B50988">
              <a:alpha val="16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13" name="椭圆 12"/>
          <p:cNvSpPr/>
          <p:nvPr>
            <p:custDataLst>
              <p:tags r:id="rId8"/>
            </p:custDataLst>
          </p:nvPr>
        </p:nvSpPr>
        <p:spPr>
          <a:xfrm>
            <a:off x="1170623" y="4368746"/>
            <a:ext cx="468000" cy="468000"/>
          </a:xfrm>
          <a:prstGeom prst="ellipse">
            <a:avLst/>
          </a:prstGeom>
          <a:solidFill>
            <a:srgbClr val="0070C0">
              <a:alpha val="59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4" name="椭圆 13"/>
          <p:cNvSpPr/>
          <p:nvPr>
            <p:custDataLst>
              <p:tags r:id="rId9"/>
            </p:custDataLst>
          </p:nvPr>
        </p:nvSpPr>
        <p:spPr>
          <a:xfrm>
            <a:off x="1687505" y="4368746"/>
            <a:ext cx="468000" cy="468000"/>
          </a:xfrm>
          <a:prstGeom prst="ellipse">
            <a:avLst/>
          </a:prstGeom>
          <a:solidFill>
            <a:srgbClr val="0070C0">
              <a:alpha val="59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5" name="椭圆 14"/>
          <p:cNvSpPr/>
          <p:nvPr>
            <p:custDataLst>
              <p:tags r:id="rId10"/>
            </p:custDataLst>
          </p:nvPr>
        </p:nvSpPr>
        <p:spPr>
          <a:xfrm>
            <a:off x="653741" y="4368746"/>
            <a:ext cx="468000" cy="468000"/>
          </a:xfrm>
          <a:prstGeom prst="ellipse">
            <a:avLst/>
          </a:prstGeom>
          <a:solidFill>
            <a:srgbClr val="0070C0">
              <a:alpha val="59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6" name="椭圆 15"/>
          <p:cNvSpPr/>
          <p:nvPr>
            <p:custDataLst>
              <p:tags r:id="rId11"/>
            </p:custDataLst>
          </p:nvPr>
        </p:nvSpPr>
        <p:spPr>
          <a:xfrm>
            <a:off x="136859" y="4368746"/>
            <a:ext cx="468000" cy="468000"/>
          </a:xfrm>
          <a:prstGeom prst="ellipse">
            <a:avLst/>
          </a:prstGeom>
          <a:solidFill>
            <a:srgbClr val="0070C0">
              <a:alpha val="59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7</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7" name="矩形: 圆角 16"/>
          <p:cNvSpPr/>
          <p:nvPr>
            <p:custDataLst>
              <p:tags r:id="rId12"/>
            </p:custDataLst>
          </p:nvPr>
        </p:nvSpPr>
        <p:spPr>
          <a:xfrm>
            <a:off x="62119" y="1989379"/>
            <a:ext cx="9018491" cy="602280"/>
          </a:xfrm>
          <a:prstGeom prst="roundRect">
            <a:avLst>
              <a:gd name="adj" fmla="val 9000"/>
            </a:avLst>
          </a:prstGeom>
          <a:solidFill>
            <a:srgbClr val="B50988">
              <a:alpha val="16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18" name="椭圆 17"/>
          <p:cNvSpPr/>
          <p:nvPr>
            <p:custDataLst>
              <p:tags r:id="rId13"/>
            </p:custDataLst>
          </p:nvPr>
        </p:nvSpPr>
        <p:spPr>
          <a:xfrm>
            <a:off x="3568868" y="4913239"/>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9" name="椭圆 18"/>
          <p:cNvSpPr/>
          <p:nvPr>
            <p:custDataLst>
              <p:tags r:id="rId14"/>
            </p:custDataLst>
          </p:nvPr>
        </p:nvSpPr>
        <p:spPr>
          <a:xfrm>
            <a:off x="4085750" y="4913239"/>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0" name="椭圆 19"/>
          <p:cNvSpPr/>
          <p:nvPr>
            <p:custDataLst>
              <p:tags r:id="rId15"/>
            </p:custDataLst>
          </p:nvPr>
        </p:nvSpPr>
        <p:spPr>
          <a:xfrm>
            <a:off x="3837461" y="4368746"/>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1" name="直接连接符 20"/>
          <p:cNvCxnSpPr>
            <a:stCxn id="20" idx="3"/>
            <a:endCxn id="18" idx="0"/>
          </p:cNvCxnSpPr>
          <p:nvPr>
            <p:custDataLst>
              <p:tags r:id="rId16"/>
            </p:custDataLst>
          </p:nvPr>
        </p:nvCxnSpPr>
        <p:spPr>
          <a:xfrm flipH="1">
            <a:off x="3802868" y="4768209"/>
            <a:ext cx="103130" cy="145030"/>
          </a:xfrm>
          <a:prstGeom prst="line">
            <a:avLst/>
          </a:prstGeom>
          <a:noFill/>
          <a:ln w="38100" cap="flat" cmpd="sng" algn="ctr">
            <a:solidFill>
              <a:schemeClr val="bg1">
                <a:lumMod val="50000"/>
              </a:schemeClr>
            </a:solidFill>
            <a:prstDash val="solid"/>
          </a:ln>
          <a:effectLst/>
        </p:spPr>
      </p:cxnSp>
      <p:cxnSp>
        <p:nvCxnSpPr>
          <p:cNvPr id="23" name="直接连接符 22"/>
          <p:cNvCxnSpPr>
            <a:stCxn id="20" idx="5"/>
            <a:endCxn id="19" idx="0"/>
          </p:cNvCxnSpPr>
          <p:nvPr>
            <p:custDataLst>
              <p:tags r:id="rId17"/>
            </p:custDataLst>
          </p:nvPr>
        </p:nvCxnSpPr>
        <p:spPr>
          <a:xfrm>
            <a:off x="4236924" y="4768209"/>
            <a:ext cx="82826" cy="145030"/>
          </a:xfrm>
          <a:prstGeom prst="line">
            <a:avLst/>
          </a:prstGeom>
          <a:noFill/>
          <a:ln w="38100" cap="flat" cmpd="sng" algn="ctr">
            <a:solidFill>
              <a:schemeClr val="bg1">
                <a:lumMod val="50000"/>
              </a:schemeClr>
            </a:solidFill>
            <a:prstDash val="solid"/>
          </a:ln>
          <a:effectLst/>
        </p:spPr>
      </p:cxnSp>
      <p:sp>
        <p:nvSpPr>
          <p:cNvPr id="26" name="矩形: 圆角 25"/>
          <p:cNvSpPr/>
          <p:nvPr>
            <p:custDataLst>
              <p:tags r:id="rId18"/>
            </p:custDataLst>
          </p:nvPr>
        </p:nvSpPr>
        <p:spPr>
          <a:xfrm>
            <a:off x="62119" y="2693488"/>
            <a:ext cx="9018492" cy="319763"/>
          </a:xfrm>
          <a:prstGeom prst="roundRect">
            <a:avLst>
              <a:gd name="adj" fmla="val 9000"/>
            </a:avLst>
          </a:prstGeom>
          <a:solidFill>
            <a:srgbClr val="B50988">
              <a:alpha val="16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27" name="椭圆 26"/>
          <p:cNvSpPr/>
          <p:nvPr>
            <p:custDataLst>
              <p:tags r:id="rId19"/>
            </p:custDataLst>
          </p:nvPr>
        </p:nvSpPr>
        <p:spPr>
          <a:xfrm>
            <a:off x="3334868" y="4368746"/>
            <a:ext cx="468000" cy="468000"/>
          </a:xfrm>
          <a:prstGeom prst="ellipse">
            <a:avLst/>
          </a:prstGeom>
          <a:solidFill>
            <a:srgbClr val="0070C0">
              <a:alpha val="59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8" name="椭圆 27"/>
          <p:cNvSpPr/>
          <p:nvPr>
            <p:custDataLst>
              <p:tags r:id="rId20"/>
            </p:custDataLst>
          </p:nvPr>
        </p:nvSpPr>
        <p:spPr>
          <a:xfrm>
            <a:off x="2817986" y="4368746"/>
            <a:ext cx="468000" cy="468000"/>
          </a:xfrm>
          <a:prstGeom prst="ellipse">
            <a:avLst/>
          </a:prstGeom>
          <a:solidFill>
            <a:srgbClr val="0070C0">
              <a:alpha val="59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7</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9" name="矩形: 圆角 28"/>
          <p:cNvSpPr/>
          <p:nvPr>
            <p:custDataLst>
              <p:tags r:id="rId21"/>
            </p:custDataLst>
          </p:nvPr>
        </p:nvSpPr>
        <p:spPr>
          <a:xfrm>
            <a:off x="62119" y="3103589"/>
            <a:ext cx="3645646" cy="319763"/>
          </a:xfrm>
          <a:prstGeom prst="roundRect">
            <a:avLst>
              <a:gd name="adj" fmla="val 9000"/>
            </a:avLst>
          </a:prstGeom>
          <a:solidFill>
            <a:srgbClr val="B50988">
              <a:alpha val="34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30" name="椭圆 29"/>
          <p:cNvSpPr/>
          <p:nvPr>
            <p:custDataLst>
              <p:tags r:id="rId22"/>
            </p:custDataLst>
          </p:nvPr>
        </p:nvSpPr>
        <p:spPr>
          <a:xfrm>
            <a:off x="5747794" y="5457732"/>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1" name="椭圆 30"/>
          <p:cNvSpPr/>
          <p:nvPr>
            <p:custDataLst>
              <p:tags r:id="rId23"/>
            </p:custDataLst>
          </p:nvPr>
        </p:nvSpPr>
        <p:spPr>
          <a:xfrm>
            <a:off x="6264676" y="5457732"/>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2" name="椭圆 31"/>
          <p:cNvSpPr/>
          <p:nvPr>
            <p:custDataLst>
              <p:tags r:id="rId24"/>
            </p:custDataLst>
          </p:nvPr>
        </p:nvSpPr>
        <p:spPr>
          <a:xfrm>
            <a:off x="6016387" y="4913239"/>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33" name="直接连接符 32"/>
          <p:cNvCxnSpPr>
            <a:stCxn id="32" idx="3"/>
            <a:endCxn id="30" idx="0"/>
          </p:cNvCxnSpPr>
          <p:nvPr>
            <p:custDataLst>
              <p:tags r:id="rId25"/>
            </p:custDataLst>
          </p:nvPr>
        </p:nvCxnSpPr>
        <p:spPr>
          <a:xfrm flipH="1">
            <a:off x="5981794" y="5312702"/>
            <a:ext cx="103130" cy="145030"/>
          </a:xfrm>
          <a:prstGeom prst="line">
            <a:avLst/>
          </a:prstGeom>
          <a:noFill/>
          <a:ln w="38100" cap="flat" cmpd="sng" algn="ctr">
            <a:solidFill>
              <a:schemeClr val="bg1">
                <a:lumMod val="50000"/>
              </a:schemeClr>
            </a:solidFill>
            <a:prstDash val="solid"/>
          </a:ln>
          <a:effectLst/>
        </p:spPr>
      </p:cxnSp>
      <p:cxnSp>
        <p:nvCxnSpPr>
          <p:cNvPr id="34" name="直接连接符 33"/>
          <p:cNvCxnSpPr>
            <a:stCxn id="32" idx="5"/>
            <a:endCxn id="31" idx="0"/>
          </p:cNvCxnSpPr>
          <p:nvPr>
            <p:custDataLst>
              <p:tags r:id="rId26"/>
            </p:custDataLst>
          </p:nvPr>
        </p:nvCxnSpPr>
        <p:spPr>
          <a:xfrm>
            <a:off x="6415850" y="5312702"/>
            <a:ext cx="82826" cy="145030"/>
          </a:xfrm>
          <a:prstGeom prst="line">
            <a:avLst/>
          </a:prstGeom>
          <a:noFill/>
          <a:ln w="38100" cap="flat" cmpd="sng" algn="ctr">
            <a:solidFill>
              <a:schemeClr val="bg1">
                <a:lumMod val="50000"/>
              </a:schemeClr>
            </a:solidFill>
            <a:prstDash val="solid"/>
          </a:ln>
          <a:effectLst/>
        </p:spPr>
      </p:cxnSp>
      <p:sp>
        <p:nvSpPr>
          <p:cNvPr id="35" name="椭圆 34"/>
          <p:cNvSpPr/>
          <p:nvPr>
            <p:custDataLst>
              <p:tags r:id="rId27"/>
            </p:custDataLst>
          </p:nvPr>
        </p:nvSpPr>
        <p:spPr>
          <a:xfrm>
            <a:off x="5513794" y="4913239"/>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37" name="直接连接符 36"/>
          <p:cNvCxnSpPr>
            <a:stCxn id="36" idx="3"/>
            <a:endCxn id="35" idx="0"/>
          </p:cNvCxnSpPr>
          <p:nvPr>
            <p:custDataLst>
              <p:tags r:id="rId28"/>
            </p:custDataLst>
          </p:nvPr>
        </p:nvCxnSpPr>
        <p:spPr>
          <a:xfrm flipH="1">
            <a:off x="5747794" y="4768209"/>
            <a:ext cx="96780" cy="145030"/>
          </a:xfrm>
          <a:prstGeom prst="line">
            <a:avLst/>
          </a:prstGeom>
          <a:noFill/>
          <a:ln w="38100" cap="flat" cmpd="sng" algn="ctr">
            <a:solidFill>
              <a:schemeClr val="bg1">
                <a:lumMod val="50000"/>
              </a:schemeClr>
            </a:solidFill>
            <a:prstDash val="solid"/>
          </a:ln>
          <a:effectLst/>
        </p:spPr>
      </p:cxnSp>
      <p:cxnSp>
        <p:nvCxnSpPr>
          <p:cNvPr id="38" name="直接连接符 37"/>
          <p:cNvCxnSpPr>
            <a:stCxn id="36" idx="5"/>
            <a:endCxn id="32" idx="0"/>
          </p:cNvCxnSpPr>
          <p:nvPr>
            <p:custDataLst>
              <p:tags r:id="rId29"/>
            </p:custDataLst>
          </p:nvPr>
        </p:nvCxnSpPr>
        <p:spPr>
          <a:xfrm>
            <a:off x="6175500" y="4768209"/>
            <a:ext cx="74887" cy="145030"/>
          </a:xfrm>
          <a:prstGeom prst="line">
            <a:avLst/>
          </a:prstGeom>
          <a:noFill/>
          <a:ln w="38100" cap="flat" cmpd="sng" algn="ctr">
            <a:solidFill>
              <a:schemeClr val="bg1">
                <a:lumMod val="50000"/>
              </a:schemeClr>
            </a:solidFill>
            <a:prstDash val="solid"/>
          </a:ln>
          <a:effectLst/>
        </p:spPr>
      </p:cxnSp>
      <p:sp>
        <p:nvSpPr>
          <p:cNvPr id="36" name="椭圆 35"/>
          <p:cNvSpPr/>
          <p:nvPr>
            <p:custDataLst>
              <p:tags r:id="rId30"/>
            </p:custDataLst>
          </p:nvPr>
        </p:nvSpPr>
        <p:spPr>
          <a:xfrm>
            <a:off x="5776037" y="4368746"/>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4" name="文本框 43"/>
          <p:cNvSpPr txBox="1"/>
          <p:nvPr>
            <p:custDataLst>
              <p:tags r:id="rId31"/>
            </p:custDataLst>
          </p:nvPr>
        </p:nvSpPr>
        <p:spPr>
          <a:xfrm>
            <a:off x="5677387" y="4371913"/>
            <a:ext cx="665300"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11</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6" name="椭圆 45"/>
          <p:cNvSpPr/>
          <p:nvPr>
            <p:custDataLst>
              <p:tags r:id="rId32"/>
            </p:custDataLst>
          </p:nvPr>
        </p:nvSpPr>
        <p:spPr>
          <a:xfrm>
            <a:off x="5265505" y="4372776"/>
            <a:ext cx="468000" cy="468000"/>
          </a:xfrm>
          <a:prstGeom prst="ellipse">
            <a:avLst/>
          </a:prstGeom>
          <a:solidFill>
            <a:srgbClr val="0070C0">
              <a:alpha val="59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7</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7" name="椭圆 46"/>
          <p:cNvSpPr/>
          <p:nvPr>
            <p:custDataLst>
              <p:tags r:id="rId33"/>
            </p:custDataLst>
          </p:nvPr>
        </p:nvSpPr>
        <p:spPr>
          <a:xfrm>
            <a:off x="8028316" y="5984522"/>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8" name="椭圆 47"/>
          <p:cNvSpPr/>
          <p:nvPr>
            <p:custDataLst>
              <p:tags r:id="rId34"/>
            </p:custDataLst>
          </p:nvPr>
        </p:nvSpPr>
        <p:spPr>
          <a:xfrm>
            <a:off x="8545198" y="5984522"/>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9" name="椭圆 48"/>
          <p:cNvSpPr/>
          <p:nvPr>
            <p:custDataLst>
              <p:tags r:id="rId35"/>
            </p:custDataLst>
          </p:nvPr>
        </p:nvSpPr>
        <p:spPr>
          <a:xfrm>
            <a:off x="8296909" y="5440029"/>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50" name="直接连接符 49"/>
          <p:cNvCxnSpPr>
            <a:stCxn id="49" idx="3"/>
            <a:endCxn id="47" idx="0"/>
          </p:cNvCxnSpPr>
          <p:nvPr>
            <p:custDataLst>
              <p:tags r:id="rId36"/>
            </p:custDataLst>
          </p:nvPr>
        </p:nvCxnSpPr>
        <p:spPr>
          <a:xfrm flipH="1">
            <a:off x="8262316" y="5839492"/>
            <a:ext cx="103130" cy="145030"/>
          </a:xfrm>
          <a:prstGeom prst="line">
            <a:avLst/>
          </a:prstGeom>
          <a:noFill/>
          <a:ln w="38100" cap="flat" cmpd="sng" algn="ctr">
            <a:solidFill>
              <a:schemeClr val="bg1">
                <a:lumMod val="50000"/>
              </a:schemeClr>
            </a:solidFill>
            <a:prstDash val="solid"/>
          </a:ln>
          <a:effectLst/>
        </p:spPr>
      </p:cxnSp>
      <p:cxnSp>
        <p:nvCxnSpPr>
          <p:cNvPr id="51" name="直接连接符 50"/>
          <p:cNvCxnSpPr>
            <a:stCxn id="49" idx="5"/>
            <a:endCxn id="48" idx="0"/>
          </p:cNvCxnSpPr>
          <p:nvPr>
            <p:custDataLst>
              <p:tags r:id="rId37"/>
            </p:custDataLst>
          </p:nvPr>
        </p:nvCxnSpPr>
        <p:spPr>
          <a:xfrm>
            <a:off x="8696372" y="5839492"/>
            <a:ext cx="82826" cy="145030"/>
          </a:xfrm>
          <a:prstGeom prst="line">
            <a:avLst/>
          </a:prstGeom>
          <a:noFill/>
          <a:ln w="38100" cap="flat" cmpd="sng" algn="ctr">
            <a:solidFill>
              <a:schemeClr val="bg1">
                <a:lumMod val="50000"/>
              </a:schemeClr>
            </a:solidFill>
            <a:prstDash val="solid"/>
          </a:ln>
          <a:effectLst/>
        </p:spPr>
      </p:cxnSp>
      <p:sp>
        <p:nvSpPr>
          <p:cNvPr id="52" name="椭圆 51"/>
          <p:cNvSpPr/>
          <p:nvPr>
            <p:custDataLst>
              <p:tags r:id="rId38"/>
            </p:custDataLst>
          </p:nvPr>
        </p:nvSpPr>
        <p:spPr>
          <a:xfrm>
            <a:off x="7794316" y="5440029"/>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53" name="直接连接符 52"/>
          <p:cNvCxnSpPr>
            <a:endCxn id="52" idx="0"/>
          </p:cNvCxnSpPr>
          <p:nvPr>
            <p:custDataLst>
              <p:tags r:id="rId39"/>
            </p:custDataLst>
          </p:nvPr>
        </p:nvCxnSpPr>
        <p:spPr>
          <a:xfrm flipH="1">
            <a:off x="8028316" y="5294999"/>
            <a:ext cx="96780" cy="145030"/>
          </a:xfrm>
          <a:prstGeom prst="line">
            <a:avLst/>
          </a:prstGeom>
          <a:noFill/>
          <a:ln w="38100" cap="flat" cmpd="sng" algn="ctr">
            <a:solidFill>
              <a:schemeClr val="bg1">
                <a:lumMod val="50000"/>
              </a:schemeClr>
            </a:solidFill>
            <a:prstDash val="solid"/>
          </a:ln>
          <a:effectLst/>
        </p:spPr>
      </p:cxnSp>
      <p:cxnSp>
        <p:nvCxnSpPr>
          <p:cNvPr id="54" name="直接连接符 53"/>
          <p:cNvCxnSpPr>
            <a:endCxn id="49" idx="0"/>
          </p:cNvCxnSpPr>
          <p:nvPr>
            <p:custDataLst>
              <p:tags r:id="rId40"/>
            </p:custDataLst>
          </p:nvPr>
        </p:nvCxnSpPr>
        <p:spPr>
          <a:xfrm>
            <a:off x="8456022" y="5294999"/>
            <a:ext cx="74887" cy="145030"/>
          </a:xfrm>
          <a:prstGeom prst="line">
            <a:avLst/>
          </a:prstGeom>
          <a:noFill/>
          <a:ln w="38100" cap="flat" cmpd="sng" algn="ctr">
            <a:solidFill>
              <a:schemeClr val="bg1">
                <a:lumMod val="50000"/>
              </a:schemeClr>
            </a:solidFill>
            <a:prstDash val="solid"/>
          </a:ln>
          <a:effectLst/>
        </p:spPr>
      </p:cxnSp>
      <p:grpSp>
        <p:nvGrpSpPr>
          <p:cNvPr id="55" name="组合 54"/>
          <p:cNvGrpSpPr/>
          <p:nvPr/>
        </p:nvGrpSpPr>
        <p:grpSpPr>
          <a:xfrm>
            <a:off x="7957909" y="4895536"/>
            <a:ext cx="675715" cy="468000"/>
            <a:chOff x="5019358" y="3986361"/>
            <a:chExt cx="675715" cy="468000"/>
          </a:xfrm>
        </p:grpSpPr>
        <p:sp>
          <p:nvSpPr>
            <p:cNvPr id="56" name="椭圆 55"/>
            <p:cNvSpPr/>
            <p:nvPr>
              <p:custDataLst>
                <p:tags r:id="rId41"/>
              </p:custDataLst>
            </p:nvPr>
          </p:nvSpPr>
          <p:spPr>
            <a:xfrm>
              <a:off x="5118008" y="3986361"/>
              <a:ext cx="468000" cy="468000"/>
            </a:xfrm>
            <a:prstGeom prst="ellipse">
              <a:avLst/>
            </a:prstGeom>
            <a:solidFill>
              <a:schemeClr val="bg1">
                <a:lumMod val="65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7" name="文本框 56"/>
            <p:cNvSpPr txBox="1"/>
            <p:nvPr>
              <p:custDataLst>
                <p:tags r:id="rId42"/>
              </p:custDataLst>
            </p:nvPr>
          </p:nvSpPr>
          <p:spPr>
            <a:xfrm>
              <a:off x="5019358" y="3989528"/>
              <a:ext cx="675715"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11</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grpSp>
      <p:sp>
        <p:nvSpPr>
          <p:cNvPr id="58" name="椭圆 57"/>
          <p:cNvSpPr/>
          <p:nvPr>
            <p:custDataLst>
              <p:tags r:id="rId43"/>
            </p:custDataLst>
          </p:nvPr>
        </p:nvSpPr>
        <p:spPr>
          <a:xfrm>
            <a:off x="7546027" y="4899566"/>
            <a:ext cx="468000" cy="468000"/>
          </a:xfrm>
          <a:prstGeom prst="ellipse">
            <a:avLst/>
          </a:prstGeom>
          <a:solidFill>
            <a:schemeClr val="bg1">
              <a:lumMod val="65000"/>
              <a:alpha val="59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7</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61" name="直接连接符 60"/>
          <p:cNvCxnSpPr>
            <a:endCxn id="58" idx="0"/>
          </p:cNvCxnSpPr>
          <p:nvPr>
            <p:custDataLst>
              <p:tags r:id="rId44"/>
            </p:custDataLst>
          </p:nvPr>
        </p:nvCxnSpPr>
        <p:spPr>
          <a:xfrm flipH="1">
            <a:off x="7780027" y="4753725"/>
            <a:ext cx="98650" cy="145841"/>
          </a:xfrm>
          <a:prstGeom prst="line">
            <a:avLst/>
          </a:prstGeom>
          <a:noFill/>
          <a:ln w="38100" cap="flat" cmpd="sng" algn="ctr">
            <a:solidFill>
              <a:schemeClr val="bg1">
                <a:lumMod val="50000"/>
              </a:schemeClr>
            </a:solidFill>
            <a:prstDash val="solid"/>
          </a:ln>
          <a:effectLst/>
        </p:spPr>
      </p:cxnSp>
      <p:cxnSp>
        <p:nvCxnSpPr>
          <p:cNvPr id="62" name="直接连接符 61"/>
          <p:cNvCxnSpPr/>
          <p:nvPr>
            <p:custDataLst>
              <p:tags r:id="rId45"/>
            </p:custDataLst>
          </p:nvPr>
        </p:nvCxnSpPr>
        <p:spPr>
          <a:xfrm>
            <a:off x="8209603" y="4753725"/>
            <a:ext cx="86164" cy="144978"/>
          </a:xfrm>
          <a:prstGeom prst="line">
            <a:avLst/>
          </a:prstGeom>
          <a:noFill/>
          <a:ln w="38100" cap="flat" cmpd="sng" algn="ctr">
            <a:solidFill>
              <a:schemeClr val="bg1">
                <a:lumMod val="50000"/>
              </a:schemeClr>
            </a:solidFill>
            <a:prstDash val="solid"/>
          </a:ln>
          <a:effectLst/>
        </p:spPr>
      </p:cxnSp>
      <p:grpSp>
        <p:nvGrpSpPr>
          <p:cNvPr id="63" name="组合 62"/>
          <p:cNvGrpSpPr/>
          <p:nvPr/>
        </p:nvGrpSpPr>
        <p:grpSpPr>
          <a:xfrm>
            <a:off x="7711490" y="4354262"/>
            <a:ext cx="665300" cy="468000"/>
            <a:chOff x="5019358" y="3986361"/>
            <a:chExt cx="665300" cy="468000"/>
          </a:xfrm>
        </p:grpSpPr>
        <p:sp>
          <p:nvSpPr>
            <p:cNvPr id="64" name="椭圆 63"/>
            <p:cNvSpPr/>
            <p:nvPr>
              <p:custDataLst>
                <p:tags r:id="rId46"/>
              </p:custDataLst>
            </p:nvPr>
          </p:nvSpPr>
          <p:spPr>
            <a:xfrm>
              <a:off x="5118008" y="3986361"/>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5" name="文本框 64"/>
            <p:cNvSpPr txBox="1"/>
            <p:nvPr>
              <p:custDataLst>
                <p:tags r:id="rId47"/>
              </p:custDataLst>
            </p:nvPr>
          </p:nvSpPr>
          <p:spPr>
            <a:xfrm>
              <a:off x="5019358" y="3989528"/>
              <a:ext cx="665300"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18</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grpSp>
      <p:sp>
        <p:nvSpPr>
          <p:cNvPr id="68" name="矩形: 圆角 67"/>
          <p:cNvSpPr/>
          <p:nvPr>
            <p:custDataLst>
              <p:tags r:id="rId48"/>
            </p:custDataLst>
          </p:nvPr>
        </p:nvSpPr>
        <p:spPr>
          <a:xfrm>
            <a:off x="3905998" y="3101209"/>
            <a:ext cx="5174612" cy="319763"/>
          </a:xfrm>
          <a:prstGeom prst="roundRect">
            <a:avLst>
              <a:gd name="adj" fmla="val 9000"/>
            </a:avLst>
          </a:prstGeom>
          <a:solidFill>
            <a:srgbClr val="B50988">
              <a:alpha val="34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p>
        </p:txBody>
      </p:sp>
      <p:sp>
        <p:nvSpPr>
          <p:cNvPr id="69" name="箭头: 右 68"/>
          <p:cNvSpPr/>
          <p:nvPr>
            <p:custDataLst>
              <p:tags r:id="rId49"/>
            </p:custDataLst>
          </p:nvPr>
        </p:nvSpPr>
        <p:spPr>
          <a:xfrm>
            <a:off x="2242368" y="4746042"/>
            <a:ext cx="561109" cy="1016659"/>
          </a:xfrm>
          <a:prstGeom prst="rightArrow">
            <a:avLst>
              <a:gd name="adj1" fmla="val 71915"/>
              <a:gd name="adj2" fmla="val 46252"/>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 name="箭头: 右 69"/>
          <p:cNvSpPr/>
          <p:nvPr>
            <p:custDataLst>
              <p:tags r:id="rId50"/>
            </p:custDataLst>
          </p:nvPr>
        </p:nvSpPr>
        <p:spPr>
          <a:xfrm>
            <a:off x="4657075" y="4746041"/>
            <a:ext cx="561109" cy="1016659"/>
          </a:xfrm>
          <a:prstGeom prst="rightArrow">
            <a:avLst>
              <a:gd name="adj1" fmla="val 71915"/>
              <a:gd name="adj2" fmla="val 46252"/>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 name="箭头: 右 70"/>
          <p:cNvSpPr/>
          <p:nvPr>
            <p:custDataLst>
              <p:tags r:id="rId51"/>
            </p:custDataLst>
          </p:nvPr>
        </p:nvSpPr>
        <p:spPr>
          <a:xfrm>
            <a:off x="6860234" y="4726610"/>
            <a:ext cx="561109" cy="1016659"/>
          </a:xfrm>
          <a:prstGeom prst="rightArrow">
            <a:avLst>
              <a:gd name="adj1" fmla="val 71915"/>
              <a:gd name="adj2" fmla="val 46252"/>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custDataLst>
              <p:tags r:id="rId52"/>
            </p:custDataLst>
          </p:nvPr>
        </p:nvSpPr>
        <p:spPr>
          <a:xfrm>
            <a:off x="-635" y="783590"/>
            <a:ext cx="2696210" cy="398780"/>
          </a:xfrm>
          <a:prstGeom prst="rect">
            <a:avLst/>
          </a:prstGeom>
          <a:noFill/>
        </p:spPr>
        <p:txBody>
          <a:bodyPr wrap="square" rtlCol="0" anchor="t">
            <a:spAutoFit/>
          </a:bodyPr>
          <a:p>
            <a:r>
              <a:rPr lang="zh-CN" altLang="en-US" sz="2000" b="1">
                <a:solidFill>
                  <a:schemeClr val="accent5">
                    <a:lumMod val="75000"/>
                  </a:schemeClr>
                </a:solidFill>
                <a:latin typeface="微软雅黑" panose="020B0503020204020204" charset="-122"/>
                <a:ea typeface="微软雅黑" panose="020B0503020204020204" charset="-122"/>
              </a:rPr>
              <a:t>哈夫曼树的构造方法：</a:t>
            </a:r>
            <a:endParaRPr lang="zh-CN" altLang="en-US" sz="2000" b="1">
              <a:solidFill>
                <a:schemeClr val="accent5">
                  <a:lumMod val="75000"/>
                </a:schemeClr>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 presetClass="exit" presetSubtype="0" fill="hold" grpId="1" nodeType="withEffect">
                                  <p:stCondLst>
                                    <p:cond delay="0"/>
                                  </p:stCondLst>
                                  <p:childTnLst>
                                    <p:set>
                                      <p:cBhvr>
                                        <p:cTn id="56" dur="1" fill="hold">
                                          <p:stCondLst>
                                            <p:cond delay="0"/>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6" presetClass="emph" presetSubtype="0" fill="hold" grpId="1" nodeType="clickEffect">
                                  <p:stCondLst>
                                    <p:cond delay="0"/>
                                  </p:stCondLst>
                                  <p:childTnLst>
                                    <p:animEffect transition="out" filter="fade">
                                      <p:cBhvr>
                                        <p:cTn id="60" dur="500" tmFilter="0, 0; .2, .5; .8, .5; 1, 0"/>
                                        <p:tgtEl>
                                          <p:spTgt spid="13"/>
                                        </p:tgtEl>
                                      </p:cBhvr>
                                    </p:animEffect>
                                    <p:animScale>
                                      <p:cBhvr>
                                        <p:cTn id="61" dur="250" autoRev="1" fill="hold"/>
                                        <p:tgtEl>
                                          <p:spTgt spid="13"/>
                                        </p:tgtEl>
                                      </p:cBhvr>
                                      <p:by x="105000" y="105000"/>
                                    </p:animScale>
                                  </p:childTnLst>
                                </p:cTn>
                              </p:par>
                              <p:par>
                                <p:cTn id="62" presetID="26" presetClass="emph" presetSubtype="0" fill="hold" grpId="1" nodeType="withEffect">
                                  <p:stCondLst>
                                    <p:cond delay="0"/>
                                  </p:stCondLst>
                                  <p:childTnLst>
                                    <p:animEffect transition="out" filter="fade">
                                      <p:cBhvr>
                                        <p:cTn id="63" dur="500" tmFilter="0, 0; .2, .5; .8, .5; 1, 0"/>
                                        <p:tgtEl>
                                          <p:spTgt spid="14"/>
                                        </p:tgtEl>
                                      </p:cBhvr>
                                    </p:animEffect>
                                    <p:animScale>
                                      <p:cBhvr>
                                        <p:cTn id="64" dur="250" autoRev="1" fill="hold"/>
                                        <p:tgtEl>
                                          <p:spTgt spid="14"/>
                                        </p:tgtEl>
                                      </p:cBhvr>
                                      <p:by x="105000" y="105000"/>
                                    </p:animScale>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down)">
                                      <p:cBhvr>
                                        <p:cTn id="77" dur="500"/>
                                        <p:tgtEl>
                                          <p:spTgt spid="21"/>
                                        </p:tgtEl>
                                      </p:cBhvr>
                                    </p:animEffect>
                                  </p:childTnLst>
                                </p:cTn>
                              </p:par>
                              <p:par>
                                <p:cTn id="78" presetID="22" presetClass="entr" presetSubtype="4" fill="hold"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wipe(down)">
                                      <p:cBhvr>
                                        <p:cTn id="80" dur="500"/>
                                        <p:tgtEl>
                                          <p:spTgt spid="23"/>
                                        </p:tgtEl>
                                      </p:cBhvr>
                                    </p:animEffect>
                                  </p:childTnLst>
                                </p:cTn>
                              </p:par>
                            </p:childTnLst>
                          </p:cTn>
                        </p:par>
                        <p:par>
                          <p:cTn id="81" fill="hold">
                            <p:stCondLst>
                              <p:cond delay="500"/>
                            </p:stCondLst>
                            <p:childTnLst>
                              <p:par>
                                <p:cTn id="82" presetID="10" presetClass="entr" presetSubtype="0" fill="hold" grpId="0"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500"/>
                                        <p:tgtEl>
                                          <p:spTgt spid="26"/>
                                        </p:tgtEl>
                                      </p:cBhvr>
                                    </p:animEffect>
                                  </p:childTnLst>
                                </p:cTn>
                              </p:par>
                              <p:par>
                                <p:cTn id="90" presetID="1" presetClass="exit" presetSubtype="0" fill="hold" grpId="1" nodeType="withEffect">
                                  <p:stCondLst>
                                    <p:cond delay="0"/>
                                  </p:stCondLst>
                                  <p:childTnLst>
                                    <p:set>
                                      <p:cBhvr>
                                        <p:cTn id="91" dur="1" fill="hold">
                                          <p:stCondLst>
                                            <p:cond delay="0"/>
                                          </p:stCondLst>
                                        </p:cTn>
                                        <p:tgtEl>
                                          <p:spTgt spid="17"/>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 presetClass="emph" presetSubtype="2" fill="hold" nodeType="clickEffect">
                                  <p:stCondLst>
                                    <p:cond delay="0"/>
                                  </p:stCondLst>
                                  <p:childTnLst>
                                    <p:animClr clrSpc="rgb" dir="cw">
                                      <p:cBhvr>
                                        <p:cTn id="95" dur="500" fill="hold"/>
                                        <p:tgtEl>
                                          <p:spTgt spid="13"/>
                                        </p:tgtEl>
                                        <p:attrNameLst>
                                          <p:attrName>fillcolor</p:attrName>
                                        </p:attrNameLst>
                                      </p:cBhvr>
                                      <p:to>
                                        <a:srgbClr val="A5A5A5"/>
                                      </p:to>
                                    </p:animClr>
                                    <p:set>
                                      <p:cBhvr>
                                        <p:cTn id="96" dur="500" fill="hold"/>
                                        <p:tgtEl>
                                          <p:spTgt spid="13"/>
                                        </p:tgtEl>
                                        <p:attrNameLst>
                                          <p:attrName>fill.type</p:attrName>
                                        </p:attrNameLst>
                                      </p:cBhvr>
                                      <p:to>
                                        <p:strVal val="solid"/>
                                      </p:to>
                                    </p:set>
                                    <p:set>
                                      <p:cBhvr>
                                        <p:cTn id="97" dur="500" fill="hold"/>
                                        <p:tgtEl>
                                          <p:spTgt spid="13"/>
                                        </p:tgtEl>
                                        <p:attrNameLst>
                                          <p:attrName>fill.on</p:attrName>
                                        </p:attrNameLst>
                                      </p:cBhvr>
                                      <p:to>
                                        <p:strVal val="true"/>
                                      </p:to>
                                    </p:set>
                                  </p:childTnLst>
                                </p:cTn>
                              </p:par>
                              <p:par>
                                <p:cTn id="98" presetID="1" presetClass="emph" presetSubtype="2" fill="hold" nodeType="withEffect">
                                  <p:stCondLst>
                                    <p:cond delay="0"/>
                                  </p:stCondLst>
                                  <p:childTnLst>
                                    <p:animClr clrSpc="rgb" dir="cw">
                                      <p:cBhvr>
                                        <p:cTn id="99" dur="500" fill="hold"/>
                                        <p:tgtEl>
                                          <p:spTgt spid="14"/>
                                        </p:tgtEl>
                                        <p:attrNameLst>
                                          <p:attrName>fillcolor</p:attrName>
                                        </p:attrNameLst>
                                      </p:cBhvr>
                                      <p:to>
                                        <a:srgbClr val="A5A5A5"/>
                                      </p:to>
                                    </p:animClr>
                                    <p:set>
                                      <p:cBhvr>
                                        <p:cTn id="100" dur="500" fill="hold"/>
                                        <p:tgtEl>
                                          <p:spTgt spid="14"/>
                                        </p:tgtEl>
                                        <p:attrNameLst>
                                          <p:attrName>fill.type</p:attrName>
                                        </p:attrNameLst>
                                      </p:cBhvr>
                                      <p:to>
                                        <p:strVal val="solid"/>
                                      </p:to>
                                    </p:set>
                                    <p:set>
                                      <p:cBhvr>
                                        <p:cTn id="101" dur="500" fill="hold"/>
                                        <p:tgtEl>
                                          <p:spTgt spid="14"/>
                                        </p:tgtEl>
                                        <p:attrNameLst>
                                          <p:attrName>fill.on</p:attrName>
                                        </p:attrNameLst>
                                      </p:cBhvr>
                                      <p:to>
                                        <p:strVal val="tru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69"/>
                                        </p:tgtEl>
                                        <p:attrNameLst>
                                          <p:attrName>style.visibility</p:attrName>
                                        </p:attrNameLst>
                                      </p:cBhvr>
                                      <p:to>
                                        <p:strVal val="visible"/>
                                      </p:to>
                                    </p:set>
                                    <p:animEffect transition="in" filter="wipe(left)">
                                      <p:cBhvr>
                                        <p:cTn id="106" dur="500"/>
                                        <p:tgtEl>
                                          <p:spTgt spid="69"/>
                                        </p:tgtEl>
                                      </p:cBhvr>
                                    </p:animEffect>
                                  </p:childTnLst>
                                </p:cTn>
                              </p:par>
                            </p:childTnLst>
                          </p:cTn>
                        </p:par>
                        <p:par>
                          <p:cTn id="107" fill="hold">
                            <p:stCondLst>
                              <p:cond delay="500"/>
                            </p:stCondLst>
                            <p:childTnLst>
                              <p:par>
                                <p:cTn id="108" presetID="10" presetClass="entr" presetSubtype="0" fill="hold" grpId="0" nodeType="after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00"/>
                                        <p:tgtEl>
                                          <p:spTgt spid="28"/>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29"/>
                                        </p:tgtEl>
                                        <p:attrNameLst>
                                          <p:attrName>style.visibility</p:attrName>
                                        </p:attrNameLst>
                                      </p:cBhvr>
                                      <p:to>
                                        <p:strVal val="visible"/>
                                      </p:to>
                                    </p:set>
                                    <p:animEffect transition="in" filter="fade">
                                      <p:cBhvr>
                                        <p:cTn id="118" dur="500"/>
                                        <p:tgtEl>
                                          <p:spTgt spid="29"/>
                                        </p:tgtEl>
                                      </p:cBhvr>
                                    </p:animEffect>
                                  </p:childTnLst>
                                </p:cTn>
                              </p:par>
                              <p:par>
                                <p:cTn id="119" presetID="1" presetClass="exit" presetSubtype="0" fill="hold" grpId="1" nodeType="withEffect">
                                  <p:stCondLst>
                                    <p:cond delay="0"/>
                                  </p:stCondLst>
                                  <p:childTnLst>
                                    <p:set>
                                      <p:cBhvr>
                                        <p:cTn id="120" dur="1" fill="hold">
                                          <p:stCondLst>
                                            <p:cond delay="0"/>
                                          </p:stCondLst>
                                        </p:cTn>
                                        <p:tgtEl>
                                          <p:spTgt spid="26"/>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2" nodeType="clickEffect">
                                  <p:stCondLst>
                                    <p:cond delay="0"/>
                                  </p:stCondLst>
                                  <p:childTnLst>
                                    <p:set>
                                      <p:cBhvr>
                                        <p:cTn id="124" dur="1" fill="hold">
                                          <p:stCondLst>
                                            <p:cond delay="0"/>
                                          </p:stCondLst>
                                        </p:cTn>
                                        <p:tgtEl>
                                          <p:spTgt spid="17"/>
                                        </p:tgtEl>
                                        <p:attrNameLst>
                                          <p:attrName>style.visibility</p:attrName>
                                        </p:attrNameLst>
                                      </p:cBhvr>
                                      <p:to>
                                        <p:strVal val="visible"/>
                                      </p:to>
                                    </p:set>
                                    <p:animEffect transition="in" filter="fade">
                                      <p:cBhvr>
                                        <p:cTn id="125" dur="500"/>
                                        <p:tgtEl>
                                          <p:spTgt spid="17"/>
                                        </p:tgtEl>
                                      </p:cBhvr>
                                    </p:animEffect>
                                  </p:childTnLst>
                                </p:cTn>
                              </p:par>
                            </p:childTnLst>
                          </p:cTn>
                        </p:par>
                      </p:childTnLst>
                    </p:cTn>
                  </p:par>
                  <p:par>
                    <p:cTn id="126" fill="hold">
                      <p:stCondLst>
                        <p:cond delay="indefinite"/>
                      </p:stCondLst>
                      <p:childTnLst>
                        <p:par>
                          <p:cTn id="127" fill="hold">
                            <p:stCondLst>
                              <p:cond delay="0"/>
                            </p:stCondLst>
                            <p:childTnLst>
                              <p:par>
                                <p:cTn id="128" presetID="26" presetClass="emph" presetSubtype="0" fill="hold" grpId="1" nodeType="clickEffect">
                                  <p:stCondLst>
                                    <p:cond delay="0"/>
                                  </p:stCondLst>
                                  <p:childTnLst>
                                    <p:animEffect transition="out" filter="fade">
                                      <p:cBhvr>
                                        <p:cTn id="129" dur="500" tmFilter="0, 0; .2, .5; .8, .5; 1, 0"/>
                                        <p:tgtEl>
                                          <p:spTgt spid="20"/>
                                        </p:tgtEl>
                                      </p:cBhvr>
                                    </p:animEffect>
                                    <p:animScale>
                                      <p:cBhvr>
                                        <p:cTn id="130" dur="250" autoRev="1" fill="hold"/>
                                        <p:tgtEl>
                                          <p:spTgt spid="20"/>
                                        </p:tgtEl>
                                      </p:cBhvr>
                                      <p:by x="105000" y="105000"/>
                                    </p:animScale>
                                  </p:childTnLst>
                                </p:cTn>
                              </p:par>
                              <p:par>
                                <p:cTn id="131" presetID="26" presetClass="emph" presetSubtype="0" fill="hold" grpId="1" nodeType="withEffect">
                                  <p:stCondLst>
                                    <p:cond delay="0"/>
                                  </p:stCondLst>
                                  <p:childTnLst>
                                    <p:animEffect transition="out" filter="fade">
                                      <p:cBhvr>
                                        <p:cTn id="132" dur="500" tmFilter="0, 0; .2, .5; .8, .5; 1, 0"/>
                                        <p:tgtEl>
                                          <p:spTgt spid="27"/>
                                        </p:tgtEl>
                                      </p:cBhvr>
                                    </p:animEffect>
                                    <p:animScale>
                                      <p:cBhvr>
                                        <p:cTn id="133" dur="250" autoRev="1" fill="hold"/>
                                        <p:tgtEl>
                                          <p:spTgt spid="27"/>
                                        </p:tgtEl>
                                      </p:cBhvr>
                                      <p:by x="105000" y="105000"/>
                                    </p:animScale>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500"/>
                                        <p:tgtEl>
                                          <p:spTgt spid="3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1"/>
                                        </p:tgtEl>
                                        <p:attrNameLst>
                                          <p:attrName>style.visibility</p:attrName>
                                        </p:attrNameLst>
                                      </p:cBhvr>
                                      <p:to>
                                        <p:strVal val="visible"/>
                                      </p:to>
                                    </p:set>
                                    <p:animEffect transition="in" filter="fade">
                                      <p:cBhvr>
                                        <p:cTn id="141" dur="500"/>
                                        <p:tgtEl>
                                          <p:spTgt spid="31"/>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2"/>
                                        </p:tgtEl>
                                        <p:attrNameLst>
                                          <p:attrName>style.visibility</p:attrName>
                                        </p:attrNameLst>
                                      </p:cBhvr>
                                      <p:to>
                                        <p:strVal val="visible"/>
                                      </p:to>
                                    </p:set>
                                    <p:animEffect transition="in" filter="fade">
                                      <p:cBhvr>
                                        <p:cTn id="144" dur="500"/>
                                        <p:tgtEl>
                                          <p:spTgt spid="32"/>
                                        </p:tgtEl>
                                      </p:cBhvr>
                                    </p:animEffect>
                                  </p:childTnLst>
                                </p:cTn>
                              </p:par>
                              <p:par>
                                <p:cTn id="145" presetID="10" presetClass="entr" presetSubtype="0" fill="hold" nodeType="withEffect">
                                  <p:stCondLst>
                                    <p:cond delay="0"/>
                                  </p:stCondLst>
                                  <p:childTnLst>
                                    <p:set>
                                      <p:cBhvr>
                                        <p:cTn id="146" dur="1" fill="hold">
                                          <p:stCondLst>
                                            <p:cond delay="0"/>
                                          </p:stCondLst>
                                        </p:cTn>
                                        <p:tgtEl>
                                          <p:spTgt spid="33"/>
                                        </p:tgtEl>
                                        <p:attrNameLst>
                                          <p:attrName>style.visibility</p:attrName>
                                        </p:attrNameLst>
                                      </p:cBhvr>
                                      <p:to>
                                        <p:strVal val="visible"/>
                                      </p:to>
                                    </p:set>
                                    <p:animEffect transition="in" filter="fade">
                                      <p:cBhvr>
                                        <p:cTn id="147" dur="500"/>
                                        <p:tgtEl>
                                          <p:spTgt spid="33"/>
                                        </p:tgtEl>
                                      </p:cBhvr>
                                    </p:animEffect>
                                  </p:childTnLst>
                                </p:cTn>
                              </p:par>
                              <p:par>
                                <p:cTn id="148" presetID="10" presetClass="entr" presetSubtype="0" fill="hold" nodeType="with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fade">
                                      <p:cBhvr>
                                        <p:cTn id="150" dur="500"/>
                                        <p:tgtEl>
                                          <p:spTgt spid="34"/>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35"/>
                                        </p:tgtEl>
                                        <p:attrNameLst>
                                          <p:attrName>style.visibility</p:attrName>
                                        </p:attrNameLst>
                                      </p:cBhvr>
                                      <p:to>
                                        <p:strVal val="visible"/>
                                      </p:to>
                                    </p:set>
                                    <p:animEffect transition="in" filter="fade">
                                      <p:cBhvr>
                                        <p:cTn id="153" dur="500"/>
                                        <p:tgtEl>
                                          <p:spTgt spid="35"/>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4" fill="hold" nodeType="click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wipe(down)">
                                      <p:cBhvr>
                                        <p:cTn id="158" dur="500"/>
                                        <p:tgtEl>
                                          <p:spTgt spid="37"/>
                                        </p:tgtEl>
                                      </p:cBhvr>
                                    </p:animEffect>
                                  </p:childTnLst>
                                </p:cTn>
                              </p:par>
                              <p:par>
                                <p:cTn id="159" presetID="22" presetClass="entr" presetSubtype="4" fill="hold" nodeType="withEffect">
                                  <p:stCondLst>
                                    <p:cond delay="0"/>
                                  </p:stCondLst>
                                  <p:childTnLst>
                                    <p:set>
                                      <p:cBhvr>
                                        <p:cTn id="160" dur="1" fill="hold">
                                          <p:stCondLst>
                                            <p:cond delay="0"/>
                                          </p:stCondLst>
                                        </p:cTn>
                                        <p:tgtEl>
                                          <p:spTgt spid="38"/>
                                        </p:tgtEl>
                                        <p:attrNameLst>
                                          <p:attrName>style.visibility</p:attrName>
                                        </p:attrNameLst>
                                      </p:cBhvr>
                                      <p:to>
                                        <p:strVal val="visible"/>
                                      </p:to>
                                    </p:set>
                                    <p:animEffect transition="in" filter="wipe(down)">
                                      <p:cBhvr>
                                        <p:cTn id="161" dur="500"/>
                                        <p:tgtEl>
                                          <p:spTgt spid="38"/>
                                        </p:tgtEl>
                                      </p:cBhvr>
                                    </p:animEffect>
                                  </p:childTnLst>
                                </p:cTn>
                              </p:par>
                            </p:childTnLst>
                          </p:cTn>
                        </p:par>
                        <p:par>
                          <p:cTn id="162" fill="hold">
                            <p:stCondLst>
                              <p:cond delay="500"/>
                            </p:stCondLst>
                            <p:childTnLst>
                              <p:par>
                                <p:cTn id="163" presetID="10" presetClass="entr" presetSubtype="0" fill="hold" grpId="0" nodeType="afterEffect">
                                  <p:stCondLst>
                                    <p:cond delay="0"/>
                                  </p:stCondLst>
                                  <p:childTnLst>
                                    <p:set>
                                      <p:cBhvr>
                                        <p:cTn id="164" dur="1" fill="hold">
                                          <p:stCondLst>
                                            <p:cond delay="0"/>
                                          </p:stCondLst>
                                        </p:cTn>
                                        <p:tgtEl>
                                          <p:spTgt spid="36"/>
                                        </p:tgtEl>
                                        <p:attrNameLst>
                                          <p:attrName>style.visibility</p:attrName>
                                        </p:attrNameLst>
                                      </p:cBhvr>
                                      <p:to>
                                        <p:strVal val="visible"/>
                                      </p:to>
                                    </p:set>
                                    <p:animEffect transition="in" filter="fade">
                                      <p:cBhvr>
                                        <p:cTn id="165" dur="500"/>
                                        <p:tgtEl>
                                          <p:spTgt spid="3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44"/>
                                        </p:tgtEl>
                                        <p:attrNameLst>
                                          <p:attrName>style.visibility</p:attrName>
                                        </p:attrNameLst>
                                      </p:cBhvr>
                                      <p:to>
                                        <p:strVal val="visible"/>
                                      </p:to>
                                    </p:set>
                                    <p:animEffect transition="in" filter="fade">
                                      <p:cBhvr>
                                        <p:cTn id="168" dur="500"/>
                                        <p:tgtEl>
                                          <p:spTgt spid="44"/>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2" nodeType="clickEffect">
                                  <p:stCondLst>
                                    <p:cond delay="0"/>
                                  </p:stCondLst>
                                  <p:childTnLst>
                                    <p:set>
                                      <p:cBhvr>
                                        <p:cTn id="172" dur="1" fill="hold">
                                          <p:stCondLst>
                                            <p:cond delay="0"/>
                                          </p:stCondLst>
                                        </p:cTn>
                                        <p:tgtEl>
                                          <p:spTgt spid="26"/>
                                        </p:tgtEl>
                                        <p:attrNameLst>
                                          <p:attrName>style.visibility</p:attrName>
                                        </p:attrNameLst>
                                      </p:cBhvr>
                                      <p:to>
                                        <p:strVal val="visible"/>
                                      </p:to>
                                    </p:set>
                                    <p:animEffect transition="in" filter="fade">
                                      <p:cBhvr>
                                        <p:cTn id="173" dur="500"/>
                                        <p:tgtEl>
                                          <p:spTgt spid="26"/>
                                        </p:tgtEl>
                                      </p:cBhvr>
                                    </p:animEffect>
                                  </p:childTnLst>
                                </p:cTn>
                              </p:par>
                              <p:par>
                                <p:cTn id="174" presetID="1" presetClass="exit" presetSubtype="0" fill="hold" grpId="3" nodeType="withEffect">
                                  <p:stCondLst>
                                    <p:cond delay="0"/>
                                  </p:stCondLst>
                                  <p:childTnLst>
                                    <p:set>
                                      <p:cBhvr>
                                        <p:cTn id="175" dur="1" fill="hold">
                                          <p:stCondLst>
                                            <p:cond delay="0"/>
                                          </p:stCondLst>
                                        </p:cTn>
                                        <p:tgtEl>
                                          <p:spTgt spid="17"/>
                                        </p:tgtEl>
                                        <p:attrNameLst>
                                          <p:attrName>style.visibility</p:attrName>
                                        </p:attrNameLst>
                                      </p:cBhvr>
                                      <p:to>
                                        <p:strVal val="hidden"/>
                                      </p:to>
                                    </p:set>
                                  </p:childTnLst>
                                </p:cTn>
                              </p:par>
                            </p:childTnLst>
                          </p:cTn>
                        </p:par>
                      </p:childTnLst>
                    </p:cTn>
                  </p:par>
                  <p:par>
                    <p:cTn id="176" fill="hold">
                      <p:stCondLst>
                        <p:cond delay="indefinite"/>
                      </p:stCondLst>
                      <p:childTnLst>
                        <p:par>
                          <p:cTn id="177" fill="hold">
                            <p:stCondLst>
                              <p:cond delay="0"/>
                            </p:stCondLst>
                            <p:childTnLst>
                              <p:par>
                                <p:cTn id="178" presetID="1" presetClass="emph" presetSubtype="2" fill="hold" nodeType="clickEffect">
                                  <p:stCondLst>
                                    <p:cond delay="0"/>
                                  </p:stCondLst>
                                  <p:childTnLst>
                                    <p:animClr clrSpc="rgb" dir="cw">
                                      <p:cBhvr>
                                        <p:cTn id="179" dur="500" fill="hold"/>
                                        <p:tgtEl>
                                          <p:spTgt spid="20"/>
                                        </p:tgtEl>
                                        <p:attrNameLst>
                                          <p:attrName>fillcolor</p:attrName>
                                        </p:attrNameLst>
                                      </p:cBhvr>
                                      <p:to>
                                        <a:srgbClr val="A5A5A5"/>
                                      </p:to>
                                    </p:animClr>
                                    <p:set>
                                      <p:cBhvr>
                                        <p:cTn id="180" dur="500" fill="hold"/>
                                        <p:tgtEl>
                                          <p:spTgt spid="20"/>
                                        </p:tgtEl>
                                        <p:attrNameLst>
                                          <p:attrName>fill.type</p:attrName>
                                        </p:attrNameLst>
                                      </p:cBhvr>
                                      <p:to>
                                        <p:strVal val="solid"/>
                                      </p:to>
                                    </p:set>
                                    <p:set>
                                      <p:cBhvr>
                                        <p:cTn id="181" dur="500" fill="hold"/>
                                        <p:tgtEl>
                                          <p:spTgt spid="20"/>
                                        </p:tgtEl>
                                        <p:attrNameLst>
                                          <p:attrName>fill.on</p:attrName>
                                        </p:attrNameLst>
                                      </p:cBhvr>
                                      <p:to>
                                        <p:strVal val="true"/>
                                      </p:to>
                                    </p:set>
                                  </p:childTnLst>
                                </p:cTn>
                              </p:par>
                              <p:par>
                                <p:cTn id="182" presetID="1" presetClass="emph" presetSubtype="2" fill="hold" nodeType="withEffect">
                                  <p:stCondLst>
                                    <p:cond delay="0"/>
                                  </p:stCondLst>
                                  <p:childTnLst>
                                    <p:animClr clrSpc="rgb" dir="cw">
                                      <p:cBhvr>
                                        <p:cTn id="183" dur="500" fill="hold"/>
                                        <p:tgtEl>
                                          <p:spTgt spid="27"/>
                                        </p:tgtEl>
                                        <p:attrNameLst>
                                          <p:attrName>fillcolor</p:attrName>
                                        </p:attrNameLst>
                                      </p:cBhvr>
                                      <p:to>
                                        <a:srgbClr val="A5A5A5"/>
                                      </p:to>
                                    </p:animClr>
                                    <p:set>
                                      <p:cBhvr>
                                        <p:cTn id="184" dur="500" fill="hold"/>
                                        <p:tgtEl>
                                          <p:spTgt spid="27"/>
                                        </p:tgtEl>
                                        <p:attrNameLst>
                                          <p:attrName>fill.type</p:attrName>
                                        </p:attrNameLst>
                                      </p:cBhvr>
                                      <p:to>
                                        <p:strVal val="solid"/>
                                      </p:to>
                                    </p:set>
                                    <p:set>
                                      <p:cBhvr>
                                        <p:cTn id="185" dur="500" fill="hold"/>
                                        <p:tgtEl>
                                          <p:spTgt spid="27"/>
                                        </p:tgtEl>
                                        <p:attrNameLst>
                                          <p:attrName>fill.on</p:attrName>
                                        </p:attrNameLst>
                                      </p:cBhvr>
                                      <p:to>
                                        <p:strVal val="true"/>
                                      </p:to>
                                    </p:set>
                                  </p:childTnLst>
                                </p:cTn>
                              </p:par>
                            </p:childTnLst>
                          </p:cTn>
                        </p:par>
                      </p:childTnLst>
                    </p:cTn>
                  </p:par>
                  <p:par>
                    <p:cTn id="186" fill="hold">
                      <p:stCondLst>
                        <p:cond delay="indefinite"/>
                      </p:stCondLst>
                      <p:childTnLst>
                        <p:par>
                          <p:cTn id="187" fill="hold">
                            <p:stCondLst>
                              <p:cond delay="0"/>
                            </p:stCondLst>
                            <p:childTnLst>
                              <p:par>
                                <p:cTn id="188" presetID="22" presetClass="entr" presetSubtype="8" fill="hold" grpId="0" nodeType="click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wipe(left)">
                                      <p:cBhvr>
                                        <p:cTn id="190" dur="500"/>
                                        <p:tgtEl>
                                          <p:spTgt spid="70"/>
                                        </p:tgtEl>
                                      </p:cBhvr>
                                    </p:animEffect>
                                  </p:childTnLst>
                                </p:cTn>
                              </p:par>
                            </p:childTnLst>
                          </p:cTn>
                        </p:par>
                        <p:par>
                          <p:cTn id="191" fill="hold">
                            <p:stCondLst>
                              <p:cond delay="500"/>
                            </p:stCondLst>
                            <p:childTnLst>
                              <p:par>
                                <p:cTn id="192" presetID="10" presetClass="entr" presetSubtype="0" fill="hold" grpId="0" nodeType="afterEffect">
                                  <p:stCondLst>
                                    <p:cond delay="0"/>
                                  </p:stCondLst>
                                  <p:childTnLst>
                                    <p:set>
                                      <p:cBhvr>
                                        <p:cTn id="193" dur="1" fill="hold">
                                          <p:stCondLst>
                                            <p:cond delay="0"/>
                                          </p:stCondLst>
                                        </p:cTn>
                                        <p:tgtEl>
                                          <p:spTgt spid="46"/>
                                        </p:tgtEl>
                                        <p:attrNameLst>
                                          <p:attrName>style.visibility</p:attrName>
                                        </p:attrNameLst>
                                      </p:cBhvr>
                                      <p:to>
                                        <p:strVal val="visible"/>
                                      </p:to>
                                    </p:set>
                                    <p:animEffect transition="in" filter="fade">
                                      <p:cBhvr>
                                        <p:cTn id="194" dur="500"/>
                                        <p:tgtEl>
                                          <p:spTgt spid="46"/>
                                        </p:tgtEl>
                                      </p:cBhvr>
                                    </p:animEffect>
                                  </p:childTnLst>
                                </p:cTn>
                              </p:par>
                            </p:childTnLst>
                          </p:cTn>
                        </p:par>
                      </p:childTnLst>
                    </p:cTn>
                  </p:par>
                  <p:par>
                    <p:cTn id="195" fill="hold">
                      <p:stCondLst>
                        <p:cond delay="indefinite"/>
                      </p:stCondLst>
                      <p:childTnLst>
                        <p:par>
                          <p:cTn id="196" fill="hold">
                            <p:stCondLst>
                              <p:cond delay="0"/>
                            </p:stCondLst>
                            <p:childTnLst>
                              <p:par>
                                <p:cTn id="197" presetID="10" presetClass="entr" presetSubtype="0" fill="hold" grpId="4" nodeType="clickEffect">
                                  <p:stCondLst>
                                    <p:cond delay="0"/>
                                  </p:stCondLst>
                                  <p:childTnLst>
                                    <p:set>
                                      <p:cBhvr>
                                        <p:cTn id="198" dur="1" fill="hold">
                                          <p:stCondLst>
                                            <p:cond delay="0"/>
                                          </p:stCondLst>
                                        </p:cTn>
                                        <p:tgtEl>
                                          <p:spTgt spid="17"/>
                                        </p:tgtEl>
                                        <p:attrNameLst>
                                          <p:attrName>style.visibility</p:attrName>
                                        </p:attrNameLst>
                                      </p:cBhvr>
                                      <p:to>
                                        <p:strVal val="visible"/>
                                      </p:to>
                                    </p:set>
                                    <p:animEffect transition="in" filter="fade">
                                      <p:cBhvr>
                                        <p:cTn id="199" dur="500"/>
                                        <p:tgtEl>
                                          <p:spTgt spid="17"/>
                                        </p:tgtEl>
                                      </p:cBhvr>
                                    </p:animEffect>
                                  </p:childTnLst>
                                </p:cTn>
                              </p:par>
                              <p:par>
                                <p:cTn id="200" presetID="1" presetClass="exit" presetSubtype="0" fill="hold" grpId="3" nodeType="withEffect">
                                  <p:stCondLst>
                                    <p:cond delay="0"/>
                                  </p:stCondLst>
                                  <p:childTnLst>
                                    <p:set>
                                      <p:cBhvr>
                                        <p:cTn id="201" dur="1" fill="hold">
                                          <p:stCondLst>
                                            <p:cond delay="0"/>
                                          </p:stCondLst>
                                        </p:cTn>
                                        <p:tgtEl>
                                          <p:spTgt spid="26"/>
                                        </p:tgtEl>
                                        <p:attrNameLst>
                                          <p:attrName>style.visibility</p:attrName>
                                        </p:attrNameLst>
                                      </p:cBhvr>
                                      <p:to>
                                        <p:strVal val="hidden"/>
                                      </p:to>
                                    </p:set>
                                  </p:childTnLst>
                                </p:cTn>
                              </p:par>
                            </p:childTnLst>
                          </p:cTn>
                        </p:par>
                      </p:childTnLst>
                    </p:cTn>
                  </p:par>
                  <p:par>
                    <p:cTn id="202" fill="hold">
                      <p:stCondLst>
                        <p:cond delay="indefinite"/>
                      </p:stCondLst>
                      <p:childTnLst>
                        <p:par>
                          <p:cTn id="203" fill="hold">
                            <p:stCondLst>
                              <p:cond delay="0"/>
                            </p:stCondLst>
                            <p:childTnLst>
                              <p:par>
                                <p:cTn id="204" presetID="26" presetClass="emph" presetSubtype="0" fill="hold" grpId="1" nodeType="clickEffect">
                                  <p:stCondLst>
                                    <p:cond delay="0"/>
                                  </p:stCondLst>
                                  <p:childTnLst>
                                    <p:animEffect transition="out" filter="fade">
                                      <p:cBhvr>
                                        <p:cTn id="205" dur="500" tmFilter="0, 0; .2, .5; .8, .5; 1, 0"/>
                                        <p:tgtEl>
                                          <p:spTgt spid="46"/>
                                        </p:tgtEl>
                                      </p:cBhvr>
                                    </p:animEffect>
                                    <p:animScale>
                                      <p:cBhvr>
                                        <p:cTn id="206" dur="250" autoRev="1" fill="hold"/>
                                        <p:tgtEl>
                                          <p:spTgt spid="46"/>
                                        </p:tgtEl>
                                      </p:cBhvr>
                                      <p:by x="105000" y="105000"/>
                                    </p:animScale>
                                  </p:childTnLst>
                                </p:cTn>
                              </p:par>
                              <p:par>
                                <p:cTn id="207" presetID="26" presetClass="emph" presetSubtype="0" fill="hold" grpId="1" nodeType="withEffect">
                                  <p:stCondLst>
                                    <p:cond delay="0"/>
                                  </p:stCondLst>
                                  <p:childTnLst>
                                    <p:animEffect transition="out" filter="fade">
                                      <p:cBhvr>
                                        <p:cTn id="208" dur="500" tmFilter="0, 0; .2, .5; .8, .5; 1, 0"/>
                                        <p:tgtEl>
                                          <p:spTgt spid="36"/>
                                        </p:tgtEl>
                                      </p:cBhvr>
                                    </p:animEffect>
                                    <p:animScale>
                                      <p:cBhvr>
                                        <p:cTn id="209" dur="250" autoRev="1" fill="hold"/>
                                        <p:tgtEl>
                                          <p:spTgt spid="36"/>
                                        </p:tgtEl>
                                      </p:cBhvr>
                                      <p:by x="105000" y="105000"/>
                                    </p:animScale>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0"/>
                                  </p:stCondLst>
                                  <p:childTnLst>
                                    <p:set>
                                      <p:cBhvr>
                                        <p:cTn id="213" dur="1" fill="hold">
                                          <p:stCondLst>
                                            <p:cond delay="0"/>
                                          </p:stCondLst>
                                        </p:cTn>
                                        <p:tgtEl>
                                          <p:spTgt spid="47"/>
                                        </p:tgtEl>
                                        <p:attrNameLst>
                                          <p:attrName>style.visibility</p:attrName>
                                        </p:attrNameLst>
                                      </p:cBhvr>
                                      <p:to>
                                        <p:strVal val="visible"/>
                                      </p:to>
                                    </p:set>
                                    <p:animEffect transition="in" filter="fade">
                                      <p:cBhvr>
                                        <p:cTn id="214" dur="500"/>
                                        <p:tgtEl>
                                          <p:spTgt spid="47"/>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48"/>
                                        </p:tgtEl>
                                        <p:attrNameLst>
                                          <p:attrName>style.visibility</p:attrName>
                                        </p:attrNameLst>
                                      </p:cBhvr>
                                      <p:to>
                                        <p:strVal val="visible"/>
                                      </p:to>
                                    </p:set>
                                    <p:animEffect transition="in" filter="fade">
                                      <p:cBhvr>
                                        <p:cTn id="217" dur="500"/>
                                        <p:tgtEl>
                                          <p:spTgt spid="48"/>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49"/>
                                        </p:tgtEl>
                                        <p:attrNameLst>
                                          <p:attrName>style.visibility</p:attrName>
                                        </p:attrNameLst>
                                      </p:cBhvr>
                                      <p:to>
                                        <p:strVal val="visible"/>
                                      </p:to>
                                    </p:set>
                                    <p:animEffect transition="in" filter="fade">
                                      <p:cBhvr>
                                        <p:cTn id="220" dur="500"/>
                                        <p:tgtEl>
                                          <p:spTgt spid="49"/>
                                        </p:tgtEl>
                                      </p:cBhvr>
                                    </p:animEffect>
                                  </p:childTnLst>
                                </p:cTn>
                              </p:par>
                              <p:par>
                                <p:cTn id="221" presetID="10" presetClass="entr" presetSubtype="0" fill="hold" nodeType="withEffect">
                                  <p:stCondLst>
                                    <p:cond delay="0"/>
                                  </p:stCondLst>
                                  <p:childTnLst>
                                    <p:set>
                                      <p:cBhvr>
                                        <p:cTn id="222" dur="1" fill="hold">
                                          <p:stCondLst>
                                            <p:cond delay="0"/>
                                          </p:stCondLst>
                                        </p:cTn>
                                        <p:tgtEl>
                                          <p:spTgt spid="50"/>
                                        </p:tgtEl>
                                        <p:attrNameLst>
                                          <p:attrName>style.visibility</p:attrName>
                                        </p:attrNameLst>
                                      </p:cBhvr>
                                      <p:to>
                                        <p:strVal val="visible"/>
                                      </p:to>
                                    </p:set>
                                    <p:animEffect transition="in" filter="fade">
                                      <p:cBhvr>
                                        <p:cTn id="223" dur="500"/>
                                        <p:tgtEl>
                                          <p:spTgt spid="50"/>
                                        </p:tgtEl>
                                      </p:cBhvr>
                                    </p:animEffect>
                                  </p:childTnLst>
                                </p:cTn>
                              </p:par>
                              <p:par>
                                <p:cTn id="224" presetID="10" presetClass="entr" presetSubtype="0" fill="hold" nodeType="withEffect">
                                  <p:stCondLst>
                                    <p:cond delay="0"/>
                                  </p:stCondLst>
                                  <p:childTnLst>
                                    <p:set>
                                      <p:cBhvr>
                                        <p:cTn id="225" dur="1" fill="hold">
                                          <p:stCondLst>
                                            <p:cond delay="0"/>
                                          </p:stCondLst>
                                        </p:cTn>
                                        <p:tgtEl>
                                          <p:spTgt spid="51"/>
                                        </p:tgtEl>
                                        <p:attrNameLst>
                                          <p:attrName>style.visibility</p:attrName>
                                        </p:attrNameLst>
                                      </p:cBhvr>
                                      <p:to>
                                        <p:strVal val="visible"/>
                                      </p:to>
                                    </p:set>
                                    <p:animEffect transition="in" filter="fade">
                                      <p:cBhvr>
                                        <p:cTn id="226" dur="500"/>
                                        <p:tgtEl>
                                          <p:spTgt spid="51"/>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52"/>
                                        </p:tgtEl>
                                        <p:attrNameLst>
                                          <p:attrName>style.visibility</p:attrName>
                                        </p:attrNameLst>
                                      </p:cBhvr>
                                      <p:to>
                                        <p:strVal val="visible"/>
                                      </p:to>
                                    </p:set>
                                    <p:animEffect transition="in" filter="fade">
                                      <p:cBhvr>
                                        <p:cTn id="229" dur="500"/>
                                        <p:tgtEl>
                                          <p:spTgt spid="52"/>
                                        </p:tgtEl>
                                      </p:cBhvr>
                                    </p:animEffect>
                                  </p:childTnLst>
                                </p:cTn>
                              </p:par>
                              <p:par>
                                <p:cTn id="230" presetID="10" presetClass="entr" presetSubtype="0" fill="hold" nodeType="withEffect">
                                  <p:stCondLst>
                                    <p:cond delay="0"/>
                                  </p:stCondLst>
                                  <p:childTnLst>
                                    <p:set>
                                      <p:cBhvr>
                                        <p:cTn id="231" dur="1" fill="hold">
                                          <p:stCondLst>
                                            <p:cond delay="0"/>
                                          </p:stCondLst>
                                        </p:cTn>
                                        <p:tgtEl>
                                          <p:spTgt spid="53"/>
                                        </p:tgtEl>
                                        <p:attrNameLst>
                                          <p:attrName>style.visibility</p:attrName>
                                        </p:attrNameLst>
                                      </p:cBhvr>
                                      <p:to>
                                        <p:strVal val="visible"/>
                                      </p:to>
                                    </p:set>
                                    <p:animEffect transition="in" filter="fade">
                                      <p:cBhvr>
                                        <p:cTn id="232" dur="500"/>
                                        <p:tgtEl>
                                          <p:spTgt spid="53"/>
                                        </p:tgtEl>
                                      </p:cBhvr>
                                    </p:animEffect>
                                  </p:childTnLst>
                                </p:cTn>
                              </p:par>
                              <p:par>
                                <p:cTn id="233" presetID="10" presetClass="entr" presetSubtype="0" fill="hold" nodeType="withEffect">
                                  <p:stCondLst>
                                    <p:cond delay="0"/>
                                  </p:stCondLst>
                                  <p:childTnLst>
                                    <p:set>
                                      <p:cBhvr>
                                        <p:cTn id="234" dur="1" fill="hold">
                                          <p:stCondLst>
                                            <p:cond delay="0"/>
                                          </p:stCondLst>
                                        </p:cTn>
                                        <p:tgtEl>
                                          <p:spTgt spid="54"/>
                                        </p:tgtEl>
                                        <p:attrNameLst>
                                          <p:attrName>style.visibility</p:attrName>
                                        </p:attrNameLst>
                                      </p:cBhvr>
                                      <p:to>
                                        <p:strVal val="visible"/>
                                      </p:to>
                                    </p:set>
                                    <p:animEffect transition="in" filter="fade">
                                      <p:cBhvr>
                                        <p:cTn id="235" dur="500"/>
                                        <p:tgtEl>
                                          <p:spTgt spid="54"/>
                                        </p:tgtEl>
                                      </p:cBhvr>
                                    </p:animEffect>
                                  </p:childTnLst>
                                </p:cTn>
                              </p:par>
                              <p:par>
                                <p:cTn id="236" presetID="10" presetClass="entr" presetSubtype="0" fill="hold" nodeType="withEffect">
                                  <p:stCondLst>
                                    <p:cond delay="0"/>
                                  </p:stCondLst>
                                  <p:childTnLst>
                                    <p:set>
                                      <p:cBhvr>
                                        <p:cTn id="237" dur="1" fill="hold">
                                          <p:stCondLst>
                                            <p:cond delay="0"/>
                                          </p:stCondLst>
                                        </p:cTn>
                                        <p:tgtEl>
                                          <p:spTgt spid="55"/>
                                        </p:tgtEl>
                                        <p:attrNameLst>
                                          <p:attrName>style.visibility</p:attrName>
                                        </p:attrNameLst>
                                      </p:cBhvr>
                                      <p:to>
                                        <p:strVal val="visible"/>
                                      </p:to>
                                    </p:set>
                                    <p:animEffect transition="in" filter="fade">
                                      <p:cBhvr>
                                        <p:cTn id="238" dur="500"/>
                                        <p:tgtEl>
                                          <p:spTgt spid="55"/>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58"/>
                                        </p:tgtEl>
                                        <p:attrNameLst>
                                          <p:attrName>style.visibility</p:attrName>
                                        </p:attrNameLst>
                                      </p:cBhvr>
                                      <p:to>
                                        <p:strVal val="visible"/>
                                      </p:to>
                                    </p:set>
                                    <p:animEffect transition="in" filter="fade">
                                      <p:cBhvr>
                                        <p:cTn id="241" dur="500"/>
                                        <p:tgtEl>
                                          <p:spTgt spid="58"/>
                                        </p:tgtEl>
                                      </p:cBhvr>
                                    </p:animEffect>
                                  </p:childTnLst>
                                </p:cTn>
                              </p:par>
                            </p:childTnLst>
                          </p:cTn>
                        </p:par>
                      </p:childTnLst>
                    </p:cTn>
                  </p:par>
                  <p:par>
                    <p:cTn id="242" fill="hold">
                      <p:stCondLst>
                        <p:cond delay="indefinite"/>
                      </p:stCondLst>
                      <p:childTnLst>
                        <p:par>
                          <p:cTn id="243" fill="hold">
                            <p:stCondLst>
                              <p:cond delay="0"/>
                            </p:stCondLst>
                            <p:childTnLst>
                              <p:par>
                                <p:cTn id="244" presetID="22" presetClass="entr" presetSubtype="4" fill="hold" nodeType="clickEffect">
                                  <p:stCondLst>
                                    <p:cond delay="0"/>
                                  </p:stCondLst>
                                  <p:childTnLst>
                                    <p:set>
                                      <p:cBhvr>
                                        <p:cTn id="245" dur="1" fill="hold">
                                          <p:stCondLst>
                                            <p:cond delay="0"/>
                                          </p:stCondLst>
                                        </p:cTn>
                                        <p:tgtEl>
                                          <p:spTgt spid="61"/>
                                        </p:tgtEl>
                                        <p:attrNameLst>
                                          <p:attrName>style.visibility</p:attrName>
                                        </p:attrNameLst>
                                      </p:cBhvr>
                                      <p:to>
                                        <p:strVal val="visible"/>
                                      </p:to>
                                    </p:set>
                                    <p:animEffect transition="in" filter="wipe(down)">
                                      <p:cBhvr>
                                        <p:cTn id="246" dur="500"/>
                                        <p:tgtEl>
                                          <p:spTgt spid="61"/>
                                        </p:tgtEl>
                                      </p:cBhvr>
                                    </p:animEffect>
                                  </p:childTnLst>
                                </p:cTn>
                              </p:par>
                              <p:par>
                                <p:cTn id="247" presetID="22" presetClass="entr" presetSubtype="4" fill="hold" nodeType="withEffect">
                                  <p:stCondLst>
                                    <p:cond delay="0"/>
                                  </p:stCondLst>
                                  <p:childTnLst>
                                    <p:set>
                                      <p:cBhvr>
                                        <p:cTn id="248" dur="1" fill="hold">
                                          <p:stCondLst>
                                            <p:cond delay="0"/>
                                          </p:stCondLst>
                                        </p:cTn>
                                        <p:tgtEl>
                                          <p:spTgt spid="62"/>
                                        </p:tgtEl>
                                        <p:attrNameLst>
                                          <p:attrName>style.visibility</p:attrName>
                                        </p:attrNameLst>
                                      </p:cBhvr>
                                      <p:to>
                                        <p:strVal val="visible"/>
                                      </p:to>
                                    </p:set>
                                    <p:animEffect transition="in" filter="wipe(down)">
                                      <p:cBhvr>
                                        <p:cTn id="249" dur="500"/>
                                        <p:tgtEl>
                                          <p:spTgt spid="62"/>
                                        </p:tgtEl>
                                      </p:cBhvr>
                                    </p:animEffect>
                                  </p:childTnLst>
                                </p:cTn>
                              </p:par>
                            </p:childTnLst>
                          </p:cTn>
                        </p:par>
                        <p:par>
                          <p:cTn id="250" fill="hold">
                            <p:stCondLst>
                              <p:cond delay="500"/>
                            </p:stCondLst>
                            <p:childTnLst>
                              <p:par>
                                <p:cTn id="251" presetID="10" presetClass="entr" presetSubtype="0" fill="hold" nodeType="afterEffect">
                                  <p:stCondLst>
                                    <p:cond delay="0"/>
                                  </p:stCondLst>
                                  <p:childTnLst>
                                    <p:set>
                                      <p:cBhvr>
                                        <p:cTn id="252" dur="1" fill="hold">
                                          <p:stCondLst>
                                            <p:cond delay="0"/>
                                          </p:stCondLst>
                                        </p:cTn>
                                        <p:tgtEl>
                                          <p:spTgt spid="63"/>
                                        </p:tgtEl>
                                        <p:attrNameLst>
                                          <p:attrName>style.visibility</p:attrName>
                                        </p:attrNameLst>
                                      </p:cBhvr>
                                      <p:to>
                                        <p:strVal val="visible"/>
                                      </p:to>
                                    </p:set>
                                    <p:animEffect transition="in" filter="fade">
                                      <p:cBhvr>
                                        <p:cTn id="253" dur="500"/>
                                        <p:tgtEl>
                                          <p:spTgt spid="63"/>
                                        </p:tgtEl>
                                      </p:cBhvr>
                                    </p:animEffect>
                                  </p:childTnLst>
                                </p:cTn>
                              </p:par>
                            </p:childTnLst>
                          </p:cTn>
                        </p:par>
                      </p:childTnLst>
                    </p:cTn>
                  </p:par>
                  <p:par>
                    <p:cTn id="254" fill="hold">
                      <p:stCondLst>
                        <p:cond delay="indefinite"/>
                      </p:stCondLst>
                      <p:childTnLst>
                        <p:par>
                          <p:cTn id="255" fill="hold">
                            <p:stCondLst>
                              <p:cond delay="0"/>
                            </p:stCondLst>
                            <p:childTnLst>
                              <p:par>
                                <p:cTn id="256" presetID="10" presetClass="entr" presetSubtype="0" fill="hold" grpId="4" nodeType="clickEffect">
                                  <p:stCondLst>
                                    <p:cond delay="0"/>
                                  </p:stCondLst>
                                  <p:childTnLst>
                                    <p:set>
                                      <p:cBhvr>
                                        <p:cTn id="257" dur="1" fill="hold">
                                          <p:stCondLst>
                                            <p:cond delay="0"/>
                                          </p:stCondLst>
                                        </p:cTn>
                                        <p:tgtEl>
                                          <p:spTgt spid="26"/>
                                        </p:tgtEl>
                                        <p:attrNameLst>
                                          <p:attrName>style.visibility</p:attrName>
                                        </p:attrNameLst>
                                      </p:cBhvr>
                                      <p:to>
                                        <p:strVal val="visible"/>
                                      </p:to>
                                    </p:set>
                                    <p:animEffect transition="in" filter="fade">
                                      <p:cBhvr>
                                        <p:cTn id="258" dur="500"/>
                                        <p:tgtEl>
                                          <p:spTgt spid="26"/>
                                        </p:tgtEl>
                                      </p:cBhvr>
                                    </p:animEffect>
                                  </p:childTnLst>
                                </p:cTn>
                              </p:par>
                              <p:par>
                                <p:cTn id="259" presetID="1" presetClass="exit" presetSubtype="0" fill="hold" grpId="5" nodeType="withEffect">
                                  <p:stCondLst>
                                    <p:cond delay="0"/>
                                  </p:stCondLst>
                                  <p:childTnLst>
                                    <p:set>
                                      <p:cBhvr>
                                        <p:cTn id="260" dur="1" fill="hold">
                                          <p:stCondLst>
                                            <p:cond delay="0"/>
                                          </p:stCondLst>
                                        </p:cTn>
                                        <p:tgtEl>
                                          <p:spTgt spid="17"/>
                                        </p:tgtEl>
                                        <p:attrNameLst>
                                          <p:attrName>style.visibility</p:attrName>
                                        </p:attrNameLst>
                                      </p:cBhvr>
                                      <p:to>
                                        <p:strVal val="hidden"/>
                                      </p:to>
                                    </p:set>
                                  </p:childTnLst>
                                </p:cTn>
                              </p:par>
                            </p:childTnLst>
                          </p:cTn>
                        </p:par>
                      </p:childTnLst>
                    </p:cTn>
                  </p:par>
                  <p:par>
                    <p:cTn id="261" fill="hold">
                      <p:stCondLst>
                        <p:cond delay="indefinite"/>
                      </p:stCondLst>
                      <p:childTnLst>
                        <p:par>
                          <p:cTn id="262" fill="hold">
                            <p:stCondLst>
                              <p:cond delay="0"/>
                            </p:stCondLst>
                            <p:childTnLst>
                              <p:par>
                                <p:cTn id="263" presetID="1" presetClass="emph" presetSubtype="2" fill="hold" nodeType="clickEffect">
                                  <p:stCondLst>
                                    <p:cond delay="0"/>
                                  </p:stCondLst>
                                  <p:childTnLst>
                                    <p:animClr clrSpc="rgb" dir="cw">
                                      <p:cBhvr>
                                        <p:cTn id="264" dur="500" fill="hold"/>
                                        <p:tgtEl>
                                          <p:spTgt spid="36"/>
                                        </p:tgtEl>
                                        <p:attrNameLst>
                                          <p:attrName>fillcolor</p:attrName>
                                        </p:attrNameLst>
                                      </p:cBhvr>
                                      <p:to>
                                        <a:srgbClr val="A5A5A5"/>
                                      </p:to>
                                    </p:animClr>
                                    <p:set>
                                      <p:cBhvr>
                                        <p:cTn id="265" dur="500" fill="hold"/>
                                        <p:tgtEl>
                                          <p:spTgt spid="36"/>
                                        </p:tgtEl>
                                        <p:attrNameLst>
                                          <p:attrName>fill.type</p:attrName>
                                        </p:attrNameLst>
                                      </p:cBhvr>
                                      <p:to>
                                        <p:strVal val="solid"/>
                                      </p:to>
                                    </p:set>
                                    <p:set>
                                      <p:cBhvr>
                                        <p:cTn id="266" dur="500" fill="hold"/>
                                        <p:tgtEl>
                                          <p:spTgt spid="36"/>
                                        </p:tgtEl>
                                        <p:attrNameLst>
                                          <p:attrName>fill.on</p:attrName>
                                        </p:attrNameLst>
                                      </p:cBhvr>
                                      <p:to>
                                        <p:strVal val="true"/>
                                      </p:to>
                                    </p:set>
                                  </p:childTnLst>
                                </p:cTn>
                              </p:par>
                              <p:par>
                                <p:cTn id="267" presetID="1" presetClass="emph" presetSubtype="2" fill="hold" nodeType="withEffect">
                                  <p:stCondLst>
                                    <p:cond delay="0"/>
                                  </p:stCondLst>
                                  <p:childTnLst>
                                    <p:animClr clrSpc="rgb" dir="cw">
                                      <p:cBhvr>
                                        <p:cTn id="268" dur="500" fill="hold"/>
                                        <p:tgtEl>
                                          <p:spTgt spid="46"/>
                                        </p:tgtEl>
                                        <p:attrNameLst>
                                          <p:attrName>fillcolor</p:attrName>
                                        </p:attrNameLst>
                                      </p:cBhvr>
                                      <p:to>
                                        <a:srgbClr val="A5A5A5"/>
                                      </p:to>
                                    </p:animClr>
                                    <p:set>
                                      <p:cBhvr>
                                        <p:cTn id="269" dur="500" fill="hold"/>
                                        <p:tgtEl>
                                          <p:spTgt spid="46"/>
                                        </p:tgtEl>
                                        <p:attrNameLst>
                                          <p:attrName>fill.type</p:attrName>
                                        </p:attrNameLst>
                                      </p:cBhvr>
                                      <p:to>
                                        <p:strVal val="solid"/>
                                      </p:to>
                                    </p:set>
                                    <p:set>
                                      <p:cBhvr>
                                        <p:cTn id="270" dur="500" fill="hold"/>
                                        <p:tgtEl>
                                          <p:spTgt spid="46"/>
                                        </p:tgtEl>
                                        <p:attrNameLst>
                                          <p:attrName>fill.on</p:attrName>
                                        </p:attrNameLst>
                                      </p:cBhvr>
                                      <p:to>
                                        <p:strVal val="true"/>
                                      </p:to>
                                    </p:set>
                                  </p:childTnLst>
                                </p:cTn>
                              </p:par>
                            </p:childTnLst>
                          </p:cTn>
                        </p:par>
                      </p:childTnLst>
                    </p:cTn>
                  </p:par>
                  <p:par>
                    <p:cTn id="271" fill="hold">
                      <p:stCondLst>
                        <p:cond delay="indefinite"/>
                      </p:stCondLst>
                      <p:childTnLst>
                        <p:par>
                          <p:cTn id="272" fill="hold">
                            <p:stCondLst>
                              <p:cond delay="0"/>
                            </p:stCondLst>
                            <p:childTnLst>
                              <p:par>
                                <p:cTn id="273" presetID="22" presetClass="entr" presetSubtype="8" fill="hold" grpId="0" nodeType="clickEffect">
                                  <p:stCondLst>
                                    <p:cond delay="0"/>
                                  </p:stCondLst>
                                  <p:childTnLst>
                                    <p:set>
                                      <p:cBhvr>
                                        <p:cTn id="274" dur="1" fill="hold">
                                          <p:stCondLst>
                                            <p:cond delay="0"/>
                                          </p:stCondLst>
                                        </p:cTn>
                                        <p:tgtEl>
                                          <p:spTgt spid="71"/>
                                        </p:tgtEl>
                                        <p:attrNameLst>
                                          <p:attrName>style.visibility</p:attrName>
                                        </p:attrNameLst>
                                      </p:cBhvr>
                                      <p:to>
                                        <p:strVal val="visible"/>
                                      </p:to>
                                    </p:set>
                                    <p:animEffect transition="in" filter="wipe(left)">
                                      <p:cBhvr>
                                        <p:cTn id="275" dur="500"/>
                                        <p:tgtEl>
                                          <p:spTgt spid="71"/>
                                        </p:tgtEl>
                                      </p:cBhvr>
                                    </p:animEffect>
                                  </p:childTnLst>
                                </p:cTn>
                              </p:par>
                            </p:childTnLst>
                          </p:cTn>
                        </p:par>
                      </p:childTnLst>
                    </p:cTn>
                  </p:par>
                  <p:par>
                    <p:cTn id="276" fill="hold">
                      <p:stCondLst>
                        <p:cond delay="indefinite"/>
                      </p:stCondLst>
                      <p:childTnLst>
                        <p:par>
                          <p:cTn id="277" fill="hold">
                            <p:stCondLst>
                              <p:cond delay="0"/>
                            </p:stCondLst>
                            <p:childTnLst>
                              <p:par>
                                <p:cTn id="278" presetID="10" presetClass="entr" presetSubtype="0" fill="hold" grpId="0" nodeType="clickEffect">
                                  <p:stCondLst>
                                    <p:cond delay="0"/>
                                  </p:stCondLst>
                                  <p:childTnLst>
                                    <p:set>
                                      <p:cBhvr>
                                        <p:cTn id="279" dur="1" fill="hold">
                                          <p:stCondLst>
                                            <p:cond delay="0"/>
                                          </p:stCondLst>
                                        </p:cTn>
                                        <p:tgtEl>
                                          <p:spTgt spid="68"/>
                                        </p:tgtEl>
                                        <p:attrNameLst>
                                          <p:attrName>style.visibility</p:attrName>
                                        </p:attrNameLst>
                                      </p:cBhvr>
                                      <p:to>
                                        <p:strVal val="visible"/>
                                      </p:to>
                                    </p:set>
                                    <p:animEffect transition="in" filter="fade">
                                      <p:cBhvr>
                                        <p:cTn id="280" dur="500"/>
                                        <p:tgtEl>
                                          <p:spTgt spid="68"/>
                                        </p:tgtEl>
                                      </p:cBhvr>
                                    </p:animEffect>
                                  </p:childTnLst>
                                </p:cTn>
                              </p:par>
                              <p:par>
                                <p:cTn id="281" presetID="1" presetClass="exit" presetSubtype="0" fill="hold" grpId="5" nodeType="withEffect">
                                  <p:stCondLst>
                                    <p:cond delay="0"/>
                                  </p:stCondLst>
                                  <p:childTnLst>
                                    <p:set>
                                      <p:cBhvr>
                                        <p:cTn id="282" dur="1" fill="hold">
                                          <p:stCondLst>
                                            <p:cond delay="0"/>
                                          </p:stCondLst>
                                        </p:cTn>
                                        <p:tgtEl>
                                          <p:spTgt spid="26"/>
                                        </p:tgtEl>
                                        <p:attrNameLst>
                                          <p:attrName>style.visibility</p:attrName>
                                        </p:attrNameLst>
                                      </p:cBhvr>
                                      <p:to>
                                        <p:strVal val="hidden"/>
                                      </p:to>
                                    </p:set>
                                  </p:childTnLst>
                                </p:cTn>
                              </p:par>
                              <p:par>
                                <p:cTn id="283" presetID="1" presetClass="exit" presetSubtype="0" fill="hold" grpId="1" nodeType="withEffect">
                                  <p:stCondLst>
                                    <p:cond delay="0"/>
                                  </p:stCondLst>
                                  <p:childTnLst>
                                    <p:set>
                                      <p:cBhvr>
                                        <p:cTn id="284"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p:bldP spid="8" grpId="0"/>
      <p:bldP spid="9" grpId="0"/>
      <p:bldP spid="10" grpId="0"/>
      <p:bldP spid="11" grpId="0" bldLvl="0" animBg="1"/>
      <p:bldP spid="11" grpId="1" bldLvl="0" animBg="1"/>
      <p:bldP spid="13" grpId="0" bldLvl="0" animBg="1"/>
      <p:bldP spid="13" grpId="1" bldLvl="0" animBg="1"/>
      <p:bldP spid="14" grpId="0" bldLvl="0" animBg="1"/>
      <p:bldP spid="14" grpId="1" bldLvl="0" animBg="1"/>
      <p:bldP spid="15" grpId="0" bldLvl="0" animBg="1"/>
      <p:bldP spid="16" grpId="0" bldLvl="0" animBg="1"/>
      <p:bldP spid="17" grpId="0" bldLvl="0" animBg="1"/>
      <p:bldP spid="17" grpId="1" bldLvl="0" animBg="1"/>
      <p:bldP spid="17" grpId="2" bldLvl="0" animBg="1"/>
      <p:bldP spid="17" grpId="3" bldLvl="0" animBg="1"/>
      <p:bldP spid="17" grpId="4" bldLvl="0" animBg="1"/>
      <p:bldP spid="17" grpId="5" bldLvl="0" animBg="1"/>
      <p:bldP spid="18" grpId="0" bldLvl="0" animBg="1"/>
      <p:bldP spid="19" grpId="0" bldLvl="0" animBg="1"/>
      <p:bldP spid="20" grpId="0" bldLvl="0" animBg="1"/>
      <p:bldP spid="20" grpId="1" bldLvl="0" animBg="1"/>
      <p:bldP spid="26" grpId="0" bldLvl="0" animBg="1"/>
      <p:bldP spid="26" grpId="1" bldLvl="0" animBg="1"/>
      <p:bldP spid="26" grpId="2" bldLvl="0" animBg="1"/>
      <p:bldP spid="26" grpId="3" bldLvl="0" animBg="1"/>
      <p:bldP spid="26" grpId="4" bldLvl="0" animBg="1"/>
      <p:bldP spid="26" grpId="5" bldLvl="0" animBg="1"/>
      <p:bldP spid="27" grpId="0" bldLvl="0" animBg="1"/>
      <p:bldP spid="27" grpId="1" bldLvl="0" animBg="1"/>
      <p:bldP spid="28" grpId="0" bldLvl="0" animBg="1"/>
      <p:bldP spid="29" grpId="0" bldLvl="0" animBg="1"/>
      <p:bldP spid="29" grpId="1" bldLvl="0" animBg="1"/>
      <p:bldP spid="30" grpId="0" bldLvl="0" animBg="1"/>
      <p:bldP spid="31" grpId="0" bldLvl="0" animBg="1"/>
      <p:bldP spid="32" grpId="0" bldLvl="0" animBg="1"/>
      <p:bldP spid="35" grpId="0" bldLvl="0" animBg="1"/>
      <p:bldP spid="36" grpId="0" bldLvl="0" animBg="1"/>
      <p:bldP spid="36" grpId="1" bldLvl="0" animBg="1"/>
      <p:bldP spid="44" grpId="0"/>
      <p:bldP spid="46" grpId="0" bldLvl="0" animBg="1"/>
      <p:bldP spid="46" grpId="1" bldLvl="0" animBg="1"/>
      <p:bldP spid="47" grpId="0" bldLvl="0" animBg="1"/>
      <p:bldP spid="48" grpId="0" bldLvl="0" animBg="1"/>
      <p:bldP spid="49" grpId="0" bldLvl="0" animBg="1"/>
      <p:bldP spid="52" grpId="0" bldLvl="0" animBg="1"/>
      <p:bldP spid="58" grpId="0" bldLvl="0" animBg="1"/>
      <p:bldP spid="68" grpId="0" bldLvl="0" animBg="1"/>
      <p:bldP spid="69" grpId="0" bldLvl="0" animBg="1"/>
      <p:bldP spid="70" grpId="0" bldLvl="0" animBg="1"/>
      <p:bldP spid="71" grpId="0" bldLvl="0" animBg="1"/>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哈夫曼</a:t>
            </a:r>
            <a:r>
              <a:rPr lang="zh-CN" altLang="en-US" sz="4000" b="1" dirty="0">
                <a:solidFill>
                  <a:schemeClr val="accent1">
                    <a:lumMod val="75000"/>
                  </a:schemeClr>
                </a:solidFill>
              </a:rPr>
              <a:t>编码</a:t>
            </a:r>
            <a:endParaRPr lang="zh-CN" altLang="en-US" sz="4000" b="1" dirty="0">
              <a:solidFill>
                <a:schemeClr val="accent1">
                  <a:lumMod val="75000"/>
                </a:schemeClr>
              </a:solidFill>
            </a:endParaRPr>
          </a:p>
        </p:txBody>
      </p:sp>
      <p:sp>
        <p:nvSpPr>
          <p:cNvPr id="4" name="文本框 3"/>
          <p:cNvSpPr txBox="1"/>
          <p:nvPr>
            <p:custDataLst>
              <p:tags r:id="rId2"/>
            </p:custDataLst>
          </p:nvPr>
        </p:nvSpPr>
        <p:spPr>
          <a:xfrm>
            <a:off x="0" y="740328"/>
            <a:ext cx="8580582" cy="109831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在远程通讯中，要将待传字符转换成二进制的字符串</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rPr>
              <a:t>若编码为：</a:t>
            </a:r>
            <a:r>
              <a:rPr kumimoji="1" lang="en-US" altLang="zh-CN" b="1" dirty="0">
                <a:solidFill>
                  <a:srgbClr val="B50988"/>
                </a:solidFill>
                <a:latin typeface="+mn-ea"/>
              </a:rPr>
              <a:t>A</a:t>
            </a:r>
            <a:r>
              <a:rPr kumimoji="1" lang="en-US" altLang="zh-CN" b="1" dirty="0">
                <a:latin typeface="+mn-ea"/>
                <a:sym typeface="Wingdings" panose="05000000000000000000" pitchFamily="2" charset="2"/>
              </a:rPr>
              <a:t></a:t>
            </a:r>
            <a:r>
              <a:rPr kumimoji="1" lang="en-US" altLang="zh-CN" b="1" dirty="0">
                <a:solidFill>
                  <a:srgbClr val="B50988"/>
                </a:solidFill>
                <a:latin typeface="+mn-ea"/>
                <a:sym typeface="Wingdings" panose="05000000000000000000" pitchFamily="2" charset="2"/>
              </a:rPr>
              <a:t>00</a:t>
            </a:r>
            <a:r>
              <a:rPr kumimoji="1" lang="zh-CN" altLang="en-US" b="1" dirty="0">
                <a:latin typeface="+mn-ea"/>
                <a:sym typeface="Wingdings" panose="05000000000000000000" pitchFamily="2" charset="2"/>
              </a:rPr>
              <a:t>，</a:t>
            </a:r>
            <a:r>
              <a:rPr kumimoji="1" lang="en-US" altLang="zh-CN" b="1" dirty="0">
                <a:solidFill>
                  <a:srgbClr val="0070C0"/>
                </a:solidFill>
                <a:latin typeface="+mn-ea"/>
                <a:sym typeface="Wingdings" panose="05000000000000000000" pitchFamily="2" charset="2"/>
              </a:rPr>
              <a:t>B</a:t>
            </a:r>
            <a:r>
              <a:rPr kumimoji="1" lang="en-US" altLang="zh-CN" b="1" dirty="0">
                <a:latin typeface="+mn-ea"/>
                <a:sym typeface="Wingdings" panose="05000000000000000000" pitchFamily="2" charset="2"/>
              </a:rPr>
              <a:t></a:t>
            </a:r>
            <a:r>
              <a:rPr kumimoji="1" lang="en-US" altLang="zh-CN" b="1" dirty="0">
                <a:solidFill>
                  <a:srgbClr val="0070C0"/>
                </a:solidFill>
                <a:latin typeface="+mn-ea"/>
                <a:sym typeface="Wingdings" panose="05000000000000000000" pitchFamily="2" charset="2"/>
              </a:rPr>
              <a:t>01</a:t>
            </a:r>
            <a:r>
              <a:rPr kumimoji="1" lang="zh-CN" altLang="en-US" b="1" dirty="0">
                <a:latin typeface="+mn-ea"/>
                <a:sym typeface="Wingdings" panose="05000000000000000000" pitchFamily="2" charset="2"/>
              </a:rPr>
              <a:t>，</a:t>
            </a:r>
            <a:r>
              <a:rPr kumimoji="1" lang="en-US" altLang="zh-CN" b="1" dirty="0">
                <a:solidFill>
                  <a:srgbClr val="0000FF"/>
                </a:solidFill>
                <a:latin typeface="+mn-ea"/>
                <a:sym typeface="Wingdings" panose="05000000000000000000" pitchFamily="2" charset="2"/>
              </a:rPr>
              <a:t>C</a:t>
            </a:r>
            <a:r>
              <a:rPr kumimoji="1" lang="en-US" altLang="zh-CN" b="1" dirty="0">
                <a:latin typeface="+mn-ea"/>
                <a:sym typeface="Wingdings" panose="05000000000000000000" pitchFamily="2" charset="2"/>
              </a:rPr>
              <a:t></a:t>
            </a:r>
            <a:r>
              <a:rPr kumimoji="1" lang="en-US" altLang="zh-CN" b="1" dirty="0">
                <a:solidFill>
                  <a:srgbClr val="0000FF"/>
                </a:solidFill>
                <a:latin typeface="+mn-ea"/>
                <a:sym typeface="Wingdings" panose="05000000000000000000" pitchFamily="2" charset="2"/>
              </a:rPr>
              <a:t>10</a:t>
            </a:r>
            <a:r>
              <a:rPr kumimoji="1" lang="zh-CN" altLang="en-US" b="1" dirty="0">
                <a:latin typeface="+mn-ea"/>
                <a:sym typeface="Wingdings" panose="05000000000000000000" pitchFamily="2" charset="2"/>
              </a:rPr>
              <a:t>，</a:t>
            </a:r>
            <a:r>
              <a:rPr kumimoji="1" lang="en-US" altLang="zh-CN" b="1" dirty="0">
                <a:solidFill>
                  <a:schemeClr val="accent2">
                    <a:lumMod val="75000"/>
                  </a:schemeClr>
                </a:solidFill>
                <a:latin typeface="+mn-ea"/>
                <a:sym typeface="Wingdings" panose="05000000000000000000" pitchFamily="2" charset="2"/>
              </a:rPr>
              <a:t>D</a:t>
            </a:r>
            <a:r>
              <a:rPr kumimoji="1" lang="en-US" altLang="zh-CN" b="1" dirty="0">
                <a:latin typeface="+mn-ea"/>
                <a:sym typeface="Wingdings" panose="05000000000000000000" pitchFamily="2" charset="2"/>
              </a:rPr>
              <a:t></a:t>
            </a:r>
            <a:r>
              <a:rPr kumimoji="1" lang="en-US" altLang="zh-CN" b="1" dirty="0">
                <a:solidFill>
                  <a:schemeClr val="accent2">
                    <a:lumMod val="75000"/>
                  </a:schemeClr>
                </a:solidFill>
                <a:latin typeface="+mn-ea"/>
                <a:sym typeface="Wingdings" panose="05000000000000000000" pitchFamily="2" charset="2"/>
              </a:rPr>
              <a:t>11 </a:t>
            </a:r>
            <a:r>
              <a:rPr kumimoji="1" lang="en-US" altLang="zh-CN" b="1" dirty="0">
                <a:solidFill>
                  <a:srgbClr val="FF0000"/>
                </a:solidFill>
                <a:latin typeface="+mn-ea"/>
                <a:sym typeface="Wingdings" panose="05000000000000000000" pitchFamily="2" charset="2"/>
              </a:rPr>
              <a:t>(</a:t>
            </a:r>
            <a:r>
              <a:rPr kumimoji="1" lang="zh-CN" altLang="en-US" b="1" dirty="0">
                <a:solidFill>
                  <a:srgbClr val="FF0000"/>
                </a:solidFill>
                <a:latin typeface="+mn-ea"/>
                <a:sym typeface="Wingdings" panose="05000000000000000000" pitchFamily="2" charset="2"/>
              </a:rPr>
              <a:t>每个字符转换的二进制位数相同</a:t>
            </a:r>
            <a:r>
              <a:rPr kumimoji="1" lang="en-US" altLang="zh-CN" b="1" dirty="0">
                <a:solidFill>
                  <a:srgbClr val="FF0000"/>
                </a:solidFill>
                <a:latin typeface="+mn-ea"/>
                <a:sym typeface="Wingdings" panose="05000000000000000000" pitchFamily="2" charset="2"/>
              </a:rPr>
              <a:t>)</a:t>
            </a:r>
            <a:endParaRPr kumimoji="1" lang="en-US" altLang="zh-CN" b="1" dirty="0">
              <a:solidFill>
                <a:srgbClr val="FF0000"/>
              </a:solidFill>
              <a:latin typeface="+mn-ea"/>
            </a:endParaRPr>
          </a:p>
          <a:p>
            <a:pPr marL="285750" indent="-285750">
              <a:lnSpc>
                <a:spcPct val="120000"/>
              </a:lnSpc>
              <a:buFont typeface="Wingdings" panose="05000000000000000000" pitchFamily="2" charset="2"/>
              <a:buChar char="n"/>
            </a:pPr>
            <a:r>
              <a:rPr kumimoji="1" lang="zh-CN" altLang="en-US" b="1" dirty="0">
                <a:latin typeface="+mn-ea"/>
              </a:rPr>
              <a:t>要传送的字符为：</a:t>
            </a:r>
            <a:r>
              <a:rPr kumimoji="1" lang="en-US" altLang="zh-CN" b="1" dirty="0">
                <a:solidFill>
                  <a:srgbClr val="B50988"/>
                </a:solidFill>
                <a:latin typeface="+mn-ea"/>
              </a:rPr>
              <a:t>A</a:t>
            </a:r>
            <a:r>
              <a:rPr kumimoji="1" lang="en-US" altLang="zh-CN" b="1" dirty="0">
                <a:solidFill>
                  <a:srgbClr val="0070C0"/>
                </a:solidFill>
                <a:latin typeface="+mn-ea"/>
              </a:rPr>
              <a:t>B</a:t>
            </a:r>
            <a:r>
              <a:rPr kumimoji="1" lang="en-US" altLang="zh-CN" b="1" dirty="0">
                <a:solidFill>
                  <a:srgbClr val="B50988"/>
                </a:solidFill>
                <a:latin typeface="+mn-ea"/>
              </a:rPr>
              <a:t>A</a:t>
            </a:r>
            <a:r>
              <a:rPr kumimoji="1" lang="en-US" altLang="zh-CN" b="1" dirty="0">
                <a:solidFill>
                  <a:srgbClr val="0000FF"/>
                </a:solidFill>
                <a:latin typeface="+mn-ea"/>
              </a:rPr>
              <a:t>CC</a:t>
            </a:r>
            <a:r>
              <a:rPr kumimoji="1" lang="en-US" altLang="zh-CN" b="1" dirty="0">
                <a:solidFill>
                  <a:schemeClr val="accent2">
                    <a:lumMod val="75000"/>
                  </a:schemeClr>
                </a:solidFill>
                <a:latin typeface="+mn-ea"/>
              </a:rPr>
              <a:t>D</a:t>
            </a:r>
            <a:r>
              <a:rPr kumimoji="1" lang="en-US" altLang="zh-CN" b="1" dirty="0">
                <a:solidFill>
                  <a:srgbClr val="B50988"/>
                </a:solidFill>
                <a:latin typeface="+mn-ea"/>
              </a:rPr>
              <a:t>A </a:t>
            </a:r>
            <a:r>
              <a:rPr kumimoji="1" lang="en-US" altLang="zh-CN" b="1" dirty="0">
                <a:latin typeface="+mn-ea"/>
                <a:sym typeface="Wingdings" panose="05000000000000000000" pitchFamily="2" charset="2"/>
              </a:rPr>
              <a:t> </a:t>
            </a:r>
            <a:endParaRPr lang="zh-CN" altLang="en-US" b="1" dirty="0">
              <a:latin typeface="+mn-ea"/>
            </a:endParaRPr>
          </a:p>
        </p:txBody>
      </p:sp>
      <p:sp>
        <p:nvSpPr>
          <p:cNvPr id="6" name="文本框 5"/>
          <p:cNvSpPr txBox="1"/>
          <p:nvPr>
            <p:custDataLst>
              <p:tags r:id="rId3"/>
            </p:custDataLst>
          </p:nvPr>
        </p:nvSpPr>
        <p:spPr>
          <a:xfrm>
            <a:off x="3617819" y="1435709"/>
            <a:ext cx="2259106" cy="396583"/>
          </a:xfrm>
          <a:prstGeom prst="rect">
            <a:avLst/>
          </a:prstGeom>
          <a:noFill/>
        </p:spPr>
        <p:txBody>
          <a:bodyPr wrap="square">
            <a:spAutoFit/>
          </a:bodyPr>
          <a:p>
            <a:pPr>
              <a:lnSpc>
                <a:spcPct val="120000"/>
              </a:lnSpc>
            </a:pPr>
            <a:r>
              <a:rPr kumimoji="1" lang="en-US" altLang="zh-CN" b="1" dirty="0">
                <a:solidFill>
                  <a:srgbClr val="B50988"/>
                </a:solidFill>
                <a:latin typeface="+mn-ea"/>
              </a:rPr>
              <a:t>00</a:t>
            </a:r>
            <a:r>
              <a:rPr kumimoji="1" lang="en-US" altLang="zh-CN" b="1" dirty="0">
                <a:solidFill>
                  <a:srgbClr val="0070C0"/>
                </a:solidFill>
                <a:latin typeface="+mn-ea"/>
              </a:rPr>
              <a:t>01</a:t>
            </a:r>
            <a:r>
              <a:rPr kumimoji="1" lang="en-US" altLang="zh-CN" b="1" dirty="0">
                <a:solidFill>
                  <a:srgbClr val="B50988"/>
                </a:solidFill>
                <a:latin typeface="+mn-ea"/>
              </a:rPr>
              <a:t>00</a:t>
            </a:r>
            <a:r>
              <a:rPr kumimoji="1" lang="en-US" altLang="zh-CN" b="1" dirty="0">
                <a:solidFill>
                  <a:srgbClr val="0000FF"/>
                </a:solidFill>
                <a:latin typeface="+mn-ea"/>
              </a:rPr>
              <a:t>1010</a:t>
            </a:r>
            <a:r>
              <a:rPr kumimoji="1" lang="en-US" altLang="zh-CN" b="1" dirty="0">
                <a:solidFill>
                  <a:schemeClr val="accent2">
                    <a:lumMod val="75000"/>
                  </a:schemeClr>
                </a:solidFill>
                <a:latin typeface="+mn-ea"/>
              </a:rPr>
              <a:t>11</a:t>
            </a:r>
            <a:r>
              <a:rPr kumimoji="1" lang="en-US" altLang="zh-CN" b="1" dirty="0">
                <a:solidFill>
                  <a:srgbClr val="B50988"/>
                </a:solidFill>
                <a:latin typeface="+mn-ea"/>
              </a:rPr>
              <a:t>00</a:t>
            </a:r>
            <a:endParaRPr lang="zh-CN" altLang="en-US" dirty="0"/>
          </a:p>
        </p:txBody>
      </p:sp>
      <p:sp>
        <p:nvSpPr>
          <p:cNvPr id="7" name="文本框 6"/>
          <p:cNvSpPr txBox="1"/>
          <p:nvPr>
            <p:custDataLst>
              <p:tags r:id="rId4"/>
            </p:custDataLst>
          </p:nvPr>
        </p:nvSpPr>
        <p:spPr>
          <a:xfrm>
            <a:off x="0" y="1987612"/>
            <a:ext cx="9144000" cy="1098314"/>
          </a:xfrm>
          <a:prstGeom prst="rect">
            <a:avLst/>
          </a:prstGeom>
          <a:noFill/>
        </p:spPr>
        <p:txBody>
          <a:bodyPr wrap="square">
            <a:spAutoFit/>
          </a:bodyPr>
          <a:p>
            <a:pPr>
              <a:lnSpc>
                <a:spcPct val="120000"/>
              </a:lnSpc>
            </a:pPr>
            <a:r>
              <a:rPr lang="zh-CN" altLang="en-US" sz="2000" b="1" dirty="0">
                <a:solidFill>
                  <a:srgbClr val="7030A0"/>
                </a:solidFill>
                <a:latin typeface="+mn-ea"/>
              </a:rPr>
              <a:t>需求</a:t>
            </a:r>
            <a:r>
              <a:rPr lang="en-US" altLang="zh-CN" sz="2000" b="1" dirty="0">
                <a:solidFill>
                  <a:srgbClr val="7030A0"/>
                </a:solidFill>
                <a:latin typeface="+mn-ea"/>
              </a:rPr>
              <a:t>1</a:t>
            </a:r>
            <a:r>
              <a:rPr lang="zh-CN" altLang="en-US" sz="2000" b="1" dirty="0">
                <a:solidFill>
                  <a:srgbClr val="7030A0"/>
                </a:solidFill>
                <a:latin typeface="+mn-ea"/>
                <a:sym typeface="Wingdings" panose="05000000000000000000" pitchFamily="2" charset="2"/>
              </a:rPr>
              <a:t>：减少二进制编码长度</a:t>
            </a:r>
            <a:endParaRPr lang="en-US" altLang="zh-CN" sz="2000" b="1" dirty="0">
              <a:solidFill>
                <a:srgbClr val="7030A0"/>
              </a:solidFill>
              <a:latin typeface="+mn-ea"/>
              <a:sym typeface="Wingdings" panose="05000000000000000000" pitchFamily="2" charset="2"/>
            </a:endParaRPr>
          </a:p>
          <a:p>
            <a:pPr>
              <a:lnSpc>
                <a:spcPct val="120000"/>
              </a:lnSpc>
            </a:pPr>
            <a:r>
              <a:rPr lang="zh-CN" altLang="en-US" b="1" dirty="0">
                <a:latin typeface="+mn-ea"/>
              </a:rPr>
              <a:t>若将编码设计为</a:t>
            </a:r>
            <a:r>
              <a:rPr lang="zh-CN" altLang="en-US" b="1" dirty="0">
                <a:solidFill>
                  <a:srgbClr val="FF0000"/>
                </a:solidFill>
                <a:latin typeface="+mn-ea"/>
              </a:rPr>
              <a:t>长度不等</a:t>
            </a:r>
            <a:r>
              <a:rPr lang="zh-CN" altLang="en-US" b="1" dirty="0">
                <a:latin typeface="+mn-ea"/>
              </a:rPr>
              <a:t>的二进制编码，</a:t>
            </a:r>
            <a:r>
              <a:rPr lang="zh-CN" altLang="en-US" b="1" dirty="0">
                <a:solidFill>
                  <a:srgbClr val="FF0000"/>
                </a:solidFill>
                <a:latin typeface="+mn-ea"/>
              </a:rPr>
              <a:t>出现频率较高的字符采用尽可能短的代码</a:t>
            </a:r>
            <a:r>
              <a:rPr lang="zh-CN" altLang="en-US" b="1" dirty="0">
                <a:latin typeface="+mn-ea"/>
              </a:rPr>
              <a:t>，则二进制字符串的长度便可减少</a:t>
            </a:r>
            <a:endParaRPr lang="en-US" altLang="zh-CN" b="1" dirty="0">
              <a:latin typeface="+mn-ea"/>
            </a:endParaRPr>
          </a:p>
        </p:txBody>
      </p:sp>
      <p:sp>
        <p:nvSpPr>
          <p:cNvPr id="8" name="文本框 7"/>
          <p:cNvSpPr txBox="1"/>
          <p:nvPr>
            <p:custDataLst>
              <p:tags r:id="rId5"/>
            </p:custDataLst>
          </p:nvPr>
        </p:nvSpPr>
        <p:spPr>
          <a:xfrm>
            <a:off x="0" y="3007089"/>
            <a:ext cx="5002306" cy="728533"/>
          </a:xfrm>
          <a:prstGeom prst="rect">
            <a:avLst/>
          </a:prstGeom>
          <a:noFill/>
        </p:spPr>
        <p:txBody>
          <a:bodyPr wrap="square">
            <a:spAutoFit/>
          </a:bodyPr>
          <a:p>
            <a:pPr marL="285750" indent="-285750">
              <a:lnSpc>
                <a:spcPct val="120000"/>
              </a:lnSpc>
              <a:buFont typeface="Wingdings" panose="05000000000000000000" pitchFamily="2" charset="2"/>
              <a:buChar char="n"/>
            </a:pPr>
            <a:r>
              <a:rPr kumimoji="1" lang="zh-CN" altLang="en-US" b="1" dirty="0">
                <a:latin typeface="+mn-ea"/>
              </a:rPr>
              <a:t>若编码为：</a:t>
            </a:r>
            <a:r>
              <a:rPr kumimoji="1" lang="en-US" altLang="zh-CN" b="1" dirty="0">
                <a:solidFill>
                  <a:srgbClr val="B50988"/>
                </a:solidFill>
                <a:latin typeface="+mn-ea"/>
              </a:rPr>
              <a:t>A</a:t>
            </a:r>
            <a:r>
              <a:rPr kumimoji="1" lang="en-US" altLang="zh-CN" b="1" dirty="0">
                <a:latin typeface="+mn-ea"/>
                <a:sym typeface="Wingdings" panose="05000000000000000000" pitchFamily="2" charset="2"/>
              </a:rPr>
              <a:t></a:t>
            </a:r>
            <a:r>
              <a:rPr kumimoji="1" lang="en-US" altLang="zh-CN" b="1" dirty="0">
                <a:solidFill>
                  <a:srgbClr val="B50988"/>
                </a:solidFill>
                <a:latin typeface="+mn-ea"/>
                <a:sym typeface="Wingdings" panose="05000000000000000000" pitchFamily="2" charset="2"/>
              </a:rPr>
              <a:t>0</a:t>
            </a:r>
            <a:r>
              <a:rPr kumimoji="1" lang="zh-CN" altLang="en-US" b="1" dirty="0">
                <a:latin typeface="+mn-ea"/>
                <a:sym typeface="Wingdings" panose="05000000000000000000" pitchFamily="2" charset="2"/>
              </a:rPr>
              <a:t>，</a:t>
            </a:r>
            <a:r>
              <a:rPr kumimoji="1" lang="en-US" altLang="zh-CN" b="1" dirty="0">
                <a:solidFill>
                  <a:srgbClr val="0070C0"/>
                </a:solidFill>
                <a:latin typeface="+mn-ea"/>
                <a:sym typeface="Wingdings" panose="05000000000000000000" pitchFamily="2" charset="2"/>
              </a:rPr>
              <a:t>B</a:t>
            </a:r>
            <a:r>
              <a:rPr kumimoji="1" lang="en-US" altLang="zh-CN" b="1" dirty="0">
                <a:latin typeface="+mn-ea"/>
                <a:sym typeface="Wingdings" panose="05000000000000000000" pitchFamily="2" charset="2"/>
              </a:rPr>
              <a:t></a:t>
            </a:r>
            <a:r>
              <a:rPr kumimoji="1" lang="en-US" altLang="zh-CN" b="1" dirty="0">
                <a:solidFill>
                  <a:srgbClr val="0070C0"/>
                </a:solidFill>
                <a:latin typeface="+mn-ea"/>
                <a:sym typeface="Wingdings" panose="05000000000000000000" pitchFamily="2" charset="2"/>
              </a:rPr>
              <a:t>00</a:t>
            </a:r>
            <a:r>
              <a:rPr kumimoji="1" lang="zh-CN" altLang="en-US" b="1" dirty="0">
                <a:latin typeface="+mn-ea"/>
                <a:sym typeface="Wingdings" panose="05000000000000000000" pitchFamily="2" charset="2"/>
              </a:rPr>
              <a:t>，</a:t>
            </a:r>
            <a:r>
              <a:rPr kumimoji="1" lang="en-US" altLang="zh-CN" b="1" dirty="0">
                <a:solidFill>
                  <a:srgbClr val="0000FF"/>
                </a:solidFill>
                <a:latin typeface="+mn-ea"/>
                <a:sym typeface="Wingdings" panose="05000000000000000000" pitchFamily="2" charset="2"/>
              </a:rPr>
              <a:t>C</a:t>
            </a:r>
            <a:r>
              <a:rPr kumimoji="1" lang="en-US" altLang="zh-CN" b="1" dirty="0">
                <a:latin typeface="+mn-ea"/>
                <a:sym typeface="Wingdings" panose="05000000000000000000" pitchFamily="2" charset="2"/>
              </a:rPr>
              <a:t></a:t>
            </a:r>
            <a:r>
              <a:rPr kumimoji="1" lang="en-US" altLang="zh-CN" b="1" dirty="0">
                <a:solidFill>
                  <a:srgbClr val="0000FF"/>
                </a:solidFill>
                <a:latin typeface="+mn-ea"/>
                <a:sym typeface="Wingdings" panose="05000000000000000000" pitchFamily="2" charset="2"/>
              </a:rPr>
              <a:t>1</a:t>
            </a:r>
            <a:r>
              <a:rPr kumimoji="1" lang="zh-CN" altLang="en-US" b="1" dirty="0">
                <a:latin typeface="+mn-ea"/>
                <a:sym typeface="Wingdings" panose="05000000000000000000" pitchFamily="2" charset="2"/>
              </a:rPr>
              <a:t>，</a:t>
            </a:r>
            <a:r>
              <a:rPr kumimoji="1" lang="en-US" altLang="zh-CN" b="1" dirty="0">
                <a:solidFill>
                  <a:schemeClr val="accent2">
                    <a:lumMod val="75000"/>
                  </a:schemeClr>
                </a:solidFill>
                <a:latin typeface="+mn-ea"/>
                <a:sym typeface="Wingdings" panose="05000000000000000000" pitchFamily="2" charset="2"/>
              </a:rPr>
              <a:t>D</a:t>
            </a:r>
            <a:r>
              <a:rPr kumimoji="1" lang="en-US" altLang="zh-CN" b="1" dirty="0">
                <a:latin typeface="+mn-ea"/>
                <a:sym typeface="Wingdings" panose="05000000000000000000" pitchFamily="2" charset="2"/>
              </a:rPr>
              <a:t></a:t>
            </a:r>
            <a:r>
              <a:rPr kumimoji="1" lang="en-US" altLang="zh-CN" b="1" dirty="0">
                <a:solidFill>
                  <a:schemeClr val="accent2">
                    <a:lumMod val="75000"/>
                  </a:schemeClr>
                </a:solidFill>
                <a:latin typeface="+mn-ea"/>
                <a:sym typeface="Wingdings" panose="05000000000000000000" pitchFamily="2" charset="2"/>
              </a:rPr>
              <a:t>01</a:t>
            </a:r>
            <a:endParaRPr kumimoji="1" lang="en-US" altLang="zh-CN" b="1" dirty="0">
              <a:solidFill>
                <a:schemeClr val="accent2">
                  <a:lumMod val="75000"/>
                </a:schemeClr>
              </a:solidFill>
              <a:latin typeface="+mn-ea"/>
            </a:endParaRPr>
          </a:p>
          <a:p>
            <a:pPr marL="285750" indent="-285750">
              <a:lnSpc>
                <a:spcPct val="120000"/>
              </a:lnSpc>
              <a:buFont typeface="Wingdings" panose="05000000000000000000" pitchFamily="2" charset="2"/>
              <a:buChar char="n"/>
            </a:pPr>
            <a:r>
              <a:rPr kumimoji="1" lang="zh-CN" altLang="en-US" b="1" dirty="0">
                <a:latin typeface="+mn-ea"/>
              </a:rPr>
              <a:t>要传送的字符为：</a:t>
            </a:r>
            <a:r>
              <a:rPr kumimoji="1" lang="en-US" altLang="zh-CN" b="1" dirty="0">
                <a:solidFill>
                  <a:srgbClr val="B50988"/>
                </a:solidFill>
                <a:latin typeface="+mn-ea"/>
              </a:rPr>
              <a:t>A</a:t>
            </a:r>
            <a:r>
              <a:rPr kumimoji="1" lang="en-US" altLang="zh-CN" b="1" dirty="0">
                <a:solidFill>
                  <a:srgbClr val="0070C0"/>
                </a:solidFill>
                <a:latin typeface="+mn-ea"/>
              </a:rPr>
              <a:t>B</a:t>
            </a:r>
            <a:r>
              <a:rPr kumimoji="1" lang="en-US" altLang="zh-CN" b="1" dirty="0">
                <a:solidFill>
                  <a:srgbClr val="B50988"/>
                </a:solidFill>
                <a:latin typeface="+mn-ea"/>
              </a:rPr>
              <a:t>A</a:t>
            </a:r>
            <a:r>
              <a:rPr kumimoji="1" lang="en-US" altLang="zh-CN" b="1" dirty="0">
                <a:solidFill>
                  <a:srgbClr val="0000FF"/>
                </a:solidFill>
                <a:latin typeface="+mn-ea"/>
              </a:rPr>
              <a:t>CC</a:t>
            </a:r>
            <a:r>
              <a:rPr kumimoji="1" lang="en-US" altLang="zh-CN" b="1" dirty="0">
                <a:solidFill>
                  <a:schemeClr val="accent2">
                    <a:lumMod val="75000"/>
                  </a:schemeClr>
                </a:solidFill>
                <a:latin typeface="+mn-ea"/>
              </a:rPr>
              <a:t>D</a:t>
            </a:r>
            <a:r>
              <a:rPr kumimoji="1" lang="en-US" altLang="zh-CN" b="1" dirty="0">
                <a:solidFill>
                  <a:srgbClr val="B50988"/>
                </a:solidFill>
                <a:latin typeface="+mn-ea"/>
              </a:rPr>
              <a:t>A </a:t>
            </a:r>
            <a:r>
              <a:rPr kumimoji="1" lang="en-US" altLang="zh-CN" b="1" dirty="0">
                <a:latin typeface="+mn-ea"/>
                <a:sym typeface="Wingdings" panose="05000000000000000000" pitchFamily="2" charset="2"/>
              </a:rPr>
              <a:t>  </a:t>
            </a:r>
            <a:endParaRPr lang="zh-CN" altLang="en-US" b="1" dirty="0">
              <a:latin typeface="+mn-ea"/>
            </a:endParaRPr>
          </a:p>
        </p:txBody>
      </p:sp>
      <p:sp>
        <p:nvSpPr>
          <p:cNvPr id="9" name="文本框 8"/>
          <p:cNvSpPr txBox="1"/>
          <p:nvPr>
            <p:custDataLst>
              <p:tags r:id="rId6"/>
            </p:custDataLst>
          </p:nvPr>
        </p:nvSpPr>
        <p:spPr>
          <a:xfrm>
            <a:off x="3620994" y="3335864"/>
            <a:ext cx="1604682" cy="396583"/>
          </a:xfrm>
          <a:prstGeom prst="rect">
            <a:avLst/>
          </a:prstGeom>
          <a:noFill/>
        </p:spPr>
        <p:txBody>
          <a:bodyPr wrap="square">
            <a:spAutoFit/>
          </a:bodyPr>
          <a:p>
            <a:pPr>
              <a:lnSpc>
                <a:spcPct val="120000"/>
              </a:lnSpc>
            </a:pPr>
            <a:r>
              <a:rPr kumimoji="1" lang="en-US" altLang="zh-CN" b="1" dirty="0">
                <a:latin typeface="+mn-ea"/>
              </a:rPr>
              <a:t>000011010</a:t>
            </a:r>
            <a:endParaRPr lang="zh-CN" altLang="en-US" dirty="0"/>
          </a:p>
        </p:txBody>
      </p:sp>
      <p:sp>
        <p:nvSpPr>
          <p:cNvPr id="10" name="矩形: 圆角 8"/>
          <p:cNvSpPr/>
          <p:nvPr>
            <p:custDataLst>
              <p:tags r:id="rId7"/>
            </p:custDataLst>
          </p:nvPr>
        </p:nvSpPr>
        <p:spPr>
          <a:xfrm>
            <a:off x="3692277" y="3373952"/>
            <a:ext cx="592105" cy="320405"/>
          </a:xfrm>
          <a:prstGeom prst="roundRect">
            <a:avLst>
              <a:gd name="adj" fmla="val 9000"/>
            </a:avLst>
          </a:prstGeom>
          <a:solidFill>
            <a:srgbClr val="B50988">
              <a:alpha val="21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p>
        </p:txBody>
      </p:sp>
      <p:sp>
        <p:nvSpPr>
          <p:cNvPr id="11" name="左大括号 10"/>
          <p:cNvSpPr/>
          <p:nvPr>
            <p:custDataLst>
              <p:tags r:id="rId8"/>
            </p:custDataLst>
          </p:nvPr>
        </p:nvSpPr>
        <p:spPr>
          <a:xfrm>
            <a:off x="5004266" y="2947023"/>
            <a:ext cx="245357" cy="907636"/>
          </a:xfrm>
          <a:prstGeom prst="leftBrace">
            <a:avLst>
              <a:gd name="adj1" fmla="val 64982"/>
              <a:gd name="adj2" fmla="val 50000"/>
            </a:avLst>
          </a:prstGeom>
          <a:ln w="2540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lnSpc>
                <a:spcPct val="120000"/>
              </a:lnSpc>
            </a:pPr>
            <a:endParaRPr lang="zh-CN" altLang="en-US">
              <a:solidFill>
                <a:schemeClr val="accent2">
                  <a:lumMod val="75000"/>
                </a:schemeClr>
              </a:solidFill>
            </a:endParaRPr>
          </a:p>
        </p:txBody>
      </p:sp>
      <p:cxnSp>
        <p:nvCxnSpPr>
          <p:cNvPr id="13" name="连接符: 曲线 10"/>
          <p:cNvCxnSpPr>
            <a:stCxn id="10" idx="3"/>
            <a:endCxn id="11" idx="1"/>
          </p:cNvCxnSpPr>
          <p:nvPr>
            <p:custDataLst>
              <p:tags r:id="rId9"/>
            </p:custDataLst>
          </p:nvPr>
        </p:nvCxnSpPr>
        <p:spPr>
          <a:xfrm flipV="1">
            <a:off x="4284382" y="3400841"/>
            <a:ext cx="719884" cy="133314"/>
          </a:xfrm>
          <a:prstGeom prst="curvedConnector3">
            <a:avLst>
              <a:gd name="adj1" fmla="val 50000"/>
            </a:avLst>
          </a:prstGeom>
          <a:ln w="38100">
            <a:solidFill>
              <a:srgbClr val="B50988">
                <a:alpha val="58000"/>
              </a:srgbClr>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10"/>
            </p:custDataLst>
          </p:nvPr>
        </p:nvSpPr>
        <p:spPr>
          <a:xfrm>
            <a:off x="5175818" y="2887310"/>
            <a:ext cx="1093695" cy="396583"/>
          </a:xfrm>
          <a:prstGeom prst="rect">
            <a:avLst/>
          </a:prstGeom>
          <a:noFill/>
        </p:spPr>
        <p:txBody>
          <a:bodyPr wrap="square">
            <a:spAutoFit/>
          </a:bodyPr>
          <a:p>
            <a:pPr>
              <a:lnSpc>
                <a:spcPct val="120000"/>
              </a:lnSpc>
            </a:pPr>
            <a:r>
              <a:rPr kumimoji="1" lang="en-US" altLang="zh-CN" b="1" dirty="0">
                <a:solidFill>
                  <a:srgbClr val="B50988"/>
                </a:solidFill>
                <a:latin typeface="+mn-ea"/>
              </a:rPr>
              <a:t>0000 </a:t>
            </a:r>
            <a:r>
              <a:rPr kumimoji="1" lang="en-US" altLang="zh-CN" b="1" dirty="0">
                <a:latin typeface="+mn-ea"/>
                <a:sym typeface="Wingdings" panose="05000000000000000000" pitchFamily="2" charset="2"/>
              </a:rPr>
              <a:t></a:t>
            </a:r>
            <a:endParaRPr lang="zh-CN" altLang="en-US" dirty="0"/>
          </a:p>
        </p:txBody>
      </p:sp>
      <p:sp>
        <p:nvSpPr>
          <p:cNvPr id="15" name="文本框 14"/>
          <p:cNvSpPr txBox="1"/>
          <p:nvPr>
            <p:custDataLst>
              <p:tags r:id="rId11"/>
            </p:custDataLst>
          </p:nvPr>
        </p:nvSpPr>
        <p:spPr>
          <a:xfrm>
            <a:off x="6133383" y="2888127"/>
            <a:ext cx="1093695" cy="396583"/>
          </a:xfrm>
          <a:prstGeom prst="rect">
            <a:avLst/>
          </a:prstGeom>
          <a:noFill/>
        </p:spPr>
        <p:txBody>
          <a:bodyPr wrap="square">
            <a:spAutoFit/>
          </a:bodyPr>
          <a:p>
            <a:pPr>
              <a:lnSpc>
                <a:spcPct val="120000"/>
              </a:lnSpc>
            </a:pPr>
            <a:r>
              <a:rPr kumimoji="1" lang="en-US" altLang="zh-CN" b="1" dirty="0">
                <a:solidFill>
                  <a:srgbClr val="B50988"/>
                </a:solidFill>
                <a:latin typeface="+mn-ea"/>
              </a:rPr>
              <a:t>AAAA</a:t>
            </a:r>
            <a:endParaRPr lang="zh-CN" altLang="en-US" dirty="0"/>
          </a:p>
        </p:txBody>
      </p:sp>
      <p:sp>
        <p:nvSpPr>
          <p:cNvPr id="16" name="文本框 15"/>
          <p:cNvSpPr txBox="1"/>
          <p:nvPr>
            <p:custDataLst>
              <p:tags r:id="rId12"/>
            </p:custDataLst>
          </p:nvPr>
        </p:nvSpPr>
        <p:spPr>
          <a:xfrm>
            <a:off x="5175818" y="3202550"/>
            <a:ext cx="1093695" cy="396583"/>
          </a:xfrm>
          <a:prstGeom prst="rect">
            <a:avLst/>
          </a:prstGeom>
          <a:noFill/>
        </p:spPr>
        <p:txBody>
          <a:bodyPr wrap="square">
            <a:spAutoFit/>
          </a:bodyPr>
          <a:p>
            <a:pPr>
              <a:lnSpc>
                <a:spcPct val="120000"/>
              </a:lnSpc>
            </a:pPr>
            <a:r>
              <a:rPr kumimoji="1" lang="en-US" altLang="zh-CN" b="1" dirty="0">
                <a:solidFill>
                  <a:srgbClr val="B50988"/>
                </a:solidFill>
                <a:latin typeface="+mn-ea"/>
              </a:rPr>
              <a:t>0</a:t>
            </a:r>
            <a:r>
              <a:rPr kumimoji="1" lang="en-US" altLang="zh-CN" b="1" dirty="0">
                <a:solidFill>
                  <a:srgbClr val="0070C0"/>
                </a:solidFill>
                <a:latin typeface="+mn-ea"/>
              </a:rPr>
              <a:t>00</a:t>
            </a:r>
            <a:r>
              <a:rPr kumimoji="1" lang="en-US" altLang="zh-CN" b="1" dirty="0">
                <a:solidFill>
                  <a:srgbClr val="B50988"/>
                </a:solidFill>
                <a:latin typeface="+mn-ea"/>
              </a:rPr>
              <a:t>0 </a:t>
            </a:r>
            <a:r>
              <a:rPr kumimoji="1" lang="en-US" altLang="zh-CN" b="1" dirty="0">
                <a:latin typeface="+mn-ea"/>
                <a:sym typeface="Wingdings" panose="05000000000000000000" pitchFamily="2" charset="2"/>
              </a:rPr>
              <a:t></a:t>
            </a:r>
            <a:endParaRPr lang="zh-CN" altLang="en-US" dirty="0"/>
          </a:p>
        </p:txBody>
      </p:sp>
      <p:sp>
        <p:nvSpPr>
          <p:cNvPr id="17" name="文本框 16"/>
          <p:cNvSpPr txBox="1"/>
          <p:nvPr>
            <p:custDataLst>
              <p:tags r:id="rId13"/>
            </p:custDataLst>
          </p:nvPr>
        </p:nvSpPr>
        <p:spPr>
          <a:xfrm>
            <a:off x="6124720" y="3202550"/>
            <a:ext cx="909616" cy="396583"/>
          </a:xfrm>
          <a:prstGeom prst="rect">
            <a:avLst/>
          </a:prstGeom>
          <a:noFill/>
        </p:spPr>
        <p:txBody>
          <a:bodyPr wrap="square">
            <a:spAutoFit/>
          </a:bodyPr>
          <a:p>
            <a:pPr>
              <a:lnSpc>
                <a:spcPct val="120000"/>
              </a:lnSpc>
            </a:pPr>
            <a:r>
              <a:rPr kumimoji="1" lang="en-US" altLang="zh-CN" b="1" dirty="0">
                <a:solidFill>
                  <a:srgbClr val="B50988"/>
                </a:solidFill>
                <a:latin typeface="+mn-ea"/>
              </a:rPr>
              <a:t>A</a:t>
            </a:r>
            <a:r>
              <a:rPr kumimoji="1" lang="en-US" altLang="zh-CN" b="1" dirty="0">
                <a:solidFill>
                  <a:srgbClr val="0070C0"/>
                </a:solidFill>
                <a:latin typeface="+mn-ea"/>
              </a:rPr>
              <a:t>B</a:t>
            </a:r>
            <a:r>
              <a:rPr kumimoji="1" lang="en-US" altLang="zh-CN" b="1" dirty="0">
                <a:solidFill>
                  <a:srgbClr val="B50988"/>
                </a:solidFill>
                <a:latin typeface="+mn-ea"/>
              </a:rPr>
              <a:t>A</a:t>
            </a:r>
            <a:endParaRPr lang="zh-CN" altLang="en-US" dirty="0"/>
          </a:p>
        </p:txBody>
      </p:sp>
      <p:sp>
        <p:nvSpPr>
          <p:cNvPr id="18" name="文本框 17"/>
          <p:cNvSpPr txBox="1"/>
          <p:nvPr>
            <p:custDataLst>
              <p:tags r:id="rId14"/>
            </p:custDataLst>
          </p:nvPr>
        </p:nvSpPr>
        <p:spPr>
          <a:xfrm>
            <a:off x="5175818" y="3522749"/>
            <a:ext cx="1093695" cy="396583"/>
          </a:xfrm>
          <a:prstGeom prst="rect">
            <a:avLst/>
          </a:prstGeom>
          <a:noFill/>
        </p:spPr>
        <p:txBody>
          <a:bodyPr wrap="square">
            <a:spAutoFit/>
          </a:bodyPr>
          <a:p>
            <a:pPr>
              <a:lnSpc>
                <a:spcPct val="120000"/>
              </a:lnSpc>
            </a:pPr>
            <a:r>
              <a:rPr kumimoji="1" lang="en-US" altLang="zh-CN" b="1" dirty="0">
                <a:solidFill>
                  <a:srgbClr val="0070C0"/>
                </a:solidFill>
                <a:latin typeface="+mn-ea"/>
              </a:rPr>
              <a:t>0000</a:t>
            </a:r>
            <a:r>
              <a:rPr kumimoji="1" lang="en-US" altLang="zh-CN" b="1" dirty="0">
                <a:solidFill>
                  <a:srgbClr val="B50988"/>
                </a:solidFill>
                <a:latin typeface="+mn-ea"/>
              </a:rPr>
              <a:t> </a:t>
            </a:r>
            <a:r>
              <a:rPr kumimoji="1" lang="en-US" altLang="zh-CN" b="1" dirty="0">
                <a:latin typeface="+mn-ea"/>
                <a:sym typeface="Wingdings" panose="05000000000000000000" pitchFamily="2" charset="2"/>
              </a:rPr>
              <a:t></a:t>
            </a:r>
            <a:endParaRPr lang="zh-CN" altLang="en-US" dirty="0"/>
          </a:p>
        </p:txBody>
      </p:sp>
      <p:sp>
        <p:nvSpPr>
          <p:cNvPr id="19" name="文本框 18"/>
          <p:cNvSpPr txBox="1"/>
          <p:nvPr>
            <p:custDataLst>
              <p:tags r:id="rId15"/>
            </p:custDataLst>
          </p:nvPr>
        </p:nvSpPr>
        <p:spPr>
          <a:xfrm>
            <a:off x="6133384" y="3522749"/>
            <a:ext cx="649639" cy="396583"/>
          </a:xfrm>
          <a:prstGeom prst="rect">
            <a:avLst/>
          </a:prstGeom>
          <a:noFill/>
        </p:spPr>
        <p:txBody>
          <a:bodyPr wrap="square">
            <a:spAutoFit/>
          </a:bodyPr>
          <a:p>
            <a:pPr>
              <a:lnSpc>
                <a:spcPct val="120000"/>
              </a:lnSpc>
            </a:pPr>
            <a:r>
              <a:rPr kumimoji="1" lang="en-US" altLang="zh-CN" b="1" dirty="0">
                <a:solidFill>
                  <a:srgbClr val="0070C0"/>
                </a:solidFill>
                <a:latin typeface="+mn-ea"/>
              </a:rPr>
              <a:t>BB</a:t>
            </a:r>
            <a:endParaRPr lang="zh-CN" altLang="en-US" dirty="0">
              <a:solidFill>
                <a:srgbClr val="0070C0"/>
              </a:solidFill>
            </a:endParaRPr>
          </a:p>
        </p:txBody>
      </p:sp>
      <p:sp>
        <p:nvSpPr>
          <p:cNvPr id="20" name="左大括号 19"/>
          <p:cNvSpPr/>
          <p:nvPr>
            <p:custDataLst>
              <p:tags r:id="rId16"/>
            </p:custDataLst>
          </p:nvPr>
        </p:nvSpPr>
        <p:spPr>
          <a:xfrm rot="10800000">
            <a:off x="6871782" y="2947023"/>
            <a:ext cx="245357" cy="907636"/>
          </a:xfrm>
          <a:prstGeom prst="leftBrace">
            <a:avLst>
              <a:gd name="adj1" fmla="val 64982"/>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lnSpc>
                <a:spcPct val="120000"/>
              </a:lnSpc>
            </a:pPr>
            <a:endParaRPr lang="zh-CN" altLang="en-US">
              <a:solidFill>
                <a:schemeClr val="accent2">
                  <a:lumMod val="75000"/>
                </a:schemeClr>
              </a:solidFill>
            </a:endParaRPr>
          </a:p>
        </p:txBody>
      </p:sp>
      <p:sp>
        <p:nvSpPr>
          <p:cNvPr id="21" name="文本框 20"/>
          <p:cNvSpPr txBox="1"/>
          <p:nvPr>
            <p:custDataLst>
              <p:tags r:id="rId17"/>
            </p:custDataLst>
          </p:nvPr>
        </p:nvSpPr>
        <p:spPr>
          <a:xfrm>
            <a:off x="7086467" y="3060588"/>
            <a:ext cx="2128816" cy="680507"/>
          </a:xfrm>
          <a:prstGeom prst="rect">
            <a:avLst/>
          </a:prstGeom>
          <a:noFill/>
        </p:spPr>
        <p:txBody>
          <a:bodyPr wrap="square">
            <a:spAutoFit/>
          </a:bodyPr>
          <a:p>
            <a:pPr>
              <a:lnSpc>
                <a:spcPct val="110000"/>
              </a:lnSpc>
            </a:pPr>
            <a:r>
              <a:rPr kumimoji="1" lang="zh-CN" altLang="en-US" b="1" dirty="0">
                <a:latin typeface="+mn-ea"/>
              </a:rPr>
              <a:t>由于编码位数不确定导致的重码现象</a:t>
            </a:r>
            <a:endParaRPr lang="zh-CN" altLang="en-US" dirty="0"/>
          </a:p>
        </p:txBody>
      </p:sp>
      <p:sp>
        <p:nvSpPr>
          <p:cNvPr id="22" name="文本框 21"/>
          <p:cNvSpPr txBox="1"/>
          <p:nvPr>
            <p:custDataLst>
              <p:tags r:id="rId18"/>
            </p:custDataLst>
          </p:nvPr>
        </p:nvSpPr>
        <p:spPr>
          <a:xfrm>
            <a:off x="0" y="3886373"/>
            <a:ext cx="9144000" cy="765915"/>
          </a:xfrm>
          <a:prstGeom prst="rect">
            <a:avLst/>
          </a:prstGeom>
          <a:noFill/>
        </p:spPr>
        <p:txBody>
          <a:bodyPr wrap="square">
            <a:spAutoFit/>
          </a:bodyPr>
          <a:p>
            <a:pPr>
              <a:lnSpc>
                <a:spcPct val="120000"/>
              </a:lnSpc>
            </a:pPr>
            <a:r>
              <a:rPr lang="zh-CN" altLang="en-US" sz="2000" b="1" dirty="0">
                <a:solidFill>
                  <a:srgbClr val="7030A0"/>
                </a:solidFill>
                <a:latin typeface="+mn-ea"/>
              </a:rPr>
              <a:t>需求</a:t>
            </a:r>
            <a:r>
              <a:rPr lang="en-US" altLang="zh-CN" sz="2000" b="1" dirty="0">
                <a:solidFill>
                  <a:srgbClr val="7030A0"/>
                </a:solidFill>
                <a:latin typeface="+mn-ea"/>
              </a:rPr>
              <a:t>2</a:t>
            </a:r>
            <a:r>
              <a:rPr lang="zh-CN" altLang="en-US" sz="2000" b="1" dirty="0">
                <a:solidFill>
                  <a:srgbClr val="7030A0"/>
                </a:solidFill>
                <a:latin typeface="+mn-ea"/>
              </a:rPr>
              <a:t>：</a:t>
            </a:r>
            <a:r>
              <a:rPr lang="zh-CN" altLang="en-US" sz="2000" b="1" dirty="0">
                <a:solidFill>
                  <a:srgbClr val="7030A0"/>
                </a:solidFill>
                <a:latin typeface="+mn-ea"/>
                <a:sym typeface="Wingdings" panose="05000000000000000000" pitchFamily="2" charset="2"/>
              </a:rPr>
              <a:t>解决不等长编码的重码现象</a:t>
            </a:r>
            <a:endParaRPr lang="en-US" altLang="zh-CN" sz="2000" b="1" dirty="0">
              <a:solidFill>
                <a:srgbClr val="7030A0"/>
              </a:solidFill>
              <a:latin typeface="+mn-ea"/>
              <a:sym typeface="Wingdings" panose="05000000000000000000" pitchFamily="2" charset="2"/>
            </a:endParaRPr>
          </a:p>
          <a:p>
            <a:pPr marL="285750" indent="-285750">
              <a:lnSpc>
                <a:spcPct val="120000"/>
              </a:lnSpc>
              <a:buFont typeface="Wingdings" panose="05000000000000000000" pitchFamily="2" charset="2"/>
              <a:buChar char="n"/>
            </a:pPr>
            <a:r>
              <a:rPr lang="zh-CN" altLang="en-US" b="1" dirty="0">
                <a:latin typeface="+mn-ea"/>
              </a:rPr>
              <a:t>在设计长度不等的编码时，必须使任一字符的编码都不是另一个字符编码的</a:t>
            </a:r>
            <a:r>
              <a:rPr lang="zh-CN" altLang="en-US" b="1" dirty="0">
                <a:solidFill>
                  <a:srgbClr val="FF0000"/>
                </a:solidFill>
                <a:latin typeface="+mn-ea"/>
              </a:rPr>
              <a:t>前缀</a:t>
            </a:r>
            <a:endParaRPr lang="zh-CN" altLang="en-US" b="1" dirty="0">
              <a:solidFill>
                <a:srgbClr val="FF0000"/>
              </a:solidFill>
              <a:latin typeface="+mn-ea"/>
            </a:endParaRPr>
          </a:p>
        </p:txBody>
      </p:sp>
      <p:sp>
        <p:nvSpPr>
          <p:cNvPr id="23" name="文本框 22"/>
          <p:cNvSpPr txBox="1"/>
          <p:nvPr>
            <p:custDataLst>
              <p:tags r:id="rId19"/>
            </p:custDataLst>
          </p:nvPr>
        </p:nvSpPr>
        <p:spPr>
          <a:xfrm>
            <a:off x="0" y="4684958"/>
            <a:ext cx="6520873" cy="430374"/>
          </a:xfrm>
          <a:prstGeom prst="rect">
            <a:avLst/>
          </a:prstGeom>
          <a:noFill/>
        </p:spPr>
        <p:txBody>
          <a:bodyPr wrap="square">
            <a:spAutoFit/>
          </a:bodyPr>
          <a:p>
            <a:pPr>
              <a:lnSpc>
                <a:spcPct val="120000"/>
              </a:lnSpc>
            </a:pPr>
            <a:r>
              <a:rPr lang="zh-CN" altLang="en-US" sz="2000" b="1" dirty="0">
                <a:solidFill>
                  <a:srgbClr val="FF0000"/>
                </a:solidFill>
                <a:latin typeface="+mn-ea"/>
              </a:rPr>
              <a:t>通过以哈夫曼树为基础的哈夫曼编码来完成这两个需求</a:t>
            </a:r>
            <a:endParaRPr lang="zh-CN" altLang="en-US" b="1" dirty="0">
              <a:solidFill>
                <a:srgbClr val="FF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wipe(left)">
                                      <p:cBhvr>
                                        <p:cTn id="27" dur="500"/>
                                        <p:tgtEl>
                                          <p:spTgt spid="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wipe(left)">
                                      <p:cBhvr>
                                        <p:cTn id="32" dur="500"/>
                                        <p:tgtEl>
                                          <p:spTgt spid="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xEl>
                                              <p:pRg st="1" end="1"/>
                                            </p:txEl>
                                          </p:spTgt>
                                        </p:tgtEl>
                                        <p:attrNameLst>
                                          <p:attrName>style.visibility</p:attrName>
                                        </p:attrNameLst>
                                      </p:cBhvr>
                                      <p:to>
                                        <p:strVal val="visible"/>
                                      </p:to>
                                    </p:set>
                                    <p:animEffect transition="in" filter="wipe(left)">
                                      <p:cBhvr>
                                        <p:cTn id="37" dur="500"/>
                                        <p:tgtEl>
                                          <p:spTgt spid="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left)">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left)">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left)">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wipe(left)">
                                      <p:cBhvr>
                                        <p:cTn id="81" dur="500"/>
                                        <p:tgtEl>
                                          <p:spTgt spid="1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wipe(left)">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wipe(left)">
                                      <p:cBhvr>
                                        <p:cTn id="91" dur="500"/>
                                        <p:tgtEl>
                                          <p:spTgt spid="20"/>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wipe(left)">
                                      <p:cBhvr>
                                        <p:cTn id="95" dur="500"/>
                                        <p:tgtEl>
                                          <p:spTgt spid="2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2">
                                            <p:txEl>
                                              <p:pRg st="0" end="0"/>
                                            </p:txEl>
                                          </p:spTgt>
                                        </p:tgtEl>
                                        <p:attrNameLst>
                                          <p:attrName>style.visibility</p:attrName>
                                        </p:attrNameLst>
                                      </p:cBhvr>
                                      <p:to>
                                        <p:strVal val="visible"/>
                                      </p:to>
                                    </p:set>
                                    <p:animEffect transition="in" filter="wipe(left)">
                                      <p:cBhvr>
                                        <p:cTn id="100" dur="500"/>
                                        <p:tgtEl>
                                          <p:spTgt spid="22">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22">
                                            <p:txEl>
                                              <p:pRg st="1" end="1"/>
                                            </p:txEl>
                                          </p:spTgt>
                                        </p:tgtEl>
                                        <p:attrNameLst>
                                          <p:attrName>style.visibility</p:attrName>
                                        </p:attrNameLst>
                                      </p:cBhvr>
                                      <p:to>
                                        <p:strVal val="visible"/>
                                      </p:to>
                                    </p:set>
                                    <p:animEffect transition="in" filter="wipe(left)">
                                      <p:cBhvr>
                                        <p:cTn id="105" dur="500"/>
                                        <p:tgtEl>
                                          <p:spTgt spid="22">
                                            <p:txEl>
                                              <p:pRg st="1" end="1"/>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3"/>
                                        </p:tgtEl>
                                        <p:attrNameLst>
                                          <p:attrName>style.visibility</p:attrName>
                                        </p:attrNameLst>
                                      </p:cBhvr>
                                      <p:to>
                                        <p:strVal val="visible"/>
                                      </p:to>
                                    </p:set>
                                    <p:animEffect transition="in" filter="wipe(left)">
                                      <p:cBhvr>
                                        <p:cTn id="1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bldLvl="0" animBg="1"/>
      <p:bldP spid="11" grpId="0" bldLvl="0" animBg="1"/>
      <p:bldP spid="14" grpId="0"/>
      <p:bldP spid="15" grpId="0"/>
      <p:bldP spid="16" grpId="0"/>
      <p:bldP spid="17" grpId="0"/>
      <p:bldP spid="18" grpId="0"/>
      <p:bldP spid="19" grpId="0"/>
      <p:bldP spid="20" grpId="0" bldLvl="0" animBg="1"/>
      <p:bldP spid="21" grpId="0"/>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哈夫曼</a:t>
            </a:r>
            <a:r>
              <a:rPr lang="zh-CN" altLang="en-US" sz="4000" b="1" dirty="0">
                <a:solidFill>
                  <a:schemeClr val="accent1">
                    <a:lumMod val="75000"/>
                  </a:schemeClr>
                </a:solidFill>
              </a:rPr>
              <a:t>编码</a:t>
            </a:r>
            <a:endParaRPr lang="zh-CN" altLang="en-US" sz="4000" b="1" dirty="0">
              <a:solidFill>
                <a:schemeClr val="accent1">
                  <a:lumMod val="75000"/>
                </a:schemeClr>
              </a:solidFill>
            </a:endParaRPr>
          </a:p>
        </p:txBody>
      </p:sp>
      <p:sp>
        <p:nvSpPr>
          <p:cNvPr id="12" name="文本框 11"/>
          <p:cNvSpPr txBox="1"/>
          <p:nvPr>
            <p:custDataLst>
              <p:tags r:id="rId2"/>
            </p:custDataLst>
          </p:nvPr>
        </p:nvSpPr>
        <p:spPr>
          <a:xfrm>
            <a:off x="-635" y="783590"/>
            <a:ext cx="3006090" cy="398780"/>
          </a:xfrm>
          <a:prstGeom prst="rect">
            <a:avLst/>
          </a:prstGeom>
          <a:noFill/>
        </p:spPr>
        <p:txBody>
          <a:bodyPr wrap="square" rtlCol="0" anchor="t">
            <a:spAutoFit/>
          </a:bodyPr>
          <a:p>
            <a:r>
              <a:rPr lang="zh-CN" altLang="en-US" sz="2000" b="1">
                <a:solidFill>
                  <a:schemeClr val="accent5">
                    <a:lumMod val="75000"/>
                  </a:schemeClr>
                </a:solidFill>
                <a:latin typeface="微软雅黑" panose="020B0503020204020204" charset="-122"/>
                <a:ea typeface="微软雅黑" panose="020B0503020204020204" charset="-122"/>
              </a:rPr>
              <a:t>哈夫曼</a:t>
            </a:r>
            <a:r>
              <a:rPr lang="zh-CN" altLang="en-US" sz="2000" b="1">
                <a:solidFill>
                  <a:schemeClr val="accent5">
                    <a:lumMod val="75000"/>
                  </a:schemeClr>
                </a:solidFill>
                <a:latin typeface="微软雅黑" panose="020B0503020204020204" charset="-122"/>
                <a:ea typeface="微软雅黑" panose="020B0503020204020204" charset="-122"/>
              </a:rPr>
              <a:t>编码的构造方法：</a:t>
            </a:r>
            <a:endParaRPr lang="zh-CN" altLang="en-US" sz="2000" b="1">
              <a:solidFill>
                <a:schemeClr val="accent5">
                  <a:lumMod val="75000"/>
                </a:schemeClr>
              </a:solidFill>
              <a:latin typeface="微软雅黑" panose="020B0503020204020204" charset="-122"/>
              <a:ea typeface="微软雅黑" panose="020B0503020204020204" charset="-122"/>
            </a:endParaRPr>
          </a:p>
        </p:txBody>
      </p:sp>
      <p:sp>
        <p:nvSpPr>
          <p:cNvPr id="6" name="文本框 5"/>
          <p:cNvSpPr txBox="1"/>
          <p:nvPr>
            <p:custDataLst>
              <p:tags r:id="rId3"/>
            </p:custDataLst>
          </p:nvPr>
        </p:nvSpPr>
        <p:spPr>
          <a:xfrm>
            <a:off x="0" y="1038778"/>
            <a:ext cx="8580582" cy="1538370"/>
          </a:xfrm>
          <a:prstGeom prst="rect">
            <a:avLst/>
          </a:prstGeom>
          <a:noFill/>
        </p:spPr>
        <p:txBody>
          <a:bodyPr wrap="square">
            <a:spAutoFit/>
          </a:bodyPr>
          <a:p>
            <a:pPr marL="284480" indent="-284480">
              <a:lnSpc>
                <a:spcPct val="120000"/>
              </a:lnSpc>
              <a:buFont typeface="Wingdings" panose="05000000000000000000" pitchFamily="2" charset="2"/>
              <a:buChar char="n"/>
            </a:pPr>
            <a:r>
              <a:rPr kumimoji="1" lang="zh-CN" altLang="en-US" sz="2000" b="1" dirty="0">
                <a:latin typeface="+mn-ea"/>
                <a:cs typeface="Consolas" panose="020B0609020204030204" pitchFamily="49" charset="0"/>
              </a:rPr>
              <a:t>统计字符集中每个字符在电文中出现的频率</a:t>
            </a:r>
            <a:r>
              <a:rPr kumimoji="1" lang="en-US" altLang="zh-CN" sz="2000" b="1" dirty="0">
                <a:solidFill>
                  <a:srgbClr val="B50988"/>
                </a:solidFill>
                <a:latin typeface="+mn-ea"/>
                <a:cs typeface="Consolas" panose="020B0609020204030204" pitchFamily="49" charset="0"/>
              </a:rPr>
              <a:t>(</a:t>
            </a:r>
            <a:r>
              <a:rPr kumimoji="1" lang="zh-CN" altLang="en-US" sz="2000" b="1" dirty="0">
                <a:solidFill>
                  <a:srgbClr val="B50988"/>
                </a:solidFill>
                <a:latin typeface="+mn-ea"/>
                <a:cs typeface="Consolas" panose="020B0609020204030204" pitchFamily="49" charset="0"/>
              </a:rPr>
              <a:t>频率越大要求编码越短</a:t>
            </a:r>
            <a:r>
              <a:rPr kumimoji="1" lang="en-US" altLang="zh-CN" sz="2000" b="1" dirty="0">
                <a:solidFill>
                  <a:srgbClr val="B50988"/>
                </a:solidFill>
                <a:latin typeface="+mn-ea"/>
                <a:cs typeface="Consolas" panose="020B0609020204030204" pitchFamily="49" charset="0"/>
              </a:rPr>
              <a:t>)</a:t>
            </a:r>
            <a:endParaRPr kumimoji="1" lang="en-US" altLang="zh-CN" sz="2000" b="1" dirty="0">
              <a:solidFill>
                <a:srgbClr val="B50988"/>
              </a:solidFill>
              <a:latin typeface="+mn-ea"/>
              <a:cs typeface="Consolas" panose="020B0609020204030204" pitchFamily="49" charset="0"/>
            </a:endParaRPr>
          </a:p>
          <a:p>
            <a:pPr marL="284480" indent="-284480">
              <a:lnSpc>
                <a:spcPct val="120000"/>
              </a:lnSpc>
              <a:buFont typeface="Wingdings" panose="05000000000000000000" pitchFamily="2" charset="2"/>
              <a:buChar char="n"/>
            </a:pPr>
            <a:r>
              <a:rPr kumimoji="1" lang="zh-CN" altLang="en-US" sz="2000" b="1" dirty="0">
                <a:latin typeface="+mn-ea"/>
                <a:cs typeface="Consolas" panose="020B0609020204030204" pitchFamily="49" charset="0"/>
              </a:rPr>
              <a:t>将每个字符的频率值作为权值构建哈夫曼树</a:t>
            </a:r>
            <a:r>
              <a:rPr kumimoji="1" lang="en-US" altLang="zh-CN" sz="2000" b="1" dirty="0">
                <a:solidFill>
                  <a:srgbClr val="B50988"/>
                </a:solidFill>
                <a:latin typeface="+mn-ea"/>
                <a:cs typeface="Consolas" panose="020B0609020204030204" pitchFamily="49" charset="0"/>
              </a:rPr>
              <a:t>(</a:t>
            </a:r>
            <a:r>
              <a:rPr kumimoji="1" lang="zh-CN" altLang="en-US" sz="2000" b="1" dirty="0">
                <a:solidFill>
                  <a:srgbClr val="B50988"/>
                </a:solidFill>
                <a:latin typeface="+mn-ea"/>
                <a:cs typeface="Consolas" panose="020B0609020204030204" pitchFamily="49" charset="0"/>
              </a:rPr>
              <a:t>频率越大的结点离根越近</a:t>
            </a:r>
            <a:r>
              <a:rPr kumimoji="1" lang="en-US" altLang="zh-CN" sz="2000" b="1" dirty="0">
                <a:solidFill>
                  <a:srgbClr val="B50988"/>
                </a:solidFill>
                <a:latin typeface="+mn-ea"/>
                <a:cs typeface="Consolas" panose="020B0609020204030204" pitchFamily="49" charset="0"/>
              </a:rPr>
              <a:t>)</a:t>
            </a:r>
            <a:endParaRPr kumimoji="1" lang="en-US" altLang="zh-CN" sz="2000" b="1" dirty="0">
              <a:solidFill>
                <a:srgbClr val="B50988"/>
              </a:solidFill>
              <a:latin typeface="+mn-ea"/>
              <a:cs typeface="Consolas" panose="020B0609020204030204" pitchFamily="49" charset="0"/>
            </a:endParaRPr>
          </a:p>
          <a:p>
            <a:pPr marL="284480" indent="-284480">
              <a:lnSpc>
                <a:spcPct val="120000"/>
              </a:lnSpc>
              <a:buFont typeface="Wingdings" panose="05000000000000000000" pitchFamily="2" charset="2"/>
              <a:buChar char="n"/>
            </a:pPr>
            <a:r>
              <a:rPr kumimoji="1" lang="zh-CN" altLang="en-US" sz="2000" b="1" dirty="0">
                <a:latin typeface="+mn-ea"/>
                <a:cs typeface="Consolas" panose="020B0609020204030204" pitchFamily="49" charset="0"/>
              </a:rPr>
              <a:t>在哈夫曼树中所有</a:t>
            </a:r>
            <a:r>
              <a:rPr kumimoji="1" lang="zh-CN" altLang="en-US" sz="2000" b="1" dirty="0">
                <a:solidFill>
                  <a:srgbClr val="FF0000"/>
                </a:solidFill>
                <a:latin typeface="+mn-ea"/>
                <a:cs typeface="Consolas" panose="020B0609020204030204" pitchFamily="49" charset="0"/>
              </a:rPr>
              <a:t>左分支标为</a:t>
            </a:r>
            <a:r>
              <a:rPr kumimoji="1" lang="en-US" altLang="zh-CN" sz="2000" b="1" dirty="0">
                <a:solidFill>
                  <a:srgbClr val="FF0000"/>
                </a:solidFill>
                <a:latin typeface="+mn-ea"/>
                <a:cs typeface="Consolas" panose="020B0609020204030204" pitchFamily="49" charset="0"/>
              </a:rPr>
              <a:t>0</a:t>
            </a:r>
            <a:r>
              <a:rPr kumimoji="1" lang="zh-CN" altLang="en-US" sz="2000" b="1" dirty="0">
                <a:solidFill>
                  <a:srgbClr val="FF0000"/>
                </a:solidFill>
                <a:latin typeface="+mn-ea"/>
                <a:cs typeface="Consolas" panose="020B0609020204030204" pitchFamily="49" charset="0"/>
              </a:rPr>
              <a:t>，右分支标为</a:t>
            </a:r>
            <a:r>
              <a:rPr kumimoji="1" lang="en-US" altLang="zh-CN" sz="2000" b="1" dirty="0">
                <a:solidFill>
                  <a:srgbClr val="FF0000"/>
                </a:solidFill>
                <a:latin typeface="+mn-ea"/>
                <a:cs typeface="Consolas" panose="020B0609020204030204" pitchFamily="49" charset="0"/>
              </a:rPr>
              <a:t>1</a:t>
            </a:r>
            <a:endParaRPr kumimoji="1" lang="en-US" altLang="zh-CN" sz="2000" b="1" dirty="0">
              <a:solidFill>
                <a:srgbClr val="FF0000"/>
              </a:solidFill>
              <a:latin typeface="+mn-ea"/>
              <a:cs typeface="Consolas" panose="020B0609020204030204" pitchFamily="49" charset="0"/>
            </a:endParaRPr>
          </a:p>
          <a:p>
            <a:pPr marL="284480" indent="-284480">
              <a:lnSpc>
                <a:spcPct val="120000"/>
              </a:lnSpc>
              <a:buFont typeface="Wingdings" panose="05000000000000000000" pitchFamily="2" charset="2"/>
              <a:buChar char="n"/>
            </a:pPr>
            <a:r>
              <a:rPr kumimoji="1" lang="zh-CN" altLang="en-US" sz="2000" b="1" dirty="0">
                <a:latin typeface="+mn-ea"/>
                <a:cs typeface="Consolas" panose="020B0609020204030204" pitchFamily="49" charset="0"/>
              </a:rPr>
              <a:t>把从根到叶子的路径上的标号</a:t>
            </a:r>
            <a:r>
              <a:rPr kumimoji="1" lang="zh-CN" altLang="en-US" sz="2000" b="1" dirty="0">
                <a:solidFill>
                  <a:srgbClr val="FF0000"/>
                </a:solidFill>
                <a:latin typeface="+mn-ea"/>
                <a:cs typeface="Consolas" panose="020B0609020204030204" pitchFamily="49" charset="0"/>
              </a:rPr>
              <a:t>连接起来</a:t>
            </a:r>
            <a:r>
              <a:rPr kumimoji="1" lang="zh-CN" altLang="en-US" sz="2000" b="1" dirty="0">
                <a:latin typeface="+mn-ea"/>
                <a:cs typeface="Consolas" panose="020B0609020204030204" pitchFamily="49" charset="0"/>
              </a:rPr>
              <a:t>作为该叶子代表的字符的编码</a:t>
            </a:r>
            <a:endParaRPr kumimoji="1" lang="en-US" altLang="zh-CN" sz="2000" b="1" dirty="0">
              <a:latin typeface="+mn-ea"/>
              <a:cs typeface="Consolas" panose="020B0609020204030204" pitchFamily="49" charset="0"/>
            </a:endParaRPr>
          </a:p>
        </p:txBody>
      </p:sp>
      <p:sp>
        <p:nvSpPr>
          <p:cNvPr id="7" name="文本框 6"/>
          <p:cNvSpPr txBox="1"/>
          <p:nvPr>
            <p:custDataLst>
              <p:tags r:id="rId4"/>
            </p:custDataLst>
          </p:nvPr>
        </p:nvSpPr>
        <p:spPr>
          <a:xfrm>
            <a:off x="-1" y="2577148"/>
            <a:ext cx="9000565" cy="407291"/>
          </a:xfrm>
          <a:prstGeom prst="rect">
            <a:avLst/>
          </a:prstGeom>
          <a:noFill/>
        </p:spPr>
        <p:txBody>
          <a:bodyPr wrap="square">
            <a:spAutoFit/>
          </a:bodyPr>
          <a:p>
            <a:pPr>
              <a:lnSpc>
                <a:spcPct val="110000"/>
              </a:lnSpc>
            </a:pPr>
            <a:r>
              <a:rPr kumimoji="1" lang="en-US" altLang="zh-CN" sz="2000" b="1" dirty="0">
                <a:solidFill>
                  <a:srgbClr val="FF0000"/>
                </a:solidFill>
                <a:latin typeface="+mn-ea"/>
                <a:cs typeface="Consolas" panose="020B0609020204030204" pitchFamily="49" charset="0"/>
              </a:rPr>
              <a:t>[</a:t>
            </a:r>
            <a:r>
              <a:rPr kumimoji="1" lang="zh-CN" altLang="en-US" sz="2000" b="1" dirty="0">
                <a:solidFill>
                  <a:srgbClr val="FF0000"/>
                </a:solidFill>
                <a:latin typeface="+mn-ea"/>
                <a:cs typeface="Consolas" panose="020B0609020204030204" pitchFamily="49" charset="0"/>
              </a:rPr>
              <a:t>例</a:t>
            </a:r>
            <a:r>
              <a:rPr kumimoji="1" lang="en-US" altLang="zh-CN" sz="2000" b="1" dirty="0">
                <a:solidFill>
                  <a:srgbClr val="FF0000"/>
                </a:solidFill>
                <a:latin typeface="+mn-ea"/>
                <a:cs typeface="Consolas" panose="020B0609020204030204" pitchFamily="49" charset="0"/>
              </a:rPr>
              <a:t>] </a:t>
            </a:r>
            <a:r>
              <a:rPr kumimoji="1" lang="zh-CN" altLang="en-US" sz="2000" b="1" dirty="0">
                <a:solidFill>
                  <a:srgbClr val="7030A0"/>
                </a:solidFill>
                <a:latin typeface="+mn-ea"/>
                <a:cs typeface="Consolas" panose="020B0609020204030204" pitchFamily="49" charset="0"/>
              </a:rPr>
              <a:t>要传输的字符集</a:t>
            </a:r>
            <a:r>
              <a:rPr kumimoji="1" lang="en-US" altLang="zh-CN" sz="2000" b="1" dirty="0">
                <a:solidFill>
                  <a:srgbClr val="7030A0"/>
                </a:solidFill>
                <a:latin typeface="+mn-ea"/>
                <a:cs typeface="Consolas" panose="020B0609020204030204" pitchFamily="49" charset="0"/>
              </a:rPr>
              <a:t>D={A,B,C,D,E}</a:t>
            </a:r>
            <a:r>
              <a:rPr kumimoji="1" lang="zh-CN" altLang="en-US" sz="2000" b="1" dirty="0">
                <a:solidFill>
                  <a:srgbClr val="7030A0"/>
                </a:solidFill>
                <a:latin typeface="+mn-ea"/>
                <a:cs typeface="Consolas" panose="020B0609020204030204" pitchFamily="49" charset="0"/>
              </a:rPr>
              <a:t>，字符出现的频率</a:t>
            </a:r>
            <a:r>
              <a:rPr kumimoji="1" lang="en-US" altLang="zh-CN" sz="2000" b="1" dirty="0">
                <a:solidFill>
                  <a:srgbClr val="7030A0"/>
                </a:solidFill>
                <a:latin typeface="+mn-ea"/>
                <a:cs typeface="Consolas" panose="020B0609020204030204" pitchFamily="49" charset="0"/>
              </a:rPr>
              <a:t>w={2,4,2,3,3}</a:t>
            </a:r>
            <a:endParaRPr lang="zh-CN" altLang="en-US" sz="2000" b="1" dirty="0">
              <a:solidFill>
                <a:srgbClr val="7030A0"/>
              </a:solidFill>
              <a:latin typeface="+mn-ea"/>
            </a:endParaRPr>
          </a:p>
        </p:txBody>
      </p:sp>
      <p:sp>
        <p:nvSpPr>
          <p:cNvPr id="8" name="椭圆 7"/>
          <p:cNvSpPr/>
          <p:nvPr>
            <p:custDataLst>
              <p:tags r:id="rId5"/>
            </p:custDataLst>
          </p:nvPr>
        </p:nvSpPr>
        <p:spPr>
          <a:xfrm>
            <a:off x="2909353" y="4535524"/>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椭圆 8"/>
          <p:cNvSpPr/>
          <p:nvPr>
            <p:custDataLst>
              <p:tags r:id="rId6"/>
            </p:custDataLst>
          </p:nvPr>
        </p:nvSpPr>
        <p:spPr>
          <a:xfrm>
            <a:off x="3866860" y="4541026"/>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椭圆 9"/>
          <p:cNvSpPr/>
          <p:nvPr>
            <p:custDataLst>
              <p:tags r:id="rId7"/>
            </p:custDataLst>
          </p:nvPr>
        </p:nvSpPr>
        <p:spPr>
          <a:xfrm>
            <a:off x="3413453" y="3875393"/>
            <a:ext cx="468000" cy="468000"/>
          </a:xfrm>
          <a:prstGeom prst="ellipse">
            <a:avLst/>
          </a:prstGeom>
          <a:solidFill>
            <a:schemeClr val="bg1">
              <a:lumMod val="50000"/>
              <a:alpha val="70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1" name="直接连接符 10"/>
          <p:cNvCxnSpPr>
            <a:stCxn id="10" idx="3"/>
            <a:endCxn id="8" idx="0"/>
          </p:cNvCxnSpPr>
          <p:nvPr>
            <p:custDataLst>
              <p:tags r:id="rId8"/>
            </p:custDataLst>
          </p:nvPr>
        </p:nvCxnSpPr>
        <p:spPr>
          <a:xfrm flipH="1">
            <a:off x="3143353" y="4274856"/>
            <a:ext cx="338637" cy="260668"/>
          </a:xfrm>
          <a:prstGeom prst="line">
            <a:avLst/>
          </a:prstGeom>
          <a:noFill/>
          <a:ln w="38100" cap="flat" cmpd="sng" algn="ctr">
            <a:solidFill>
              <a:schemeClr val="bg1">
                <a:lumMod val="50000"/>
              </a:schemeClr>
            </a:solidFill>
            <a:prstDash val="solid"/>
          </a:ln>
          <a:effectLst/>
        </p:spPr>
      </p:cxnSp>
      <p:cxnSp>
        <p:nvCxnSpPr>
          <p:cNvPr id="13" name="直接连接符 12"/>
          <p:cNvCxnSpPr>
            <a:stCxn id="10" idx="5"/>
            <a:endCxn id="9" idx="0"/>
          </p:cNvCxnSpPr>
          <p:nvPr>
            <p:custDataLst>
              <p:tags r:id="rId9"/>
            </p:custDataLst>
          </p:nvPr>
        </p:nvCxnSpPr>
        <p:spPr>
          <a:xfrm>
            <a:off x="3812916" y="4274856"/>
            <a:ext cx="287944" cy="266170"/>
          </a:xfrm>
          <a:prstGeom prst="line">
            <a:avLst/>
          </a:prstGeom>
          <a:noFill/>
          <a:ln w="38100" cap="flat" cmpd="sng" algn="ctr">
            <a:solidFill>
              <a:schemeClr val="bg1">
                <a:lumMod val="50000"/>
              </a:schemeClr>
            </a:solidFill>
            <a:prstDash val="solid"/>
          </a:ln>
          <a:effectLst/>
        </p:spPr>
      </p:cxnSp>
      <p:cxnSp>
        <p:nvCxnSpPr>
          <p:cNvPr id="14" name="直接连接符 13"/>
          <p:cNvCxnSpPr>
            <a:endCxn id="10" idx="7"/>
          </p:cNvCxnSpPr>
          <p:nvPr>
            <p:custDataLst>
              <p:tags r:id="rId10"/>
            </p:custDataLst>
          </p:nvPr>
        </p:nvCxnSpPr>
        <p:spPr>
          <a:xfrm flipH="1">
            <a:off x="3812916" y="3658913"/>
            <a:ext cx="459148" cy="285017"/>
          </a:xfrm>
          <a:prstGeom prst="line">
            <a:avLst/>
          </a:prstGeom>
          <a:noFill/>
          <a:ln w="38100" cap="flat" cmpd="sng" algn="ctr">
            <a:solidFill>
              <a:schemeClr val="bg1">
                <a:lumMod val="50000"/>
              </a:schemeClr>
            </a:solidFill>
            <a:prstDash val="solid"/>
          </a:ln>
          <a:effectLst/>
        </p:spPr>
      </p:cxnSp>
      <p:cxnSp>
        <p:nvCxnSpPr>
          <p:cNvPr id="15" name="直接连接符 14"/>
          <p:cNvCxnSpPr>
            <a:endCxn id="25" idx="1"/>
          </p:cNvCxnSpPr>
          <p:nvPr>
            <p:custDataLst>
              <p:tags r:id="rId11"/>
            </p:custDataLst>
          </p:nvPr>
        </p:nvCxnSpPr>
        <p:spPr>
          <a:xfrm>
            <a:off x="4602990" y="3658913"/>
            <a:ext cx="477372" cy="291018"/>
          </a:xfrm>
          <a:prstGeom prst="line">
            <a:avLst/>
          </a:prstGeom>
          <a:noFill/>
          <a:ln w="38100" cap="flat" cmpd="sng" algn="ctr">
            <a:solidFill>
              <a:schemeClr val="bg1">
                <a:lumMod val="50000"/>
              </a:schemeClr>
            </a:solidFill>
            <a:prstDash val="solid"/>
          </a:ln>
          <a:effectLst/>
        </p:spPr>
      </p:cxnSp>
      <p:sp>
        <p:nvSpPr>
          <p:cNvPr id="23" name="椭圆 22"/>
          <p:cNvSpPr/>
          <p:nvPr>
            <p:custDataLst>
              <p:tags r:id="rId12"/>
            </p:custDataLst>
          </p:nvPr>
        </p:nvSpPr>
        <p:spPr>
          <a:xfrm>
            <a:off x="4512030" y="4535524"/>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4" name="椭圆 23"/>
          <p:cNvSpPr/>
          <p:nvPr>
            <p:custDataLst>
              <p:tags r:id="rId13"/>
            </p:custDataLst>
          </p:nvPr>
        </p:nvSpPr>
        <p:spPr>
          <a:xfrm>
            <a:off x="5479825" y="4535524"/>
            <a:ext cx="468000" cy="468000"/>
          </a:xfrm>
          <a:prstGeom prst="ellipse">
            <a:avLst/>
          </a:prstGeom>
          <a:solidFill>
            <a:schemeClr val="bg1">
              <a:lumMod val="50000"/>
              <a:alpha val="70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5" name="椭圆 24"/>
          <p:cNvSpPr/>
          <p:nvPr>
            <p:custDataLst>
              <p:tags r:id="rId14"/>
            </p:custDataLst>
          </p:nvPr>
        </p:nvSpPr>
        <p:spPr>
          <a:xfrm>
            <a:off x="5011825" y="3881394"/>
            <a:ext cx="468000" cy="468000"/>
          </a:xfrm>
          <a:prstGeom prst="ellipse">
            <a:avLst/>
          </a:prstGeom>
          <a:solidFill>
            <a:schemeClr val="bg1">
              <a:lumMod val="50000"/>
              <a:alpha val="70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8</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6" name="直接连接符 25"/>
          <p:cNvCxnSpPr>
            <a:stCxn id="25" idx="3"/>
            <a:endCxn id="23" idx="0"/>
          </p:cNvCxnSpPr>
          <p:nvPr>
            <p:custDataLst>
              <p:tags r:id="rId15"/>
            </p:custDataLst>
          </p:nvPr>
        </p:nvCxnSpPr>
        <p:spPr>
          <a:xfrm flipH="1">
            <a:off x="4746030" y="4280857"/>
            <a:ext cx="334332" cy="254667"/>
          </a:xfrm>
          <a:prstGeom prst="line">
            <a:avLst/>
          </a:prstGeom>
          <a:noFill/>
          <a:ln w="38100" cap="flat" cmpd="sng" algn="ctr">
            <a:solidFill>
              <a:schemeClr val="bg1">
                <a:lumMod val="50000"/>
              </a:schemeClr>
            </a:solidFill>
            <a:prstDash val="solid"/>
          </a:ln>
          <a:effectLst/>
        </p:spPr>
      </p:cxnSp>
      <p:cxnSp>
        <p:nvCxnSpPr>
          <p:cNvPr id="27" name="直接连接符 26"/>
          <p:cNvCxnSpPr>
            <a:stCxn id="25" idx="5"/>
            <a:endCxn id="24" idx="0"/>
          </p:cNvCxnSpPr>
          <p:nvPr>
            <p:custDataLst>
              <p:tags r:id="rId16"/>
            </p:custDataLst>
          </p:nvPr>
        </p:nvCxnSpPr>
        <p:spPr>
          <a:xfrm>
            <a:off x="5411288" y="4280857"/>
            <a:ext cx="302537" cy="254667"/>
          </a:xfrm>
          <a:prstGeom prst="line">
            <a:avLst/>
          </a:prstGeom>
          <a:noFill/>
          <a:ln w="38100" cap="flat" cmpd="sng" algn="ctr">
            <a:solidFill>
              <a:schemeClr val="bg1">
                <a:lumMod val="50000"/>
              </a:schemeClr>
            </a:solidFill>
            <a:prstDash val="solid"/>
          </a:ln>
          <a:effectLst/>
        </p:spPr>
      </p:cxnSp>
      <p:sp>
        <p:nvSpPr>
          <p:cNvPr id="32" name="椭圆 31"/>
          <p:cNvSpPr/>
          <p:nvPr>
            <p:custDataLst>
              <p:tags r:id="rId17"/>
            </p:custDataLst>
          </p:nvPr>
        </p:nvSpPr>
        <p:spPr>
          <a:xfrm>
            <a:off x="5044587" y="5178928"/>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3" name="椭圆 32"/>
          <p:cNvSpPr/>
          <p:nvPr>
            <p:custDataLst>
              <p:tags r:id="rId18"/>
            </p:custDataLst>
          </p:nvPr>
        </p:nvSpPr>
        <p:spPr>
          <a:xfrm>
            <a:off x="5947825" y="5178928"/>
            <a:ext cx="468000" cy="468000"/>
          </a:xfrm>
          <a:prstGeom prst="ellipse">
            <a:avLst/>
          </a:prstGeom>
          <a:solidFill>
            <a:srgbClr val="0070C0">
              <a:alpha val="60000"/>
            </a:srgb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34" name="直接连接符 33"/>
          <p:cNvCxnSpPr>
            <a:stCxn id="24" idx="3"/>
            <a:endCxn id="32" idx="0"/>
          </p:cNvCxnSpPr>
          <p:nvPr>
            <p:custDataLst>
              <p:tags r:id="rId19"/>
            </p:custDataLst>
          </p:nvPr>
        </p:nvCxnSpPr>
        <p:spPr>
          <a:xfrm flipH="1">
            <a:off x="5278587" y="4934987"/>
            <a:ext cx="269775" cy="243941"/>
          </a:xfrm>
          <a:prstGeom prst="line">
            <a:avLst/>
          </a:prstGeom>
          <a:noFill/>
          <a:ln w="38100" cap="flat" cmpd="sng" algn="ctr">
            <a:solidFill>
              <a:schemeClr val="bg1">
                <a:lumMod val="50000"/>
              </a:schemeClr>
            </a:solidFill>
            <a:prstDash val="solid"/>
          </a:ln>
          <a:effectLst/>
        </p:spPr>
      </p:cxnSp>
      <p:cxnSp>
        <p:nvCxnSpPr>
          <p:cNvPr id="35" name="直接连接符 34"/>
          <p:cNvCxnSpPr>
            <a:stCxn id="24" idx="5"/>
            <a:endCxn id="33" idx="0"/>
          </p:cNvCxnSpPr>
          <p:nvPr>
            <p:custDataLst>
              <p:tags r:id="rId20"/>
            </p:custDataLst>
          </p:nvPr>
        </p:nvCxnSpPr>
        <p:spPr>
          <a:xfrm>
            <a:off x="5879288" y="4934987"/>
            <a:ext cx="302537" cy="243941"/>
          </a:xfrm>
          <a:prstGeom prst="line">
            <a:avLst/>
          </a:prstGeom>
          <a:noFill/>
          <a:ln w="38100" cap="flat" cmpd="sng" algn="ctr">
            <a:solidFill>
              <a:schemeClr val="bg1">
                <a:lumMod val="50000"/>
              </a:schemeClr>
            </a:solidFill>
            <a:prstDash val="solid"/>
          </a:ln>
          <a:effectLst/>
        </p:spPr>
      </p:cxnSp>
      <p:sp>
        <p:nvSpPr>
          <p:cNvPr id="76" name="椭圆 75"/>
          <p:cNvSpPr/>
          <p:nvPr>
            <p:custDataLst>
              <p:tags r:id="rId21"/>
            </p:custDataLst>
          </p:nvPr>
        </p:nvSpPr>
        <p:spPr>
          <a:xfrm>
            <a:off x="268891" y="3170011"/>
            <a:ext cx="468000" cy="468000"/>
          </a:xfrm>
          <a:prstGeom prst="ellipse">
            <a:avLst/>
          </a:prstGeom>
          <a:solidFill>
            <a:schemeClr val="bg1">
              <a:lumMod val="50000"/>
              <a:alpha val="62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7" name="椭圆 76"/>
          <p:cNvSpPr/>
          <p:nvPr>
            <p:custDataLst>
              <p:tags r:id="rId22"/>
            </p:custDataLst>
          </p:nvPr>
        </p:nvSpPr>
        <p:spPr>
          <a:xfrm>
            <a:off x="831094" y="3170011"/>
            <a:ext cx="468000" cy="468000"/>
          </a:xfrm>
          <a:prstGeom prst="ellipse">
            <a:avLst/>
          </a:prstGeom>
          <a:solidFill>
            <a:schemeClr val="bg1">
              <a:lumMod val="50000"/>
              <a:alpha val="62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8" name="椭圆 77"/>
          <p:cNvSpPr/>
          <p:nvPr>
            <p:custDataLst>
              <p:tags r:id="rId23"/>
            </p:custDataLst>
          </p:nvPr>
        </p:nvSpPr>
        <p:spPr>
          <a:xfrm>
            <a:off x="1382465" y="3170011"/>
            <a:ext cx="468000" cy="468000"/>
          </a:xfrm>
          <a:prstGeom prst="ellipse">
            <a:avLst/>
          </a:prstGeom>
          <a:solidFill>
            <a:schemeClr val="bg1">
              <a:lumMod val="50000"/>
              <a:alpha val="62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9" name="椭圆 78"/>
          <p:cNvSpPr/>
          <p:nvPr>
            <p:custDataLst>
              <p:tags r:id="rId24"/>
            </p:custDataLst>
          </p:nvPr>
        </p:nvSpPr>
        <p:spPr>
          <a:xfrm>
            <a:off x="1933837" y="3170011"/>
            <a:ext cx="468000" cy="468000"/>
          </a:xfrm>
          <a:prstGeom prst="ellipse">
            <a:avLst/>
          </a:prstGeom>
          <a:solidFill>
            <a:schemeClr val="bg1">
              <a:lumMod val="50000"/>
              <a:alpha val="62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0" name="椭圆 79"/>
          <p:cNvSpPr/>
          <p:nvPr>
            <p:custDataLst>
              <p:tags r:id="rId25"/>
            </p:custDataLst>
          </p:nvPr>
        </p:nvSpPr>
        <p:spPr>
          <a:xfrm>
            <a:off x="2501175" y="3170011"/>
            <a:ext cx="468000" cy="468000"/>
          </a:xfrm>
          <a:prstGeom prst="ellipse">
            <a:avLst/>
          </a:prstGeom>
          <a:solidFill>
            <a:schemeClr val="bg1">
              <a:lumMod val="50000"/>
              <a:alpha val="62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2" name="文本框 81"/>
          <p:cNvSpPr txBox="1"/>
          <p:nvPr>
            <p:custDataLst>
              <p:tags r:id="rId26"/>
            </p:custDataLst>
          </p:nvPr>
        </p:nvSpPr>
        <p:spPr>
          <a:xfrm>
            <a:off x="325929" y="3616835"/>
            <a:ext cx="327103" cy="400110"/>
          </a:xfrm>
          <a:prstGeom prst="rect">
            <a:avLst/>
          </a:prstGeom>
          <a:noFill/>
        </p:spPr>
        <p:txBody>
          <a:bodyPr wrap="square">
            <a:spAutoFit/>
          </a:bodyPr>
          <a:p>
            <a:r>
              <a:rPr kumimoji="1" lang="en-US" altLang="zh-CN" sz="2000" b="1" dirty="0">
                <a:latin typeface="+mn-ea"/>
                <a:cs typeface="Consolas" panose="020B0609020204030204" pitchFamily="49" charset="0"/>
              </a:rPr>
              <a:t>A</a:t>
            </a:r>
            <a:endParaRPr lang="zh-CN" altLang="en-US" sz="2000" dirty="0"/>
          </a:p>
        </p:txBody>
      </p:sp>
      <p:sp>
        <p:nvSpPr>
          <p:cNvPr id="83" name="文本框 82"/>
          <p:cNvSpPr txBox="1"/>
          <p:nvPr>
            <p:custDataLst>
              <p:tags r:id="rId27"/>
            </p:custDataLst>
          </p:nvPr>
        </p:nvSpPr>
        <p:spPr>
          <a:xfrm>
            <a:off x="870903" y="3616835"/>
            <a:ext cx="327103" cy="40011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B</a:t>
            </a:r>
            <a:endParaRPr lang="en-US" altLang="zh-CN" sz="2000" b="1" dirty="0">
              <a:latin typeface="微软雅黑" panose="020B0503020204020204" charset="-122"/>
              <a:ea typeface="微软雅黑" panose="020B0503020204020204" charset="-122"/>
            </a:endParaRPr>
          </a:p>
        </p:txBody>
      </p:sp>
      <p:sp>
        <p:nvSpPr>
          <p:cNvPr id="84" name="文本框 83"/>
          <p:cNvSpPr txBox="1"/>
          <p:nvPr>
            <p:custDataLst>
              <p:tags r:id="rId28"/>
            </p:custDataLst>
          </p:nvPr>
        </p:nvSpPr>
        <p:spPr>
          <a:xfrm>
            <a:off x="1433917" y="3616835"/>
            <a:ext cx="327103" cy="39878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C</a:t>
            </a:r>
            <a:endParaRPr lang="en-US" altLang="zh-CN" sz="2000" b="1" dirty="0">
              <a:latin typeface="微软雅黑" panose="020B0503020204020204" charset="-122"/>
              <a:ea typeface="微软雅黑" panose="020B0503020204020204" charset="-122"/>
            </a:endParaRPr>
          </a:p>
        </p:txBody>
      </p:sp>
      <p:sp>
        <p:nvSpPr>
          <p:cNvPr id="85" name="文本框 84"/>
          <p:cNvSpPr txBox="1"/>
          <p:nvPr>
            <p:custDataLst>
              <p:tags r:id="rId29"/>
            </p:custDataLst>
          </p:nvPr>
        </p:nvSpPr>
        <p:spPr>
          <a:xfrm>
            <a:off x="1988079" y="3616835"/>
            <a:ext cx="327103" cy="40011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D</a:t>
            </a:r>
            <a:endParaRPr lang="en-US" altLang="zh-CN" sz="2000" b="1" dirty="0">
              <a:latin typeface="微软雅黑" panose="020B0503020204020204" charset="-122"/>
              <a:ea typeface="微软雅黑" panose="020B0503020204020204" charset="-122"/>
            </a:endParaRPr>
          </a:p>
        </p:txBody>
      </p:sp>
      <p:sp>
        <p:nvSpPr>
          <p:cNvPr id="86" name="文本框 85"/>
          <p:cNvSpPr txBox="1"/>
          <p:nvPr>
            <p:custDataLst>
              <p:tags r:id="rId30"/>
            </p:custDataLst>
          </p:nvPr>
        </p:nvSpPr>
        <p:spPr>
          <a:xfrm>
            <a:off x="2525290" y="3616835"/>
            <a:ext cx="327103" cy="39878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E</a:t>
            </a:r>
            <a:endParaRPr lang="en-US" altLang="zh-CN" sz="2000" b="1" dirty="0">
              <a:latin typeface="微软雅黑" panose="020B0503020204020204" charset="-122"/>
              <a:ea typeface="微软雅黑" panose="020B0503020204020204" charset="-122"/>
            </a:endParaRPr>
          </a:p>
        </p:txBody>
      </p:sp>
      <p:sp>
        <p:nvSpPr>
          <p:cNvPr id="87" name="文本框 86"/>
          <p:cNvSpPr txBox="1"/>
          <p:nvPr>
            <p:custDataLst>
              <p:tags r:id="rId31"/>
            </p:custDataLst>
          </p:nvPr>
        </p:nvSpPr>
        <p:spPr>
          <a:xfrm>
            <a:off x="187257" y="4109393"/>
            <a:ext cx="2380810" cy="1393779"/>
          </a:xfrm>
          <a:prstGeom prst="rect">
            <a:avLst/>
          </a:prstGeom>
          <a:noFill/>
        </p:spPr>
        <p:txBody>
          <a:bodyPr wrap="square">
            <a:spAutoFit/>
          </a:bodyPr>
          <a:p>
            <a:pPr marL="284480" indent="-284480">
              <a:lnSpc>
                <a:spcPct val="120000"/>
              </a:lnSpc>
              <a:buFont typeface="Wingdings" panose="05000000000000000000" pitchFamily="2" charset="2"/>
              <a:buChar char="n"/>
            </a:pPr>
            <a:r>
              <a:rPr kumimoji="1" lang="zh-CN" altLang="en-US" b="1" dirty="0">
                <a:latin typeface="+mn-ea"/>
                <a:cs typeface="Consolas" panose="020B0609020204030204" pitchFamily="49" charset="0"/>
              </a:rPr>
              <a:t>构造森林全是根</a:t>
            </a:r>
            <a:endParaRPr kumimoji="1" lang="en-US" altLang="zh-CN" b="1" dirty="0">
              <a:latin typeface="+mn-ea"/>
              <a:cs typeface="Consolas" panose="020B0609020204030204" pitchFamily="49" charset="0"/>
            </a:endParaRPr>
          </a:p>
          <a:p>
            <a:pPr marL="284480" indent="-284480">
              <a:lnSpc>
                <a:spcPct val="120000"/>
              </a:lnSpc>
              <a:buFont typeface="Wingdings" panose="05000000000000000000" pitchFamily="2" charset="2"/>
              <a:buChar char="n"/>
            </a:pPr>
            <a:r>
              <a:rPr kumimoji="1" lang="zh-CN" altLang="en-US" b="1" dirty="0">
                <a:latin typeface="+mn-ea"/>
                <a:cs typeface="Consolas" panose="020B0609020204030204" pitchFamily="49" charset="0"/>
              </a:rPr>
              <a:t>选用两小造新树</a:t>
            </a:r>
            <a:endParaRPr kumimoji="1" lang="en-US" altLang="zh-CN" b="1" dirty="0">
              <a:latin typeface="+mn-ea"/>
              <a:cs typeface="Consolas" panose="020B0609020204030204" pitchFamily="49" charset="0"/>
            </a:endParaRPr>
          </a:p>
          <a:p>
            <a:pPr marL="284480" indent="-284480">
              <a:lnSpc>
                <a:spcPct val="120000"/>
              </a:lnSpc>
              <a:buFont typeface="Wingdings" panose="05000000000000000000" pitchFamily="2" charset="2"/>
              <a:buChar char="n"/>
            </a:pPr>
            <a:r>
              <a:rPr kumimoji="1" lang="zh-CN" altLang="en-US" b="1" dirty="0">
                <a:latin typeface="+mn-ea"/>
                <a:cs typeface="Consolas" panose="020B0609020204030204" pitchFamily="49" charset="0"/>
              </a:rPr>
              <a:t>删除两小添新人</a:t>
            </a:r>
            <a:endParaRPr kumimoji="1" lang="en-US" altLang="zh-CN" b="1" dirty="0">
              <a:latin typeface="+mn-ea"/>
              <a:cs typeface="Consolas" panose="020B0609020204030204" pitchFamily="49" charset="0"/>
            </a:endParaRPr>
          </a:p>
          <a:p>
            <a:pPr marL="284480" indent="-284480">
              <a:lnSpc>
                <a:spcPct val="120000"/>
              </a:lnSpc>
              <a:buFont typeface="Wingdings" panose="05000000000000000000" pitchFamily="2" charset="2"/>
              <a:buChar char="n"/>
            </a:pPr>
            <a:r>
              <a:rPr kumimoji="1" lang="zh-CN" altLang="en-US" b="1" dirty="0">
                <a:latin typeface="+mn-ea"/>
                <a:cs typeface="Consolas" panose="020B0609020204030204" pitchFamily="49" charset="0"/>
              </a:rPr>
              <a:t>重复</a:t>
            </a:r>
            <a:r>
              <a:rPr kumimoji="1" lang="en-US" altLang="zh-CN" b="1" dirty="0">
                <a:latin typeface="+mn-ea"/>
                <a:cs typeface="Consolas" panose="020B0609020204030204" pitchFamily="49" charset="0"/>
              </a:rPr>
              <a:t>2,3</a:t>
            </a:r>
            <a:r>
              <a:rPr kumimoji="1" lang="zh-CN" altLang="en-US" b="1" dirty="0">
                <a:latin typeface="+mn-ea"/>
                <a:cs typeface="Consolas" panose="020B0609020204030204" pitchFamily="49" charset="0"/>
              </a:rPr>
              <a:t>剩单根</a:t>
            </a:r>
            <a:endParaRPr kumimoji="1" lang="en-US" altLang="zh-CN" b="1" dirty="0">
              <a:latin typeface="+mn-ea"/>
              <a:cs typeface="Consolas" panose="020B0609020204030204" pitchFamily="49" charset="0"/>
            </a:endParaRPr>
          </a:p>
        </p:txBody>
      </p:sp>
      <p:sp>
        <p:nvSpPr>
          <p:cNvPr id="88" name="文本框 87"/>
          <p:cNvSpPr txBox="1"/>
          <p:nvPr>
            <p:custDataLst>
              <p:tags r:id="rId32"/>
            </p:custDataLst>
          </p:nvPr>
        </p:nvSpPr>
        <p:spPr>
          <a:xfrm>
            <a:off x="5084185" y="5622277"/>
            <a:ext cx="327103" cy="400110"/>
          </a:xfrm>
          <a:prstGeom prst="rect">
            <a:avLst/>
          </a:prstGeom>
          <a:noFill/>
        </p:spPr>
        <p:txBody>
          <a:bodyPr wrap="square">
            <a:spAutoFit/>
          </a:bodyPr>
          <a:p>
            <a:r>
              <a:rPr kumimoji="1" lang="en-US" altLang="zh-CN" sz="2000" b="1" dirty="0">
                <a:latin typeface="+mn-ea"/>
                <a:cs typeface="Consolas" panose="020B0609020204030204" pitchFamily="49" charset="0"/>
              </a:rPr>
              <a:t>A</a:t>
            </a:r>
            <a:endParaRPr lang="zh-CN" altLang="en-US" sz="2000" dirty="0"/>
          </a:p>
        </p:txBody>
      </p:sp>
      <p:sp>
        <p:nvSpPr>
          <p:cNvPr id="89" name="文本框 88"/>
          <p:cNvSpPr txBox="1"/>
          <p:nvPr>
            <p:custDataLst>
              <p:tags r:id="rId33"/>
            </p:custDataLst>
          </p:nvPr>
        </p:nvSpPr>
        <p:spPr>
          <a:xfrm>
            <a:off x="6018273" y="5622277"/>
            <a:ext cx="327103" cy="39878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C</a:t>
            </a:r>
            <a:endParaRPr lang="en-US" altLang="zh-CN" sz="2000" b="1" dirty="0">
              <a:latin typeface="微软雅黑" panose="020B0503020204020204" charset="-122"/>
              <a:ea typeface="微软雅黑" panose="020B0503020204020204" charset="-122"/>
            </a:endParaRPr>
          </a:p>
        </p:txBody>
      </p:sp>
      <p:sp>
        <p:nvSpPr>
          <p:cNvPr id="90" name="文本框 89"/>
          <p:cNvSpPr txBox="1"/>
          <p:nvPr>
            <p:custDataLst>
              <p:tags r:id="rId34"/>
            </p:custDataLst>
          </p:nvPr>
        </p:nvSpPr>
        <p:spPr>
          <a:xfrm>
            <a:off x="2965566" y="4960943"/>
            <a:ext cx="327103" cy="40011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D</a:t>
            </a:r>
            <a:endParaRPr lang="en-US" altLang="zh-CN" sz="2000" b="1" dirty="0">
              <a:latin typeface="微软雅黑" panose="020B0503020204020204" charset="-122"/>
              <a:ea typeface="微软雅黑" panose="020B0503020204020204" charset="-122"/>
            </a:endParaRPr>
          </a:p>
        </p:txBody>
      </p:sp>
      <p:sp>
        <p:nvSpPr>
          <p:cNvPr id="91" name="文本框 90"/>
          <p:cNvSpPr txBox="1"/>
          <p:nvPr>
            <p:custDataLst>
              <p:tags r:id="rId35"/>
            </p:custDataLst>
          </p:nvPr>
        </p:nvSpPr>
        <p:spPr>
          <a:xfrm>
            <a:off x="3922110" y="4960943"/>
            <a:ext cx="327103" cy="40011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E</a:t>
            </a:r>
            <a:endParaRPr lang="en-US" altLang="zh-CN" sz="2000" b="1" dirty="0">
              <a:latin typeface="微软雅黑" panose="020B0503020204020204" charset="-122"/>
              <a:ea typeface="微软雅黑" panose="020B0503020204020204" charset="-122"/>
            </a:endParaRPr>
          </a:p>
        </p:txBody>
      </p:sp>
      <p:sp>
        <p:nvSpPr>
          <p:cNvPr id="92" name="文本框 91"/>
          <p:cNvSpPr txBox="1"/>
          <p:nvPr>
            <p:custDataLst>
              <p:tags r:id="rId36"/>
            </p:custDataLst>
          </p:nvPr>
        </p:nvSpPr>
        <p:spPr>
          <a:xfrm>
            <a:off x="4570314" y="4960943"/>
            <a:ext cx="327103" cy="400110"/>
          </a:xfrm>
          <a:prstGeom prst="rect">
            <a:avLst/>
          </a:prstGeom>
          <a:noFill/>
        </p:spPr>
        <p:txBody>
          <a:bodyPr wrap="square">
            <a:spAutoFit/>
          </a:bodyPr>
          <a:p>
            <a:r>
              <a:rPr lang="en-US" altLang="zh-CN" sz="2000" b="1" dirty="0">
                <a:latin typeface="微软雅黑" panose="020B0503020204020204" charset="-122"/>
                <a:ea typeface="微软雅黑" panose="020B0503020204020204" charset="-122"/>
              </a:rPr>
              <a:t>B</a:t>
            </a:r>
            <a:endParaRPr lang="en-US" altLang="zh-CN" sz="2000" b="1" dirty="0">
              <a:latin typeface="微软雅黑" panose="020B0503020204020204" charset="-122"/>
              <a:ea typeface="微软雅黑" panose="020B0503020204020204" charset="-122"/>
            </a:endParaRPr>
          </a:p>
        </p:txBody>
      </p:sp>
      <p:grpSp>
        <p:nvGrpSpPr>
          <p:cNvPr id="95" name="组合 94"/>
          <p:cNvGrpSpPr/>
          <p:nvPr/>
        </p:nvGrpSpPr>
        <p:grpSpPr>
          <a:xfrm>
            <a:off x="4016254" y="3259450"/>
            <a:ext cx="842545" cy="468000"/>
            <a:chOff x="5020303" y="2961000"/>
            <a:chExt cx="842545" cy="468000"/>
          </a:xfrm>
        </p:grpSpPr>
        <p:sp>
          <p:nvSpPr>
            <p:cNvPr id="16" name="椭圆 15"/>
            <p:cNvSpPr/>
            <p:nvPr>
              <p:custDataLst>
                <p:tags r:id="rId37"/>
              </p:custDataLst>
            </p:nvPr>
          </p:nvSpPr>
          <p:spPr>
            <a:xfrm>
              <a:off x="5207576" y="2961000"/>
              <a:ext cx="468000" cy="468000"/>
            </a:xfrm>
            <a:prstGeom prst="ellipse">
              <a:avLst/>
            </a:prstGeom>
            <a:solidFill>
              <a:schemeClr val="bg1">
                <a:lumMod val="50000"/>
                <a:alpha val="72000"/>
              </a:schemeClr>
            </a:solidFill>
            <a:ln w="9525" cap="flat" cmpd="sng" algn="ctr">
              <a:noFill/>
              <a:prstDash val="solid"/>
            </a:ln>
            <a:effectLst>
              <a:outerShdw blurRad="40000" dist="20000" dir="5400000" rotWithShape="0">
                <a:srgbClr val="000000">
                  <a:alpha val="38000"/>
                </a:srgbClr>
              </a:outerShdw>
            </a:effectLst>
          </p:spPr>
          <p:txBody>
            <a:bodyPr rtlCol="0" anchor="ctr"/>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4" name="文本框 93"/>
            <p:cNvSpPr txBox="1"/>
            <p:nvPr>
              <p:custDataLst>
                <p:tags r:id="rId38"/>
              </p:custDataLst>
            </p:nvPr>
          </p:nvSpPr>
          <p:spPr>
            <a:xfrm>
              <a:off x="5020303" y="2967335"/>
              <a:ext cx="842545"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chemeClr val="bg1"/>
                  </a:solidFill>
                  <a:effectLst/>
                  <a:uLnTx/>
                  <a:uFillTx/>
                  <a:latin typeface="+mn-ea"/>
                  <a:cs typeface="Consolas" panose="020B0609020204030204" pitchFamily="49" charset="0"/>
                </a:rPr>
                <a:t>14</a:t>
              </a:r>
              <a:endParaRPr kumimoji="0" lang="zh-CN" altLang="en-US" sz="24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grpSp>
      <p:sp>
        <p:nvSpPr>
          <p:cNvPr id="96" name="矩形: 圆角 95"/>
          <p:cNvSpPr/>
          <p:nvPr>
            <p:custDataLst>
              <p:tags r:id="rId39"/>
            </p:custDataLst>
          </p:nvPr>
        </p:nvSpPr>
        <p:spPr>
          <a:xfrm>
            <a:off x="0" y="1473117"/>
            <a:ext cx="8275782" cy="319763"/>
          </a:xfrm>
          <a:prstGeom prst="roundRect">
            <a:avLst>
              <a:gd name="adj" fmla="val 9000"/>
            </a:avLst>
          </a:prstGeom>
          <a:solidFill>
            <a:srgbClr val="B50988">
              <a:alpha val="16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 name="矩形: 圆角 96"/>
          <p:cNvSpPr/>
          <p:nvPr>
            <p:custDataLst>
              <p:tags r:id="rId40"/>
            </p:custDataLst>
          </p:nvPr>
        </p:nvSpPr>
        <p:spPr>
          <a:xfrm>
            <a:off x="-4725" y="1842442"/>
            <a:ext cx="8275782" cy="319763"/>
          </a:xfrm>
          <a:prstGeom prst="roundRect">
            <a:avLst>
              <a:gd name="adj" fmla="val 9000"/>
            </a:avLst>
          </a:prstGeom>
          <a:solidFill>
            <a:srgbClr val="B50988">
              <a:alpha val="16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 name="文本框 97"/>
          <p:cNvSpPr txBox="1"/>
          <p:nvPr>
            <p:custDataLst>
              <p:tags r:id="rId41"/>
            </p:custDataLst>
          </p:nvPr>
        </p:nvSpPr>
        <p:spPr>
          <a:xfrm>
            <a:off x="3708507" y="3374025"/>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0</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99" name="文本框 98"/>
          <p:cNvSpPr txBox="1"/>
          <p:nvPr>
            <p:custDataLst>
              <p:tags r:id="rId42"/>
            </p:custDataLst>
          </p:nvPr>
        </p:nvSpPr>
        <p:spPr>
          <a:xfrm>
            <a:off x="4732226" y="3374025"/>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1</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100" name="文本框 99"/>
          <p:cNvSpPr txBox="1"/>
          <p:nvPr>
            <p:custDataLst>
              <p:tags r:id="rId43"/>
            </p:custDataLst>
          </p:nvPr>
        </p:nvSpPr>
        <p:spPr>
          <a:xfrm>
            <a:off x="2960818" y="4042423"/>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0</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101" name="文本框 100"/>
          <p:cNvSpPr txBox="1"/>
          <p:nvPr>
            <p:custDataLst>
              <p:tags r:id="rId44"/>
            </p:custDataLst>
          </p:nvPr>
        </p:nvSpPr>
        <p:spPr>
          <a:xfrm>
            <a:off x="3914091" y="4044023"/>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1</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102" name="文本框 101"/>
          <p:cNvSpPr txBox="1"/>
          <p:nvPr>
            <p:custDataLst>
              <p:tags r:id="rId45"/>
            </p:custDataLst>
          </p:nvPr>
        </p:nvSpPr>
        <p:spPr>
          <a:xfrm>
            <a:off x="4591271" y="4040800"/>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0</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103" name="文本框 102"/>
          <p:cNvSpPr txBox="1"/>
          <p:nvPr>
            <p:custDataLst>
              <p:tags r:id="rId46"/>
            </p:custDataLst>
          </p:nvPr>
        </p:nvSpPr>
        <p:spPr>
          <a:xfrm>
            <a:off x="5479825" y="4040800"/>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1</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104" name="文本框 103"/>
          <p:cNvSpPr txBox="1"/>
          <p:nvPr>
            <p:custDataLst>
              <p:tags r:id="rId47"/>
            </p:custDataLst>
          </p:nvPr>
        </p:nvSpPr>
        <p:spPr>
          <a:xfrm>
            <a:off x="5064469" y="4691117"/>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0</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105" name="文本框 104"/>
          <p:cNvSpPr txBox="1"/>
          <p:nvPr>
            <p:custDataLst>
              <p:tags r:id="rId48"/>
            </p:custDataLst>
          </p:nvPr>
        </p:nvSpPr>
        <p:spPr>
          <a:xfrm>
            <a:off x="5953023" y="4691117"/>
            <a:ext cx="392353" cy="461665"/>
          </a:xfrm>
          <a:prstGeom prst="rect">
            <a:avLst/>
          </a:prstGeom>
          <a:noFill/>
        </p:spPr>
        <p:txBody>
          <a:bodyPr wrap="square">
            <a:spAutoFit/>
          </a:bodyP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FF0000"/>
                </a:solidFill>
                <a:effectLst/>
                <a:uLnTx/>
                <a:uFillTx/>
                <a:latin typeface="+mn-ea"/>
                <a:cs typeface="Consolas" panose="020B0609020204030204" pitchFamily="49" charset="0"/>
              </a:rPr>
              <a:t>1</a:t>
            </a:r>
            <a:endParaRPr kumimoji="0" lang="zh-CN" altLang="en-US" sz="2400" b="1" u="none" strike="noStrike" kern="0" cap="none" spc="0" normalizeH="0" baseline="0" noProof="0" dirty="0">
              <a:ln>
                <a:noFill/>
              </a:ln>
              <a:solidFill>
                <a:srgbClr val="FF0000"/>
              </a:solidFill>
              <a:effectLst/>
              <a:uLnTx/>
              <a:uFillTx/>
              <a:latin typeface="+mn-ea"/>
              <a:cs typeface="Consolas" panose="020B0609020204030204" pitchFamily="49" charset="0"/>
            </a:endParaRPr>
          </a:p>
        </p:txBody>
      </p:sp>
      <p:sp>
        <p:nvSpPr>
          <p:cNvPr id="106" name="文本框 105"/>
          <p:cNvSpPr txBox="1"/>
          <p:nvPr>
            <p:custDataLst>
              <p:tags r:id="rId49"/>
            </p:custDataLst>
          </p:nvPr>
        </p:nvSpPr>
        <p:spPr>
          <a:xfrm>
            <a:off x="6670795" y="3380812"/>
            <a:ext cx="913203" cy="2094741"/>
          </a:xfrm>
          <a:prstGeom prst="rect">
            <a:avLst/>
          </a:prstGeom>
          <a:noFill/>
        </p:spPr>
        <p:txBody>
          <a:bodyPr wrap="square">
            <a:spAutoFit/>
          </a:bodyPr>
          <a:p>
            <a:pPr>
              <a:lnSpc>
                <a:spcPct val="110000"/>
              </a:lnSpc>
            </a:pPr>
            <a:r>
              <a:rPr kumimoji="1" lang="en-US" altLang="zh-CN" sz="2400" b="1" dirty="0">
                <a:solidFill>
                  <a:srgbClr val="0070C0"/>
                </a:solidFill>
                <a:latin typeface="+mn-ea"/>
                <a:cs typeface="Consolas" panose="020B0609020204030204" pitchFamily="49" charset="0"/>
              </a:rPr>
              <a:t>A</a:t>
            </a:r>
            <a:r>
              <a:rPr kumimoji="1" lang="en-US" altLang="zh-CN" sz="2400" b="1" dirty="0">
                <a:latin typeface="+mn-ea"/>
                <a:cs typeface="Consolas" panose="020B0609020204030204" pitchFamily="49" charset="0"/>
              </a:rPr>
              <a:t> </a:t>
            </a:r>
            <a:r>
              <a:rPr kumimoji="1" lang="en-US" altLang="zh-CN" sz="2400" b="1" dirty="0">
                <a:latin typeface="+mn-ea"/>
                <a:cs typeface="Consolas" panose="020B0609020204030204" pitchFamily="49" charset="0"/>
                <a:sym typeface="Wingdings" panose="05000000000000000000" pitchFamily="2" charset="2"/>
              </a:rPr>
              <a:t>-&gt;</a:t>
            </a:r>
            <a:endParaRPr kumimoji="1" lang="en-US" altLang="zh-CN" sz="2400" b="1" dirty="0">
              <a:latin typeface="+mn-ea"/>
              <a:cs typeface="Consolas" panose="020B0609020204030204" pitchFamily="49" charset="0"/>
              <a:sym typeface="Wingdings" panose="05000000000000000000" pitchFamily="2" charset="2"/>
            </a:endParaRPr>
          </a:p>
          <a:p>
            <a:pPr>
              <a:lnSpc>
                <a:spcPct val="110000"/>
              </a:lnSpc>
            </a:pPr>
            <a:r>
              <a:rPr kumimoji="1" lang="en-US" altLang="zh-CN" sz="2400" b="1" dirty="0">
                <a:solidFill>
                  <a:srgbClr val="0070C0"/>
                </a:solidFill>
                <a:latin typeface="+mn-ea"/>
                <a:sym typeface="Wingdings" panose="05000000000000000000" pitchFamily="2" charset="2"/>
              </a:rPr>
              <a:t>B</a:t>
            </a:r>
            <a:r>
              <a:rPr kumimoji="1" lang="en-US" altLang="zh-CN" sz="2400" b="1" dirty="0">
                <a:latin typeface="+mn-ea"/>
                <a:sym typeface="Wingdings" panose="05000000000000000000" pitchFamily="2" charset="2"/>
              </a:rPr>
              <a:t> -&gt;</a:t>
            </a:r>
            <a:endParaRPr kumimoji="1" lang="en-US" altLang="zh-CN" sz="2400" b="1" dirty="0">
              <a:latin typeface="+mn-ea"/>
              <a:sym typeface="Wingdings" panose="05000000000000000000" pitchFamily="2" charset="2"/>
            </a:endParaRPr>
          </a:p>
          <a:p>
            <a:pPr>
              <a:lnSpc>
                <a:spcPct val="110000"/>
              </a:lnSpc>
            </a:pPr>
            <a:r>
              <a:rPr kumimoji="1" lang="en-US" altLang="zh-CN" sz="2400" b="1" dirty="0">
                <a:solidFill>
                  <a:srgbClr val="0070C0"/>
                </a:solidFill>
                <a:latin typeface="+mn-ea"/>
                <a:sym typeface="Wingdings" panose="05000000000000000000" pitchFamily="2" charset="2"/>
              </a:rPr>
              <a:t>C</a:t>
            </a:r>
            <a:r>
              <a:rPr kumimoji="1" lang="en-US" altLang="zh-CN" sz="2400" b="1" dirty="0">
                <a:latin typeface="+mn-ea"/>
                <a:sym typeface="Wingdings" panose="05000000000000000000" pitchFamily="2" charset="2"/>
              </a:rPr>
              <a:t> -&gt;</a:t>
            </a:r>
            <a:endParaRPr kumimoji="1" lang="en-US" altLang="zh-CN" sz="2400" b="1" dirty="0">
              <a:latin typeface="+mn-ea"/>
              <a:sym typeface="Wingdings" panose="05000000000000000000" pitchFamily="2" charset="2"/>
            </a:endParaRPr>
          </a:p>
          <a:p>
            <a:pPr>
              <a:lnSpc>
                <a:spcPct val="110000"/>
              </a:lnSpc>
            </a:pPr>
            <a:r>
              <a:rPr kumimoji="1" lang="en-US" altLang="zh-CN" sz="2400" b="1" dirty="0">
                <a:solidFill>
                  <a:srgbClr val="0070C0"/>
                </a:solidFill>
                <a:latin typeface="+mn-ea"/>
                <a:sym typeface="Wingdings" panose="05000000000000000000" pitchFamily="2" charset="2"/>
              </a:rPr>
              <a:t>D</a:t>
            </a:r>
            <a:r>
              <a:rPr kumimoji="1" lang="en-US" altLang="zh-CN" sz="2400" b="1" dirty="0">
                <a:latin typeface="+mn-ea"/>
                <a:sym typeface="Wingdings" panose="05000000000000000000" pitchFamily="2" charset="2"/>
              </a:rPr>
              <a:t> -&gt;</a:t>
            </a:r>
            <a:endParaRPr kumimoji="1" lang="en-US" altLang="zh-CN" sz="2400" b="1" dirty="0">
              <a:latin typeface="+mn-ea"/>
              <a:sym typeface="Wingdings" panose="05000000000000000000" pitchFamily="2" charset="2"/>
            </a:endParaRPr>
          </a:p>
          <a:p>
            <a:pPr>
              <a:lnSpc>
                <a:spcPct val="110000"/>
              </a:lnSpc>
            </a:pPr>
            <a:r>
              <a:rPr kumimoji="1" lang="en-US" altLang="zh-CN" sz="2400" b="1" dirty="0">
                <a:solidFill>
                  <a:srgbClr val="0070C0"/>
                </a:solidFill>
                <a:latin typeface="+mn-ea"/>
                <a:sym typeface="Wingdings" panose="05000000000000000000" pitchFamily="2" charset="2"/>
              </a:rPr>
              <a:t>E</a:t>
            </a:r>
            <a:r>
              <a:rPr kumimoji="1" lang="en-US" altLang="zh-CN" sz="2400" b="1" dirty="0">
                <a:latin typeface="+mn-ea"/>
                <a:sym typeface="Wingdings" panose="05000000000000000000" pitchFamily="2" charset="2"/>
              </a:rPr>
              <a:t> -&gt;</a:t>
            </a:r>
            <a:endParaRPr lang="zh-CN" altLang="en-US" sz="2400" dirty="0"/>
          </a:p>
        </p:txBody>
      </p:sp>
      <p:sp>
        <p:nvSpPr>
          <p:cNvPr id="107" name="文本框 106"/>
          <p:cNvSpPr txBox="1"/>
          <p:nvPr>
            <p:custDataLst>
              <p:tags r:id="rId50"/>
            </p:custDataLst>
          </p:nvPr>
        </p:nvSpPr>
        <p:spPr>
          <a:xfrm>
            <a:off x="7398917" y="3380812"/>
            <a:ext cx="913203" cy="2095317"/>
          </a:xfrm>
          <a:prstGeom prst="rect">
            <a:avLst/>
          </a:prstGeom>
          <a:noFill/>
        </p:spPr>
        <p:txBody>
          <a:bodyPr wrap="square">
            <a:spAutoFit/>
          </a:bodyPr>
          <a:p>
            <a:pPr>
              <a:lnSpc>
                <a:spcPct val="110000"/>
              </a:lnSpc>
            </a:pPr>
            <a:r>
              <a:rPr kumimoji="1" lang="en-US" altLang="zh-CN" sz="2400" b="1" dirty="0">
                <a:solidFill>
                  <a:srgbClr val="FF0000"/>
                </a:solidFill>
                <a:latin typeface="+mn-ea"/>
                <a:cs typeface="Consolas" panose="020B0609020204030204" pitchFamily="49" charset="0"/>
              </a:rPr>
              <a:t>110</a:t>
            </a:r>
            <a:endParaRPr kumimoji="1" lang="en-US" altLang="zh-CN" sz="2400" b="1" dirty="0">
              <a:solidFill>
                <a:srgbClr val="FF0000"/>
              </a:solidFill>
              <a:latin typeface="+mn-ea"/>
              <a:cs typeface="Consolas" panose="020B0609020204030204" pitchFamily="49" charset="0"/>
              <a:sym typeface="Wingdings" panose="05000000000000000000" pitchFamily="2" charset="2"/>
            </a:endParaRPr>
          </a:p>
          <a:p>
            <a:pPr>
              <a:lnSpc>
                <a:spcPct val="110000"/>
              </a:lnSpc>
            </a:pPr>
            <a:r>
              <a:rPr kumimoji="1" lang="en-US" altLang="zh-CN" sz="2400" b="1" dirty="0">
                <a:solidFill>
                  <a:srgbClr val="FF0000"/>
                </a:solidFill>
                <a:latin typeface="+mn-ea"/>
                <a:sym typeface="Wingdings" panose="05000000000000000000" pitchFamily="2" charset="2"/>
              </a:rPr>
              <a:t>10</a:t>
            </a:r>
            <a:endParaRPr kumimoji="1" lang="en-US" altLang="zh-CN" sz="2400" b="1" dirty="0">
              <a:solidFill>
                <a:srgbClr val="FF0000"/>
              </a:solidFill>
              <a:latin typeface="+mn-ea"/>
              <a:sym typeface="Wingdings" panose="05000000000000000000" pitchFamily="2" charset="2"/>
            </a:endParaRPr>
          </a:p>
          <a:p>
            <a:pPr>
              <a:lnSpc>
                <a:spcPct val="110000"/>
              </a:lnSpc>
            </a:pPr>
            <a:r>
              <a:rPr kumimoji="1" lang="en-US" altLang="zh-CN" sz="2400" b="1" dirty="0">
                <a:solidFill>
                  <a:srgbClr val="FF0000"/>
                </a:solidFill>
                <a:latin typeface="+mn-ea"/>
                <a:sym typeface="Wingdings" panose="05000000000000000000" pitchFamily="2" charset="2"/>
              </a:rPr>
              <a:t>111</a:t>
            </a:r>
            <a:endParaRPr kumimoji="1" lang="en-US" altLang="zh-CN" sz="2400" b="1" dirty="0">
              <a:solidFill>
                <a:srgbClr val="FF0000"/>
              </a:solidFill>
              <a:latin typeface="+mn-ea"/>
              <a:sym typeface="Wingdings" panose="05000000000000000000" pitchFamily="2" charset="2"/>
            </a:endParaRPr>
          </a:p>
          <a:p>
            <a:pPr>
              <a:lnSpc>
                <a:spcPct val="110000"/>
              </a:lnSpc>
            </a:pPr>
            <a:r>
              <a:rPr kumimoji="1" lang="en-US" altLang="zh-CN" sz="2400" b="1" dirty="0">
                <a:solidFill>
                  <a:srgbClr val="FF0000"/>
                </a:solidFill>
                <a:latin typeface="+mn-ea"/>
                <a:sym typeface="Wingdings" panose="05000000000000000000" pitchFamily="2" charset="2"/>
              </a:rPr>
              <a:t>00</a:t>
            </a:r>
            <a:endParaRPr kumimoji="1" lang="en-US" altLang="zh-CN" sz="2400" b="1" dirty="0">
              <a:solidFill>
                <a:srgbClr val="FF0000"/>
              </a:solidFill>
              <a:latin typeface="+mn-ea"/>
              <a:sym typeface="Wingdings" panose="05000000000000000000" pitchFamily="2" charset="2"/>
            </a:endParaRPr>
          </a:p>
          <a:p>
            <a:pPr>
              <a:lnSpc>
                <a:spcPct val="110000"/>
              </a:lnSpc>
            </a:pPr>
            <a:r>
              <a:rPr kumimoji="1" lang="en-US" altLang="zh-CN" sz="2400" b="1" dirty="0">
                <a:solidFill>
                  <a:srgbClr val="FF0000"/>
                </a:solidFill>
                <a:latin typeface="+mn-ea"/>
                <a:sym typeface="Wingdings" panose="05000000000000000000" pitchFamily="2" charset="2"/>
              </a:rPr>
              <a:t>01</a:t>
            </a:r>
            <a:endParaRPr lang="zh-CN" altLang="en-US" sz="2400" dirty="0">
              <a:solidFill>
                <a:srgbClr val="FF0000"/>
              </a:solidFill>
            </a:endParaRPr>
          </a:p>
        </p:txBody>
      </p:sp>
      <p:sp>
        <p:nvSpPr>
          <p:cNvPr id="108" name="文本框 107"/>
          <p:cNvSpPr txBox="1"/>
          <p:nvPr>
            <p:custDataLst>
              <p:tags r:id="rId51"/>
            </p:custDataLst>
          </p:nvPr>
        </p:nvSpPr>
        <p:spPr>
          <a:xfrm>
            <a:off x="8312369" y="4703619"/>
            <a:ext cx="2734984" cy="799193"/>
          </a:xfrm>
          <a:prstGeom prst="rect">
            <a:avLst/>
          </a:prstGeom>
          <a:noFill/>
        </p:spPr>
        <p:txBody>
          <a:bodyPr wrap="square">
            <a:spAutoFit/>
          </a:bodyPr>
          <a:p>
            <a:pPr>
              <a:lnSpc>
                <a:spcPct val="120000"/>
              </a:lnSpc>
            </a:pPr>
            <a:r>
              <a:rPr kumimoji="1" lang="zh-CN" altLang="en-US" sz="2000" b="1" dirty="0">
                <a:latin typeface="+mn-ea"/>
                <a:cs typeface="Consolas" panose="020B0609020204030204" pitchFamily="49" charset="0"/>
              </a:rPr>
              <a:t>电文是</a:t>
            </a:r>
            <a:r>
              <a:rPr kumimoji="1" lang="en-US" altLang="zh-CN" sz="2000" b="1" dirty="0">
                <a:solidFill>
                  <a:srgbClr val="0070C0"/>
                </a:solidFill>
                <a:latin typeface="+mn-ea"/>
                <a:cs typeface="Consolas" panose="020B0609020204030204" pitchFamily="49" charset="0"/>
              </a:rPr>
              <a:t>ABCD</a:t>
            </a:r>
            <a:r>
              <a:rPr kumimoji="1" lang="en-US" altLang="zh-CN" sz="2000" b="1" dirty="0">
                <a:latin typeface="+mn-ea"/>
                <a:cs typeface="Consolas" panose="020B0609020204030204" pitchFamily="49" charset="0"/>
              </a:rPr>
              <a:t> </a:t>
            </a:r>
            <a:r>
              <a:rPr kumimoji="1" lang="en-US" altLang="zh-CN" sz="2000" b="1" dirty="0">
                <a:latin typeface="+mn-ea"/>
                <a:cs typeface="Consolas" panose="020B0609020204030204" pitchFamily="49" charset="0"/>
                <a:sym typeface="Wingdings" panose="05000000000000000000" pitchFamily="2" charset="2"/>
              </a:rPr>
              <a:t>-&gt;</a:t>
            </a:r>
            <a:endParaRPr kumimoji="1" lang="en-US" altLang="zh-CN" sz="2000" b="1" dirty="0">
              <a:latin typeface="+mn-ea"/>
              <a:cs typeface="Consolas" panose="020B0609020204030204" pitchFamily="49" charset="0"/>
              <a:sym typeface="Wingdings" panose="05000000000000000000" pitchFamily="2" charset="2"/>
            </a:endParaRPr>
          </a:p>
          <a:p>
            <a:pPr>
              <a:lnSpc>
                <a:spcPct val="120000"/>
              </a:lnSpc>
            </a:pPr>
            <a:r>
              <a:rPr kumimoji="1" lang="zh-CN" altLang="en-US" sz="2000" b="1" dirty="0">
                <a:latin typeface="+mn-ea"/>
                <a:sym typeface="Wingdings" panose="05000000000000000000" pitchFamily="2" charset="2"/>
              </a:rPr>
              <a:t>电文是</a:t>
            </a:r>
            <a:r>
              <a:rPr kumimoji="1" lang="en-US" altLang="zh-CN" sz="2000" b="1" dirty="0">
                <a:solidFill>
                  <a:srgbClr val="FF0000"/>
                </a:solidFill>
                <a:latin typeface="+mn-ea"/>
                <a:sym typeface="Wingdings" panose="05000000000000000000" pitchFamily="2" charset="2"/>
              </a:rPr>
              <a:t>1110001</a:t>
            </a:r>
            <a:r>
              <a:rPr kumimoji="1" lang="en-US" altLang="zh-CN" sz="2000" b="1" dirty="0">
                <a:latin typeface="+mn-ea"/>
                <a:sym typeface="Wingdings" panose="05000000000000000000" pitchFamily="2" charset="2"/>
              </a:rPr>
              <a:t> -&gt;</a:t>
            </a:r>
            <a:endParaRPr kumimoji="1" lang="en-US" altLang="zh-CN" sz="2000" b="1" dirty="0">
              <a:latin typeface="+mn-ea"/>
              <a:sym typeface="Wingdings" panose="05000000000000000000" pitchFamily="2" charset="2"/>
            </a:endParaRPr>
          </a:p>
        </p:txBody>
      </p:sp>
      <p:sp>
        <p:nvSpPr>
          <p:cNvPr id="109" name="文本框 108"/>
          <p:cNvSpPr txBox="1"/>
          <p:nvPr>
            <p:custDataLst>
              <p:tags r:id="rId52"/>
            </p:custDataLst>
          </p:nvPr>
        </p:nvSpPr>
        <p:spPr>
          <a:xfrm>
            <a:off x="10256369" y="4703619"/>
            <a:ext cx="680444" cy="430374"/>
          </a:xfrm>
          <a:prstGeom prst="rect">
            <a:avLst/>
          </a:prstGeom>
          <a:noFill/>
        </p:spPr>
        <p:txBody>
          <a:bodyPr wrap="square">
            <a:spAutoFit/>
          </a:bodyPr>
          <a:p>
            <a:pPr>
              <a:lnSpc>
                <a:spcPct val="120000"/>
              </a:lnSpc>
            </a:pPr>
            <a:r>
              <a:rPr kumimoji="1" lang="en-US" altLang="zh-CN" sz="2000" b="1" dirty="0">
                <a:solidFill>
                  <a:srgbClr val="FF0000"/>
                </a:solidFill>
                <a:latin typeface="+mn-ea"/>
                <a:cs typeface="Consolas" panose="020B0609020204030204" pitchFamily="49" charset="0"/>
              </a:rPr>
              <a:t>110</a:t>
            </a:r>
            <a:endParaRPr kumimoji="1" lang="en-US" altLang="zh-CN" sz="2000" b="1" dirty="0">
              <a:solidFill>
                <a:srgbClr val="FF0000"/>
              </a:solidFill>
              <a:latin typeface="+mn-ea"/>
              <a:cs typeface="Consolas" panose="020B0609020204030204" pitchFamily="49" charset="0"/>
              <a:sym typeface="Wingdings" panose="05000000000000000000" pitchFamily="2" charset="2"/>
            </a:endParaRPr>
          </a:p>
        </p:txBody>
      </p:sp>
      <p:sp>
        <p:nvSpPr>
          <p:cNvPr id="110" name="文本框 109"/>
          <p:cNvSpPr txBox="1"/>
          <p:nvPr>
            <p:custDataLst>
              <p:tags r:id="rId53"/>
            </p:custDataLst>
          </p:nvPr>
        </p:nvSpPr>
        <p:spPr>
          <a:xfrm>
            <a:off x="10596864" y="5070465"/>
            <a:ext cx="369163" cy="430374"/>
          </a:xfrm>
          <a:prstGeom prst="rect">
            <a:avLst/>
          </a:prstGeom>
          <a:noFill/>
        </p:spPr>
        <p:txBody>
          <a:bodyPr wrap="square">
            <a:spAutoFit/>
          </a:bodyPr>
          <a:p>
            <a:pPr>
              <a:lnSpc>
                <a:spcPct val="120000"/>
              </a:lnSpc>
            </a:pPr>
            <a:r>
              <a:rPr kumimoji="1" lang="en-US" altLang="zh-CN" sz="2000" b="1" dirty="0">
                <a:solidFill>
                  <a:srgbClr val="0070C0"/>
                </a:solidFill>
                <a:latin typeface="+mn-ea"/>
                <a:cs typeface="Consolas" panose="020B0609020204030204" pitchFamily="49" charset="0"/>
              </a:rPr>
              <a:t>C</a:t>
            </a:r>
            <a:endParaRPr kumimoji="1" lang="en-US" altLang="zh-CN" sz="2000" b="1" dirty="0">
              <a:solidFill>
                <a:srgbClr val="0070C0"/>
              </a:solidFill>
              <a:latin typeface="+mn-ea"/>
              <a:cs typeface="Consolas" panose="020B0609020204030204" pitchFamily="49" charset="0"/>
              <a:sym typeface="Wingdings" panose="05000000000000000000" pitchFamily="2" charset="2"/>
            </a:endParaRPr>
          </a:p>
        </p:txBody>
      </p:sp>
      <p:sp>
        <p:nvSpPr>
          <p:cNvPr id="111" name="矩形: 圆角 110"/>
          <p:cNvSpPr/>
          <p:nvPr>
            <p:custDataLst>
              <p:tags r:id="rId54"/>
            </p:custDataLst>
          </p:nvPr>
        </p:nvSpPr>
        <p:spPr>
          <a:xfrm>
            <a:off x="0" y="2207247"/>
            <a:ext cx="8275782" cy="319763"/>
          </a:xfrm>
          <a:prstGeom prst="roundRect">
            <a:avLst>
              <a:gd name="adj" fmla="val 9000"/>
            </a:avLst>
          </a:prstGeom>
          <a:solidFill>
            <a:srgbClr val="B50988">
              <a:alpha val="16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 name="矩形: 圆角 55"/>
          <p:cNvSpPr/>
          <p:nvPr>
            <p:custDataLst>
              <p:tags r:id="rId55"/>
            </p:custDataLst>
          </p:nvPr>
        </p:nvSpPr>
        <p:spPr>
          <a:xfrm>
            <a:off x="515991" y="4167922"/>
            <a:ext cx="1715959" cy="320405"/>
          </a:xfrm>
          <a:prstGeom prst="roundRect">
            <a:avLst>
              <a:gd name="adj" fmla="val 9000"/>
            </a:avLst>
          </a:prstGeom>
          <a:solidFill>
            <a:srgbClr val="B50988">
              <a:alpha val="21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 name="矩形: 圆角 56"/>
          <p:cNvSpPr/>
          <p:nvPr>
            <p:custDataLst>
              <p:tags r:id="rId56"/>
            </p:custDataLst>
          </p:nvPr>
        </p:nvSpPr>
        <p:spPr>
          <a:xfrm>
            <a:off x="515990" y="4502217"/>
            <a:ext cx="1715959" cy="320405"/>
          </a:xfrm>
          <a:prstGeom prst="roundRect">
            <a:avLst>
              <a:gd name="adj" fmla="val 9000"/>
            </a:avLst>
          </a:prstGeom>
          <a:solidFill>
            <a:srgbClr val="B50988">
              <a:alpha val="21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 name="矩形: 圆角 57"/>
          <p:cNvSpPr/>
          <p:nvPr>
            <p:custDataLst>
              <p:tags r:id="rId57"/>
            </p:custDataLst>
          </p:nvPr>
        </p:nvSpPr>
        <p:spPr>
          <a:xfrm>
            <a:off x="515990" y="4835547"/>
            <a:ext cx="1715959" cy="320405"/>
          </a:xfrm>
          <a:prstGeom prst="roundRect">
            <a:avLst>
              <a:gd name="adj" fmla="val 9000"/>
            </a:avLst>
          </a:prstGeom>
          <a:solidFill>
            <a:srgbClr val="B50988">
              <a:alpha val="21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矩形: 圆角 58"/>
          <p:cNvSpPr/>
          <p:nvPr>
            <p:custDataLst>
              <p:tags r:id="rId58"/>
            </p:custDataLst>
          </p:nvPr>
        </p:nvSpPr>
        <p:spPr>
          <a:xfrm>
            <a:off x="515989" y="5168877"/>
            <a:ext cx="1715959" cy="320405"/>
          </a:xfrm>
          <a:prstGeom prst="roundRect">
            <a:avLst>
              <a:gd name="adj" fmla="val 9000"/>
            </a:avLst>
          </a:prstGeom>
          <a:solidFill>
            <a:srgbClr val="B50988">
              <a:alpha val="21000"/>
            </a:srgbClr>
          </a:solidFill>
          <a:ln>
            <a:solidFill>
              <a:srgbClr val="B50988">
                <a:alpha val="3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文本框 59"/>
          <p:cNvSpPr txBox="1"/>
          <p:nvPr>
            <p:custDataLst>
              <p:tags r:id="rId59"/>
            </p:custDataLst>
          </p:nvPr>
        </p:nvSpPr>
        <p:spPr>
          <a:xfrm>
            <a:off x="10792077" y="5070465"/>
            <a:ext cx="369163" cy="430374"/>
          </a:xfrm>
          <a:prstGeom prst="rect">
            <a:avLst/>
          </a:prstGeom>
          <a:noFill/>
        </p:spPr>
        <p:txBody>
          <a:bodyPr wrap="square">
            <a:spAutoFit/>
          </a:bodyPr>
          <a:p>
            <a:pPr>
              <a:lnSpc>
                <a:spcPct val="120000"/>
              </a:lnSpc>
            </a:pPr>
            <a:r>
              <a:rPr kumimoji="1" lang="en-US" altLang="zh-CN" sz="2000" b="1" dirty="0">
                <a:solidFill>
                  <a:srgbClr val="0070C0"/>
                </a:solidFill>
                <a:latin typeface="+mn-ea"/>
                <a:cs typeface="Consolas" panose="020B0609020204030204" pitchFamily="49" charset="0"/>
              </a:rPr>
              <a:t>D</a:t>
            </a:r>
            <a:endParaRPr kumimoji="1" lang="en-US" altLang="zh-CN" sz="2000" b="1" dirty="0">
              <a:solidFill>
                <a:srgbClr val="0070C0"/>
              </a:solidFill>
              <a:latin typeface="+mn-ea"/>
              <a:cs typeface="Consolas" panose="020B0609020204030204" pitchFamily="49" charset="0"/>
              <a:sym typeface="Wingdings" panose="05000000000000000000" pitchFamily="2" charset="2"/>
            </a:endParaRPr>
          </a:p>
        </p:txBody>
      </p:sp>
      <p:sp>
        <p:nvSpPr>
          <p:cNvPr id="61" name="文本框 60"/>
          <p:cNvSpPr txBox="1"/>
          <p:nvPr>
            <p:custDataLst>
              <p:tags r:id="rId60"/>
            </p:custDataLst>
          </p:nvPr>
        </p:nvSpPr>
        <p:spPr>
          <a:xfrm>
            <a:off x="11008303" y="5070465"/>
            <a:ext cx="317567" cy="430374"/>
          </a:xfrm>
          <a:prstGeom prst="rect">
            <a:avLst/>
          </a:prstGeom>
          <a:noFill/>
        </p:spPr>
        <p:txBody>
          <a:bodyPr wrap="square">
            <a:spAutoFit/>
          </a:bodyPr>
          <a:p>
            <a:pPr>
              <a:lnSpc>
                <a:spcPct val="120000"/>
              </a:lnSpc>
            </a:pPr>
            <a:r>
              <a:rPr kumimoji="1" lang="en-US" altLang="zh-CN" sz="2000" b="1" dirty="0">
                <a:solidFill>
                  <a:srgbClr val="0070C0"/>
                </a:solidFill>
                <a:latin typeface="+mn-ea"/>
                <a:cs typeface="Consolas" panose="020B0609020204030204" pitchFamily="49" charset="0"/>
              </a:rPr>
              <a:t>E</a:t>
            </a:r>
            <a:endParaRPr kumimoji="1" lang="en-US" altLang="zh-CN" sz="2000" b="1" dirty="0">
              <a:solidFill>
                <a:srgbClr val="0070C0"/>
              </a:solidFill>
              <a:latin typeface="+mn-ea"/>
              <a:cs typeface="Consolas" panose="020B0609020204030204" pitchFamily="49" charset="0"/>
              <a:sym typeface="Wingdings" panose="05000000000000000000" pitchFamily="2" charset="2"/>
            </a:endParaRPr>
          </a:p>
        </p:txBody>
      </p:sp>
      <p:sp>
        <p:nvSpPr>
          <p:cNvPr id="62" name="文本框 61"/>
          <p:cNvSpPr txBox="1"/>
          <p:nvPr>
            <p:custDataLst>
              <p:tags r:id="rId61"/>
            </p:custDataLst>
          </p:nvPr>
        </p:nvSpPr>
        <p:spPr>
          <a:xfrm>
            <a:off x="10737653" y="4703619"/>
            <a:ext cx="522337" cy="430374"/>
          </a:xfrm>
          <a:prstGeom prst="rect">
            <a:avLst/>
          </a:prstGeom>
          <a:noFill/>
        </p:spPr>
        <p:txBody>
          <a:bodyPr wrap="square">
            <a:spAutoFit/>
          </a:bodyPr>
          <a:p>
            <a:pPr>
              <a:lnSpc>
                <a:spcPct val="120000"/>
              </a:lnSpc>
            </a:pPr>
            <a:r>
              <a:rPr kumimoji="1" lang="en-US" altLang="zh-CN" sz="2000" b="1" dirty="0">
                <a:solidFill>
                  <a:srgbClr val="FF0000"/>
                </a:solidFill>
                <a:latin typeface="+mn-ea"/>
                <a:cs typeface="Consolas" panose="020B0609020204030204" pitchFamily="49" charset="0"/>
              </a:rPr>
              <a:t>10</a:t>
            </a:r>
            <a:endParaRPr kumimoji="1" lang="en-US" altLang="zh-CN" sz="2000" b="1" dirty="0">
              <a:solidFill>
                <a:srgbClr val="FF0000"/>
              </a:solidFill>
              <a:latin typeface="+mn-ea"/>
              <a:cs typeface="Consolas" panose="020B0609020204030204" pitchFamily="49" charset="0"/>
              <a:sym typeface="Wingdings" panose="05000000000000000000" pitchFamily="2" charset="2"/>
            </a:endParaRPr>
          </a:p>
        </p:txBody>
      </p:sp>
      <p:sp>
        <p:nvSpPr>
          <p:cNvPr id="63" name="文本框 62"/>
          <p:cNvSpPr txBox="1"/>
          <p:nvPr>
            <p:custDataLst>
              <p:tags r:id="rId62"/>
            </p:custDataLst>
          </p:nvPr>
        </p:nvSpPr>
        <p:spPr>
          <a:xfrm>
            <a:off x="11064820" y="4703619"/>
            <a:ext cx="681881" cy="430374"/>
          </a:xfrm>
          <a:prstGeom prst="rect">
            <a:avLst/>
          </a:prstGeom>
          <a:noFill/>
        </p:spPr>
        <p:txBody>
          <a:bodyPr wrap="square">
            <a:spAutoFit/>
          </a:bodyPr>
          <a:p>
            <a:pPr>
              <a:lnSpc>
                <a:spcPct val="120000"/>
              </a:lnSpc>
            </a:pPr>
            <a:r>
              <a:rPr kumimoji="1" lang="en-US" altLang="zh-CN" sz="2000" b="1" dirty="0">
                <a:solidFill>
                  <a:srgbClr val="FF0000"/>
                </a:solidFill>
                <a:latin typeface="+mn-ea"/>
                <a:cs typeface="Consolas" panose="020B0609020204030204" pitchFamily="49" charset="0"/>
              </a:rPr>
              <a:t>111</a:t>
            </a:r>
            <a:endParaRPr kumimoji="1" lang="en-US" altLang="zh-CN" sz="2000" b="1" dirty="0">
              <a:solidFill>
                <a:srgbClr val="FF0000"/>
              </a:solidFill>
              <a:latin typeface="+mn-ea"/>
              <a:cs typeface="Consolas" panose="020B0609020204030204" pitchFamily="49" charset="0"/>
              <a:sym typeface="Wingdings" panose="05000000000000000000" pitchFamily="2" charset="2"/>
            </a:endParaRPr>
          </a:p>
        </p:txBody>
      </p:sp>
      <p:sp>
        <p:nvSpPr>
          <p:cNvPr id="64" name="文本框 63"/>
          <p:cNvSpPr txBox="1"/>
          <p:nvPr>
            <p:custDataLst>
              <p:tags r:id="rId63"/>
            </p:custDataLst>
          </p:nvPr>
        </p:nvSpPr>
        <p:spPr>
          <a:xfrm>
            <a:off x="11530468" y="4703619"/>
            <a:ext cx="500906" cy="430374"/>
          </a:xfrm>
          <a:prstGeom prst="rect">
            <a:avLst/>
          </a:prstGeom>
          <a:noFill/>
        </p:spPr>
        <p:txBody>
          <a:bodyPr wrap="square">
            <a:spAutoFit/>
          </a:bodyPr>
          <a:p>
            <a:pPr>
              <a:lnSpc>
                <a:spcPct val="120000"/>
              </a:lnSpc>
            </a:pPr>
            <a:r>
              <a:rPr kumimoji="1" lang="en-US" altLang="zh-CN" sz="2000" b="1" dirty="0">
                <a:solidFill>
                  <a:srgbClr val="FF0000"/>
                </a:solidFill>
                <a:latin typeface="+mn-ea"/>
                <a:cs typeface="Consolas" panose="020B0609020204030204" pitchFamily="49" charset="0"/>
              </a:rPr>
              <a:t>00</a:t>
            </a:r>
            <a:endParaRPr kumimoji="1" lang="en-US" altLang="zh-CN" sz="2000" b="1" dirty="0">
              <a:solidFill>
                <a:srgbClr val="FF0000"/>
              </a:solidFill>
              <a:latin typeface="+mn-ea"/>
              <a:cs typeface="Consolas" panose="020B0609020204030204" pitchFamily="49" charset="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wipe(left)">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wipe(left)">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wipe(left)">
                                      <p:cBhvr>
                                        <p:cTn id="25" dur="500"/>
                                        <p:tgtEl>
                                          <p:spTgt spid="6">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6"/>
                                        </p:tgtEl>
                                        <p:attrNameLst>
                                          <p:attrName>style.visibility</p:attrName>
                                        </p:attrNameLst>
                                      </p:cBhvr>
                                      <p:to>
                                        <p:strVal val="visible"/>
                                      </p:to>
                                    </p:set>
                                    <p:animEffect transition="in" filter="fade">
                                      <p:cBhvr>
                                        <p:cTn id="35" dur="500"/>
                                        <p:tgtEl>
                                          <p:spTgt spid="9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7"/>
                                        </p:tgtEl>
                                        <p:attrNameLst>
                                          <p:attrName>style.visibility</p:attrName>
                                        </p:attrNameLst>
                                      </p:cBhvr>
                                      <p:to>
                                        <p:strVal val="visible"/>
                                      </p:to>
                                    </p:set>
                                    <p:animEffect transition="in" filter="fade">
                                      <p:cBhvr>
                                        <p:cTn id="40" dur="500"/>
                                        <p:tgtEl>
                                          <p:spTgt spid="8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animEffect transition="in" filter="fade">
                                      <p:cBhvr>
                                        <p:cTn id="45" dur="500"/>
                                        <p:tgtEl>
                                          <p:spTgt spid="5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fade">
                                      <p:cBhvr>
                                        <p:cTn id="50" dur="500"/>
                                        <p:tgtEl>
                                          <p:spTgt spid="7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animEffect transition="in" filter="fade">
                                      <p:cBhvr>
                                        <p:cTn id="53" dur="500"/>
                                        <p:tgtEl>
                                          <p:spTgt spid="7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8"/>
                                        </p:tgtEl>
                                        <p:attrNameLst>
                                          <p:attrName>style.visibility</p:attrName>
                                        </p:attrNameLst>
                                      </p:cBhvr>
                                      <p:to>
                                        <p:strVal val="visible"/>
                                      </p:to>
                                    </p:set>
                                    <p:animEffect transition="in" filter="fade">
                                      <p:cBhvr>
                                        <p:cTn id="56" dur="500"/>
                                        <p:tgtEl>
                                          <p:spTgt spid="7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animEffect transition="in" filter="fade">
                                      <p:cBhvr>
                                        <p:cTn id="59" dur="500"/>
                                        <p:tgtEl>
                                          <p:spTgt spid="7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0"/>
                                        </p:tgtEl>
                                        <p:attrNameLst>
                                          <p:attrName>style.visibility</p:attrName>
                                        </p:attrNameLst>
                                      </p:cBhvr>
                                      <p:to>
                                        <p:strVal val="visible"/>
                                      </p:to>
                                    </p:set>
                                    <p:animEffect transition="in" filter="fade">
                                      <p:cBhvr>
                                        <p:cTn id="62" dur="500"/>
                                        <p:tgtEl>
                                          <p:spTgt spid="8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fade">
                                      <p:cBhvr>
                                        <p:cTn id="65" dur="500"/>
                                        <p:tgtEl>
                                          <p:spTgt spid="8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3"/>
                                        </p:tgtEl>
                                        <p:attrNameLst>
                                          <p:attrName>style.visibility</p:attrName>
                                        </p:attrNameLst>
                                      </p:cBhvr>
                                      <p:to>
                                        <p:strVal val="visible"/>
                                      </p:to>
                                    </p:set>
                                    <p:animEffect transition="in" filter="fade">
                                      <p:cBhvr>
                                        <p:cTn id="68" dur="500"/>
                                        <p:tgtEl>
                                          <p:spTgt spid="8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4"/>
                                        </p:tgtEl>
                                        <p:attrNameLst>
                                          <p:attrName>style.visibility</p:attrName>
                                        </p:attrNameLst>
                                      </p:cBhvr>
                                      <p:to>
                                        <p:strVal val="visible"/>
                                      </p:to>
                                    </p:set>
                                    <p:animEffect transition="in" filter="fade">
                                      <p:cBhvr>
                                        <p:cTn id="71" dur="500"/>
                                        <p:tgtEl>
                                          <p:spTgt spid="8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85"/>
                                        </p:tgtEl>
                                        <p:attrNameLst>
                                          <p:attrName>style.visibility</p:attrName>
                                        </p:attrNameLst>
                                      </p:cBhvr>
                                      <p:to>
                                        <p:strVal val="visible"/>
                                      </p:to>
                                    </p:set>
                                    <p:animEffect transition="in" filter="fade">
                                      <p:cBhvr>
                                        <p:cTn id="74" dur="500"/>
                                        <p:tgtEl>
                                          <p:spTgt spid="8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86"/>
                                        </p:tgtEl>
                                        <p:attrNameLst>
                                          <p:attrName>style.visibility</p:attrName>
                                        </p:attrNameLst>
                                      </p:cBhvr>
                                      <p:to>
                                        <p:strVal val="visible"/>
                                      </p:to>
                                    </p:set>
                                    <p:animEffect transition="in" filter="fade">
                                      <p:cBhvr>
                                        <p:cTn id="77" dur="500"/>
                                        <p:tgtEl>
                                          <p:spTgt spid="8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fade">
                                      <p:cBhvr>
                                        <p:cTn id="82" dur="500"/>
                                        <p:tgtEl>
                                          <p:spTgt spid="57"/>
                                        </p:tgtEl>
                                      </p:cBhvr>
                                    </p:animEffect>
                                  </p:childTnLst>
                                </p:cTn>
                              </p:par>
                              <p:par>
                                <p:cTn id="83" presetID="1" presetClass="exit" presetSubtype="0" fill="hold" grpId="1" nodeType="withEffect">
                                  <p:stCondLst>
                                    <p:cond delay="0"/>
                                  </p:stCondLst>
                                  <p:childTnLst>
                                    <p:set>
                                      <p:cBhvr>
                                        <p:cTn id="84" dur="1" fill="hold">
                                          <p:stCondLst>
                                            <p:cond delay="0"/>
                                          </p:stCondLst>
                                        </p:cTn>
                                        <p:tgtEl>
                                          <p:spTgt spid="56"/>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6" presetClass="emph" presetSubtype="0" fill="hold" grpId="1" nodeType="clickEffect">
                                  <p:stCondLst>
                                    <p:cond delay="0"/>
                                  </p:stCondLst>
                                  <p:childTnLst>
                                    <p:animEffect transition="out" filter="fade">
                                      <p:cBhvr>
                                        <p:cTn id="88" dur="500" tmFilter="0, 0; .2, .5; .8, .5; 1, 0"/>
                                        <p:tgtEl>
                                          <p:spTgt spid="76"/>
                                        </p:tgtEl>
                                      </p:cBhvr>
                                    </p:animEffect>
                                    <p:animScale>
                                      <p:cBhvr>
                                        <p:cTn id="89" dur="250" autoRev="1" fill="hold"/>
                                        <p:tgtEl>
                                          <p:spTgt spid="76"/>
                                        </p:tgtEl>
                                      </p:cBhvr>
                                      <p:by x="105000" y="105000"/>
                                    </p:animScale>
                                  </p:childTnLst>
                                </p:cTn>
                              </p:par>
                              <p:par>
                                <p:cTn id="90" presetID="26" presetClass="emph" presetSubtype="0" fill="hold" grpId="1" nodeType="withEffect">
                                  <p:stCondLst>
                                    <p:cond delay="0"/>
                                  </p:stCondLst>
                                  <p:childTnLst>
                                    <p:animEffect transition="out" filter="fade">
                                      <p:cBhvr>
                                        <p:cTn id="91" dur="500" tmFilter="0, 0; .2, .5; .8, .5; 1, 0"/>
                                        <p:tgtEl>
                                          <p:spTgt spid="78"/>
                                        </p:tgtEl>
                                      </p:cBhvr>
                                    </p:animEffect>
                                    <p:animScale>
                                      <p:cBhvr>
                                        <p:cTn id="92" dur="250" autoRev="1" fill="hold"/>
                                        <p:tgtEl>
                                          <p:spTgt spid="78"/>
                                        </p:tgtEl>
                                      </p:cBhvr>
                                      <p:by x="105000" y="105000"/>
                                    </p:animScale>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88"/>
                                        </p:tgtEl>
                                        <p:attrNameLst>
                                          <p:attrName>style.visibility</p:attrName>
                                        </p:attrNameLst>
                                      </p:cBhvr>
                                      <p:to>
                                        <p:strVal val="visible"/>
                                      </p:to>
                                    </p:set>
                                    <p:animEffect transition="in" filter="fade">
                                      <p:cBhvr>
                                        <p:cTn id="103" dur="500"/>
                                        <p:tgtEl>
                                          <p:spTgt spid="8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89"/>
                                        </p:tgtEl>
                                        <p:attrNameLst>
                                          <p:attrName>style.visibility</p:attrName>
                                        </p:attrNameLst>
                                      </p:cBhvr>
                                      <p:to>
                                        <p:strVal val="visible"/>
                                      </p:to>
                                    </p:set>
                                    <p:animEffect transition="in" filter="fade">
                                      <p:cBhvr>
                                        <p:cTn id="106" dur="500"/>
                                        <p:tgtEl>
                                          <p:spTgt spid="89"/>
                                        </p:tgtEl>
                                      </p:cBhvr>
                                    </p:animEffect>
                                  </p:childTnLst>
                                </p:cTn>
                              </p:par>
                            </p:childTnLst>
                          </p:cTn>
                        </p:par>
                        <p:par>
                          <p:cTn id="107" fill="hold">
                            <p:stCondLst>
                              <p:cond delay="500"/>
                            </p:stCondLst>
                            <p:childTnLst>
                              <p:par>
                                <p:cTn id="108" presetID="22" presetClass="entr" presetSubtype="4" fill="hold" nodeType="afterEffect">
                                  <p:stCondLst>
                                    <p:cond delay="0"/>
                                  </p:stCondLst>
                                  <p:childTnLst>
                                    <p:set>
                                      <p:cBhvr>
                                        <p:cTn id="109" dur="1" fill="hold">
                                          <p:stCondLst>
                                            <p:cond delay="0"/>
                                          </p:stCondLst>
                                        </p:cTn>
                                        <p:tgtEl>
                                          <p:spTgt spid="34"/>
                                        </p:tgtEl>
                                        <p:attrNameLst>
                                          <p:attrName>style.visibility</p:attrName>
                                        </p:attrNameLst>
                                      </p:cBhvr>
                                      <p:to>
                                        <p:strVal val="visible"/>
                                      </p:to>
                                    </p:set>
                                    <p:animEffect transition="in" filter="wipe(down)">
                                      <p:cBhvr>
                                        <p:cTn id="110" dur="500"/>
                                        <p:tgtEl>
                                          <p:spTgt spid="34"/>
                                        </p:tgtEl>
                                      </p:cBhvr>
                                    </p:animEffect>
                                  </p:childTnLst>
                                </p:cTn>
                              </p:par>
                              <p:par>
                                <p:cTn id="111" presetID="22" presetClass="entr" presetSubtype="4" fill="hold" nodeType="with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wipe(down)">
                                      <p:cBhvr>
                                        <p:cTn id="113" dur="500"/>
                                        <p:tgtEl>
                                          <p:spTgt spid="35"/>
                                        </p:tgtEl>
                                      </p:cBhvr>
                                    </p:animEffect>
                                  </p:childTnLst>
                                </p:cTn>
                              </p:par>
                            </p:childTnLst>
                          </p:cTn>
                        </p:par>
                        <p:par>
                          <p:cTn id="114" fill="hold">
                            <p:stCondLst>
                              <p:cond delay="1000"/>
                            </p:stCondLst>
                            <p:childTnLst>
                              <p:par>
                                <p:cTn id="115" presetID="10" presetClass="entr" presetSubtype="0" fill="hold" grpId="0" nodeType="after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50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500"/>
                                        <p:tgtEl>
                                          <p:spTgt spid="58"/>
                                        </p:tgtEl>
                                      </p:cBhvr>
                                    </p:animEffect>
                                  </p:childTnLst>
                                </p:cTn>
                              </p:par>
                              <p:par>
                                <p:cTn id="123" presetID="1" presetClass="exit" presetSubtype="0" fill="hold" grpId="1" nodeType="withEffect">
                                  <p:stCondLst>
                                    <p:cond delay="0"/>
                                  </p:stCondLst>
                                  <p:childTnLst>
                                    <p:set>
                                      <p:cBhvr>
                                        <p:cTn id="124" dur="1" fill="hold">
                                          <p:stCondLst>
                                            <p:cond delay="0"/>
                                          </p:stCondLst>
                                        </p:cTn>
                                        <p:tgtEl>
                                          <p:spTgt spid="57"/>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0" presetClass="exit" presetSubtype="0" fill="hold" grpId="2" nodeType="clickEffect">
                                  <p:stCondLst>
                                    <p:cond delay="0"/>
                                  </p:stCondLst>
                                  <p:childTnLst>
                                    <p:animEffect transition="out" filter="fade">
                                      <p:cBhvr>
                                        <p:cTn id="128" dur="500"/>
                                        <p:tgtEl>
                                          <p:spTgt spid="76"/>
                                        </p:tgtEl>
                                      </p:cBhvr>
                                    </p:animEffect>
                                    <p:set>
                                      <p:cBhvr>
                                        <p:cTn id="129" dur="1" fill="hold">
                                          <p:stCondLst>
                                            <p:cond delay="499"/>
                                          </p:stCondLst>
                                        </p:cTn>
                                        <p:tgtEl>
                                          <p:spTgt spid="76"/>
                                        </p:tgtEl>
                                        <p:attrNameLst>
                                          <p:attrName>style.visibility</p:attrName>
                                        </p:attrNameLst>
                                      </p:cBhvr>
                                      <p:to>
                                        <p:strVal val="hidden"/>
                                      </p:to>
                                    </p:set>
                                  </p:childTnLst>
                                </p:cTn>
                              </p:par>
                              <p:par>
                                <p:cTn id="130" presetID="10" presetClass="exit" presetSubtype="0" fill="hold" grpId="2" nodeType="withEffect">
                                  <p:stCondLst>
                                    <p:cond delay="0"/>
                                  </p:stCondLst>
                                  <p:childTnLst>
                                    <p:animEffect transition="out" filter="fade">
                                      <p:cBhvr>
                                        <p:cTn id="131" dur="500"/>
                                        <p:tgtEl>
                                          <p:spTgt spid="78"/>
                                        </p:tgtEl>
                                      </p:cBhvr>
                                    </p:animEffect>
                                    <p:set>
                                      <p:cBhvr>
                                        <p:cTn id="132" dur="1" fill="hold">
                                          <p:stCondLst>
                                            <p:cond delay="499"/>
                                          </p:stCondLst>
                                        </p:cTn>
                                        <p:tgtEl>
                                          <p:spTgt spid="78"/>
                                        </p:tgtEl>
                                        <p:attrNameLst>
                                          <p:attrName>style.visibility</p:attrName>
                                        </p:attrNameLst>
                                      </p:cBhvr>
                                      <p:to>
                                        <p:strVal val="hidden"/>
                                      </p:to>
                                    </p:set>
                                  </p:childTnLst>
                                </p:cTn>
                              </p:par>
                              <p:par>
                                <p:cTn id="133" presetID="10" presetClass="exit" presetSubtype="0" fill="hold" grpId="1" nodeType="withEffect">
                                  <p:stCondLst>
                                    <p:cond delay="0"/>
                                  </p:stCondLst>
                                  <p:childTnLst>
                                    <p:animEffect transition="out" filter="fade">
                                      <p:cBhvr>
                                        <p:cTn id="134" dur="500"/>
                                        <p:tgtEl>
                                          <p:spTgt spid="82"/>
                                        </p:tgtEl>
                                      </p:cBhvr>
                                    </p:animEffect>
                                    <p:set>
                                      <p:cBhvr>
                                        <p:cTn id="135" dur="1" fill="hold">
                                          <p:stCondLst>
                                            <p:cond delay="499"/>
                                          </p:stCondLst>
                                        </p:cTn>
                                        <p:tgtEl>
                                          <p:spTgt spid="82"/>
                                        </p:tgtEl>
                                        <p:attrNameLst>
                                          <p:attrName>style.visibility</p:attrName>
                                        </p:attrNameLst>
                                      </p:cBhvr>
                                      <p:to>
                                        <p:strVal val="hidden"/>
                                      </p:to>
                                    </p:set>
                                  </p:childTnLst>
                                </p:cTn>
                              </p:par>
                              <p:par>
                                <p:cTn id="136" presetID="10" presetClass="exit" presetSubtype="0" fill="hold" grpId="1" nodeType="withEffect">
                                  <p:stCondLst>
                                    <p:cond delay="0"/>
                                  </p:stCondLst>
                                  <p:childTnLst>
                                    <p:animEffect transition="out" filter="fade">
                                      <p:cBhvr>
                                        <p:cTn id="137" dur="500"/>
                                        <p:tgtEl>
                                          <p:spTgt spid="84"/>
                                        </p:tgtEl>
                                      </p:cBhvr>
                                    </p:animEffect>
                                    <p:set>
                                      <p:cBhvr>
                                        <p:cTn id="138" dur="1" fill="hold">
                                          <p:stCondLst>
                                            <p:cond delay="499"/>
                                          </p:stCondLst>
                                        </p:cTn>
                                        <p:tgtEl>
                                          <p:spTgt spid="84"/>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59"/>
                                        </p:tgtEl>
                                        <p:attrNameLst>
                                          <p:attrName>style.visibility</p:attrName>
                                        </p:attrNameLst>
                                      </p:cBhvr>
                                      <p:to>
                                        <p:strVal val="visible"/>
                                      </p:to>
                                    </p:set>
                                    <p:animEffect transition="in" filter="fade">
                                      <p:cBhvr>
                                        <p:cTn id="143" dur="500"/>
                                        <p:tgtEl>
                                          <p:spTgt spid="59"/>
                                        </p:tgtEl>
                                      </p:cBhvr>
                                    </p:animEffect>
                                  </p:childTnLst>
                                </p:cTn>
                              </p:par>
                              <p:par>
                                <p:cTn id="144" presetID="1" presetClass="exit" presetSubtype="0" fill="hold" grpId="1" nodeType="withEffect">
                                  <p:stCondLst>
                                    <p:cond delay="0"/>
                                  </p:stCondLst>
                                  <p:childTnLst>
                                    <p:set>
                                      <p:cBhvr>
                                        <p:cTn id="145" dur="1" fill="hold">
                                          <p:stCondLst>
                                            <p:cond delay="0"/>
                                          </p:stCondLst>
                                        </p:cTn>
                                        <p:tgtEl>
                                          <p:spTgt spid="58"/>
                                        </p:tgtEl>
                                        <p:attrNameLst>
                                          <p:attrName>style.visibility</p:attrName>
                                        </p:attrNameLst>
                                      </p:cBhvr>
                                      <p:to>
                                        <p:strVal val="hidden"/>
                                      </p:to>
                                    </p:se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2" nodeType="clickEffect">
                                  <p:stCondLst>
                                    <p:cond delay="0"/>
                                  </p:stCondLst>
                                  <p:childTnLst>
                                    <p:set>
                                      <p:cBhvr>
                                        <p:cTn id="149" dur="1" fill="hold">
                                          <p:stCondLst>
                                            <p:cond delay="0"/>
                                          </p:stCondLst>
                                        </p:cTn>
                                        <p:tgtEl>
                                          <p:spTgt spid="57"/>
                                        </p:tgtEl>
                                        <p:attrNameLst>
                                          <p:attrName>style.visibility</p:attrName>
                                        </p:attrNameLst>
                                      </p:cBhvr>
                                      <p:to>
                                        <p:strVal val="visible"/>
                                      </p:to>
                                    </p:set>
                                    <p:animEffect transition="in" filter="fade">
                                      <p:cBhvr>
                                        <p:cTn id="150" dur="500"/>
                                        <p:tgtEl>
                                          <p:spTgt spid="57"/>
                                        </p:tgtEl>
                                      </p:cBhvr>
                                    </p:animEffect>
                                  </p:childTnLst>
                                </p:cTn>
                              </p:par>
                            </p:childTnLst>
                          </p:cTn>
                        </p:par>
                      </p:childTnLst>
                    </p:cTn>
                  </p:par>
                  <p:par>
                    <p:cTn id="151" fill="hold">
                      <p:stCondLst>
                        <p:cond delay="indefinite"/>
                      </p:stCondLst>
                      <p:childTnLst>
                        <p:par>
                          <p:cTn id="152" fill="hold">
                            <p:stCondLst>
                              <p:cond delay="0"/>
                            </p:stCondLst>
                            <p:childTnLst>
                              <p:par>
                                <p:cTn id="153" presetID="26" presetClass="emph" presetSubtype="0" fill="hold" grpId="1" nodeType="clickEffect">
                                  <p:stCondLst>
                                    <p:cond delay="0"/>
                                  </p:stCondLst>
                                  <p:childTnLst>
                                    <p:animEffect transition="out" filter="fade">
                                      <p:cBhvr>
                                        <p:cTn id="154" dur="500" tmFilter="0, 0; .2, .5; .8, .5; 1, 0"/>
                                        <p:tgtEl>
                                          <p:spTgt spid="79"/>
                                        </p:tgtEl>
                                      </p:cBhvr>
                                    </p:animEffect>
                                    <p:animScale>
                                      <p:cBhvr>
                                        <p:cTn id="155" dur="250" autoRev="1" fill="hold"/>
                                        <p:tgtEl>
                                          <p:spTgt spid="79"/>
                                        </p:tgtEl>
                                      </p:cBhvr>
                                      <p:by x="105000" y="105000"/>
                                    </p:animScale>
                                  </p:childTnLst>
                                </p:cTn>
                              </p:par>
                              <p:par>
                                <p:cTn id="156" presetID="26" presetClass="emph" presetSubtype="0" fill="hold" grpId="1" nodeType="withEffect">
                                  <p:stCondLst>
                                    <p:cond delay="0"/>
                                  </p:stCondLst>
                                  <p:childTnLst>
                                    <p:animEffect transition="out" filter="fade">
                                      <p:cBhvr>
                                        <p:cTn id="157" dur="500" tmFilter="0, 0; .2, .5; .8, .5; 1, 0"/>
                                        <p:tgtEl>
                                          <p:spTgt spid="80"/>
                                        </p:tgtEl>
                                      </p:cBhvr>
                                    </p:animEffect>
                                    <p:animScale>
                                      <p:cBhvr>
                                        <p:cTn id="158" dur="250" autoRev="1" fill="hold"/>
                                        <p:tgtEl>
                                          <p:spTgt spid="80"/>
                                        </p:tgtEl>
                                      </p:cBhvr>
                                      <p:by x="105000" y="105000"/>
                                    </p:animScale>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8"/>
                                        </p:tgtEl>
                                        <p:attrNameLst>
                                          <p:attrName>style.visibility</p:attrName>
                                        </p:attrNameLst>
                                      </p:cBhvr>
                                      <p:to>
                                        <p:strVal val="visible"/>
                                      </p:to>
                                    </p:set>
                                    <p:animEffect transition="in" filter="fade">
                                      <p:cBhvr>
                                        <p:cTn id="163" dur="500"/>
                                        <p:tgtEl>
                                          <p:spTgt spid="8"/>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9"/>
                                        </p:tgtEl>
                                        <p:attrNameLst>
                                          <p:attrName>style.visibility</p:attrName>
                                        </p:attrNameLst>
                                      </p:cBhvr>
                                      <p:to>
                                        <p:strVal val="visible"/>
                                      </p:to>
                                    </p:set>
                                    <p:animEffect transition="in" filter="fade">
                                      <p:cBhvr>
                                        <p:cTn id="166" dur="500"/>
                                        <p:tgtEl>
                                          <p:spTgt spid="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90"/>
                                        </p:tgtEl>
                                        <p:attrNameLst>
                                          <p:attrName>style.visibility</p:attrName>
                                        </p:attrNameLst>
                                      </p:cBhvr>
                                      <p:to>
                                        <p:strVal val="visible"/>
                                      </p:to>
                                    </p:set>
                                    <p:animEffect transition="in" filter="fade">
                                      <p:cBhvr>
                                        <p:cTn id="169" dur="500"/>
                                        <p:tgtEl>
                                          <p:spTgt spid="90"/>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91"/>
                                        </p:tgtEl>
                                        <p:attrNameLst>
                                          <p:attrName>style.visibility</p:attrName>
                                        </p:attrNameLst>
                                      </p:cBhvr>
                                      <p:to>
                                        <p:strVal val="visible"/>
                                      </p:to>
                                    </p:set>
                                    <p:animEffect transition="in" filter="fade">
                                      <p:cBhvr>
                                        <p:cTn id="172" dur="500"/>
                                        <p:tgtEl>
                                          <p:spTgt spid="91"/>
                                        </p:tgtEl>
                                      </p:cBhvr>
                                    </p:animEffect>
                                  </p:childTnLst>
                                </p:cTn>
                              </p:par>
                            </p:childTnLst>
                          </p:cTn>
                        </p:par>
                        <p:par>
                          <p:cTn id="173" fill="hold">
                            <p:stCondLst>
                              <p:cond delay="500"/>
                            </p:stCondLst>
                            <p:childTnLst>
                              <p:par>
                                <p:cTn id="174" presetID="22" presetClass="entr" presetSubtype="4" fill="hold" nodeType="afterEffect">
                                  <p:stCondLst>
                                    <p:cond delay="0"/>
                                  </p:stCondLst>
                                  <p:childTnLst>
                                    <p:set>
                                      <p:cBhvr>
                                        <p:cTn id="175" dur="1" fill="hold">
                                          <p:stCondLst>
                                            <p:cond delay="0"/>
                                          </p:stCondLst>
                                        </p:cTn>
                                        <p:tgtEl>
                                          <p:spTgt spid="11"/>
                                        </p:tgtEl>
                                        <p:attrNameLst>
                                          <p:attrName>style.visibility</p:attrName>
                                        </p:attrNameLst>
                                      </p:cBhvr>
                                      <p:to>
                                        <p:strVal val="visible"/>
                                      </p:to>
                                    </p:set>
                                    <p:animEffect transition="in" filter="wipe(down)">
                                      <p:cBhvr>
                                        <p:cTn id="176" dur="500"/>
                                        <p:tgtEl>
                                          <p:spTgt spid="11"/>
                                        </p:tgtEl>
                                      </p:cBhvr>
                                    </p:animEffect>
                                  </p:childTnLst>
                                </p:cTn>
                              </p:par>
                              <p:par>
                                <p:cTn id="177" presetID="22" presetClass="entr" presetSubtype="4" fill="hold" nodeType="withEffect">
                                  <p:stCondLst>
                                    <p:cond delay="0"/>
                                  </p:stCondLst>
                                  <p:childTnLst>
                                    <p:set>
                                      <p:cBhvr>
                                        <p:cTn id="178" dur="1" fill="hold">
                                          <p:stCondLst>
                                            <p:cond delay="0"/>
                                          </p:stCondLst>
                                        </p:cTn>
                                        <p:tgtEl>
                                          <p:spTgt spid="13"/>
                                        </p:tgtEl>
                                        <p:attrNameLst>
                                          <p:attrName>style.visibility</p:attrName>
                                        </p:attrNameLst>
                                      </p:cBhvr>
                                      <p:to>
                                        <p:strVal val="visible"/>
                                      </p:to>
                                    </p:set>
                                    <p:animEffect transition="in" filter="wipe(down)">
                                      <p:cBhvr>
                                        <p:cTn id="179" dur="500"/>
                                        <p:tgtEl>
                                          <p:spTgt spid="13"/>
                                        </p:tgtEl>
                                      </p:cBhvr>
                                    </p:animEffect>
                                  </p:childTnLst>
                                </p:cTn>
                              </p:par>
                            </p:childTnLst>
                          </p:cTn>
                        </p:par>
                        <p:par>
                          <p:cTn id="180" fill="hold">
                            <p:stCondLst>
                              <p:cond delay="1000"/>
                            </p:stCondLst>
                            <p:childTnLst>
                              <p:par>
                                <p:cTn id="181" presetID="10" presetClass="entr" presetSubtype="0" fill="hold" grpId="0" nodeType="afterEffect">
                                  <p:stCondLst>
                                    <p:cond delay="0"/>
                                  </p:stCondLst>
                                  <p:childTnLst>
                                    <p:set>
                                      <p:cBhvr>
                                        <p:cTn id="182" dur="1" fill="hold">
                                          <p:stCondLst>
                                            <p:cond delay="0"/>
                                          </p:stCondLst>
                                        </p:cTn>
                                        <p:tgtEl>
                                          <p:spTgt spid="10"/>
                                        </p:tgtEl>
                                        <p:attrNameLst>
                                          <p:attrName>style.visibility</p:attrName>
                                        </p:attrNameLst>
                                      </p:cBhvr>
                                      <p:to>
                                        <p:strVal val="visible"/>
                                      </p:to>
                                    </p:set>
                                    <p:animEffect transition="in" filter="fade">
                                      <p:cBhvr>
                                        <p:cTn id="183" dur="500"/>
                                        <p:tgtEl>
                                          <p:spTgt spid="10"/>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grpId="2" nodeType="clickEffect">
                                  <p:stCondLst>
                                    <p:cond delay="0"/>
                                  </p:stCondLst>
                                  <p:childTnLst>
                                    <p:set>
                                      <p:cBhvr>
                                        <p:cTn id="187" dur="1" fill="hold">
                                          <p:stCondLst>
                                            <p:cond delay="0"/>
                                          </p:stCondLst>
                                        </p:cTn>
                                        <p:tgtEl>
                                          <p:spTgt spid="58"/>
                                        </p:tgtEl>
                                        <p:attrNameLst>
                                          <p:attrName>style.visibility</p:attrName>
                                        </p:attrNameLst>
                                      </p:cBhvr>
                                      <p:to>
                                        <p:strVal val="visible"/>
                                      </p:to>
                                    </p:set>
                                    <p:animEffect transition="in" filter="fade">
                                      <p:cBhvr>
                                        <p:cTn id="188" dur="500"/>
                                        <p:tgtEl>
                                          <p:spTgt spid="58"/>
                                        </p:tgtEl>
                                      </p:cBhvr>
                                    </p:animEffect>
                                  </p:childTnLst>
                                </p:cTn>
                              </p:par>
                              <p:par>
                                <p:cTn id="189" presetID="1" presetClass="exit" presetSubtype="0" fill="hold" grpId="3" nodeType="withEffect">
                                  <p:stCondLst>
                                    <p:cond delay="0"/>
                                  </p:stCondLst>
                                  <p:childTnLst>
                                    <p:set>
                                      <p:cBhvr>
                                        <p:cTn id="190" dur="1" fill="hold">
                                          <p:stCondLst>
                                            <p:cond delay="0"/>
                                          </p:stCondLst>
                                        </p:cTn>
                                        <p:tgtEl>
                                          <p:spTgt spid="57"/>
                                        </p:tgtEl>
                                        <p:attrNameLst>
                                          <p:attrName>style.visibility</p:attrName>
                                        </p:attrNameLst>
                                      </p:cBhvr>
                                      <p:to>
                                        <p:strVal val="hidden"/>
                                      </p:to>
                                    </p:set>
                                  </p:childTnLst>
                                </p:cTn>
                              </p:par>
                            </p:childTnLst>
                          </p:cTn>
                        </p:par>
                      </p:childTnLst>
                    </p:cTn>
                  </p:par>
                  <p:par>
                    <p:cTn id="191" fill="hold">
                      <p:stCondLst>
                        <p:cond delay="indefinite"/>
                      </p:stCondLst>
                      <p:childTnLst>
                        <p:par>
                          <p:cTn id="192" fill="hold">
                            <p:stCondLst>
                              <p:cond delay="0"/>
                            </p:stCondLst>
                            <p:childTnLst>
                              <p:par>
                                <p:cTn id="193" presetID="10" presetClass="exit" presetSubtype="0" fill="hold" grpId="2" nodeType="clickEffect">
                                  <p:stCondLst>
                                    <p:cond delay="0"/>
                                  </p:stCondLst>
                                  <p:childTnLst>
                                    <p:animEffect transition="out" filter="fade">
                                      <p:cBhvr>
                                        <p:cTn id="194" dur="500"/>
                                        <p:tgtEl>
                                          <p:spTgt spid="79"/>
                                        </p:tgtEl>
                                      </p:cBhvr>
                                    </p:animEffect>
                                    <p:set>
                                      <p:cBhvr>
                                        <p:cTn id="195" dur="1" fill="hold">
                                          <p:stCondLst>
                                            <p:cond delay="499"/>
                                          </p:stCondLst>
                                        </p:cTn>
                                        <p:tgtEl>
                                          <p:spTgt spid="79"/>
                                        </p:tgtEl>
                                        <p:attrNameLst>
                                          <p:attrName>style.visibility</p:attrName>
                                        </p:attrNameLst>
                                      </p:cBhvr>
                                      <p:to>
                                        <p:strVal val="hidden"/>
                                      </p:to>
                                    </p:set>
                                  </p:childTnLst>
                                </p:cTn>
                              </p:par>
                              <p:par>
                                <p:cTn id="196" presetID="10" presetClass="exit" presetSubtype="0" fill="hold" grpId="2" nodeType="withEffect">
                                  <p:stCondLst>
                                    <p:cond delay="0"/>
                                  </p:stCondLst>
                                  <p:childTnLst>
                                    <p:animEffect transition="out" filter="fade">
                                      <p:cBhvr>
                                        <p:cTn id="197" dur="500"/>
                                        <p:tgtEl>
                                          <p:spTgt spid="80"/>
                                        </p:tgtEl>
                                      </p:cBhvr>
                                    </p:animEffect>
                                    <p:set>
                                      <p:cBhvr>
                                        <p:cTn id="198" dur="1" fill="hold">
                                          <p:stCondLst>
                                            <p:cond delay="499"/>
                                          </p:stCondLst>
                                        </p:cTn>
                                        <p:tgtEl>
                                          <p:spTgt spid="80"/>
                                        </p:tgtEl>
                                        <p:attrNameLst>
                                          <p:attrName>style.visibility</p:attrName>
                                        </p:attrNameLst>
                                      </p:cBhvr>
                                      <p:to>
                                        <p:strVal val="hidden"/>
                                      </p:to>
                                    </p:set>
                                  </p:childTnLst>
                                </p:cTn>
                              </p:par>
                              <p:par>
                                <p:cTn id="199" presetID="10" presetClass="exit" presetSubtype="0" fill="hold" grpId="1" nodeType="withEffect">
                                  <p:stCondLst>
                                    <p:cond delay="0"/>
                                  </p:stCondLst>
                                  <p:childTnLst>
                                    <p:animEffect transition="out" filter="fade">
                                      <p:cBhvr>
                                        <p:cTn id="200" dur="500"/>
                                        <p:tgtEl>
                                          <p:spTgt spid="85"/>
                                        </p:tgtEl>
                                      </p:cBhvr>
                                    </p:animEffect>
                                    <p:set>
                                      <p:cBhvr>
                                        <p:cTn id="201" dur="1" fill="hold">
                                          <p:stCondLst>
                                            <p:cond delay="499"/>
                                          </p:stCondLst>
                                        </p:cTn>
                                        <p:tgtEl>
                                          <p:spTgt spid="85"/>
                                        </p:tgtEl>
                                        <p:attrNameLst>
                                          <p:attrName>style.visibility</p:attrName>
                                        </p:attrNameLst>
                                      </p:cBhvr>
                                      <p:to>
                                        <p:strVal val="hidden"/>
                                      </p:to>
                                    </p:set>
                                  </p:childTnLst>
                                </p:cTn>
                              </p:par>
                              <p:par>
                                <p:cTn id="202" presetID="10" presetClass="exit" presetSubtype="0" fill="hold" grpId="1" nodeType="withEffect">
                                  <p:stCondLst>
                                    <p:cond delay="0"/>
                                  </p:stCondLst>
                                  <p:childTnLst>
                                    <p:animEffect transition="out" filter="fade">
                                      <p:cBhvr>
                                        <p:cTn id="203" dur="500"/>
                                        <p:tgtEl>
                                          <p:spTgt spid="86"/>
                                        </p:tgtEl>
                                      </p:cBhvr>
                                    </p:animEffect>
                                    <p:set>
                                      <p:cBhvr>
                                        <p:cTn id="204" dur="1" fill="hold">
                                          <p:stCondLst>
                                            <p:cond delay="499"/>
                                          </p:stCondLst>
                                        </p:cTn>
                                        <p:tgtEl>
                                          <p:spTgt spid="86"/>
                                        </p:tgtEl>
                                        <p:attrNameLst>
                                          <p:attrName>style.visibility</p:attrName>
                                        </p:attrNameLst>
                                      </p:cBhvr>
                                      <p:to>
                                        <p:strVal val="hidden"/>
                                      </p:to>
                                    </p:set>
                                  </p:childTnLst>
                                </p:cTn>
                              </p:par>
                            </p:childTnLst>
                          </p:cTn>
                        </p:par>
                      </p:childTnLst>
                    </p:cTn>
                  </p:par>
                  <p:par>
                    <p:cTn id="205" fill="hold">
                      <p:stCondLst>
                        <p:cond delay="indefinite"/>
                      </p:stCondLst>
                      <p:childTnLst>
                        <p:par>
                          <p:cTn id="206" fill="hold">
                            <p:stCondLst>
                              <p:cond delay="0"/>
                            </p:stCondLst>
                            <p:childTnLst>
                              <p:par>
                                <p:cTn id="207" presetID="10" presetClass="entr" presetSubtype="0" fill="hold" grpId="4" nodeType="clickEffect">
                                  <p:stCondLst>
                                    <p:cond delay="0"/>
                                  </p:stCondLst>
                                  <p:childTnLst>
                                    <p:set>
                                      <p:cBhvr>
                                        <p:cTn id="208" dur="1" fill="hold">
                                          <p:stCondLst>
                                            <p:cond delay="0"/>
                                          </p:stCondLst>
                                        </p:cTn>
                                        <p:tgtEl>
                                          <p:spTgt spid="57"/>
                                        </p:tgtEl>
                                        <p:attrNameLst>
                                          <p:attrName>style.visibility</p:attrName>
                                        </p:attrNameLst>
                                      </p:cBhvr>
                                      <p:to>
                                        <p:strVal val="visible"/>
                                      </p:to>
                                    </p:set>
                                    <p:animEffect transition="in" filter="fade">
                                      <p:cBhvr>
                                        <p:cTn id="209" dur="500"/>
                                        <p:tgtEl>
                                          <p:spTgt spid="57"/>
                                        </p:tgtEl>
                                      </p:cBhvr>
                                    </p:animEffect>
                                  </p:childTnLst>
                                </p:cTn>
                              </p:par>
                              <p:par>
                                <p:cTn id="210" presetID="1" presetClass="exit" presetSubtype="0" fill="hold" grpId="3" nodeType="withEffect">
                                  <p:stCondLst>
                                    <p:cond delay="0"/>
                                  </p:stCondLst>
                                  <p:childTnLst>
                                    <p:set>
                                      <p:cBhvr>
                                        <p:cTn id="211" dur="1" fill="hold">
                                          <p:stCondLst>
                                            <p:cond delay="0"/>
                                          </p:stCondLst>
                                        </p:cTn>
                                        <p:tgtEl>
                                          <p:spTgt spid="58"/>
                                        </p:tgtEl>
                                        <p:attrNameLst>
                                          <p:attrName>style.visibility</p:attrName>
                                        </p:attrNameLst>
                                      </p:cBhvr>
                                      <p:to>
                                        <p:strVal val="hidden"/>
                                      </p:to>
                                    </p:set>
                                  </p:childTnLst>
                                </p:cTn>
                              </p:par>
                            </p:childTnLst>
                          </p:cTn>
                        </p:par>
                      </p:childTnLst>
                    </p:cTn>
                  </p:par>
                  <p:par>
                    <p:cTn id="212" fill="hold">
                      <p:stCondLst>
                        <p:cond delay="indefinite"/>
                      </p:stCondLst>
                      <p:childTnLst>
                        <p:par>
                          <p:cTn id="213" fill="hold">
                            <p:stCondLst>
                              <p:cond delay="0"/>
                            </p:stCondLst>
                            <p:childTnLst>
                              <p:par>
                                <p:cTn id="214" presetID="26" presetClass="emph" presetSubtype="0" fill="hold" grpId="1" nodeType="clickEffect">
                                  <p:stCondLst>
                                    <p:cond delay="0"/>
                                  </p:stCondLst>
                                  <p:childTnLst>
                                    <p:animEffect transition="out" filter="fade">
                                      <p:cBhvr>
                                        <p:cTn id="215" dur="500" tmFilter="0, 0; .2, .5; .8, .5; 1, 0"/>
                                        <p:tgtEl>
                                          <p:spTgt spid="77"/>
                                        </p:tgtEl>
                                      </p:cBhvr>
                                    </p:animEffect>
                                    <p:animScale>
                                      <p:cBhvr>
                                        <p:cTn id="216" dur="250" autoRev="1" fill="hold"/>
                                        <p:tgtEl>
                                          <p:spTgt spid="77"/>
                                        </p:tgtEl>
                                      </p:cBhvr>
                                      <p:by x="105000" y="105000"/>
                                    </p:animScale>
                                  </p:childTnLst>
                                </p:cTn>
                              </p:par>
                              <p:par>
                                <p:cTn id="217" presetID="26" presetClass="emph" presetSubtype="0" fill="hold" grpId="1" nodeType="withEffect">
                                  <p:stCondLst>
                                    <p:cond delay="0"/>
                                  </p:stCondLst>
                                  <p:childTnLst>
                                    <p:animEffect transition="out" filter="fade">
                                      <p:cBhvr>
                                        <p:cTn id="218" dur="500" tmFilter="0, 0; .2, .5; .8, .5; 1, 0"/>
                                        <p:tgtEl>
                                          <p:spTgt spid="24"/>
                                        </p:tgtEl>
                                      </p:cBhvr>
                                    </p:animEffect>
                                    <p:animScale>
                                      <p:cBhvr>
                                        <p:cTn id="219" dur="250" autoRev="1" fill="hold"/>
                                        <p:tgtEl>
                                          <p:spTgt spid="24"/>
                                        </p:tgtEl>
                                      </p:cBhvr>
                                      <p:by x="105000" y="105000"/>
                                    </p:animScale>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0"/>
                                  </p:stCondLst>
                                  <p:childTnLst>
                                    <p:set>
                                      <p:cBhvr>
                                        <p:cTn id="223" dur="1" fill="hold">
                                          <p:stCondLst>
                                            <p:cond delay="0"/>
                                          </p:stCondLst>
                                        </p:cTn>
                                        <p:tgtEl>
                                          <p:spTgt spid="23"/>
                                        </p:tgtEl>
                                        <p:attrNameLst>
                                          <p:attrName>style.visibility</p:attrName>
                                        </p:attrNameLst>
                                      </p:cBhvr>
                                      <p:to>
                                        <p:strVal val="visible"/>
                                      </p:to>
                                    </p:set>
                                    <p:animEffect transition="in" filter="fade">
                                      <p:cBhvr>
                                        <p:cTn id="224" dur="500"/>
                                        <p:tgtEl>
                                          <p:spTgt spid="23"/>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92"/>
                                        </p:tgtEl>
                                        <p:attrNameLst>
                                          <p:attrName>style.visibility</p:attrName>
                                        </p:attrNameLst>
                                      </p:cBhvr>
                                      <p:to>
                                        <p:strVal val="visible"/>
                                      </p:to>
                                    </p:set>
                                    <p:animEffect transition="in" filter="fade">
                                      <p:cBhvr>
                                        <p:cTn id="227" dur="500"/>
                                        <p:tgtEl>
                                          <p:spTgt spid="92"/>
                                        </p:tgtEl>
                                      </p:cBhvr>
                                    </p:animEffect>
                                  </p:childTnLst>
                                </p:cTn>
                              </p:par>
                            </p:childTnLst>
                          </p:cTn>
                        </p:par>
                        <p:par>
                          <p:cTn id="228" fill="hold">
                            <p:stCondLst>
                              <p:cond delay="500"/>
                            </p:stCondLst>
                            <p:childTnLst>
                              <p:par>
                                <p:cTn id="229" presetID="22" presetClass="entr" presetSubtype="4" fill="hold" nodeType="afterEffect">
                                  <p:stCondLst>
                                    <p:cond delay="0"/>
                                  </p:stCondLst>
                                  <p:childTnLst>
                                    <p:set>
                                      <p:cBhvr>
                                        <p:cTn id="230" dur="1" fill="hold">
                                          <p:stCondLst>
                                            <p:cond delay="0"/>
                                          </p:stCondLst>
                                        </p:cTn>
                                        <p:tgtEl>
                                          <p:spTgt spid="26"/>
                                        </p:tgtEl>
                                        <p:attrNameLst>
                                          <p:attrName>style.visibility</p:attrName>
                                        </p:attrNameLst>
                                      </p:cBhvr>
                                      <p:to>
                                        <p:strVal val="visible"/>
                                      </p:to>
                                    </p:set>
                                    <p:animEffect transition="in" filter="wipe(down)">
                                      <p:cBhvr>
                                        <p:cTn id="231" dur="500"/>
                                        <p:tgtEl>
                                          <p:spTgt spid="26"/>
                                        </p:tgtEl>
                                      </p:cBhvr>
                                    </p:animEffect>
                                  </p:childTnLst>
                                </p:cTn>
                              </p:par>
                              <p:par>
                                <p:cTn id="232" presetID="22" presetClass="entr" presetSubtype="4" fill="hold" nodeType="withEffect">
                                  <p:stCondLst>
                                    <p:cond delay="0"/>
                                  </p:stCondLst>
                                  <p:childTnLst>
                                    <p:set>
                                      <p:cBhvr>
                                        <p:cTn id="233" dur="1" fill="hold">
                                          <p:stCondLst>
                                            <p:cond delay="0"/>
                                          </p:stCondLst>
                                        </p:cTn>
                                        <p:tgtEl>
                                          <p:spTgt spid="27"/>
                                        </p:tgtEl>
                                        <p:attrNameLst>
                                          <p:attrName>style.visibility</p:attrName>
                                        </p:attrNameLst>
                                      </p:cBhvr>
                                      <p:to>
                                        <p:strVal val="visible"/>
                                      </p:to>
                                    </p:set>
                                    <p:animEffect transition="in" filter="wipe(down)">
                                      <p:cBhvr>
                                        <p:cTn id="234" dur="500"/>
                                        <p:tgtEl>
                                          <p:spTgt spid="27"/>
                                        </p:tgtEl>
                                      </p:cBhvr>
                                    </p:animEffect>
                                  </p:childTnLst>
                                </p:cTn>
                              </p:par>
                            </p:childTnLst>
                          </p:cTn>
                        </p:par>
                        <p:par>
                          <p:cTn id="235" fill="hold">
                            <p:stCondLst>
                              <p:cond delay="1000"/>
                            </p:stCondLst>
                            <p:childTnLst>
                              <p:par>
                                <p:cTn id="236" presetID="10" presetClass="entr" presetSubtype="0" fill="hold" grpId="0" nodeType="afterEffect">
                                  <p:stCondLst>
                                    <p:cond delay="0"/>
                                  </p:stCondLst>
                                  <p:childTnLst>
                                    <p:set>
                                      <p:cBhvr>
                                        <p:cTn id="237" dur="1" fill="hold">
                                          <p:stCondLst>
                                            <p:cond delay="0"/>
                                          </p:stCondLst>
                                        </p:cTn>
                                        <p:tgtEl>
                                          <p:spTgt spid="25"/>
                                        </p:tgtEl>
                                        <p:attrNameLst>
                                          <p:attrName>style.visibility</p:attrName>
                                        </p:attrNameLst>
                                      </p:cBhvr>
                                      <p:to>
                                        <p:strVal val="visible"/>
                                      </p:to>
                                    </p:set>
                                    <p:animEffect transition="in" filter="fade">
                                      <p:cBhvr>
                                        <p:cTn id="238" dur="500"/>
                                        <p:tgtEl>
                                          <p:spTgt spid="25"/>
                                        </p:tgtEl>
                                      </p:cBhvr>
                                    </p:animEffect>
                                  </p:childTnLst>
                                </p:cTn>
                              </p:par>
                            </p:childTnLst>
                          </p:cTn>
                        </p:par>
                      </p:childTnLst>
                    </p:cTn>
                  </p:par>
                  <p:par>
                    <p:cTn id="239" fill="hold">
                      <p:stCondLst>
                        <p:cond delay="indefinite"/>
                      </p:stCondLst>
                      <p:childTnLst>
                        <p:par>
                          <p:cTn id="240" fill="hold">
                            <p:stCondLst>
                              <p:cond delay="0"/>
                            </p:stCondLst>
                            <p:childTnLst>
                              <p:par>
                                <p:cTn id="241" presetID="10" presetClass="entr" presetSubtype="0" fill="hold" grpId="4" nodeType="clickEffect">
                                  <p:stCondLst>
                                    <p:cond delay="0"/>
                                  </p:stCondLst>
                                  <p:childTnLst>
                                    <p:set>
                                      <p:cBhvr>
                                        <p:cTn id="242" dur="1" fill="hold">
                                          <p:stCondLst>
                                            <p:cond delay="0"/>
                                          </p:stCondLst>
                                        </p:cTn>
                                        <p:tgtEl>
                                          <p:spTgt spid="58"/>
                                        </p:tgtEl>
                                        <p:attrNameLst>
                                          <p:attrName>style.visibility</p:attrName>
                                        </p:attrNameLst>
                                      </p:cBhvr>
                                      <p:to>
                                        <p:strVal val="visible"/>
                                      </p:to>
                                    </p:set>
                                    <p:animEffect transition="in" filter="fade">
                                      <p:cBhvr>
                                        <p:cTn id="243" dur="500"/>
                                        <p:tgtEl>
                                          <p:spTgt spid="58"/>
                                        </p:tgtEl>
                                      </p:cBhvr>
                                    </p:animEffect>
                                  </p:childTnLst>
                                </p:cTn>
                              </p:par>
                              <p:par>
                                <p:cTn id="244" presetID="1" presetClass="exit" presetSubtype="0" fill="hold" grpId="5" nodeType="withEffect">
                                  <p:stCondLst>
                                    <p:cond delay="0"/>
                                  </p:stCondLst>
                                  <p:childTnLst>
                                    <p:set>
                                      <p:cBhvr>
                                        <p:cTn id="245" dur="1" fill="hold">
                                          <p:stCondLst>
                                            <p:cond delay="0"/>
                                          </p:stCondLst>
                                        </p:cTn>
                                        <p:tgtEl>
                                          <p:spTgt spid="57"/>
                                        </p:tgtEl>
                                        <p:attrNameLst>
                                          <p:attrName>style.visibility</p:attrName>
                                        </p:attrNameLst>
                                      </p:cBhvr>
                                      <p:to>
                                        <p:strVal val="hidden"/>
                                      </p:to>
                                    </p:set>
                                  </p:childTnLst>
                                </p:cTn>
                              </p:par>
                            </p:childTnLst>
                          </p:cTn>
                        </p:par>
                      </p:childTnLst>
                    </p:cTn>
                  </p:par>
                  <p:par>
                    <p:cTn id="246" fill="hold">
                      <p:stCondLst>
                        <p:cond delay="indefinite"/>
                      </p:stCondLst>
                      <p:childTnLst>
                        <p:par>
                          <p:cTn id="247" fill="hold">
                            <p:stCondLst>
                              <p:cond delay="0"/>
                            </p:stCondLst>
                            <p:childTnLst>
                              <p:par>
                                <p:cTn id="248" presetID="10" presetClass="exit" presetSubtype="0" fill="hold" grpId="2" nodeType="clickEffect">
                                  <p:stCondLst>
                                    <p:cond delay="0"/>
                                  </p:stCondLst>
                                  <p:childTnLst>
                                    <p:animEffect transition="out" filter="fade">
                                      <p:cBhvr>
                                        <p:cTn id="249" dur="500"/>
                                        <p:tgtEl>
                                          <p:spTgt spid="77"/>
                                        </p:tgtEl>
                                      </p:cBhvr>
                                    </p:animEffect>
                                    <p:set>
                                      <p:cBhvr>
                                        <p:cTn id="250" dur="1" fill="hold">
                                          <p:stCondLst>
                                            <p:cond delay="499"/>
                                          </p:stCondLst>
                                        </p:cTn>
                                        <p:tgtEl>
                                          <p:spTgt spid="77"/>
                                        </p:tgtEl>
                                        <p:attrNameLst>
                                          <p:attrName>style.visibility</p:attrName>
                                        </p:attrNameLst>
                                      </p:cBhvr>
                                      <p:to>
                                        <p:strVal val="hidden"/>
                                      </p:to>
                                    </p:set>
                                  </p:childTnLst>
                                </p:cTn>
                              </p:par>
                              <p:par>
                                <p:cTn id="251" presetID="10" presetClass="exit" presetSubtype="0" fill="hold" grpId="1" nodeType="withEffect">
                                  <p:stCondLst>
                                    <p:cond delay="0"/>
                                  </p:stCondLst>
                                  <p:childTnLst>
                                    <p:animEffect transition="out" filter="fade">
                                      <p:cBhvr>
                                        <p:cTn id="252" dur="500"/>
                                        <p:tgtEl>
                                          <p:spTgt spid="83"/>
                                        </p:tgtEl>
                                      </p:cBhvr>
                                    </p:animEffect>
                                    <p:set>
                                      <p:cBhvr>
                                        <p:cTn id="253" dur="1" fill="hold">
                                          <p:stCondLst>
                                            <p:cond delay="499"/>
                                          </p:stCondLst>
                                        </p:cTn>
                                        <p:tgtEl>
                                          <p:spTgt spid="83"/>
                                        </p:tgtEl>
                                        <p:attrNameLst>
                                          <p:attrName>style.visibility</p:attrName>
                                        </p:attrNameLst>
                                      </p:cBhvr>
                                      <p:to>
                                        <p:strVal val="hidden"/>
                                      </p:to>
                                    </p:set>
                                  </p:childTnLst>
                                </p:cTn>
                              </p:par>
                            </p:childTnLst>
                          </p:cTn>
                        </p:par>
                      </p:childTnLst>
                    </p:cTn>
                  </p:par>
                  <p:par>
                    <p:cTn id="254" fill="hold">
                      <p:stCondLst>
                        <p:cond delay="indefinite"/>
                      </p:stCondLst>
                      <p:childTnLst>
                        <p:par>
                          <p:cTn id="255" fill="hold">
                            <p:stCondLst>
                              <p:cond delay="0"/>
                            </p:stCondLst>
                            <p:childTnLst>
                              <p:par>
                                <p:cTn id="256" presetID="10" presetClass="entr" presetSubtype="0" fill="hold" grpId="6" nodeType="clickEffect">
                                  <p:stCondLst>
                                    <p:cond delay="0"/>
                                  </p:stCondLst>
                                  <p:childTnLst>
                                    <p:set>
                                      <p:cBhvr>
                                        <p:cTn id="257" dur="1" fill="hold">
                                          <p:stCondLst>
                                            <p:cond delay="0"/>
                                          </p:stCondLst>
                                        </p:cTn>
                                        <p:tgtEl>
                                          <p:spTgt spid="57"/>
                                        </p:tgtEl>
                                        <p:attrNameLst>
                                          <p:attrName>style.visibility</p:attrName>
                                        </p:attrNameLst>
                                      </p:cBhvr>
                                      <p:to>
                                        <p:strVal val="visible"/>
                                      </p:to>
                                    </p:set>
                                    <p:animEffect transition="in" filter="fade">
                                      <p:cBhvr>
                                        <p:cTn id="258" dur="500"/>
                                        <p:tgtEl>
                                          <p:spTgt spid="57"/>
                                        </p:tgtEl>
                                      </p:cBhvr>
                                    </p:animEffect>
                                  </p:childTnLst>
                                </p:cTn>
                              </p:par>
                              <p:par>
                                <p:cTn id="259" presetID="1" presetClass="exit" presetSubtype="0" fill="hold" grpId="5" nodeType="withEffect">
                                  <p:stCondLst>
                                    <p:cond delay="0"/>
                                  </p:stCondLst>
                                  <p:childTnLst>
                                    <p:set>
                                      <p:cBhvr>
                                        <p:cTn id="260" dur="1" fill="hold">
                                          <p:stCondLst>
                                            <p:cond delay="0"/>
                                          </p:stCondLst>
                                        </p:cTn>
                                        <p:tgtEl>
                                          <p:spTgt spid="58"/>
                                        </p:tgtEl>
                                        <p:attrNameLst>
                                          <p:attrName>style.visibility</p:attrName>
                                        </p:attrNameLst>
                                      </p:cBhvr>
                                      <p:to>
                                        <p:strVal val="hidden"/>
                                      </p:to>
                                    </p:set>
                                  </p:childTnLst>
                                </p:cTn>
                              </p:par>
                            </p:childTnLst>
                          </p:cTn>
                        </p:par>
                      </p:childTnLst>
                    </p:cTn>
                  </p:par>
                  <p:par>
                    <p:cTn id="261" fill="hold">
                      <p:stCondLst>
                        <p:cond delay="indefinite"/>
                      </p:stCondLst>
                      <p:childTnLst>
                        <p:par>
                          <p:cTn id="262" fill="hold">
                            <p:stCondLst>
                              <p:cond delay="0"/>
                            </p:stCondLst>
                            <p:childTnLst>
                              <p:par>
                                <p:cTn id="263" presetID="26" presetClass="emph" presetSubtype="0" fill="hold" grpId="1" nodeType="clickEffect">
                                  <p:stCondLst>
                                    <p:cond delay="0"/>
                                  </p:stCondLst>
                                  <p:childTnLst>
                                    <p:animEffect transition="out" filter="fade">
                                      <p:cBhvr>
                                        <p:cTn id="264" dur="500" tmFilter="0, 0; .2, .5; .8, .5; 1, 0"/>
                                        <p:tgtEl>
                                          <p:spTgt spid="10"/>
                                        </p:tgtEl>
                                      </p:cBhvr>
                                    </p:animEffect>
                                    <p:animScale>
                                      <p:cBhvr>
                                        <p:cTn id="265" dur="250" autoRev="1" fill="hold"/>
                                        <p:tgtEl>
                                          <p:spTgt spid="10"/>
                                        </p:tgtEl>
                                      </p:cBhvr>
                                      <p:by x="105000" y="105000"/>
                                    </p:animScale>
                                  </p:childTnLst>
                                </p:cTn>
                              </p:par>
                              <p:par>
                                <p:cTn id="266" presetID="26" presetClass="emph" presetSubtype="0" fill="hold" grpId="1" nodeType="withEffect">
                                  <p:stCondLst>
                                    <p:cond delay="0"/>
                                  </p:stCondLst>
                                  <p:childTnLst>
                                    <p:animEffect transition="out" filter="fade">
                                      <p:cBhvr>
                                        <p:cTn id="267" dur="500" tmFilter="0, 0; .2, .5; .8, .5; 1, 0"/>
                                        <p:tgtEl>
                                          <p:spTgt spid="25"/>
                                        </p:tgtEl>
                                      </p:cBhvr>
                                    </p:animEffect>
                                    <p:animScale>
                                      <p:cBhvr>
                                        <p:cTn id="268" dur="250" autoRev="1" fill="hold"/>
                                        <p:tgtEl>
                                          <p:spTgt spid="25"/>
                                        </p:tgtEl>
                                      </p:cBhvr>
                                      <p:by x="105000" y="105000"/>
                                    </p:animScale>
                                  </p:childTnLst>
                                </p:cTn>
                              </p:par>
                            </p:childTnLst>
                          </p:cTn>
                        </p:par>
                      </p:childTnLst>
                    </p:cTn>
                  </p:par>
                  <p:par>
                    <p:cTn id="269" fill="hold">
                      <p:stCondLst>
                        <p:cond delay="indefinite"/>
                      </p:stCondLst>
                      <p:childTnLst>
                        <p:par>
                          <p:cTn id="270" fill="hold">
                            <p:stCondLst>
                              <p:cond delay="0"/>
                            </p:stCondLst>
                            <p:childTnLst>
                              <p:par>
                                <p:cTn id="271" presetID="22" presetClass="entr" presetSubtype="4" fill="hold" nodeType="clickEffect">
                                  <p:stCondLst>
                                    <p:cond delay="0"/>
                                  </p:stCondLst>
                                  <p:childTnLst>
                                    <p:set>
                                      <p:cBhvr>
                                        <p:cTn id="272" dur="1" fill="hold">
                                          <p:stCondLst>
                                            <p:cond delay="0"/>
                                          </p:stCondLst>
                                        </p:cTn>
                                        <p:tgtEl>
                                          <p:spTgt spid="14"/>
                                        </p:tgtEl>
                                        <p:attrNameLst>
                                          <p:attrName>style.visibility</p:attrName>
                                        </p:attrNameLst>
                                      </p:cBhvr>
                                      <p:to>
                                        <p:strVal val="visible"/>
                                      </p:to>
                                    </p:set>
                                    <p:animEffect transition="in" filter="wipe(down)">
                                      <p:cBhvr>
                                        <p:cTn id="273" dur="500"/>
                                        <p:tgtEl>
                                          <p:spTgt spid="14"/>
                                        </p:tgtEl>
                                      </p:cBhvr>
                                    </p:animEffect>
                                  </p:childTnLst>
                                </p:cTn>
                              </p:par>
                              <p:par>
                                <p:cTn id="274" presetID="22" presetClass="entr" presetSubtype="4" fill="hold" nodeType="withEffect">
                                  <p:stCondLst>
                                    <p:cond delay="0"/>
                                  </p:stCondLst>
                                  <p:childTnLst>
                                    <p:set>
                                      <p:cBhvr>
                                        <p:cTn id="275" dur="1" fill="hold">
                                          <p:stCondLst>
                                            <p:cond delay="0"/>
                                          </p:stCondLst>
                                        </p:cTn>
                                        <p:tgtEl>
                                          <p:spTgt spid="15"/>
                                        </p:tgtEl>
                                        <p:attrNameLst>
                                          <p:attrName>style.visibility</p:attrName>
                                        </p:attrNameLst>
                                      </p:cBhvr>
                                      <p:to>
                                        <p:strVal val="visible"/>
                                      </p:to>
                                    </p:set>
                                    <p:animEffect transition="in" filter="wipe(down)">
                                      <p:cBhvr>
                                        <p:cTn id="276" dur="500"/>
                                        <p:tgtEl>
                                          <p:spTgt spid="15"/>
                                        </p:tgtEl>
                                      </p:cBhvr>
                                    </p:animEffect>
                                  </p:childTnLst>
                                </p:cTn>
                              </p:par>
                            </p:childTnLst>
                          </p:cTn>
                        </p:par>
                        <p:par>
                          <p:cTn id="277" fill="hold">
                            <p:stCondLst>
                              <p:cond delay="500"/>
                            </p:stCondLst>
                            <p:childTnLst>
                              <p:par>
                                <p:cTn id="278" presetID="10" presetClass="entr" presetSubtype="0" fill="hold" nodeType="afterEffect">
                                  <p:stCondLst>
                                    <p:cond delay="0"/>
                                  </p:stCondLst>
                                  <p:childTnLst>
                                    <p:set>
                                      <p:cBhvr>
                                        <p:cTn id="279" dur="1" fill="hold">
                                          <p:stCondLst>
                                            <p:cond delay="0"/>
                                          </p:stCondLst>
                                        </p:cTn>
                                        <p:tgtEl>
                                          <p:spTgt spid="95"/>
                                        </p:tgtEl>
                                        <p:attrNameLst>
                                          <p:attrName>style.visibility</p:attrName>
                                        </p:attrNameLst>
                                      </p:cBhvr>
                                      <p:to>
                                        <p:strVal val="visible"/>
                                      </p:to>
                                    </p:set>
                                    <p:animEffect transition="in" filter="fade">
                                      <p:cBhvr>
                                        <p:cTn id="280" dur="500"/>
                                        <p:tgtEl>
                                          <p:spTgt spid="95"/>
                                        </p:tgtEl>
                                      </p:cBhvr>
                                    </p:animEffect>
                                  </p:childTnLst>
                                </p:cTn>
                              </p:par>
                            </p:childTnLst>
                          </p:cTn>
                        </p:par>
                      </p:childTnLst>
                    </p:cTn>
                  </p:par>
                  <p:par>
                    <p:cTn id="281" fill="hold">
                      <p:stCondLst>
                        <p:cond delay="indefinite"/>
                      </p:stCondLst>
                      <p:childTnLst>
                        <p:par>
                          <p:cTn id="282" fill="hold">
                            <p:stCondLst>
                              <p:cond delay="0"/>
                            </p:stCondLst>
                            <p:childTnLst>
                              <p:par>
                                <p:cTn id="283" presetID="1" presetClass="exit" presetSubtype="0" fill="hold" grpId="7" nodeType="clickEffect">
                                  <p:stCondLst>
                                    <p:cond delay="0"/>
                                  </p:stCondLst>
                                  <p:childTnLst>
                                    <p:set>
                                      <p:cBhvr>
                                        <p:cTn id="284" dur="1" fill="hold">
                                          <p:stCondLst>
                                            <p:cond delay="0"/>
                                          </p:stCondLst>
                                        </p:cTn>
                                        <p:tgtEl>
                                          <p:spTgt spid="57"/>
                                        </p:tgtEl>
                                        <p:attrNameLst>
                                          <p:attrName>style.visibility</p:attrName>
                                        </p:attrNameLst>
                                      </p:cBhvr>
                                      <p:to>
                                        <p:strVal val="hidden"/>
                                      </p:to>
                                    </p:set>
                                  </p:childTnLst>
                                </p:cTn>
                              </p:par>
                              <p:par>
                                <p:cTn id="285" presetID="26" presetClass="emph" presetSubtype="0" fill="hold" grpId="1" nodeType="withEffect">
                                  <p:stCondLst>
                                    <p:cond delay="0"/>
                                  </p:stCondLst>
                                  <p:childTnLst>
                                    <p:animEffect transition="out" filter="fade">
                                      <p:cBhvr>
                                        <p:cTn id="286" dur="500" tmFilter="0, 0; .2, .5; .8, .5; 1, 0"/>
                                        <p:tgtEl>
                                          <p:spTgt spid="59"/>
                                        </p:tgtEl>
                                      </p:cBhvr>
                                    </p:animEffect>
                                    <p:animScale>
                                      <p:cBhvr>
                                        <p:cTn id="287" dur="250" autoRev="1" fill="hold"/>
                                        <p:tgtEl>
                                          <p:spTgt spid="59"/>
                                        </p:tgtEl>
                                      </p:cBhvr>
                                      <p:by x="105000" y="105000"/>
                                    </p:animScale>
                                  </p:childTnLst>
                                </p:cTn>
                              </p:par>
                            </p:childTnLst>
                          </p:cTn>
                        </p:par>
                      </p:childTnLst>
                    </p:cTn>
                  </p:par>
                  <p:par>
                    <p:cTn id="288" fill="hold">
                      <p:stCondLst>
                        <p:cond delay="indefinite"/>
                      </p:stCondLst>
                      <p:childTnLst>
                        <p:par>
                          <p:cTn id="289" fill="hold">
                            <p:stCondLst>
                              <p:cond delay="0"/>
                            </p:stCondLst>
                            <p:childTnLst>
                              <p:par>
                                <p:cTn id="290" presetID="1" presetClass="exit" presetSubtype="0" fill="hold" grpId="1" nodeType="clickEffect">
                                  <p:stCondLst>
                                    <p:cond delay="0"/>
                                  </p:stCondLst>
                                  <p:childTnLst>
                                    <p:set>
                                      <p:cBhvr>
                                        <p:cTn id="291" dur="1" fill="hold">
                                          <p:stCondLst>
                                            <p:cond delay="0"/>
                                          </p:stCondLst>
                                        </p:cTn>
                                        <p:tgtEl>
                                          <p:spTgt spid="87"/>
                                        </p:tgtEl>
                                        <p:attrNameLst>
                                          <p:attrName>style.visibility</p:attrName>
                                        </p:attrNameLst>
                                      </p:cBhvr>
                                      <p:to>
                                        <p:strVal val="hidden"/>
                                      </p:to>
                                    </p:set>
                                  </p:childTnLst>
                                </p:cTn>
                              </p:par>
                              <p:par>
                                <p:cTn id="292" presetID="10" presetClass="entr" presetSubtype="0" fill="hold" grpId="0" nodeType="withEffect">
                                  <p:stCondLst>
                                    <p:cond delay="0"/>
                                  </p:stCondLst>
                                  <p:childTnLst>
                                    <p:set>
                                      <p:cBhvr>
                                        <p:cTn id="293" dur="1" fill="hold">
                                          <p:stCondLst>
                                            <p:cond delay="0"/>
                                          </p:stCondLst>
                                        </p:cTn>
                                        <p:tgtEl>
                                          <p:spTgt spid="97"/>
                                        </p:tgtEl>
                                        <p:attrNameLst>
                                          <p:attrName>style.visibility</p:attrName>
                                        </p:attrNameLst>
                                      </p:cBhvr>
                                      <p:to>
                                        <p:strVal val="visible"/>
                                      </p:to>
                                    </p:set>
                                    <p:animEffect transition="in" filter="fade">
                                      <p:cBhvr>
                                        <p:cTn id="294" dur="500"/>
                                        <p:tgtEl>
                                          <p:spTgt spid="97"/>
                                        </p:tgtEl>
                                      </p:cBhvr>
                                    </p:animEffect>
                                  </p:childTnLst>
                                </p:cTn>
                              </p:par>
                              <p:par>
                                <p:cTn id="295" presetID="1" presetClass="exit" presetSubtype="0" fill="hold" grpId="1" nodeType="withEffect">
                                  <p:stCondLst>
                                    <p:cond delay="0"/>
                                  </p:stCondLst>
                                  <p:childTnLst>
                                    <p:set>
                                      <p:cBhvr>
                                        <p:cTn id="296" dur="1" fill="hold">
                                          <p:stCondLst>
                                            <p:cond delay="0"/>
                                          </p:stCondLst>
                                        </p:cTn>
                                        <p:tgtEl>
                                          <p:spTgt spid="96"/>
                                        </p:tgtEl>
                                        <p:attrNameLst>
                                          <p:attrName>style.visibility</p:attrName>
                                        </p:attrNameLst>
                                      </p:cBhvr>
                                      <p:to>
                                        <p:strVal val="hidden"/>
                                      </p:to>
                                    </p:set>
                                  </p:childTnLst>
                                </p:cTn>
                              </p:par>
                              <p:par>
                                <p:cTn id="297" presetID="1" presetClass="exit" presetSubtype="0" fill="hold" grpId="2" nodeType="withEffect">
                                  <p:stCondLst>
                                    <p:cond delay="0"/>
                                  </p:stCondLst>
                                  <p:childTnLst>
                                    <p:set>
                                      <p:cBhvr>
                                        <p:cTn id="298" dur="1" fill="hold">
                                          <p:stCondLst>
                                            <p:cond delay="0"/>
                                          </p:stCondLst>
                                        </p:cTn>
                                        <p:tgtEl>
                                          <p:spTgt spid="59"/>
                                        </p:tgtEl>
                                        <p:attrNameLst>
                                          <p:attrName>style.visibility</p:attrName>
                                        </p:attrNameLst>
                                      </p:cBhvr>
                                      <p:to>
                                        <p:strVal val="hidden"/>
                                      </p:to>
                                    </p:set>
                                  </p:childTnLst>
                                </p:cTn>
                              </p:par>
                            </p:childTnLst>
                          </p:cTn>
                        </p:par>
                      </p:childTnLst>
                    </p:cTn>
                  </p:par>
                  <p:par>
                    <p:cTn id="299" fill="hold">
                      <p:stCondLst>
                        <p:cond delay="indefinite"/>
                      </p:stCondLst>
                      <p:childTnLst>
                        <p:par>
                          <p:cTn id="300" fill="hold">
                            <p:stCondLst>
                              <p:cond delay="0"/>
                            </p:stCondLst>
                            <p:childTnLst>
                              <p:par>
                                <p:cTn id="301" presetID="10" presetClass="entr" presetSubtype="0" fill="hold" grpId="0" nodeType="clickEffect">
                                  <p:stCondLst>
                                    <p:cond delay="0"/>
                                  </p:stCondLst>
                                  <p:childTnLst>
                                    <p:set>
                                      <p:cBhvr>
                                        <p:cTn id="302" dur="1" fill="hold">
                                          <p:stCondLst>
                                            <p:cond delay="0"/>
                                          </p:stCondLst>
                                        </p:cTn>
                                        <p:tgtEl>
                                          <p:spTgt spid="98"/>
                                        </p:tgtEl>
                                        <p:attrNameLst>
                                          <p:attrName>style.visibility</p:attrName>
                                        </p:attrNameLst>
                                      </p:cBhvr>
                                      <p:to>
                                        <p:strVal val="visible"/>
                                      </p:to>
                                    </p:set>
                                    <p:animEffect transition="in" filter="fade">
                                      <p:cBhvr>
                                        <p:cTn id="303" dur="500"/>
                                        <p:tgtEl>
                                          <p:spTgt spid="98"/>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00"/>
                                        </p:tgtEl>
                                        <p:attrNameLst>
                                          <p:attrName>style.visibility</p:attrName>
                                        </p:attrNameLst>
                                      </p:cBhvr>
                                      <p:to>
                                        <p:strVal val="visible"/>
                                      </p:to>
                                    </p:set>
                                    <p:animEffect transition="in" filter="fade">
                                      <p:cBhvr>
                                        <p:cTn id="306" dur="500"/>
                                        <p:tgtEl>
                                          <p:spTgt spid="100"/>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102"/>
                                        </p:tgtEl>
                                        <p:attrNameLst>
                                          <p:attrName>style.visibility</p:attrName>
                                        </p:attrNameLst>
                                      </p:cBhvr>
                                      <p:to>
                                        <p:strVal val="visible"/>
                                      </p:to>
                                    </p:set>
                                    <p:animEffect transition="in" filter="fade">
                                      <p:cBhvr>
                                        <p:cTn id="309" dur="500"/>
                                        <p:tgtEl>
                                          <p:spTgt spid="102"/>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104"/>
                                        </p:tgtEl>
                                        <p:attrNameLst>
                                          <p:attrName>style.visibility</p:attrName>
                                        </p:attrNameLst>
                                      </p:cBhvr>
                                      <p:to>
                                        <p:strVal val="visible"/>
                                      </p:to>
                                    </p:set>
                                    <p:animEffect transition="in" filter="fade">
                                      <p:cBhvr>
                                        <p:cTn id="312" dur="500"/>
                                        <p:tgtEl>
                                          <p:spTgt spid="104"/>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99"/>
                                        </p:tgtEl>
                                        <p:attrNameLst>
                                          <p:attrName>style.visibility</p:attrName>
                                        </p:attrNameLst>
                                      </p:cBhvr>
                                      <p:to>
                                        <p:strVal val="visible"/>
                                      </p:to>
                                    </p:set>
                                    <p:animEffect transition="in" filter="fade">
                                      <p:cBhvr>
                                        <p:cTn id="315" dur="500"/>
                                        <p:tgtEl>
                                          <p:spTgt spid="99"/>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101"/>
                                        </p:tgtEl>
                                        <p:attrNameLst>
                                          <p:attrName>style.visibility</p:attrName>
                                        </p:attrNameLst>
                                      </p:cBhvr>
                                      <p:to>
                                        <p:strVal val="visible"/>
                                      </p:to>
                                    </p:set>
                                    <p:animEffect transition="in" filter="fade">
                                      <p:cBhvr>
                                        <p:cTn id="318" dur="500"/>
                                        <p:tgtEl>
                                          <p:spTgt spid="101"/>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103"/>
                                        </p:tgtEl>
                                        <p:attrNameLst>
                                          <p:attrName>style.visibility</p:attrName>
                                        </p:attrNameLst>
                                      </p:cBhvr>
                                      <p:to>
                                        <p:strVal val="visible"/>
                                      </p:to>
                                    </p:set>
                                    <p:animEffect transition="in" filter="fade">
                                      <p:cBhvr>
                                        <p:cTn id="321" dur="500"/>
                                        <p:tgtEl>
                                          <p:spTgt spid="103"/>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105"/>
                                        </p:tgtEl>
                                        <p:attrNameLst>
                                          <p:attrName>style.visibility</p:attrName>
                                        </p:attrNameLst>
                                      </p:cBhvr>
                                      <p:to>
                                        <p:strVal val="visible"/>
                                      </p:to>
                                    </p:set>
                                    <p:animEffect transition="in" filter="fade">
                                      <p:cBhvr>
                                        <p:cTn id="324" dur="500"/>
                                        <p:tgtEl>
                                          <p:spTgt spid="105"/>
                                        </p:tgtEl>
                                      </p:cBhvr>
                                    </p:animEffect>
                                  </p:childTnLst>
                                </p:cTn>
                              </p:par>
                            </p:childTnLst>
                          </p:cTn>
                        </p:par>
                      </p:childTnLst>
                    </p:cTn>
                  </p:par>
                  <p:par>
                    <p:cTn id="325" fill="hold">
                      <p:stCondLst>
                        <p:cond delay="indefinite"/>
                      </p:stCondLst>
                      <p:childTnLst>
                        <p:par>
                          <p:cTn id="326" fill="hold">
                            <p:stCondLst>
                              <p:cond delay="0"/>
                            </p:stCondLst>
                            <p:childTnLst>
                              <p:par>
                                <p:cTn id="327" presetID="1" presetClass="exit" presetSubtype="0" fill="hold" grpId="1" nodeType="clickEffect">
                                  <p:stCondLst>
                                    <p:cond delay="0"/>
                                  </p:stCondLst>
                                  <p:childTnLst>
                                    <p:set>
                                      <p:cBhvr>
                                        <p:cTn id="328" dur="1" fill="hold">
                                          <p:stCondLst>
                                            <p:cond delay="0"/>
                                          </p:stCondLst>
                                        </p:cTn>
                                        <p:tgtEl>
                                          <p:spTgt spid="97"/>
                                        </p:tgtEl>
                                        <p:attrNameLst>
                                          <p:attrName>style.visibility</p:attrName>
                                        </p:attrNameLst>
                                      </p:cBhvr>
                                      <p:to>
                                        <p:strVal val="hidden"/>
                                      </p:to>
                                    </p:set>
                                  </p:childTnLst>
                                </p:cTn>
                              </p:par>
                              <p:par>
                                <p:cTn id="329" presetID="10" presetClass="entr" presetSubtype="0" fill="hold" grpId="0" nodeType="withEffect">
                                  <p:stCondLst>
                                    <p:cond delay="0"/>
                                  </p:stCondLst>
                                  <p:childTnLst>
                                    <p:set>
                                      <p:cBhvr>
                                        <p:cTn id="330" dur="1" fill="hold">
                                          <p:stCondLst>
                                            <p:cond delay="0"/>
                                          </p:stCondLst>
                                        </p:cTn>
                                        <p:tgtEl>
                                          <p:spTgt spid="111"/>
                                        </p:tgtEl>
                                        <p:attrNameLst>
                                          <p:attrName>style.visibility</p:attrName>
                                        </p:attrNameLst>
                                      </p:cBhvr>
                                      <p:to>
                                        <p:strVal val="visible"/>
                                      </p:to>
                                    </p:set>
                                    <p:animEffect transition="in" filter="fade">
                                      <p:cBhvr>
                                        <p:cTn id="331" dur="500"/>
                                        <p:tgtEl>
                                          <p:spTgt spid="111"/>
                                        </p:tgtEl>
                                      </p:cBhvr>
                                    </p:animEffect>
                                  </p:childTnLst>
                                </p:cTn>
                              </p:par>
                            </p:childTnLst>
                          </p:cTn>
                        </p:par>
                      </p:childTnLst>
                    </p:cTn>
                  </p:par>
                  <p:par>
                    <p:cTn id="332" fill="hold">
                      <p:stCondLst>
                        <p:cond delay="indefinite"/>
                      </p:stCondLst>
                      <p:childTnLst>
                        <p:par>
                          <p:cTn id="333" fill="hold">
                            <p:stCondLst>
                              <p:cond delay="0"/>
                            </p:stCondLst>
                            <p:childTnLst>
                              <p:par>
                                <p:cTn id="334" presetID="22" presetClass="entr" presetSubtype="8" fill="hold" nodeType="clickEffect">
                                  <p:stCondLst>
                                    <p:cond delay="0"/>
                                  </p:stCondLst>
                                  <p:childTnLst>
                                    <p:set>
                                      <p:cBhvr>
                                        <p:cTn id="335" dur="1" fill="hold">
                                          <p:stCondLst>
                                            <p:cond delay="0"/>
                                          </p:stCondLst>
                                        </p:cTn>
                                        <p:tgtEl>
                                          <p:spTgt spid="106">
                                            <p:txEl>
                                              <p:pRg st="0" end="0"/>
                                            </p:txEl>
                                          </p:spTgt>
                                        </p:tgtEl>
                                        <p:attrNameLst>
                                          <p:attrName>style.visibility</p:attrName>
                                        </p:attrNameLst>
                                      </p:cBhvr>
                                      <p:to>
                                        <p:strVal val="visible"/>
                                      </p:to>
                                    </p:set>
                                    <p:animEffect transition="in" filter="wipe(left)">
                                      <p:cBhvr>
                                        <p:cTn id="336" dur="500"/>
                                        <p:tgtEl>
                                          <p:spTgt spid="106">
                                            <p:txEl>
                                              <p:pRg st="0" end="0"/>
                                            </p:txEl>
                                          </p:spTgt>
                                        </p:tgtEl>
                                      </p:cBhvr>
                                    </p:animEffect>
                                  </p:childTnLst>
                                </p:cTn>
                              </p:par>
                            </p:childTnLst>
                          </p:cTn>
                        </p:par>
                      </p:childTnLst>
                    </p:cTn>
                  </p:par>
                  <p:par>
                    <p:cTn id="337" fill="hold">
                      <p:stCondLst>
                        <p:cond delay="indefinite"/>
                      </p:stCondLst>
                      <p:childTnLst>
                        <p:par>
                          <p:cTn id="338" fill="hold">
                            <p:stCondLst>
                              <p:cond delay="0"/>
                            </p:stCondLst>
                            <p:childTnLst>
                              <p:par>
                                <p:cTn id="339" presetID="22" presetClass="entr" presetSubtype="8" fill="hold" nodeType="clickEffect">
                                  <p:stCondLst>
                                    <p:cond delay="0"/>
                                  </p:stCondLst>
                                  <p:childTnLst>
                                    <p:set>
                                      <p:cBhvr>
                                        <p:cTn id="340" dur="1" fill="hold">
                                          <p:stCondLst>
                                            <p:cond delay="0"/>
                                          </p:stCondLst>
                                        </p:cTn>
                                        <p:tgtEl>
                                          <p:spTgt spid="107">
                                            <p:txEl>
                                              <p:pRg st="0" end="0"/>
                                            </p:txEl>
                                          </p:spTgt>
                                        </p:tgtEl>
                                        <p:attrNameLst>
                                          <p:attrName>style.visibility</p:attrName>
                                        </p:attrNameLst>
                                      </p:cBhvr>
                                      <p:to>
                                        <p:strVal val="visible"/>
                                      </p:to>
                                    </p:set>
                                    <p:animEffect transition="in" filter="wipe(left)">
                                      <p:cBhvr>
                                        <p:cTn id="341" dur="500"/>
                                        <p:tgtEl>
                                          <p:spTgt spid="107">
                                            <p:txEl>
                                              <p:pRg st="0" end="0"/>
                                            </p:txEl>
                                          </p:spTgt>
                                        </p:tgtEl>
                                      </p:cBhvr>
                                    </p:animEffect>
                                  </p:childTnLst>
                                </p:cTn>
                              </p:par>
                            </p:childTnLst>
                          </p:cTn>
                        </p:par>
                      </p:childTnLst>
                    </p:cTn>
                  </p:par>
                  <p:par>
                    <p:cTn id="342" fill="hold">
                      <p:stCondLst>
                        <p:cond delay="indefinite"/>
                      </p:stCondLst>
                      <p:childTnLst>
                        <p:par>
                          <p:cTn id="343" fill="hold">
                            <p:stCondLst>
                              <p:cond delay="0"/>
                            </p:stCondLst>
                            <p:childTnLst>
                              <p:par>
                                <p:cTn id="344" presetID="22" presetClass="entr" presetSubtype="8" fill="hold" nodeType="clickEffect">
                                  <p:stCondLst>
                                    <p:cond delay="0"/>
                                  </p:stCondLst>
                                  <p:childTnLst>
                                    <p:set>
                                      <p:cBhvr>
                                        <p:cTn id="345" dur="1" fill="hold">
                                          <p:stCondLst>
                                            <p:cond delay="0"/>
                                          </p:stCondLst>
                                        </p:cTn>
                                        <p:tgtEl>
                                          <p:spTgt spid="106">
                                            <p:txEl>
                                              <p:pRg st="1" end="1"/>
                                            </p:txEl>
                                          </p:spTgt>
                                        </p:tgtEl>
                                        <p:attrNameLst>
                                          <p:attrName>style.visibility</p:attrName>
                                        </p:attrNameLst>
                                      </p:cBhvr>
                                      <p:to>
                                        <p:strVal val="visible"/>
                                      </p:to>
                                    </p:set>
                                    <p:animEffect transition="in" filter="wipe(left)">
                                      <p:cBhvr>
                                        <p:cTn id="346" dur="500"/>
                                        <p:tgtEl>
                                          <p:spTgt spid="106">
                                            <p:txEl>
                                              <p:pRg st="1" end="1"/>
                                            </p:txEl>
                                          </p:spTgt>
                                        </p:tgtEl>
                                      </p:cBhvr>
                                    </p:animEffect>
                                  </p:childTnLst>
                                </p:cTn>
                              </p:par>
                            </p:childTnLst>
                          </p:cTn>
                        </p:par>
                      </p:childTnLst>
                    </p:cTn>
                  </p:par>
                  <p:par>
                    <p:cTn id="347" fill="hold">
                      <p:stCondLst>
                        <p:cond delay="indefinite"/>
                      </p:stCondLst>
                      <p:childTnLst>
                        <p:par>
                          <p:cTn id="348" fill="hold">
                            <p:stCondLst>
                              <p:cond delay="0"/>
                            </p:stCondLst>
                            <p:childTnLst>
                              <p:par>
                                <p:cTn id="349" presetID="22" presetClass="entr" presetSubtype="8" fill="hold" nodeType="clickEffect">
                                  <p:stCondLst>
                                    <p:cond delay="0"/>
                                  </p:stCondLst>
                                  <p:childTnLst>
                                    <p:set>
                                      <p:cBhvr>
                                        <p:cTn id="350" dur="1" fill="hold">
                                          <p:stCondLst>
                                            <p:cond delay="0"/>
                                          </p:stCondLst>
                                        </p:cTn>
                                        <p:tgtEl>
                                          <p:spTgt spid="107">
                                            <p:txEl>
                                              <p:pRg st="1" end="1"/>
                                            </p:txEl>
                                          </p:spTgt>
                                        </p:tgtEl>
                                        <p:attrNameLst>
                                          <p:attrName>style.visibility</p:attrName>
                                        </p:attrNameLst>
                                      </p:cBhvr>
                                      <p:to>
                                        <p:strVal val="visible"/>
                                      </p:to>
                                    </p:set>
                                    <p:animEffect transition="in" filter="wipe(left)">
                                      <p:cBhvr>
                                        <p:cTn id="351" dur="500"/>
                                        <p:tgtEl>
                                          <p:spTgt spid="107">
                                            <p:txEl>
                                              <p:pRg st="1" end="1"/>
                                            </p:txEl>
                                          </p:spTgt>
                                        </p:tgtEl>
                                      </p:cBhvr>
                                    </p:animEffect>
                                  </p:childTnLst>
                                </p:cTn>
                              </p:par>
                            </p:childTnLst>
                          </p:cTn>
                        </p:par>
                      </p:childTnLst>
                    </p:cTn>
                  </p:par>
                  <p:par>
                    <p:cTn id="352" fill="hold">
                      <p:stCondLst>
                        <p:cond delay="indefinite"/>
                      </p:stCondLst>
                      <p:childTnLst>
                        <p:par>
                          <p:cTn id="353" fill="hold">
                            <p:stCondLst>
                              <p:cond delay="0"/>
                            </p:stCondLst>
                            <p:childTnLst>
                              <p:par>
                                <p:cTn id="354" presetID="22" presetClass="entr" presetSubtype="8" fill="hold" nodeType="clickEffect">
                                  <p:stCondLst>
                                    <p:cond delay="0"/>
                                  </p:stCondLst>
                                  <p:childTnLst>
                                    <p:set>
                                      <p:cBhvr>
                                        <p:cTn id="355" dur="1" fill="hold">
                                          <p:stCondLst>
                                            <p:cond delay="0"/>
                                          </p:stCondLst>
                                        </p:cTn>
                                        <p:tgtEl>
                                          <p:spTgt spid="106">
                                            <p:txEl>
                                              <p:pRg st="2" end="2"/>
                                            </p:txEl>
                                          </p:spTgt>
                                        </p:tgtEl>
                                        <p:attrNameLst>
                                          <p:attrName>style.visibility</p:attrName>
                                        </p:attrNameLst>
                                      </p:cBhvr>
                                      <p:to>
                                        <p:strVal val="visible"/>
                                      </p:to>
                                    </p:set>
                                    <p:animEffect transition="in" filter="wipe(left)">
                                      <p:cBhvr>
                                        <p:cTn id="356" dur="500"/>
                                        <p:tgtEl>
                                          <p:spTgt spid="106">
                                            <p:txEl>
                                              <p:pRg st="2" end="2"/>
                                            </p:txEl>
                                          </p:spTgt>
                                        </p:tgtEl>
                                      </p:cBhvr>
                                    </p:animEffect>
                                  </p:childTnLst>
                                </p:cTn>
                              </p:par>
                            </p:childTnLst>
                          </p:cTn>
                        </p:par>
                      </p:childTnLst>
                    </p:cTn>
                  </p:par>
                  <p:par>
                    <p:cTn id="357" fill="hold">
                      <p:stCondLst>
                        <p:cond delay="indefinite"/>
                      </p:stCondLst>
                      <p:childTnLst>
                        <p:par>
                          <p:cTn id="358" fill="hold">
                            <p:stCondLst>
                              <p:cond delay="0"/>
                            </p:stCondLst>
                            <p:childTnLst>
                              <p:par>
                                <p:cTn id="359" presetID="22" presetClass="entr" presetSubtype="8" fill="hold" nodeType="clickEffect">
                                  <p:stCondLst>
                                    <p:cond delay="0"/>
                                  </p:stCondLst>
                                  <p:childTnLst>
                                    <p:set>
                                      <p:cBhvr>
                                        <p:cTn id="360" dur="1" fill="hold">
                                          <p:stCondLst>
                                            <p:cond delay="0"/>
                                          </p:stCondLst>
                                        </p:cTn>
                                        <p:tgtEl>
                                          <p:spTgt spid="107">
                                            <p:txEl>
                                              <p:pRg st="2" end="2"/>
                                            </p:txEl>
                                          </p:spTgt>
                                        </p:tgtEl>
                                        <p:attrNameLst>
                                          <p:attrName>style.visibility</p:attrName>
                                        </p:attrNameLst>
                                      </p:cBhvr>
                                      <p:to>
                                        <p:strVal val="visible"/>
                                      </p:to>
                                    </p:set>
                                    <p:animEffect transition="in" filter="wipe(left)">
                                      <p:cBhvr>
                                        <p:cTn id="361" dur="500"/>
                                        <p:tgtEl>
                                          <p:spTgt spid="107">
                                            <p:txEl>
                                              <p:pRg st="2" end="2"/>
                                            </p:txEl>
                                          </p:spTgt>
                                        </p:tgtEl>
                                      </p:cBhvr>
                                    </p:animEffect>
                                  </p:childTnLst>
                                </p:cTn>
                              </p:par>
                            </p:childTnLst>
                          </p:cTn>
                        </p:par>
                      </p:childTnLst>
                    </p:cTn>
                  </p:par>
                  <p:par>
                    <p:cTn id="362" fill="hold">
                      <p:stCondLst>
                        <p:cond delay="indefinite"/>
                      </p:stCondLst>
                      <p:childTnLst>
                        <p:par>
                          <p:cTn id="363" fill="hold">
                            <p:stCondLst>
                              <p:cond delay="0"/>
                            </p:stCondLst>
                            <p:childTnLst>
                              <p:par>
                                <p:cTn id="364" presetID="22" presetClass="entr" presetSubtype="8" fill="hold" nodeType="clickEffect">
                                  <p:stCondLst>
                                    <p:cond delay="0"/>
                                  </p:stCondLst>
                                  <p:childTnLst>
                                    <p:set>
                                      <p:cBhvr>
                                        <p:cTn id="365" dur="1" fill="hold">
                                          <p:stCondLst>
                                            <p:cond delay="0"/>
                                          </p:stCondLst>
                                        </p:cTn>
                                        <p:tgtEl>
                                          <p:spTgt spid="106">
                                            <p:txEl>
                                              <p:pRg st="3" end="3"/>
                                            </p:txEl>
                                          </p:spTgt>
                                        </p:tgtEl>
                                        <p:attrNameLst>
                                          <p:attrName>style.visibility</p:attrName>
                                        </p:attrNameLst>
                                      </p:cBhvr>
                                      <p:to>
                                        <p:strVal val="visible"/>
                                      </p:to>
                                    </p:set>
                                    <p:animEffect transition="in" filter="wipe(left)">
                                      <p:cBhvr>
                                        <p:cTn id="366" dur="500"/>
                                        <p:tgtEl>
                                          <p:spTgt spid="106">
                                            <p:txEl>
                                              <p:pRg st="3" end="3"/>
                                            </p:txEl>
                                          </p:spTgt>
                                        </p:tgtEl>
                                      </p:cBhvr>
                                    </p:animEffect>
                                  </p:childTnLst>
                                </p:cTn>
                              </p:par>
                            </p:childTnLst>
                          </p:cTn>
                        </p:par>
                      </p:childTnLst>
                    </p:cTn>
                  </p:par>
                  <p:par>
                    <p:cTn id="367" fill="hold">
                      <p:stCondLst>
                        <p:cond delay="indefinite"/>
                      </p:stCondLst>
                      <p:childTnLst>
                        <p:par>
                          <p:cTn id="368" fill="hold">
                            <p:stCondLst>
                              <p:cond delay="0"/>
                            </p:stCondLst>
                            <p:childTnLst>
                              <p:par>
                                <p:cTn id="369" presetID="22" presetClass="entr" presetSubtype="8" fill="hold" nodeType="clickEffect">
                                  <p:stCondLst>
                                    <p:cond delay="0"/>
                                  </p:stCondLst>
                                  <p:childTnLst>
                                    <p:set>
                                      <p:cBhvr>
                                        <p:cTn id="370" dur="1" fill="hold">
                                          <p:stCondLst>
                                            <p:cond delay="0"/>
                                          </p:stCondLst>
                                        </p:cTn>
                                        <p:tgtEl>
                                          <p:spTgt spid="107">
                                            <p:txEl>
                                              <p:pRg st="3" end="3"/>
                                            </p:txEl>
                                          </p:spTgt>
                                        </p:tgtEl>
                                        <p:attrNameLst>
                                          <p:attrName>style.visibility</p:attrName>
                                        </p:attrNameLst>
                                      </p:cBhvr>
                                      <p:to>
                                        <p:strVal val="visible"/>
                                      </p:to>
                                    </p:set>
                                    <p:animEffect transition="in" filter="wipe(left)">
                                      <p:cBhvr>
                                        <p:cTn id="371" dur="500"/>
                                        <p:tgtEl>
                                          <p:spTgt spid="107">
                                            <p:txEl>
                                              <p:pRg st="3" end="3"/>
                                            </p:txEl>
                                          </p:spTgt>
                                        </p:tgtEl>
                                      </p:cBhvr>
                                    </p:animEffect>
                                  </p:childTnLst>
                                </p:cTn>
                              </p:par>
                            </p:childTnLst>
                          </p:cTn>
                        </p:par>
                      </p:childTnLst>
                    </p:cTn>
                  </p:par>
                  <p:par>
                    <p:cTn id="372" fill="hold">
                      <p:stCondLst>
                        <p:cond delay="indefinite"/>
                      </p:stCondLst>
                      <p:childTnLst>
                        <p:par>
                          <p:cTn id="373" fill="hold">
                            <p:stCondLst>
                              <p:cond delay="0"/>
                            </p:stCondLst>
                            <p:childTnLst>
                              <p:par>
                                <p:cTn id="374" presetID="22" presetClass="entr" presetSubtype="8" fill="hold" nodeType="clickEffect">
                                  <p:stCondLst>
                                    <p:cond delay="0"/>
                                  </p:stCondLst>
                                  <p:childTnLst>
                                    <p:set>
                                      <p:cBhvr>
                                        <p:cTn id="375" dur="1" fill="hold">
                                          <p:stCondLst>
                                            <p:cond delay="0"/>
                                          </p:stCondLst>
                                        </p:cTn>
                                        <p:tgtEl>
                                          <p:spTgt spid="106">
                                            <p:txEl>
                                              <p:pRg st="4" end="4"/>
                                            </p:txEl>
                                          </p:spTgt>
                                        </p:tgtEl>
                                        <p:attrNameLst>
                                          <p:attrName>style.visibility</p:attrName>
                                        </p:attrNameLst>
                                      </p:cBhvr>
                                      <p:to>
                                        <p:strVal val="visible"/>
                                      </p:to>
                                    </p:set>
                                    <p:animEffect transition="in" filter="wipe(left)">
                                      <p:cBhvr>
                                        <p:cTn id="376" dur="500"/>
                                        <p:tgtEl>
                                          <p:spTgt spid="106">
                                            <p:txEl>
                                              <p:pRg st="4" end="4"/>
                                            </p:txEl>
                                          </p:spTgt>
                                        </p:tgtEl>
                                      </p:cBhvr>
                                    </p:animEffect>
                                  </p:childTnLst>
                                </p:cTn>
                              </p:par>
                            </p:childTnLst>
                          </p:cTn>
                        </p:par>
                      </p:childTnLst>
                    </p:cTn>
                  </p:par>
                  <p:par>
                    <p:cTn id="377" fill="hold">
                      <p:stCondLst>
                        <p:cond delay="indefinite"/>
                      </p:stCondLst>
                      <p:childTnLst>
                        <p:par>
                          <p:cTn id="378" fill="hold">
                            <p:stCondLst>
                              <p:cond delay="0"/>
                            </p:stCondLst>
                            <p:childTnLst>
                              <p:par>
                                <p:cTn id="379" presetID="22" presetClass="entr" presetSubtype="8" fill="hold" nodeType="clickEffect">
                                  <p:stCondLst>
                                    <p:cond delay="0"/>
                                  </p:stCondLst>
                                  <p:childTnLst>
                                    <p:set>
                                      <p:cBhvr>
                                        <p:cTn id="380" dur="1" fill="hold">
                                          <p:stCondLst>
                                            <p:cond delay="0"/>
                                          </p:stCondLst>
                                        </p:cTn>
                                        <p:tgtEl>
                                          <p:spTgt spid="107">
                                            <p:txEl>
                                              <p:pRg st="4" end="4"/>
                                            </p:txEl>
                                          </p:spTgt>
                                        </p:tgtEl>
                                        <p:attrNameLst>
                                          <p:attrName>style.visibility</p:attrName>
                                        </p:attrNameLst>
                                      </p:cBhvr>
                                      <p:to>
                                        <p:strVal val="visible"/>
                                      </p:to>
                                    </p:set>
                                    <p:animEffect transition="in" filter="wipe(left)">
                                      <p:cBhvr>
                                        <p:cTn id="381" dur="500"/>
                                        <p:tgtEl>
                                          <p:spTgt spid="107">
                                            <p:txEl>
                                              <p:pRg st="4" end="4"/>
                                            </p:txEl>
                                          </p:spTgt>
                                        </p:tgtEl>
                                      </p:cBhvr>
                                    </p:animEffect>
                                  </p:childTnLst>
                                </p:cTn>
                              </p:par>
                            </p:childTnLst>
                          </p:cTn>
                        </p:par>
                      </p:childTnLst>
                    </p:cTn>
                  </p:par>
                  <p:par>
                    <p:cTn id="382" fill="hold">
                      <p:stCondLst>
                        <p:cond delay="indefinite"/>
                      </p:stCondLst>
                      <p:childTnLst>
                        <p:par>
                          <p:cTn id="383" fill="hold">
                            <p:stCondLst>
                              <p:cond delay="0"/>
                            </p:stCondLst>
                            <p:childTnLst>
                              <p:par>
                                <p:cTn id="384" presetID="22" presetClass="entr" presetSubtype="8" fill="hold" nodeType="clickEffect">
                                  <p:stCondLst>
                                    <p:cond delay="0"/>
                                  </p:stCondLst>
                                  <p:childTnLst>
                                    <p:set>
                                      <p:cBhvr>
                                        <p:cTn id="385" dur="1" fill="hold">
                                          <p:stCondLst>
                                            <p:cond delay="0"/>
                                          </p:stCondLst>
                                        </p:cTn>
                                        <p:tgtEl>
                                          <p:spTgt spid="108">
                                            <p:txEl>
                                              <p:pRg st="0" end="0"/>
                                            </p:txEl>
                                          </p:spTgt>
                                        </p:tgtEl>
                                        <p:attrNameLst>
                                          <p:attrName>style.visibility</p:attrName>
                                        </p:attrNameLst>
                                      </p:cBhvr>
                                      <p:to>
                                        <p:strVal val="visible"/>
                                      </p:to>
                                    </p:set>
                                    <p:animEffect transition="in" filter="wipe(left)">
                                      <p:cBhvr>
                                        <p:cTn id="386" dur="500"/>
                                        <p:tgtEl>
                                          <p:spTgt spid="108">
                                            <p:txEl>
                                              <p:pRg st="0" end="0"/>
                                            </p:txEl>
                                          </p:spTgt>
                                        </p:tgtEl>
                                      </p:cBhvr>
                                    </p:animEffect>
                                  </p:childTnLst>
                                </p:cTn>
                              </p:par>
                            </p:childTnLst>
                          </p:cTn>
                        </p:par>
                      </p:childTnLst>
                    </p:cTn>
                  </p:par>
                  <p:par>
                    <p:cTn id="387" fill="hold">
                      <p:stCondLst>
                        <p:cond delay="indefinite"/>
                      </p:stCondLst>
                      <p:childTnLst>
                        <p:par>
                          <p:cTn id="388" fill="hold">
                            <p:stCondLst>
                              <p:cond delay="0"/>
                            </p:stCondLst>
                            <p:childTnLst>
                              <p:par>
                                <p:cTn id="389" presetID="22" presetClass="entr" presetSubtype="8" fill="hold" nodeType="clickEffect">
                                  <p:stCondLst>
                                    <p:cond delay="0"/>
                                  </p:stCondLst>
                                  <p:childTnLst>
                                    <p:set>
                                      <p:cBhvr>
                                        <p:cTn id="390" dur="1" fill="hold">
                                          <p:stCondLst>
                                            <p:cond delay="0"/>
                                          </p:stCondLst>
                                        </p:cTn>
                                        <p:tgtEl>
                                          <p:spTgt spid="109">
                                            <p:txEl>
                                              <p:pRg st="0" end="0"/>
                                            </p:txEl>
                                          </p:spTgt>
                                        </p:tgtEl>
                                        <p:attrNameLst>
                                          <p:attrName>style.visibility</p:attrName>
                                        </p:attrNameLst>
                                      </p:cBhvr>
                                      <p:to>
                                        <p:strVal val="visible"/>
                                      </p:to>
                                    </p:set>
                                    <p:animEffect transition="in" filter="wipe(left)">
                                      <p:cBhvr>
                                        <p:cTn id="391" dur="500"/>
                                        <p:tgtEl>
                                          <p:spTgt spid="109">
                                            <p:txEl>
                                              <p:pRg st="0" end="0"/>
                                            </p:txEl>
                                          </p:spTgt>
                                        </p:tgtEl>
                                      </p:cBhvr>
                                    </p:animEffect>
                                  </p:childTnLst>
                                </p:cTn>
                              </p:par>
                            </p:childTnLst>
                          </p:cTn>
                        </p:par>
                      </p:childTnLst>
                    </p:cTn>
                  </p:par>
                  <p:par>
                    <p:cTn id="392" fill="hold">
                      <p:stCondLst>
                        <p:cond delay="indefinite"/>
                      </p:stCondLst>
                      <p:childTnLst>
                        <p:par>
                          <p:cTn id="393" fill="hold">
                            <p:stCondLst>
                              <p:cond delay="0"/>
                            </p:stCondLst>
                            <p:childTnLst>
                              <p:par>
                                <p:cTn id="394" presetID="22" presetClass="entr" presetSubtype="8" fill="hold" nodeType="clickEffect">
                                  <p:stCondLst>
                                    <p:cond delay="0"/>
                                  </p:stCondLst>
                                  <p:childTnLst>
                                    <p:set>
                                      <p:cBhvr>
                                        <p:cTn id="395" dur="1" fill="hold">
                                          <p:stCondLst>
                                            <p:cond delay="0"/>
                                          </p:stCondLst>
                                        </p:cTn>
                                        <p:tgtEl>
                                          <p:spTgt spid="62">
                                            <p:txEl>
                                              <p:pRg st="0" end="0"/>
                                            </p:txEl>
                                          </p:spTgt>
                                        </p:tgtEl>
                                        <p:attrNameLst>
                                          <p:attrName>style.visibility</p:attrName>
                                        </p:attrNameLst>
                                      </p:cBhvr>
                                      <p:to>
                                        <p:strVal val="visible"/>
                                      </p:to>
                                    </p:set>
                                    <p:animEffect transition="in" filter="wipe(left)">
                                      <p:cBhvr>
                                        <p:cTn id="396" dur="500"/>
                                        <p:tgtEl>
                                          <p:spTgt spid="62">
                                            <p:txEl>
                                              <p:pRg st="0" end="0"/>
                                            </p:txEl>
                                          </p:spTgt>
                                        </p:tgtEl>
                                      </p:cBhvr>
                                    </p:animEffect>
                                  </p:childTnLst>
                                </p:cTn>
                              </p:par>
                            </p:childTnLst>
                          </p:cTn>
                        </p:par>
                      </p:childTnLst>
                    </p:cTn>
                  </p:par>
                  <p:par>
                    <p:cTn id="397" fill="hold">
                      <p:stCondLst>
                        <p:cond delay="indefinite"/>
                      </p:stCondLst>
                      <p:childTnLst>
                        <p:par>
                          <p:cTn id="398" fill="hold">
                            <p:stCondLst>
                              <p:cond delay="0"/>
                            </p:stCondLst>
                            <p:childTnLst>
                              <p:par>
                                <p:cTn id="399" presetID="22" presetClass="entr" presetSubtype="8" fill="hold" nodeType="clickEffect">
                                  <p:stCondLst>
                                    <p:cond delay="0"/>
                                  </p:stCondLst>
                                  <p:childTnLst>
                                    <p:set>
                                      <p:cBhvr>
                                        <p:cTn id="400" dur="1" fill="hold">
                                          <p:stCondLst>
                                            <p:cond delay="0"/>
                                          </p:stCondLst>
                                        </p:cTn>
                                        <p:tgtEl>
                                          <p:spTgt spid="63">
                                            <p:txEl>
                                              <p:pRg st="0" end="0"/>
                                            </p:txEl>
                                          </p:spTgt>
                                        </p:tgtEl>
                                        <p:attrNameLst>
                                          <p:attrName>style.visibility</p:attrName>
                                        </p:attrNameLst>
                                      </p:cBhvr>
                                      <p:to>
                                        <p:strVal val="visible"/>
                                      </p:to>
                                    </p:set>
                                    <p:animEffect transition="in" filter="wipe(left)">
                                      <p:cBhvr>
                                        <p:cTn id="401" dur="500"/>
                                        <p:tgtEl>
                                          <p:spTgt spid="63">
                                            <p:txEl>
                                              <p:pRg st="0" end="0"/>
                                            </p:txEl>
                                          </p:spTgt>
                                        </p:tgtEl>
                                      </p:cBhvr>
                                    </p:animEffect>
                                  </p:childTnLst>
                                </p:cTn>
                              </p:par>
                            </p:childTnLst>
                          </p:cTn>
                        </p:par>
                      </p:childTnLst>
                    </p:cTn>
                  </p:par>
                  <p:par>
                    <p:cTn id="402" fill="hold">
                      <p:stCondLst>
                        <p:cond delay="indefinite"/>
                      </p:stCondLst>
                      <p:childTnLst>
                        <p:par>
                          <p:cTn id="403" fill="hold">
                            <p:stCondLst>
                              <p:cond delay="0"/>
                            </p:stCondLst>
                            <p:childTnLst>
                              <p:par>
                                <p:cTn id="404" presetID="22" presetClass="entr" presetSubtype="8" fill="hold" nodeType="clickEffect">
                                  <p:stCondLst>
                                    <p:cond delay="0"/>
                                  </p:stCondLst>
                                  <p:childTnLst>
                                    <p:set>
                                      <p:cBhvr>
                                        <p:cTn id="405" dur="1" fill="hold">
                                          <p:stCondLst>
                                            <p:cond delay="0"/>
                                          </p:stCondLst>
                                        </p:cTn>
                                        <p:tgtEl>
                                          <p:spTgt spid="64">
                                            <p:txEl>
                                              <p:pRg st="0" end="0"/>
                                            </p:txEl>
                                          </p:spTgt>
                                        </p:tgtEl>
                                        <p:attrNameLst>
                                          <p:attrName>style.visibility</p:attrName>
                                        </p:attrNameLst>
                                      </p:cBhvr>
                                      <p:to>
                                        <p:strVal val="visible"/>
                                      </p:to>
                                    </p:set>
                                    <p:animEffect transition="in" filter="wipe(left)">
                                      <p:cBhvr>
                                        <p:cTn id="406" dur="500"/>
                                        <p:tgtEl>
                                          <p:spTgt spid="64">
                                            <p:txEl>
                                              <p:pRg st="0" end="0"/>
                                            </p:txEl>
                                          </p:spTgt>
                                        </p:tgtEl>
                                      </p:cBhvr>
                                    </p:animEffect>
                                  </p:childTnLst>
                                </p:cTn>
                              </p:par>
                            </p:childTnLst>
                          </p:cTn>
                        </p:par>
                      </p:childTnLst>
                    </p:cTn>
                  </p:par>
                  <p:par>
                    <p:cTn id="407" fill="hold">
                      <p:stCondLst>
                        <p:cond delay="indefinite"/>
                      </p:stCondLst>
                      <p:childTnLst>
                        <p:par>
                          <p:cTn id="408" fill="hold">
                            <p:stCondLst>
                              <p:cond delay="0"/>
                            </p:stCondLst>
                            <p:childTnLst>
                              <p:par>
                                <p:cTn id="409" presetID="22" presetClass="entr" presetSubtype="8" fill="hold" nodeType="clickEffect">
                                  <p:stCondLst>
                                    <p:cond delay="0"/>
                                  </p:stCondLst>
                                  <p:childTnLst>
                                    <p:set>
                                      <p:cBhvr>
                                        <p:cTn id="410" dur="1" fill="hold">
                                          <p:stCondLst>
                                            <p:cond delay="0"/>
                                          </p:stCondLst>
                                        </p:cTn>
                                        <p:tgtEl>
                                          <p:spTgt spid="108">
                                            <p:txEl>
                                              <p:pRg st="1" end="1"/>
                                            </p:txEl>
                                          </p:spTgt>
                                        </p:tgtEl>
                                        <p:attrNameLst>
                                          <p:attrName>style.visibility</p:attrName>
                                        </p:attrNameLst>
                                      </p:cBhvr>
                                      <p:to>
                                        <p:strVal val="visible"/>
                                      </p:to>
                                    </p:set>
                                    <p:animEffect transition="in" filter="wipe(left)">
                                      <p:cBhvr>
                                        <p:cTn id="411" dur="500"/>
                                        <p:tgtEl>
                                          <p:spTgt spid="108">
                                            <p:txEl>
                                              <p:pRg st="1" end="1"/>
                                            </p:txEl>
                                          </p:spTgt>
                                        </p:tgtEl>
                                      </p:cBhvr>
                                    </p:animEffect>
                                  </p:childTnLst>
                                </p:cTn>
                              </p:par>
                            </p:childTnLst>
                          </p:cTn>
                        </p:par>
                      </p:childTnLst>
                    </p:cTn>
                  </p:par>
                  <p:par>
                    <p:cTn id="412" fill="hold">
                      <p:stCondLst>
                        <p:cond delay="indefinite"/>
                      </p:stCondLst>
                      <p:childTnLst>
                        <p:par>
                          <p:cTn id="413" fill="hold">
                            <p:stCondLst>
                              <p:cond delay="0"/>
                            </p:stCondLst>
                            <p:childTnLst>
                              <p:par>
                                <p:cTn id="414" presetID="22" presetClass="entr" presetSubtype="8" fill="hold" nodeType="clickEffect">
                                  <p:stCondLst>
                                    <p:cond delay="0"/>
                                  </p:stCondLst>
                                  <p:childTnLst>
                                    <p:set>
                                      <p:cBhvr>
                                        <p:cTn id="415" dur="1" fill="hold">
                                          <p:stCondLst>
                                            <p:cond delay="0"/>
                                          </p:stCondLst>
                                        </p:cTn>
                                        <p:tgtEl>
                                          <p:spTgt spid="110">
                                            <p:txEl>
                                              <p:pRg st="0" end="0"/>
                                            </p:txEl>
                                          </p:spTgt>
                                        </p:tgtEl>
                                        <p:attrNameLst>
                                          <p:attrName>style.visibility</p:attrName>
                                        </p:attrNameLst>
                                      </p:cBhvr>
                                      <p:to>
                                        <p:strVal val="visible"/>
                                      </p:to>
                                    </p:set>
                                    <p:animEffect transition="in" filter="wipe(left)">
                                      <p:cBhvr>
                                        <p:cTn id="416" dur="500"/>
                                        <p:tgtEl>
                                          <p:spTgt spid="110">
                                            <p:txEl>
                                              <p:pRg st="0" end="0"/>
                                            </p:txEl>
                                          </p:spTgt>
                                        </p:tgtEl>
                                      </p:cBhvr>
                                    </p:animEffect>
                                  </p:childTnLst>
                                </p:cTn>
                              </p:par>
                            </p:childTnLst>
                          </p:cTn>
                        </p:par>
                      </p:childTnLst>
                    </p:cTn>
                  </p:par>
                  <p:par>
                    <p:cTn id="417" fill="hold">
                      <p:stCondLst>
                        <p:cond delay="indefinite"/>
                      </p:stCondLst>
                      <p:childTnLst>
                        <p:par>
                          <p:cTn id="418" fill="hold">
                            <p:stCondLst>
                              <p:cond delay="0"/>
                            </p:stCondLst>
                            <p:childTnLst>
                              <p:par>
                                <p:cTn id="419" presetID="22" presetClass="entr" presetSubtype="8" fill="hold" nodeType="clickEffect">
                                  <p:stCondLst>
                                    <p:cond delay="0"/>
                                  </p:stCondLst>
                                  <p:childTnLst>
                                    <p:set>
                                      <p:cBhvr>
                                        <p:cTn id="420" dur="1" fill="hold">
                                          <p:stCondLst>
                                            <p:cond delay="0"/>
                                          </p:stCondLst>
                                        </p:cTn>
                                        <p:tgtEl>
                                          <p:spTgt spid="60">
                                            <p:txEl>
                                              <p:pRg st="0" end="0"/>
                                            </p:txEl>
                                          </p:spTgt>
                                        </p:tgtEl>
                                        <p:attrNameLst>
                                          <p:attrName>style.visibility</p:attrName>
                                        </p:attrNameLst>
                                      </p:cBhvr>
                                      <p:to>
                                        <p:strVal val="visible"/>
                                      </p:to>
                                    </p:set>
                                    <p:animEffect transition="in" filter="wipe(left)">
                                      <p:cBhvr>
                                        <p:cTn id="421" dur="500"/>
                                        <p:tgtEl>
                                          <p:spTgt spid="60">
                                            <p:txEl>
                                              <p:pRg st="0" end="0"/>
                                            </p:txEl>
                                          </p:spTgt>
                                        </p:tgtEl>
                                      </p:cBhvr>
                                    </p:animEffect>
                                  </p:childTnLst>
                                </p:cTn>
                              </p:par>
                            </p:childTnLst>
                          </p:cTn>
                        </p:par>
                      </p:childTnLst>
                    </p:cTn>
                  </p:par>
                  <p:par>
                    <p:cTn id="422" fill="hold">
                      <p:stCondLst>
                        <p:cond delay="indefinite"/>
                      </p:stCondLst>
                      <p:childTnLst>
                        <p:par>
                          <p:cTn id="423" fill="hold">
                            <p:stCondLst>
                              <p:cond delay="0"/>
                            </p:stCondLst>
                            <p:childTnLst>
                              <p:par>
                                <p:cTn id="424" presetID="22" presetClass="entr" presetSubtype="8" fill="hold" nodeType="clickEffect">
                                  <p:stCondLst>
                                    <p:cond delay="0"/>
                                  </p:stCondLst>
                                  <p:childTnLst>
                                    <p:set>
                                      <p:cBhvr>
                                        <p:cTn id="425" dur="1" fill="hold">
                                          <p:stCondLst>
                                            <p:cond delay="0"/>
                                          </p:stCondLst>
                                        </p:cTn>
                                        <p:tgtEl>
                                          <p:spTgt spid="61">
                                            <p:txEl>
                                              <p:pRg st="0" end="0"/>
                                            </p:txEl>
                                          </p:spTgt>
                                        </p:tgtEl>
                                        <p:attrNameLst>
                                          <p:attrName>style.visibility</p:attrName>
                                        </p:attrNameLst>
                                      </p:cBhvr>
                                      <p:to>
                                        <p:strVal val="visible"/>
                                      </p:to>
                                    </p:set>
                                    <p:animEffect transition="in" filter="wipe(left)">
                                      <p:cBhvr>
                                        <p:cTn id="426" dur="500"/>
                                        <p:tgtEl>
                                          <p:spTgt spid="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p:bldP spid="8" grpId="0" bldLvl="0" animBg="1"/>
      <p:bldP spid="9" grpId="0" bldLvl="0" animBg="1"/>
      <p:bldP spid="10" grpId="0" bldLvl="0" animBg="1"/>
      <p:bldP spid="10" grpId="1" bldLvl="0" animBg="1"/>
      <p:bldP spid="23" grpId="0" bldLvl="0" animBg="1"/>
      <p:bldP spid="24" grpId="0" bldLvl="0" animBg="1"/>
      <p:bldP spid="24" grpId="1" bldLvl="0" animBg="1"/>
      <p:bldP spid="25" grpId="0" bldLvl="0" animBg="1"/>
      <p:bldP spid="25" grpId="1" bldLvl="0" animBg="1"/>
      <p:bldP spid="32" grpId="0" bldLvl="0" animBg="1"/>
      <p:bldP spid="33" grpId="0" bldLvl="0" animBg="1"/>
      <p:bldP spid="76" grpId="0" bldLvl="0" animBg="1"/>
      <p:bldP spid="76" grpId="1" bldLvl="0" animBg="1"/>
      <p:bldP spid="76" grpId="2" bldLvl="0" animBg="1"/>
      <p:bldP spid="77" grpId="0" bldLvl="0" animBg="1"/>
      <p:bldP spid="77" grpId="1" bldLvl="0" animBg="1"/>
      <p:bldP spid="77" grpId="2" bldLvl="0" animBg="1"/>
      <p:bldP spid="78" grpId="0" bldLvl="0" animBg="1"/>
      <p:bldP spid="78" grpId="1" bldLvl="0" animBg="1"/>
      <p:bldP spid="78" grpId="2" bldLvl="0" animBg="1"/>
      <p:bldP spid="79" grpId="0" bldLvl="0" animBg="1"/>
      <p:bldP spid="79" grpId="1" bldLvl="0" animBg="1"/>
      <p:bldP spid="79" grpId="2" bldLvl="0" animBg="1"/>
      <p:bldP spid="80" grpId="0" bldLvl="0" animBg="1"/>
      <p:bldP spid="80" grpId="1" bldLvl="0" animBg="1"/>
      <p:bldP spid="80" grpId="2" bldLvl="0" animBg="1"/>
      <p:bldP spid="82" grpId="0"/>
      <p:bldP spid="82" grpId="1"/>
      <p:bldP spid="83" grpId="0"/>
      <p:bldP spid="83" grpId="1"/>
      <p:bldP spid="84" grpId="0"/>
      <p:bldP spid="84" grpId="1"/>
      <p:bldP spid="85" grpId="0"/>
      <p:bldP spid="85" grpId="1"/>
      <p:bldP spid="86" grpId="0"/>
      <p:bldP spid="86" grpId="1"/>
      <p:bldP spid="87" grpId="0"/>
      <p:bldP spid="87" grpId="1"/>
      <p:bldP spid="88" grpId="0"/>
      <p:bldP spid="89" grpId="0"/>
      <p:bldP spid="90" grpId="0"/>
      <p:bldP spid="91" grpId="0"/>
      <p:bldP spid="92" grpId="0"/>
      <p:bldP spid="96" grpId="0" bldLvl="0" animBg="1"/>
      <p:bldP spid="96" grpId="1" bldLvl="0" animBg="1"/>
      <p:bldP spid="97" grpId="0" bldLvl="0" animBg="1"/>
      <p:bldP spid="97" grpId="1" bldLvl="0" animBg="1"/>
      <p:bldP spid="98" grpId="0"/>
      <p:bldP spid="99" grpId="0"/>
      <p:bldP spid="100" grpId="0"/>
      <p:bldP spid="101" grpId="0"/>
      <p:bldP spid="102" grpId="0"/>
      <p:bldP spid="103" grpId="0"/>
      <p:bldP spid="104" grpId="0"/>
      <p:bldP spid="105" grpId="0"/>
      <p:bldP spid="111" grpId="0" bldLvl="0" animBg="1"/>
      <p:bldP spid="56" grpId="0" bldLvl="0" animBg="1"/>
      <p:bldP spid="56" grpId="1" bldLvl="0" animBg="1"/>
      <p:bldP spid="57" grpId="0" bldLvl="0" animBg="1"/>
      <p:bldP spid="57" grpId="1" bldLvl="0" animBg="1"/>
      <p:bldP spid="57" grpId="2" bldLvl="0" animBg="1"/>
      <p:bldP spid="57" grpId="3" bldLvl="0" animBg="1"/>
      <p:bldP spid="57" grpId="4" bldLvl="0" animBg="1"/>
      <p:bldP spid="57" grpId="5" bldLvl="0" animBg="1"/>
      <p:bldP spid="57" grpId="6" bldLvl="0" animBg="1"/>
      <p:bldP spid="57" grpId="7" bldLvl="0" animBg="1"/>
      <p:bldP spid="58" grpId="0" bldLvl="0" animBg="1"/>
      <p:bldP spid="58" grpId="1" bldLvl="0" animBg="1"/>
      <p:bldP spid="58" grpId="2" bldLvl="0" animBg="1"/>
      <p:bldP spid="58" grpId="3" bldLvl="0" animBg="1"/>
      <p:bldP spid="58" grpId="4" bldLvl="0" animBg="1"/>
      <p:bldP spid="58" grpId="5" bldLvl="0" animBg="1"/>
      <p:bldP spid="59" grpId="0" bldLvl="0" animBg="1"/>
      <p:bldP spid="59" grpId="1" bldLvl="0" animBg="1"/>
      <p:bldP spid="59" grpId="2"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哈夫曼</a:t>
            </a:r>
            <a:r>
              <a:rPr lang="zh-CN" altLang="en-US" sz="4000" b="1" dirty="0">
                <a:solidFill>
                  <a:schemeClr val="accent1">
                    <a:lumMod val="75000"/>
                  </a:schemeClr>
                </a:solidFill>
              </a:rPr>
              <a:t>编码</a:t>
            </a:r>
            <a:endParaRPr lang="zh-CN" altLang="en-US" sz="4000" b="1" dirty="0">
              <a:solidFill>
                <a:schemeClr val="accent1">
                  <a:lumMod val="75000"/>
                </a:schemeClr>
              </a:solidFill>
            </a:endParaRPr>
          </a:p>
        </p:txBody>
      </p:sp>
      <p:sp>
        <p:nvSpPr>
          <p:cNvPr id="21" name="文本框 20"/>
          <p:cNvSpPr txBox="1"/>
          <p:nvPr>
            <p:custDataLst>
              <p:tags r:id="rId2"/>
            </p:custDataLst>
          </p:nvPr>
        </p:nvSpPr>
        <p:spPr>
          <a:xfrm>
            <a:off x="0" y="782320"/>
            <a:ext cx="9640570" cy="1687195"/>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哈夫曼</a:t>
            </a:r>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编码时间复杂度：</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sym typeface="+mn-ea"/>
              </a:rPr>
              <a:t>对字符出现频率排序，默认使用</a:t>
            </a:r>
            <a:r>
              <a:rPr lang="zh-CN" altLang="en-US" sz="2000" b="1">
                <a:solidFill>
                  <a:srgbClr val="FF0000"/>
                </a:solidFill>
                <a:latin typeface="微软雅黑" panose="020B0503020204020204" charset="-122"/>
                <a:ea typeface="微软雅黑" panose="020B0503020204020204" charset="-122"/>
                <a:cs typeface="微软雅黑" panose="020B0503020204020204" charset="-122"/>
                <a:sym typeface="+mn-ea"/>
              </a:rPr>
              <a:t>堆排序</a:t>
            </a:r>
            <a:r>
              <a:rPr lang="zh-CN" altLang="en-US" sz="2000" b="1">
                <a:latin typeface="微软雅黑" panose="020B0503020204020204" charset="-122"/>
                <a:ea typeface="微软雅黑" panose="020B0503020204020204" charset="-122"/>
                <a:cs typeface="微软雅黑" panose="020B0503020204020204" charset="-122"/>
                <a:sym typeface="+mn-ea"/>
              </a:rPr>
              <a:t>，时间消耗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O(nlogn)</a:t>
            </a:r>
            <a:endParaRPr lang="en-US" altLang="zh-CN" sz="2000" b="1">
              <a:solidFill>
                <a:srgbClr val="FF0000"/>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构建哈夫曼树，时间消耗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a:t>
            </a:r>
            <a:r>
              <a:rPr lang="en-US" altLang="zh-CN" sz="2000" b="1" baseline="30000">
                <a:solidFill>
                  <a:srgbClr val="FF0000"/>
                </a:solidFill>
                <a:latin typeface="微软雅黑" panose="020B0503020204020204" charset="-122"/>
                <a:ea typeface="微软雅黑" panose="020B0503020204020204" charset="-122"/>
                <a:cs typeface="微软雅黑" panose="020B0503020204020204" charset="-122"/>
                <a:sym typeface="+mn-ea"/>
              </a:rPr>
              <a:t>2</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遍历字符集，逐一给每个字符赋值编码，</a:t>
            </a:r>
            <a:r>
              <a:rPr lang="zh-CN" altLang="en-US" sz="2000" b="1">
                <a:latin typeface="微软雅黑" panose="020B0503020204020204" charset="-122"/>
                <a:ea typeface="微软雅黑" panose="020B0503020204020204" charset="-122"/>
                <a:cs typeface="微软雅黑" panose="020B0503020204020204" charset="-122"/>
                <a:sym typeface="+mn-ea"/>
              </a:rPr>
              <a:t>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a:p>
            <a:r>
              <a:rPr lang="zh-CN" altLang="en-US" sz="2000" b="1">
                <a:solidFill>
                  <a:schemeClr val="tx1"/>
                </a:solidFill>
                <a:latin typeface="微软雅黑" panose="020B0503020204020204" charset="-122"/>
                <a:ea typeface="微软雅黑" panose="020B0503020204020204" charset="-122"/>
                <a:cs typeface="微软雅黑" panose="020B0503020204020204" charset="-122"/>
              </a:rPr>
              <a:t>总时间消耗</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O(nlogn)+O(n</a:t>
            </a:r>
            <a:r>
              <a:rPr lang="en-US" altLang="zh-CN" sz="2000" b="1" baseline="30000">
                <a:solidFill>
                  <a:srgbClr val="FF0000"/>
                </a:solidFill>
                <a:latin typeface="微软雅黑" panose="020B0503020204020204" charset="-122"/>
                <a:ea typeface="微软雅黑" panose="020B0503020204020204" charset="-122"/>
                <a:cs typeface="微软雅黑" panose="020B0503020204020204" charset="-122"/>
                <a:sym typeface="+mn-ea"/>
              </a:rPr>
              <a:t>2</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)+O(n)=O(n</a:t>
            </a:r>
            <a:r>
              <a:rPr lang="en-US" altLang="zh-CN" sz="2000" b="1" baseline="30000">
                <a:solidFill>
                  <a:srgbClr val="FF0000"/>
                </a:solidFill>
                <a:latin typeface="微软雅黑" panose="020B0503020204020204" charset="-122"/>
                <a:ea typeface="微软雅黑" panose="020B0503020204020204" charset="-122"/>
                <a:cs typeface="微软雅黑" panose="020B0503020204020204" charset="-122"/>
                <a:sym typeface="+mn-ea"/>
              </a:rPr>
              <a:t>2</a:t>
            </a:r>
            <a:r>
              <a:rPr lang="en-US" altLang="zh-CN" sz="2000" b="1">
                <a:solidFill>
                  <a:srgbClr val="FF0000"/>
                </a:solidFill>
                <a:latin typeface="微软雅黑" panose="020B0503020204020204" charset="-122"/>
                <a:ea typeface="微软雅黑" panose="020B0503020204020204" charset="-122"/>
                <a:cs typeface="微软雅黑" panose="020B0503020204020204" charset="-122"/>
                <a:sym typeface="+mn-ea"/>
              </a:rPr>
              <a:t>)</a:t>
            </a:r>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xEl>
                                              <p:pRg st="3" end="3"/>
                                            </p:txEl>
                                          </p:spTgt>
                                        </p:tgtEl>
                                        <p:attrNameLst>
                                          <p:attrName>style.visibility</p:attrName>
                                        </p:attrNameLst>
                                      </p:cBhvr>
                                      <p:to>
                                        <p:strVal val="visible"/>
                                      </p:to>
                                    </p:set>
                                    <p:animEffect transition="in" filter="wipe(left)">
                                      <p:cBhvr>
                                        <p:cTn id="7" dur="500"/>
                                        <p:tgtEl>
                                          <p:spTgt spid="21">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xEl>
                                              <p:pRg st="4" end="4"/>
                                            </p:txEl>
                                          </p:spTgt>
                                        </p:tgtEl>
                                        <p:attrNameLst>
                                          <p:attrName>style.visibility</p:attrName>
                                        </p:attrNameLst>
                                      </p:cBhvr>
                                      <p:to>
                                        <p:strVal val="visible"/>
                                      </p:to>
                                    </p:set>
                                    <p:animEffect transition="in" filter="wipe(left)">
                                      <p:cBhvr>
                                        <p:cTn id="12" dur="500"/>
                                        <p:tgtEl>
                                          <p:spTgt spid="2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哈夫曼</a:t>
            </a:r>
            <a:r>
              <a:rPr lang="zh-CN" altLang="en-US" sz="4000" b="1" dirty="0">
                <a:solidFill>
                  <a:schemeClr val="accent1">
                    <a:lumMod val="75000"/>
                  </a:schemeClr>
                </a:solidFill>
              </a:rPr>
              <a:t>编码</a:t>
            </a:r>
            <a:endParaRPr lang="zh-CN" altLang="en-US" sz="4000" b="1" dirty="0">
              <a:solidFill>
                <a:schemeClr val="accent1">
                  <a:lumMod val="75000"/>
                </a:schemeClr>
              </a:solidFill>
            </a:endParaRPr>
          </a:p>
        </p:txBody>
      </p:sp>
      <p:sp>
        <p:nvSpPr>
          <p:cNvPr id="21" name="文本框 20"/>
          <p:cNvSpPr txBox="1"/>
          <p:nvPr>
            <p:custDataLst>
              <p:tags r:id="rId2"/>
            </p:custDataLst>
          </p:nvPr>
        </p:nvSpPr>
        <p:spPr>
          <a:xfrm>
            <a:off x="0" y="782320"/>
            <a:ext cx="2242185" cy="4432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贪心选择性质证明：</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3"/>
            </p:custDataLst>
          </p:nvPr>
        </p:nvSpPr>
        <p:spPr>
          <a:xfrm>
            <a:off x="2241550" y="875665"/>
            <a:ext cx="9950450" cy="1938020"/>
          </a:xfrm>
          <a:prstGeom prst="rect">
            <a:avLst/>
          </a:prstGeom>
          <a:solidFill>
            <a:schemeClr val="accent5">
              <a:lumMod val="20000"/>
              <a:lumOff val="80000"/>
            </a:schemeClr>
          </a:solidFill>
        </p:spPr>
        <p:txBody>
          <a:bodyPr wrap="square" rtlCol="0" anchor="t">
            <a:spAutoFit/>
          </a:bodyPr>
          <a:p>
            <a:r>
              <a:rPr sz="2000" b="1">
                <a:latin typeface="微软雅黑" panose="020B0503020204020204" charset="-122"/>
                <a:ea typeface="微软雅黑" panose="020B0503020204020204" charset="-122"/>
                <a:cs typeface="微软雅黑" panose="020B0503020204020204" charset="-122"/>
              </a:rPr>
              <a:t>设C是编码集，任意一个字符c的频率为f(c)，x,y是C中具有最小频率的两个字符。</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需证明存在字符集C的一个最优前缀码方案T，使得x,y位于最深处且互为兄弟。</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如果T中，x,y是最深的叶子且互为兄弟，则T就是贪心选择开始的最优前缀码;</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如果T中，x,y不是最深的叶子，也不是兄弟，则设T中字符a</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b是最深的叶子且</a:t>
            </a:r>
            <a:r>
              <a:rPr lang="zh-CN" sz="2000" b="1">
                <a:latin typeface="微软雅黑" panose="020B0503020204020204" charset="-122"/>
                <a:ea typeface="微软雅黑" panose="020B0503020204020204" charset="-122"/>
                <a:cs typeface="微软雅黑" panose="020B0503020204020204" charset="-122"/>
              </a:rPr>
              <a:t>互</a:t>
            </a:r>
            <a:r>
              <a:rPr sz="2000" b="1">
                <a:latin typeface="微软雅黑" panose="020B0503020204020204" charset="-122"/>
                <a:ea typeface="微软雅黑" panose="020B0503020204020204" charset="-122"/>
                <a:cs typeface="微软雅黑" panose="020B0503020204020204" charset="-122"/>
              </a:rPr>
              <a:t>为兄弟</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B(T)≥B(T')≥B(T")，即:B(T)≥B(T")又因为T是最优前缀码，所以</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B(T)≤B(T")</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所以</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B(T)=B(T")，T"也是最优前缀码</a:t>
            </a:r>
            <a:endParaRPr sz="2000" b="1">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custDataLst>
              <p:tags r:id="rId4"/>
            </p:custDataLst>
          </p:nvPr>
        </p:nvSpPr>
        <p:spPr>
          <a:xfrm>
            <a:off x="-10160" y="2985770"/>
            <a:ext cx="2488565" cy="4432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最优子结构性质证明：</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5"/>
            </p:custDataLst>
          </p:nvPr>
        </p:nvSpPr>
        <p:spPr>
          <a:xfrm>
            <a:off x="2478405" y="3056890"/>
            <a:ext cx="9713595" cy="3784600"/>
          </a:xfrm>
          <a:prstGeom prst="rect">
            <a:avLst/>
          </a:prstGeom>
          <a:solidFill>
            <a:schemeClr val="accent5">
              <a:lumMod val="20000"/>
              <a:lumOff val="80000"/>
            </a:schemeClr>
          </a:solidFill>
        </p:spPr>
        <p:txBody>
          <a:bodyPr wrap="square" rtlCol="0" anchor="t">
            <a:spAutoFit/>
          </a:bodyPr>
          <a:p>
            <a:r>
              <a:rPr sz="2000" b="1">
                <a:latin typeface="微软雅黑" panose="020B0503020204020204" charset="-122"/>
                <a:ea typeface="微软雅黑" panose="020B0503020204020204" charset="-122"/>
                <a:cs typeface="微软雅黑" panose="020B0503020204020204" charset="-122"/>
              </a:rPr>
              <a:t>设整体最优:设T是字符集C的最优前缀码给子问题最优的结论:令f(z)=f(x)+f(y)，则T'是字符集C'=C</a:t>
            </a:r>
            <a:r>
              <a:rPr lang="en-US"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a:t>
            </a:r>
            <a:r>
              <a:rPr lang="en-US" sz="2000" b="1">
                <a:latin typeface="微软雅黑" panose="020B0503020204020204" charset="-122"/>
                <a:ea typeface="微软雅黑" panose="020B0503020204020204" charset="-122"/>
                <a:cs typeface="微软雅黑" panose="020B0503020204020204" charset="-122"/>
              </a:rPr>
              <a:t>x</a:t>
            </a:r>
            <a:r>
              <a:rPr sz="2000" b="1">
                <a:latin typeface="微软雅黑" panose="020B0503020204020204" charset="-122"/>
                <a:ea typeface="微软雅黑" panose="020B0503020204020204" charset="-122"/>
                <a:cs typeface="微软雅黑" panose="020B0503020204020204" charset="-122"/>
              </a:rPr>
              <a:t>,y}+</a:t>
            </a:r>
            <a:r>
              <a:rPr lang="en-US" sz="2000" b="1">
                <a:latin typeface="微软雅黑" panose="020B0503020204020204" charset="-122"/>
                <a:ea typeface="微软雅黑" panose="020B0503020204020204" charset="-122"/>
                <a:cs typeface="微软雅黑" panose="020B0503020204020204" charset="-122"/>
              </a:rPr>
              <a:t>{z</a:t>
            </a:r>
            <a:r>
              <a:rPr sz="2000" b="1">
                <a:latin typeface="微软雅黑" panose="020B0503020204020204" charset="-122"/>
                <a:ea typeface="微软雅黑" panose="020B0503020204020204" charset="-122"/>
                <a:cs typeface="微软雅黑" panose="020B0503020204020204" charset="-122"/>
              </a:rPr>
              <a:t>}的最优前缀码。</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证明</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假设T不是字符集C'的最优前缀码</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则设T"是字符集C'的最优前缀码有B(T')&gt;B(T")</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将字符x,y加入到T"中，作为字符z的孩子，构成的树为T</a:t>
            </a:r>
            <a:r>
              <a:rPr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则有:T</a:t>
            </a:r>
            <a:r>
              <a:rPr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是字符集C的一种编码方案</a:t>
            </a:r>
            <a:endParaRPr sz="2000" b="1">
              <a:latin typeface="微软雅黑" panose="020B0503020204020204" charset="-122"/>
              <a:ea typeface="微软雅黑" panose="020B0503020204020204" charset="-122"/>
              <a:cs typeface="微软雅黑" panose="020B0503020204020204" charset="-122"/>
            </a:endParaRPr>
          </a:p>
          <a:p>
            <a:endParaRPr sz="2000" b="1">
              <a:latin typeface="微软雅黑" panose="020B0503020204020204" charset="-122"/>
              <a:ea typeface="微软雅黑" panose="020B0503020204020204" charset="-122"/>
              <a:cs typeface="微软雅黑" panose="020B0503020204020204" charset="-122"/>
            </a:endParaRPr>
          </a:p>
          <a:p>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由于d</a:t>
            </a:r>
            <a:r>
              <a:rPr sz="2000" b="1" baseline="-25000">
                <a:latin typeface="微软雅黑" panose="020B0503020204020204" charset="-122"/>
                <a:ea typeface="微软雅黑" panose="020B0503020204020204" charset="-122"/>
                <a:cs typeface="微软雅黑" panose="020B0503020204020204" charset="-122"/>
              </a:rPr>
              <a:t>T</a:t>
            </a:r>
            <a:r>
              <a:rPr sz="2000" b="1" baseline="-25000">
                <a:latin typeface="微软雅黑" panose="020B0503020204020204" charset="-122"/>
                <a:ea typeface="微软雅黑" panose="020B0503020204020204" charset="-122"/>
                <a:cs typeface="微软雅黑" panose="020B0503020204020204" charset="-122"/>
                <a:sym typeface="+mn-ea"/>
              </a:rPr>
              <a:t>'''</a:t>
            </a:r>
            <a:r>
              <a:rPr sz="2000" b="1" baseline="-25000">
                <a:latin typeface="微软雅黑" panose="020B0503020204020204" charset="-122"/>
                <a:ea typeface="微软雅黑" panose="020B0503020204020204" charset="-122"/>
                <a:cs typeface="微软雅黑" panose="020B0503020204020204" charset="-122"/>
              </a:rPr>
              <a:t>(x)</a:t>
            </a:r>
            <a:r>
              <a:rPr sz="2000" b="1">
                <a:latin typeface="微软雅黑" panose="020B0503020204020204" charset="-122"/>
                <a:ea typeface="微软雅黑" panose="020B0503020204020204" charset="-122"/>
                <a:cs typeface="微软雅黑" panose="020B0503020204020204" charset="-122"/>
              </a:rPr>
              <a:t>=d</a:t>
            </a:r>
            <a:r>
              <a:rPr sz="2000" b="1" baseline="-25000">
                <a:latin typeface="微软雅黑" panose="020B0503020204020204" charset="-122"/>
                <a:ea typeface="微软雅黑" panose="020B0503020204020204" charset="-122"/>
                <a:cs typeface="微软雅黑" panose="020B0503020204020204" charset="-122"/>
              </a:rPr>
              <a:t>T</a:t>
            </a:r>
            <a:r>
              <a:rPr sz="2000" b="1" baseline="-25000">
                <a:latin typeface="微软雅黑" panose="020B0503020204020204" charset="-122"/>
                <a:ea typeface="微软雅黑" panose="020B0503020204020204" charset="-122"/>
                <a:cs typeface="微软雅黑" panose="020B0503020204020204" charset="-122"/>
                <a:sym typeface="+mn-ea"/>
              </a:rPr>
              <a:t>'''</a:t>
            </a:r>
            <a:r>
              <a:rPr sz="2000" b="1" baseline="-25000">
                <a:latin typeface="微软雅黑" panose="020B0503020204020204" charset="-122"/>
                <a:ea typeface="微软雅黑" panose="020B0503020204020204" charset="-122"/>
                <a:cs typeface="微软雅黑" panose="020B0503020204020204" charset="-122"/>
              </a:rPr>
              <a:t>(y)</a:t>
            </a:r>
            <a:r>
              <a:rPr sz="2000" b="1">
                <a:latin typeface="微软雅黑" panose="020B0503020204020204" charset="-122"/>
                <a:ea typeface="微软雅黑" panose="020B0503020204020204" charset="-122"/>
                <a:cs typeface="微软雅黑" panose="020B0503020204020204" charset="-122"/>
              </a:rPr>
              <a:t>=d</a:t>
            </a:r>
            <a:r>
              <a:rPr sz="2000" b="1" baseline="-25000">
                <a:latin typeface="微软雅黑" panose="020B0503020204020204" charset="-122"/>
                <a:ea typeface="微软雅黑" panose="020B0503020204020204" charset="-122"/>
                <a:cs typeface="微软雅黑" panose="020B0503020204020204" charset="-122"/>
              </a:rPr>
              <a:t>T"(z)</a:t>
            </a:r>
            <a:r>
              <a:rPr sz="2000" b="1">
                <a:latin typeface="微软雅黑" panose="020B0503020204020204" charset="-122"/>
                <a:ea typeface="微软雅黑" panose="020B0503020204020204" charset="-122"/>
                <a:cs typeface="微软雅黑" panose="020B0503020204020204" charset="-122"/>
              </a:rPr>
              <a:t>+1,f(z)=f(x)+f(y)，所以</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B(T</a:t>
            </a:r>
            <a:r>
              <a:rPr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)=B(T")+f(x)+f(y)</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将字符x,y加入到T'中，作为字符z的孩子，构成的树则为T</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则有</a:t>
            </a:r>
            <a:r>
              <a:rPr lang="zh-CN" sz="2000" b="1">
                <a:latin typeface="微软雅黑" panose="020B0503020204020204" charset="-122"/>
                <a:ea typeface="微软雅黑" panose="020B0503020204020204" charset="-122"/>
                <a:cs typeface="微软雅黑" panose="020B0503020204020204" charset="-122"/>
              </a:rPr>
              <a:t>：</a:t>
            </a:r>
            <a:r>
              <a:rPr sz="2000" b="1">
                <a:latin typeface="微软雅黑" panose="020B0503020204020204" charset="-122"/>
                <a:ea typeface="微软雅黑" panose="020B0503020204020204" charset="-122"/>
                <a:cs typeface="微软雅黑" panose="020B0503020204020204" charset="-122"/>
              </a:rPr>
              <a:t>T是字符集C的一种编码方案B(T)=B(T')+f(x)+f(y)因为B(T')&gt;B(T")，所以B(T)&gt;B(T</a:t>
            </a:r>
            <a:r>
              <a:rPr sz="2000" b="1">
                <a:latin typeface="微软雅黑" panose="020B0503020204020204" charset="-122"/>
                <a:ea typeface="微软雅黑" panose="020B0503020204020204" charset="-122"/>
                <a:cs typeface="微软雅黑" panose="020B0503020204020204" charset="-122"/>
                <a:sym typeface="+mn-ea"/>
              </a:rPr>
              <a:t>'''</a:t>
            </a:r>
            <a:r>
              <a:rPr sz="2000" b="1">
                <a:latin typeface="微软雅黑" panose="020B0503020204020204" charset="-122"/>
                <a:ea typeface="微软雅黑" panose="020B0503020204020204" charset="-122"/>
                <a:cs typeface="微软雅黑" panose="020B0503020204020204" charset="-122"/>
              </a:rPr>
              <a:t>)，这与T是最优前缀码矛盾，所以假设不真。</a:t>
            </a:r>
            <a:endParaRPr sz="2000" b="1">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custDataLst>
              <p:tags r:id="rId6"/>
            </p:custDataLst>
          </p:nvPr>
        </p:nvPicPr>
        <p:blipFill>
          <a:blip r:embed="rId7"/>
          <a:stretch>
            <a:fillRect/>
          </a:stretch>
        </p:blipFill>
        <p:spPr>
          <a:xfrm>
            <a:off x="3971290" y="4652010"/>
            <a:ext cx="3939540" cy="84582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背包问题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会场安排问题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最优装载问题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哈夫曼编码</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dirty="0">
                <a:solidFill>
                  <a:srgbClr val="CC00FF"/>
                </a:solidFill>
                <a:latin typeface="微软雅黑" panose="020B0503020204020204" charset="-122"/>
                <a:ea typeface="微软雅黑" panose="020B0503020204020204" charset="-122"/>
                <a:cs typeface="微软雅黑" panose="020B0503020204020204" charset="-122"/>
              </a:rPr>
              <a:t>最小生成树</a:t>
            </a: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p"/>
            </a:pPr>
            <a:r>
              <a:rPr lang="zh-CN" altLang="en-US" sz="2400" b="1" dirty="0">
                <a:latin typeface="微软雅黑" panose="020B0503020204020204" charset="-122"/>
                <a:ea typeface="微软雅黑" panose="020B0503020204020204" charset="-122"/>
                <a:cs typeface="微软雅黑" panose="020B0503020204020204" charset="-122"/>
                <a:sym typeface="+mn-ea"/>
              </a:rPr>
              <a:t>单源最短</a:t>
            </a:r>
            <a:r>
              <a:rPr lang="zh-CN" altLang="en-US" sz="2400" b="1" dirty="0">
                <a:latin typeface="微软雅黑" panose="020B0503020204020204" charset="-122"/>
                <a:ea typeface="微软雅黑" panose="020B0503020204020204" charset="-122"/>
                <a:cs typeface="微软雅黑" panose="020B0503020204020204" charset="-122"/>
                <a:sym typeface="+mn-ea"/>
              </a:rPr>
              <a:t>路径</a:t>
            </a:r>
            <a:endParaRPr lang="zh-CN" altLang="en-US" sz="2400" b="1" dirty="0">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4" name="Text Box 2"/>
          <p:cNvSpPr txBox="1">
            <a:spLocks noChangeArrowheads="1"/>
          </p:cNvSpPr>
          <p:nvPr>
            <p:custDataLst>
              <p:tags r:id="rId2"/>
            </p:custDataLst>
          </p:nvPr>
        </p:nvSpPr>
        <p:spPr bwMode="auto">
          <a:xfrm>
            <a:off x="0" y="722491"/>
            <a:ext cx="9144000" cy="1430713"/>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生成树的概念</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dirty="0">
                <a:latin typeface="+mn-ea"/>
                <a:cs typeface="Consolas" panose="020B0609020204030204" pitchFamily="49" charset="0"/>
              </a:rPr>
              <a:t>包含无向图</a:t>
            </a:r>
            <a:r>
              <a:rPr kumimoji="1" lang="en-US" altLang="zh-CN" dirty="0">
                <a:latin typeface="+mn-ea"/>
                <a:cs typeface="Consolas" panose="020B0609020204030204" pitchFamily="49" charset="0"/>
              </a:rPr>
              <a:t>G</a:t>
            </a:r>
            <a:r>
              <a:rPr kumimoji="1" lang="zh-CN" altLang="en-US" b="1" dirty="0">
                <a:solidFill>
                  <a:srgbClr val="B50988"/>
                </a:solidFill>
                <a:latin typeface="+mn-ea"/>
                <a:cs typeface="Consolas" panose="020B0609020204030204" pitchFamily="49" charset="0"/>
              </a:rPr>
              <a:t>所有顶点</a:t>
            </a:r>
            <a:r>
              <a:rPr kumimoji="1" lang="zh-CN" altLang="en-US" dirty="0">
                <a:latin typeface="+mn-ea"/>
                <a:cs typeface="Consolas" panose="020B0609020204030204" pitchFamily="49" charset="0"/>
              </a:rPr>
              <a:t>的</a:t>
            </a:r>
            <a:r>
              <a:rPr kumimoji="1" lang="zh-CN" altLang="en-US" b="1" dirty="0">
                <a:latin typeface="+mn-ea"/>
                <a:cs typeface="Consolas" panose="020B0609020204030204" pitchFamily="49" charset="0"/>
              </a:rPr>
              <a:t>极小连通子图</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dirty="0">
                <a:latin typeface="+mn-ea"/>
                <a:cs typeface="Consolas" panose="020B0609020204030204" pitchFamily="49" charset="0"/>
              </a:rPr>
              <a:t>由树的特性可知，</a:t>
            </a:r>
            <a:r>
              <a:rPr kumimoji="1" lang="zh-CN" altLang="en-US" b="1" dirty="0">
                <a:latin typeface="+mn-ea"/>
                <a:cs typeface="Consolas" panose="020B0609020204030204" pitchFamily="49" charset="0"/>
              </a:rPr>
              <a:t>有</a:t>
            </a:r>
            <a:r>
              <a:rPr kumimoji="1" lang="en-US" altLang="zh-CN" b="1" dirty="0">
                <a:solidFill>
                  <a:srgbClr val="B50988"/>
                </a:solidFill>
                <a:latin typeface="+mn-ea"/>
                <a:cs typeface="Consolas" panose="020B0609020204030204" pitchFamily="49" charset="0"/>
              </a:rPr>
              <a:t>n</a:t>
            </a:r>
            <a:r>
              <a:rPr kumimoji="1" lang="zh-CN" altLang="en-US" b="1" dirty="0">
                <a:solidFill>
                  <a:srgbClr val="B50988"/>
                </a:solidFill>
                <a:latin typeface="+mn-ea"/>
                <a:cs typeface="Consolas" panose="020B0609020204030204" pitchFamily="49" charset="0"/>
              </a:rPr>
              <a:t>个顶点</a:t>
            </a:r>
            <a:r>
              <a:rPr kumimoji="1" lang="zh-CN" altLang="en-US" b="1" dirty="0">
                <a:latin typeface="+mn-ea"/>
                <a:cs typeface="Consolas" panose="020B0609020204030204" pitchFamily="49" charset="0"/>
              </a:rPr>
              <a:t>的图</a:t>
            </a:r>
            <a:r>
              <a:rPr kumimoji="1" lang="en-US" altLang="zh-CN" b="1" dirty="0">
                <a:latin typeface="+mn-ea"/>
                <a:cs typeface="Consolas" panose="020B0609020204030204" pitchFamily="49" charset="0"/>
              </a:rPr>
              <a:t>G</a:t>
            </a:r>
            <a:r>
              <a:rPr kumimoji="1" lang="zh-CN" altLang="en-US" b="1" dirty="0">
                <a:latin typeface="+mn-ea"/>
                <a:cs typeface="Consolas" panose="020B0609020204030204" pitchFamily="49" charset="0"/>
              </a:rPr>
              <a:t>的生成树共有</a:t>
            </a:r>
            <a:r>
              <a:rPr kumimoji="1" lang="en-US" altLang="zh-CN" b="1" dirty="0">
                <a:solidFill>
                  <a:srgbClr val="0000FF"/>
                </a:solidFill>
                <a:latin typeface="+mn-ea"/>
                <a:cs typeface="Consolas" panose="020B0609020204030204" pitchFamily="49" charset="0"/>
              </a:rPr>
              <a:t>n-1</a:t>
            </a:r>
            <a:r>
              <a:rPr kumimoji="1" lang="zh-CN" altLang="en-US" b="1" dirty="0">
                <a:solidFill>
                  <a:srgbClr val="0000FF"/>
                </a:solidFill>
                <a:latin typeface="+mn-ea"/>
                <a:cs typeface="Consolas" panose="020B0609020204030204" pitchFamily="49" charset="0"/>
              </a:rPr>
              <a:t>条边</a:t>
            </a:r>
            <a:endParaRPr kumimoji="1" lang="en-US" altLang="zh-CN" b="1" dirty="0">
              <a:solidFill>
                <a:srgbClr val="0000FF"/>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solidFill>
                  <a:srgbClr val="FF0000"/>
                </a:solidFill>
                <a:latin typeface="+mn-ea"/>
                <a:cs typeface="Consolas" panose="020B0609020204030204" pitchFamily="49" charset="0"/>
              </a:rPr>
              <a:t>含</a:t>
            </a:r>
            <a:r>
              <a:rPr kumimoji="1" lang="en-US" altLang="zh-CN" b="1" dirty="0">
                <a:solidFill>
                  <a:srgbClr val="FF0000"/>
                </a:solidFill>
                <a:latin typeface="+mn-ea"/>
                <a:cs typeface="Consolas" panose="020B0609020204030204" pitchFamily="49" charset="0"/>
              </a:rPr>
              <a:t>n</a:t>
            </a:r>
            <a:r>
              <a:rPr kumimoji="1" lang="zh-CN" altLang="en-US" b="1" dirty="0">
                <a:solidFill>
                  <a:srgbClr val="FF0000"/>
                </a:solidFill>
                <a:latin typeface="+mn-ea"/>
                <a:cs typeface="Consolas" panose="020B0609020204030204" pitchFamily="49" charset="0"/>
              </a:rPr>
              <a:t>个顶点</a:t>
            </a:r>
            <a:r>
              <a:rPr kumimoji="1" lang="en-US" altLang="zh-CN" b="1" dirty="0">
                <a:solidFill>
                  <a:srgbClr val="FF0000"/>
                </a:solidFill>
                <a:latin typeface="+mn-ea"/>
                <a:cs typeface="Consolas" panose="020B0609020204030204" pitchFamily="49" charset="0"/>
              </a:rPr>
              <a:t>n-1</a:t>
            </a:r>
            <a:r>
              <a:rPr kumimoji="1" lang="zh-CN" altLang="en-US" b="1" dirty="0">
                <a:solidFill>
                  <a:srgbClr val="FF0000"/>
                </a:solidFill>
                <a:latin typeface="+mn-ea"/>
                <a:cs typeface="Consolas" panose="020B0609020204030204" pitchFamily="49" charset="0"/>
              </a:rPr>
              <a:t>条边的图不一定是生成树</a:t>
            </a:r>
            <a:endParaRPr kumimoji="1" lang="en-US" altLang="zh-CN" b="1" dirty="0">
              <a:solidFill>
                <a:srgbClr val="FF0000"/>
              </a:solidFill>
              <a:latin typeface="+mn-ea"/>
              <a:cs typeface="Consolas" panose="020B0609020204030204" pitchFamily="49" charset="0"/>
            </a:endParaRPr>
          </a:p>
        </p:txBody>
      </p:sp>
      <p:sp>
        <p:nvSpPr>
          <p:cNvPr id="2" name="Oval 31"/>
          <p:cNvSpPr>
            <a:spLocks noChangeArrowheads="1"/>
          </p:cNvSpPr>
          <p:nvPr>
            <p:custDataLst>
              <p:tags r:id="rId3"/>
            </p:custDataLst>
          </p:nvPr>
        </p:nvSpPr>
        <p:spPr bwMode="auto">
          <a:xfrm>
            <a:off x="1609237" y="2417170"/>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 name="Oval 31"/>
          <p:cNvSpPr>
            <a:spLocks noChangeArrowheads="1"/>
          </p:cNvSpPr>
          <p:nvPr>
            <p:custDataLst>
              <p:tags r:id="rId4"/>
            </p:custDataLst>
          </p:nvPr>
        </p:nvSpPr>
        <p:spPr bwMode="auto">
          <a:xfrm>
            <a:off x="360946" y="2417169"/>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 name="Oval 31"/>
          <p:cNvSpPr>
            <a:spLocks noChangeArrowheads="1"/>
          </p:cNvSpPr>
          <p:nvPr>
            <p:custDataLst>
              <p:tags r:id="rId5"/>
            </p:custDataLst>
          </p:nvPr>
        </p:nvSpPr>
        <p:spPr bwMode="auto">
          <a:xfrm>
            <a:off x="980504" y="3008630"/>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6"/>
            </p:custDataLst>
          </p:nvPr>
        </p:nvSpPr>
        <p:spPr bwMode="auto">
          <a:xfrm>
            <a:off x="360945" y="3600092"/>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0" name="直接连接符 9"/>
          <p:cNvCxnSpPr>
            <a:stCxn id="7" idx="4"/>
            <a:endCxn id="9" idx="0"/>
          </p:cNvCxnSpPr>
          <p:nvPr>
            <p:custDataLst>
              <p:tags r:id="rId7"/>
            </p:custDataLst>
          </p:nvPr>
        </p:nvCxnSpPr>
        <p:spPr>
          <a:xfrm flipH="1">
            <a:off x="555298" y="2805874"/>
            <a:ext cx="1" cy="794218"/>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9" idx="7"/>
            <a:endCxn id="8" idx="3"/>
          </p:cNvCxnSpPr>
          <p:nvPr>
            <p:custDataLst>
              <p:tags r:id="rId8"/>
            </p:custDataLst>
          </p:nvPr>
        </p:nvCxnSpPr>
        <p:spPr>
          <a:xfrm flipV="1">
            <a:off x="692725" y="3340410"/>
            <a:ext cx="344704" cy="31660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7" idx="6"/>
            <a:endCxn id="2" idx="2"/>
          </p:cNvCxnSpPr>
          <p:nvPr>
            <p:custDataLst>
              <p:tags r:id="rId9"/>
            </p:custDataLst>
          </p:nvPr>
        </p:nvCxnSpPr>
        <p:spPr>
          <a:xfrm>
            <a:off x="749651" y="2611522"/>
            <a:ext cx="859586" cy="1"/>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14" name="Oval 31"/>
          <p:cNvSpPr>
            <a:spLocks noChangeArrowheads="1"/>
          </p:cNvSpPr>
          <p:nvPr>
            <p:custDataLst>
              <p:tags r:id="rId10"/>
            </p:custDataLst>
          </p:nvPr>
        </p:nvSpPr>
        <p:spPr bwMode="auto">
          <a:xfrm>
            <a:off x="1609236" y="3600092"/>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5" name="直接连接符 14"/>
          <p:cNvCxnSpPr>
            <a:stCxn id="14" idx="0"/>
            <a:endCxn id="2" idx="4"/>
          </p:cNvCxnSpPr>
          <p:nvPr>
            <p:custDataLst>
              <p:tags r:id="rId11"/>
            </p:custDataLst>
          </p:nvPr>
        </p:nvCxnSpPr>
        <p:spPr>
          <a:xfrm flipV="1">
            <a:off x="1803589" y="2805875"/>
            <a:ext cx="1" cy="79421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7"/>
            <a:endCxn id="2" idx="3"/>
          </p:cNvCxnSpPr>
          <p:nvPr>
            <p:custDataLst>
              <p:tags r:id="rId12"/>
            </p:custDataLst>
          </p:nvPr>
        </p:nvCxnSpPr>
        <p:spPr>
          <a:xfrm flipV="1">
            <a:off x="1312284" y="2748950"/>
            <a:ext cx="353878" cy="316605"/>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8" idx="5"/>
            <a:endCxn id="14" idx="1"/>
          </p:cNvCxnSpPr>
          <p:nvPr>
            <p:custDataLst>
              <p:tags r:id="rId13"/>
            </p:custDataLst>
          </p:nvPr>
        </p:nvCxnSpPr>
        <p:spPr>
          <a:xfrm>
            <a:off x="1312284" y="3340410"/>
            <a:ext cx="353877" cy="31660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18" name="箭头: 下 17"/>
          <p:cNvSpPr/>
          <p:nvPr>
            <p:custDataLst>
              <p:tags r:id="rId14"/>
            </p:custDataLst>
          </p:nvPr>
        </p:nvSpPr>
        <p:spPr>
          <a:xfrm rot="16200000">
            <a:off x="2615640" y="2638483"/>
            <a:ext cx="543453" cy="1080991"/>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Oval 31"/>
          <p:cNvSpPr>
            <a:spLocks noChangeArrowheads="1"/>
          </p:cNvSpPr>
          <p:nvPr>
            <p:custDataLst>
              <p:tags r:id="rId15"/>
            </p:custDataLst>
          </p:nvPr>
        </p:nvSpPr>
        <p:spPr bwMode="auto">
          <a:xfrm>
            <a:off x="4842019" y="2417170"/>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0" name="Oval 31"/>
          <p:cNvSpPr>
            <a:spLocks noChangeArrowheads="1"/>
          </p:cNvSpPr>
          <p:nvPr>
            <p:custDataLst>
              <p:tags r:id="rId16"/>
            </p:custDataLst>
          </p:nvPr>
        </p:nvSpPr>
        <p:spPr bwMode="auto">
          <a:xfrm>
            <a:off x="3593728" y="2417169"/>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 name="Oval 31"/>
          <p:cNvSpPr>
            <a:spLocks noChangeArrowheads="1"/>
          </p:cNvSpPr>
          <p:nvPr>
            <p:custDataLst>
              <p:tags r:id="rId17"/>
            </p:custDataLst>
          </p:nvPr>
        </p:nvSpPr>
        <p:spPr bwMode="auto">
          <a:xfrm>
            <a:off x="4213286" y="3008630"/>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2" name="Oval 31"/>
          <p:cNvSpPr>
            <a:spLocks noChangeArrowheads="1"/>
          </p:cNvSpPr>
          <p:nvPr>
            <p:custDataLst>
              <p:tags r:id="rId18"/>
            </p:custDataLst>
          </p:nvPr>
        </p:nvSpPr>
        <p:spPr bwMode="auto">
          <a:xfrm>
            <a:off x="3593727" y="3600092"/>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3" name="直接连接符 22"/>
          <p:cNvCxnSpPr>
            <a:stCxn id="20" idx="4"/>
            <a:endCxn id="22" idx="0"/>
          </p:cNvCxnSpPr>
          <p:nvPr>
            <p:custDataLst>
              <p:tags r:id="rId19"/>
            </p:custDataLst>
          </p:nvPr>
        </p:nvCxnSpPr>
        <p:spPr>
          <a:xfrm flipH="1">
            <a:off x="3788080" y="2805874"/>
            <a:ext cx="1" cy="794218"/>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6"/>
            <a:endCxn id="19" idx="2"/>
          </p:cNvCxnSpPr>
          <p:nvPr>
            <p:custDataLst>
              <p:tags r:id="rId20"/>
            </p:custDataLst>
          </p:nvPr>
        </p:nvCxnSpPr>
        <p:spPr>
          <a:xfrm>
            <a:off x="3982433" y="2611522"/>
            <a:ext cx="859586" cy="1"/>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25" name="Oval 31"/>
          <p:cNvSpPr>
            <a:spLocks noChangeArrowheads="1"/>
          </p:cNvSpPr>
          <p:nvPr>
            <p:custDataLst>
              <p:tags r:id="rId21"/>
            </p:custDataLst>
          </p:nvPr>
        </p:nvSpPr>
        <p:spPr bwMode="auto">
          <a:xfrm>
            <a:off x="4842018" y="3600092"/>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6" name="直接连接符 25"/>
          <p:cNvCxnSpPr>
            <a:stCxn id="25" idx="0"/>
            <a:endCxn id="19" idx="4"/>
          </p:cNvCxnSpPr>
          <p:nvPr>
            <p:custDataLst>
              <p:tags r:id="rId22"/>
            </p:custDataLst>
          </p:nvPr>
        </p:nvCxnSpPr>
        <p:spPr>
          <a:xfrm flipV="1">
            <a:off x="5036371" y="2805875"/>
            <a:ext cx="1" cy="79421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6" idx="7"/>
            <a:endCxn id="19" idx="3"/>
          </p:cNvCxnSpPr>
          <p:nvPr>
            <p:custDataLst>
              <p:tags r:id="rId23"/>
            </p:custDataLst>
          </p:nvPr>
        </p:nvCxnSpPr>
        <p:spPr>
          <a:xfrm flipV="1">
            <a:off x="4545066" y="2748950"/>
            <a:ext cx="353878" cy="316605"/>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28" name="Text Box 2"/>
          <p:cNvSpPr txBox="1">
            <a:spLocks noChangeArrowheads="1"/>
          </p:cNvSpPr>
          <p:nvPr>
            <p:custDataLst>
              <p:tags r:id="rId24"/>
            </p:custDataLst>
          </p:nvPr>
        </p:nvSpPr>
        <p:spPr bwMode="auto">
          <a:xfrm>
            <a:off x="333682" y="4054247"/>
            <a:ext cx="1682347" cy="407291"/>
          </a:xfrm>
          <a:prstGeom prst="rect">
            <a:avLst/>
          </a:prstGeom>
          <a:noFill/>
          <a:ln w="9525">
            <a:noFill/>
            <a:miter lim="800000"/>
          </a:ln>
          <a:effectLst/>
        </p:spPr>
        <p:txBody>
          <a:bodyPr wrap="square">
            <a:spAutoFit/>
          </a:bodyPr>
          <a:p>
            <a:pPr algn="ctr">
              <a:lnSpc>
                <a:spcPct val="110000"/>
              </a:lnSpc>
            </a:pPr>
            <a:r>
              <a:rPr kumimoji="1" lang="zh-CN" altLang="en-US" sz="2000" b="1" dirty="0">
                <a:solidFill>
                  <a:srgbClr val="B50988"/>
                </a:solidFill>
                <a:latin typeface="+mn-ea"/>
                <a:cs typeface="Consolas" panose="020B0609020204030204" pitchFamily="49" charset="0"/>
              </a:rPr>
              <a:t>一个连通图</a:t>
            </a:r>
            <a:r>
              <a:rPr kumimoji="1" lang="en-US" altLang="zh-CN" sz="2000" b="1" dirty="0">
                <a:solidFill>
                  <a:srgbClr val="B50988"/>
                </a:solidFill>
                <a:latin typeface="+mn-ea"/>
                <a:cs typeface="Consolas" panose="020B0609020204030204" pitchFamily="49" charset="0"/>
              </a:rPr>
              <a:t>G</a:t>
            </a:r>
            <a:endParaRPr kumimoji="1" lang="zh-CN" altLang="en-US" dirty="0">
              <a:solidFill>
                <a:srgbClr val="B50988"/>
              </a:solidFill>
              <a:latin typeface="+mn-ea"/>
              <a:cs typeface="Consolas" panose="020B0609020204030204" pitchFamily="49" charset="0"/>
            </a:endParaRPr>
          </a:p>
        </p:txBody>
      </p:sp>
      <p:sp>
        <p:nvSpPr>
          <p:cNvPr id="29" name="Oval 31"/>
          <p:cNvSpPr>
            <a:spLocks noChangeArrowheads="1"/>
          </p:cNvSpPr>
          <p:nvPr>
            <p:custDataLst>
              <p:tags r:id="rId25"/>
            </p:custDataLst>
          </p:nvPr>
        </p:nvSpPr>
        <p:spPr bwMode="auto">
          <a:xfrm>
            <a:off x="4842018" y="4264043"/>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0" name="Oval 31"/>
          <p:cNvSpPr>
            <a:spLocks noChangeArrowheads="1"/>
          </p:cNvSpPr>
          <p:nvPr>
            <p:custDataLst>
              <p:tags r:id="rId26"/>
            </p:custDataLst>
          </p:nvPr>
        </p:nvSpPr>
        <p:spPr bwMode="auto">
          <a:xfrm>
            <a:off x="3593727" y="4264042"/>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1" name="Oval 31"/>
          <p:cNvSpPr>
            <a:spLocks noChangeArrowheads="1"/>
          </p:cNvSpPr>
          <p:nvPr>
            <p:custDataLst>
              <p:tags r:id="rId27"/>
            </p:custDataLst>
          </p:nvPr>
        </p:nvSpPr>
        <p:spPr bwMode="auto">
          <a:xfrm>
            <a:off x="4213285" y="4855503"/>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2" name="Oval 31"/>
          <p:cNvSpPr>
            <a:spLocks noChangeArrowheads="1"/>
          </p:cNvSpPr>
          <p:nvPr>
            <p:custDataLst>
              <p:tags r:id="rId28"/>
            </p:custDataLst>
          </p:nvPr>
        </p:nvSpPr>
        <p:spPr bwMode="auto">
          <a:xfrm>
            <a:off x="3593726" y="5446965"/>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33" name="直接连接符 32"/>
          <p:cNvCxnSpPr>
            <a:stCxn id="32" idx="7"/>
            <a:endCxn id="31" idx="3"/>
          </p:cNvCxnSpPr>
          <p:nvPr>
            <p:custDataLst>
              <p:tags r:id="rId29"/>
            </p:custDataLst>
          </p:nvPr>
        </p:nvCxnSpPr>
        <p:spPr>
          <a:xfrm flipV="1">
            <a:off x="3925506" y="5187283"/>
            <a:ext cx="344704" cy="31660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6"/>
            <a:endCxn id="29" idx="2"/>
          </p:cNvCxnSpPr>
          <p:nvPr>
            <p:custDataLst>
              <p:tags r:id="rId30"/>
            </p:custDataLst>
          </p:nvPr>
        </p:nvCxnSpPr>
        <p:spPr>
          <a:xfrm>
            <a:off x="3982432" y="4458395"/>
            <a:ext cx="859586" cy="1"/>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35" name="Oval 31"/>
          <p:cNvSpPr>
            <a:spLocks noChangeArrowheads="1"/>
          </p:cNvSpPr>
          <p:nvPr>
            <p:custDataLst>
              <p:tags r:id="rId31"/>
            </p:custDataLst>
          </p:nvPr>
        </p:nvSpPr>
        <p:spPr bwMode="auto">
          <a:xfrm>
            <a:off x="4842017" y="5446965"/>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36" name="直接连接符 35"/>
          <p:cNvCxnSpPr>
            <a:stCxn id="31" idx="7"/>
            <a:endCxn id="29" idx="3"/>
          </p:cNvCxnSpPr>
          <p:nvPr>
            <p:custDataLst>
              <p:tags r:id="rId32"/>
            </p:custDataLst>
          </p:nvPr>
        </p:nvCxnSpPr>
        <p:spPr>
          <a:xfrm flipV="1">
            <a:off x="4545065" y="4595823"/>
            <a:ext cx="353878" cy="316605"/>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1" idx="5"/>
            <a:endCxn id="35" idx="1"/>
          </p:cNvCxnSpPr>
          <p:nvPr>
            <p:custDataLst>
              <p:tags r:id="rId33"/>
            </p:custDataLst>
          </p:nvPr>
        </p:nvCxnSpPr>
        <p:spPr>
          <a:xfrm>
            <a:off x="4545065" y="5187283"/>
            <a:ext cx="353877" cy="31660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38" name="Text Box 2"/>
          <p:cNvSpPr txBox="1">
            <a:spLocks noChangeArrowheads="1"/>
          </p:cNvSpPr>
          <p:nvPr>
            <p:custDataLst>
              <p:tags r:id="rId34"/>
            </p:custDataLst>
          </p:nvPr>
        </p:nvSpPr>
        <p:spPr bwMode="auto">
          <a:xfrm>
            <a:off x="0" y="5987443"/>
            <a:ext cx="6762750" cy="430374"/>
          </a:xfrm>
          <a:prstGeom prst="rect">
            <a:avLst/>
          </a:prstGeom>
          <a:noFill/>
          <a:ln w="9525">
            <a:noFill/>
            <a:miter lim="800000"/>
          </a:ln>
          <a:effectLst/>
        </p:spPr>
        <p:txBody>
          <a:bodyPr wrap="square">
            <a:spAutoFit/>
          </a:bodyPr>
          <a:p>
            <a:pPr>
              <a:lnSpc>
                <a:spcPct val="120000"/>
              </a:lnSpc>
            </a:pPr>
            <a:r>
              <a:rPr kumimoji="1" lang="zh-CN" altLang="en-US" sz="2000" b="1" dirty="0">
                <a:solidFill>
                  <a:srgbClr val="FF0000"/>
                </a:solidFill>
                <a:latin typeface="+mn-ea"/>
                <a:cs typeface="Consolas" panose="020B0609020204030204" pitchFamily="49" charset="0"/>
              </a:rPr>
              <a:t>定理：如果在一棵生成树上添加一条边，必定构成一个环</a:t>
            </a:r>
            <a:endParaRPr kumimoji="1" lang="en-US" altLang="zh-CN" sz="2000" b="1" dirty="0">
              <a:solidFill>
                <a:srgbClr val="FF0000"/>
              </a:solidFill>
              <a:latin typeface="+mn-ea"/>
              <a:cs typeface="Consolas" panose="020B0609020204030204" pitchFamily="49" charset="0"/>
            </a:endParaRPr>
          </a:p>
        </p:txBody>
      </p:sp>
      <p:sp>
        <p:nvSpPr>
          <p:cNvPr id="39" name="Text Box 2"/>
          <p:cNvSpPr txBox="1">
            <a:spLocks noChangeArrowheads="1"/>
          </p:cNvSpPr>
          <p:nvPr>
            <p:custDataLst>
              <p:tags r:id="rId35"/>
            </p:custDataLst>
          </p:nvPr>
        </p:nvSpPr>
        <p:spPr bwMode="auto">
          <a:xfrm>
            <a:off x="2272708" y="2609575"/>
            <a:ext cx="1080991" cy="407291"/>
          </a:xfrm>
          <a:prstGeom prst="rect">
            <a:avLst/>
          </a:prstGeom>
          <a:noFill/>
          <a:ln w="9525">
            <a:noFill/>
            <a:miter lim="800000"/>
          </a:ln>
          <a:effectLst/>
        </p:spPr>
        <p:txBody>
          <a:bodyPr wrap="square">
            <a:spAutoFit/>
          </a:bodyPr>
          <a:p>
            <a:pPr algn="ctr">
              <a:lnSpc>
                <a:spcPct val="110000"/>
              </a:lnSpc>
            </a:pPr>
            <a:r>
              <a:rPr kumimoji="1" lang="zh-CN" altLang="en-US" sz="2000" b="1" dirty="0">
                <a:solidFill>
                  <a:srgbClr val="0070C0"/>
                </a:solidFill>
                <a:latin typeface="+mn-ea"/>
                <a:cs typeface="Consolas" panose="020B0609020204030204" pitchFamily="49" charset="0"/>
              </a:rPr>
              <a:t>生成树</a:t>
            </a:r>
            <a:endParaRPr kumimoji="1" lang="zh-CN" altLang="en-US" dirty="0">
              <a:solidFill>
                <a:srgbClr val="0070C0"/>
              </a:solidFill>
              <a:latin typeface="+mn-ea"/>
              <a:cs typeface="Consolas" panose="020B0609020204030204" pitchFamily="49" charset="0"/>
            </a:endParaRPr>
          </a:p>
        </p:txBody>
      </p:sp>
      <p:sp>
        <p:nvSpPr>
          <p:cNvPr id="40" name="箭头: 下 39"/>
          <p:cNvSpPr/>
          <p:nvPr>
            <p:custDataLst>
              <p:tags r:id="rId36"/>
            </p:custDataLst>
          </p:nvPr>
        </p:nvSpPr>
        <p:spPr>
          <a:xfrm rot="16200000">
            <a:off x="5500844" y="2863046"/>
            <a:ext cx="543453" cy="679871"/>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Oval 31"/>
          <p:cNvSpPr>
            <a:spLocks noChangeArrowheads="1"/>
          </p:cNvSpPr>
          <p:nvPr>
            <p:custDataLst>
              <p:tags r:id="rId37"/>
            </p:custDataLst>
          </p:nvPr>
        </p:nvSpPr>
        <p:spPr bwMode="auto">
          <a:xfrm>
            <a:off x="6941392" y="2554597"/>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2" name="Oval 31"/>
          <p:cNvSpPr>
            <a:spLocks noChangeArrowheads="1"/>
          </p:cNvSpPr>
          <p:nvPr>
            <p:custDataLst>
              <p:tags r:id="rId38"/>
            </p:custDataLst>
          </p:nvPr>
        </p:nvSpPr>
        <p:spPr bwMode="auto">
          <a:xfrm>
            <a:off x="6479013" y="3056255"/>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3" name="Oval 31"/>
          <p:cNvSpPr>
            <a:spLocks noChangeArrowheads="1"/>
          </p:cNvSpPr>
          <p:nvPr>
            <p:custDataLst>
              <p:tags r:id="rId39"/>
            </p:custDataLst>
          </p:nvPr>
        </p:nvSpPr>
        <p:spPr bwMode="auto">
          <a:xfrm>
            <a:off x="7429098" y="3056254"/>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4" name="Oval 31"/>
          <p:cNvSpPr>
            <a:spLocks noChangeArrowheads="1"/>
          </p:cNvSpPr>
          <p:nvPr>
            <p:custDataLst>
              <p:tags r:id="rId40"/>
            </p:custDataLst>
          </p:nvPr>
        </p:nvSpPr>
        <p:spPr bwMode="auto">
          <a:xfrm>
            <a:off x="7040393" y="3610564"/>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5" name="Oval 31"/>
          <p:cNvSpPr>
            <a:spLocks noChangeArrowheads="1"/>
          </p:cNvSpPr>
          <p:nvPr>
            <p:custDataLst>
              <p:tags r:id="rId41"/>
            </p:custDataLst>
          </p:nvPr>
        </p:nvSpPr>
        <p:spPr bwMode="auto">
          <a:xfrm>
            <a:off x="7833999" y="3610563"/>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46" name="直接连接符 45"/>
          <p:cNvCxnSpPr>
            <a:stCxn id="42" idx="0"/>
            <a:endCxn id="41" idx="3"/>
          </p:cNvCxnSpPr>
          <p:nvPr>
            <p:custDataLst>
              <p:tags r:id="rId42"/>
            </p:custDataLst>
          </p:nvPr>
        </p:nvCxnSpPr>
        <p:spPr>
          <a:xfrm flipV="1">
            <a:off x="6673366" y="2886377"/>
            <a:ext cx="324951" cy="169878"/>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43" idx="0"/>
            <a:endCxn id="41" idx="5"/>
          </p:cNvCxnSpPr>
          <p:nvPr>
            <p:custDataLst>
              <p:tags r:id="rId43"/>
            </p:custDataLst>
          </p:nvPr>
        </p:nvCxnSpPr>
        <p:spPr>
          <a:xfrm flipH="1" flipV="1">
            <a:off x="7273172" y="2886377"/>
            <a:ext cx="350279" cy="16987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44" idx="0"/>
            <a:endCxn id="43" idx="3"/>
          </p:cNvCxnSpPr>
          <p:nvPr>
            <p:custDataLst>
              <p:tags r:id="rId44"/>
            </p:custDataLst>
          </p:nvPr>
        </p:nvCxnSpPr>
        <p:spPr>
          <a:xfrm flipV="1">
            <a:off x="7234746" y="3388034"/>
            <a:ext cx="251277" cy="22253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45" idx="0"/>
            <a:endCxn id="43" idx="5"/>
          </p:cNvCxnSpPr>
          <p:nvPr>
            <p:custDataLst>
              <p:tags r:id="rId45"/>
            </p:custDataLst>
          </p:nvPr>
        </p:nvCxnSpPr>
        <p:spPr>
          <a:xfrm flipH="1" flipV="1">
            <a:off x="7760878" y="3388034"/>
            <a:ext cx="267474" cy="222529"/>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50" name="箭头: 下 49"/>
          <p:cNvSpPr/>
          <p:nvPr>
            <p:custDataLst>
              <p:tags r:id="rId46"/>
            </p:custDataLst>
          </p:nvPr>
        </p:nvSpPr>
        <p:spPr>
          <a:xfrm rot="16200000">
            <a:off x="5514428" y="4685916"/>
            <a:ext cx="543453" cy="679871"/>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Oval 31"/>
          <p:cNvSpPr>
            <a:spLocks noChangeArrowheads="1"/>
          </p:cNvSpPr>
          <p:nvPr>
            <p:custDataLst>
              <p:tags r:id="rId47"/>
            </p:custDataLst>
          </p:nvPr>
        </p:nvSpPr>
        <p:spPr bwMode="auto">
          <a:xfrm>
            <a:off x="6941392" y="4322137"/>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2" name="Oval 31"/>
          <p:cNvSpPr>
            <a:spLocks noChangeArrowheads="1"/>
          </p:cNvSpPr>
          <p:nvPr>
            <p:custDataLst>
              <p:tags r:id="rId48"/>
            </p:custDataLst>
          </p:nvPr>
        </p:nvSpPr>
        <p:spPr bwMode="auto">
          <a:xfrm>
            <a:off x="6479013" y="4823795"/>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3" name="Oval 31"/>
          <p:cNvSpPr>
            <a:spLocks noChangeArrowheads="1"/>
          </p:cNvSpPr>
          <p:nvPr>
            <p:custDataLst>
              <p:tags r:id="rId49"/>
            </p:custDataLst>
          </p:nvPr>
        </p:nvSpPr>
        <p:spPr bwMode="auto">
          <a:xfrm>
            <a:off x="7429098" y="4823794"/>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4" name="Oval 31"/>
          <p:cNvSpPr>
            <a:spLocks noChangeArrowheads="1"/>
          </p:cNvSpPr>
          <p:nvPr>
            <p:custDataLst>
              <p:tags r:id="rId50"/>
            </p:custDataLst>
          </p:nvPr>
        </p:nvSpPr>
        <p:spPr bwMode="auto">
          <a:xfrm>
            <a:off x="7040393" y="5378104"/>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5" name="Oval 31"/>
          <p:cNvSpPr>
            <a:spLocks noChangeArrowheads="1"/>
          </p:cNvSpPr>
          <p:nvPr>
            <p:custDataLst>
              <p:tags r:id="rId51"/>
            </p:custDataLst>
          </p:nvPr>
        </p:nvSpPr>
        <p:spPr bwMode="auto">
          <a:xfrm>
            <a:off x="7833999" y="5378103"/>
            <a:ext cx="388705" cy="388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56" name="直接连接符 55"/>
          <p:cNvCxnSpPr>
            <a:stCxn id="52" idx="0"/>
            <a:endCxn id="51" idx="3"/>
          </p:cNvCxnSpPr>
          <p:nvPr>
            <p:custDataLst>
              <p:tags r:id="rId52"/>
            </p:custDataLst>
          </p:nvPr>
        </p:nvCxnSpPr>
        <p:spPr>
          <a:xfrm flipV="1">
            <a:off x="6673366" y="4653917"/>
            <a:ext cx="324951" cy="169878"/>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53" idx="0"/>
            <a:endCxn id="51" idx="5"/>
          </p:cNvCxnSpPr>
          <p:nvPr>
            <p:custDataLst>
              <p:tags r:id="rId53"/>
            </p:custDataLst>
          </p:nvPr>
        </p:nvCxnSpPr>
        <p:spPr>
          <a:xfrm flipH="1" flipV="1">
            <a:off x="7273172" y="4653917"/>
            <a:ext cx="350279" cy="169877"/>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4" idx="0"/>
            <a:endCxn id="53" idx="3"/>
          </p:cNvCxnSpPr>
          <p:nvPr>
            <p:custDataLst>
              <p:tags r:id="rId54"/>
            </p:custDataLst>
          </p:nvPr>
        </p:nvCxnSpPr>
        <p:spPr>
          <a:xfrm flipV="1">
            <a:off x="7234746" y="5155574"/>
            <a:ext cx="251277" cy="222530"/>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5" idx="0"/>
            <a:endCxn id="53" idx="5"/>
          </p:cNvCxnSpPr>
          <p:nvPr>
            <p:custDataLst>
              <p:tags r:id="rId55"/>
            </p:custDataLst>
          </p:nvPr>
        </p:nvCxnSpPr>
        <p:spPr>
          <a:xfrm flipH="1" flipV="1">
            <a:off x="7760878" y="5155574"/>
            <a:ext cx="267474" cy="222529"/>
          </a:xfrm>
          <a:prstGeom prst="line">
            <a:avLst/>
          </a:prstGeom>
          <a:ln w="31750">
            <a:solidFill>
              <a:srgbClr val="0000FF"/>
            </a:solidFill>
          </a:ln>
        </p:spPr>
        <p:style>
          <a:lnRef idx="1">
            <a:schemeClr val="accent1"/>
          </a:lnRef>
          <a:fillRef idx="0">
            <a:schemeClr val="accent1"/>
          </a:fillRef>
          <a:effectRef idx="0">
            <a:schemeClr val="accent1"/>
          </a:effectRef>
          <a:fontRef idx="minor">
            <a:schemeClr val="tx1"/>
          </a:fontRef>
        </p:style>
      </p:cxnSp>
      <p:sp>
        <p:nvSpPr>
          <p:cNvPr id="60" name="箭头: 下 59"/>
          <p:cNvSpPr/>
          <p:nvPr>
            <p:custDataLst>
              <p:tags r:id="rId56"/>
            </p:custDataLst>
          </p:nvPr>
        </p:nvSpPr>
        <p:spPr>
          <a:xfrm rot="16200000">
            <a:off x="2615640" y="4493962"/>
            <a:ext cx="543453" cy="1080991"/>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Text Box 2"/>
          <p:cNvSpPr txBox="1">
            <a:spLocks noChangeArrowheads="1"/>
          </p:cNvSpPr>
          <p:nvPr>
            <p:custDataLst>
              <p:tags r:id="rId57"/>
            </p:custDataLst>
          </p:nvPr>
        </p:nvSpPr>
        <p:spPr bwMode="auto">
          <a:xfrm>
            <a:off x="2272708" y="4465054"/>
            <a:ext cx="1080991" cy="407291"/>
          </a:xfrm>
          <a:prstGeom prst="rect">
            <a:avLst/>
          </a:prstGeom>
          <a:noFill/>
          <a:ln w="9525">
            <a:noFill/>
            <a:miter lim="800000"/>
          </a:ln>
          <a:effectLst/>
        </p:spPr>
        <p:txBody>
          <a:bodyPr wrap="square">
            <a:spAutoFit/>
          </a:bodyPr>
          <a:p>
            <a:pPr algn="ctr">
              <a:lnSpc>
                <a:spcPct val="110000"/>
              </a:lnSpc>
            </a:pPr>
            <a:r>
              <a:rPr kumimoji="1" lang="zh-CN" altLang="en-US" sz="2000" b="1" dirty="0">
                <a:solidFill>
                  <a:srgbClr val="0070C0"/>
                </a:solidFill>
                <a:latin typeface="+mn-ea"/>
                <a:cs typeface="Consolas" panose="020B0609020204030204" pitchFamily="49" charset="0"/>
              </a:rPr>
              <a:t>生成树</a:t>
            </a:r>
            <a:endParaRPr kumimoji="1" lang="zh-CN" altLang="en-US" dirty="0">
              <a:solidFill>
                <a:srgbClr val="0070C0"/>
              </a:solidFill>
              <a:latin typeface="+mn-ea"/>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par>
                                <p:cTn id="51" presetID="22" presetClass="entr" presetSubtype="8" fill="hold" nodeType="withEffect">
                                  <p:stCondLst>
                                    <p:cond delay="0"/>
                                  </p:stCondLst>
                                  <p:childTnLst>
                                    <p:set>
                                      <p:cBhvr>
                                        <p:cTn id="52" dur="1" fill="hold">
                                          <p:stCondLst>
                                            <p:cond delay="0"/>
                                          </p:stCondLst>
                                        </p:cTn>
                                        <p:tgtEl>
                                          <p:spTgt spid="39">
                                            <p:txEl>
                                              <p:pRg st="0" end="0"/>
                                            </p:txEl>
                                          </p:spTgt>
                                        </p:tgtEl>
                                        <p:attrNameLst>
                                          <p:attrName>style.visibility</p:attrName>
                                        </p:attrNameLst>
                                      </p:cBhvr>
                                      <p:to>
                                        <p:strVal val="visible"/>
                                      </p:to>
                                    </p:set>
                                    <p:animEffect transition="in" filter="wipe(left)">
                                      <p:cBhvr>
                                        <p:cTn id="53" dur="500"/>
                                        <p:tgtEl>
                                          <p:spTgt spid="39">
                                            <p:txEl>
                                              <p:pRg st="0" end="0"/>
                                            </p:txEl>
                                          </p:spTgt>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wipe(left)">
                                      <p:cBhvr>
                                        <p:cTn id="86" dur="500"/>
                                        <p:tgtEl>
                                          <p:spTgt spid="40"/>
                                        </p:tgtEl>
                                      </p:cBhvr>
                                    </p:animEffect>
                                  </p:childTnLst>
                                </p:cTn>
                              </p:par>
                            </p:childTnLst>
                          </p:cTn>
                        </p:par>
                        <p:par>
                          <p:cTn id="87" fill="hold">
                            <p:stCondLst>
                              <p:cond delay="500"/>
                            </p:stCondLst>
                            <p:childTnLst>
                              <p:par>
                                <p:cTn id="88" presetID="10" presetClass="entr" presetSubtype="0" fill="hold" grpId="0" nodeType="after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500"/>
                                        <p:tgtEl>
                                          <p:spTgt spid="4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500"/>
                                        <p:tgtEl>
                                          <p:spTgt spid="4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fade">
                                      <p:cBhvr>
                                        <p:cTn id="96" dur="500"/>
                                        <p:tgtEl>
                                          <p:spTgt spid="4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500"/>
                                        <p:tgtEl>
                                          <p:spTgt spid="4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par>
                                <p:cTn id="103" presetID="10" presetClass="entr" presetSubtype="0" fill="hold" nodeType="with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par>
                                <p:cTn id="106" presetID="10" presetClass="entr" presetSubtype="0" fill="hold" nodeType="withEffect">
                                  <p:stCondLst>
                                    <p:cond delay="0"/>
                                  </p:stCondLst>
                                  <p:childTnLst>
                                    <p:set>
                                      <p:cBhvr>
                                        <p:cTn id="107" dur="1" fill="hold">
                                          <p:stCondLst>
                                            <p:cond delay="0"/>
                                          </p:stCondLst>
                                        </p:cTn>
                                        <p:tgtEl>
                                          <p:spTgt spid="47"/>
                                        </p:tgtEl>
                                        <p:attrNameLst>
                                          <p:attrName>style.visibility</p:attrName>
                                        </p:attrNameLst>
                                      </p:cBhvr>
                                      <p:to>
                                        <p:strVal val="visible"/>
                                      </p:to>
                                    </p:set>
                                    <p:animEffect transition="in" filter="fade">
                                      <p:cBhvr>
                                        <p:cTn id="108" dur="500"/>
                                        <p:tgtEl>
                                          <p:spTgt spid="47"/>
                                        </p:tgtEl>
                                      </p:cBhvr>
                                    </p:animEffect>
                                  </p:childTnLst>
                                </p:cTn>
                              </p:par>
                              <p:par>
                                <p:cTn id="109" presetID="10" presetClass="entr" presetSubtype="0" fill="hold" nodeType="withEffect">
                                  <p:stCondLst>
                                    <p:cond delay="0"/>
                                  </p:stCondLst>
                                  <p:childTnLst>
                                    <p:set>
                                      <p:cBhvr>
                                        <p:cTn id="110" dur="1" fill="hold">
                                          <p:stCondLst>
                                            <p:cond delay="0"/>
                                          </p:stCondLst>
                                        </p:cTn>
                                        <p:tgtEl>
                                          <p:spTgt spid="48"/>
                                        </p:tgtEl>
                                        <p:attrNameLst>
                                          <p:attrName>style.visibility</p:attrName>
                                        </p:attrNameLst>
                                      </p:cBhvr>
                                      <p:to>
                                        <p:strVal val="visible"/>
                                      </p:to>
                                    </p:set>
                                    <p:animEffect transition="in" filter="fade">
                                      <p:cBhvr>
                                        <p:cTn id="111" dur="500"/>
                                        <p:tgtEl>
                                          <p:spTgt spid="48"/>
                                        </p:tgtEl>
                                      </p:cBhvr>
                                    </p:animEffect>
                                  </p:childTnLst>
                                </p:cTn>
                              </p:par>
                              <p:par>
                                <p:cTn id="112" presetID="10" presetClass="entr" presetSubtype="0" fill="hold" nodeType="withEffect">
                                  <p:stCondLst>
                                    <p:cond delay="0"/>
                                  </p:stCondLst>
                                  <p:childTnLst>
                                    <p:set>
                                      <p:cBhvr>
                                        <p:cTn id="113" dur="1" fill="hold">
                                          <p:stCondLst>
                                            <p:cond delay="0"/>
                                          </p:stCondLst>
                                        </p:cTn>
                                        <p:tgtEl>
                                          <p:spTgt spid="49"/>
                                        </p:tgtEl>
                                        <p:attrNameLst>
                                          <p:attrName>style.visibility</p:attrName>
                                        </p:attrNameLst>
                                      </p:cBhvr>
                                      <p:to>
                                        <p:strVal val="visible"/>
                                      </p:to>
                                    </p:set>
                                    <p:animEffect transition="in" filter="fade">
                                      <p:cBhvr>
                                        <p:cTn id="114" dur="500"/>
                                        <p:tgtEl>
                                          <p:spTgt spid="49"/>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60"/>
                                        </p:tgtEl>
                                        <p:attrNameLst>
                                          <p:attrName>style.visibility</p:attrName>
                                        </p:attrNameLst>
                                      </p:cBhvr>
                                      <p:to>
                                        <p:strVal val="visible"/>
                                      </p:to>
                                    </p:set>
                                    <p:animEffect transition="in" filter="wipe(left)">
                                      <p:cBhvr>
                                        <p:cTn id="119" dur="500"/>
                                        <p:tgtEl>
                                          <p:spTgt spid="60"/>
                                        </p:tgtEl>
                                      </p:cBhvr>
                                    </p:animEffect>
                                  </p:childTnLst>
                                </p:cTn>
                              </p:par>
                              <p:par>
                                <p:cTn id="120" presetID="22" presetClass="entr" presetSubtype="8" fill="hold" nodeType="withEffect">
                                  <p:stCondLst>
                                    <p:cond delay="0"/>
                                  </p:stCondLst>
                                  <p:childTnLst>
                                    <p:set>
                                      <p:cBhvr>
                                        <p:cTn id="121" dur="1" fill="hold">
                                          <p:stCondLst>
                                            <p:cond delay="0"/>
                                          </p:stCondLst>
                                        </p:cTn>
                                        <p:tgtEl>
                                          <p:spTgt spid="61">
                                            <p:txEl>
                                              <p:pRg st="0" end="0"/>
                                            </p:txEl>
                                          </p:spTgt>
                                        </p:tgtEl>
                                        <p:attrNameLst>
                                          <p:attrName>style.visibility</p:attrName>
                                        </p:attrNameLst>
                                      </p:cBhvr>
                                      <p:to>
                                        <p:strVal val="visible"/>
                                      </p:to>
                                    </p:set>
                                    <p:animEffect transition="in" filter="wipe(left)">
                                      <p:cBhvr>
                                        <p:cTn id="122" dur="500"/>
                                        <p:tgtEl>
                                          <p:spTgt spid="61">
                                            <p:txEl>
                                              <p:pRg st="0" end="0"/>
                                            </p:txEl>
                                          </p:spTgt>
                                        </p:tgtEl>
                                      </p:cBhvr>
                                    </p:animEffect>
                                  </p:childTnLst>
                                </p:cTn>
                              </p:par>
                            </p:childTnLst>
                          </p:cTn>
                        </p:par>
                        <p:par>
                          <p:cTn id="123" fill="hold">
                            <p:stCondLst>
                              <p:cond delay="500"/>
                            </p:stCondLst>
                            <p:childTnLst>
                              <p:par>
                                <p:cTn id="124" presetID="10" presetClass="entr" presetSubtype="0" fill="hold" grpId="0" nodeType="afterEffect">
                                  <p:stCondLst>
                                    <p:cond delay="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500"/>
                                        <p:tgtEl>
                                          <p:spTgt spid="29"/>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30"/>
                                        </p:tgtEl>
                                        <p:attrNameLst>
                                          <p:attrName>style.visibility</p:attrName>
                                        </p:attrNameLst>
                                      </p:cBhvr>
                                      <p:to>
                                        <p:strVal val="visible"/>
                                      </p:to>
                                    </p:set>
                                    <p:animEffect transition="in" filter="fade">
                                      <p:cBhvr>
                                        <p:cTn id="129" dur="500"/>
                                        <p:tgtEl>
                                          <p:spTgt spid="30"/>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500"/>
                                        <p:tgtEl>
                                          <p:spTgt spid="31"/>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500"/>
                                        <p:tgtEl>
                                          <p:spTgt spid="32"/>
                                        </p:tgtEl>
                                      </p:cBhvr>
                                    </p:animEffect>
                                  </p:childTnLst>
                                </p:cTn>
                              </p:par>
                              <p:par>
                                <p:cTn id="136" presetID="10" presetClass="entr" presetSubtype="0" fill="hold" nodeType="withEffect">
                                  <p:stCondLst>
                                    <p:cond delay="0"/>
                                  </p:stCondLst>
                                  <p:childTnLst>
                                    <p:set>
                                      <p:cBhvr>
                                        <p:cTn id="137" dur="1" fill="hold">
                                          <p:stCondLst>
                                            <p:cond delay="0"/>
                                          </p:stCondLst>
                                        </p:cTn>
                                        <p:tgtEl>
                                          <p:spTgt spid="33"/>
                                        </p:tgtEl>
                                        <p:attrNameLst>
                                          <p:attrName>style.visibility</p:attrName>
                                        </p:attrNameLst>
                                      </p:cBhvr>
                                      <p:to>
                                        <p:strVal val="visible"/>
                                      </p:to>
                                    </p:set>
                                    <p:animEffect transition="in" filter="fade">
                                      <p:cBhvr>
                                        <p:cTn id="138" dur="500"/>
                                        <p:tgtEl>
                                          <p:spTgt spid="33"/>
                                        </p:tgtEl>
                                      </p:cBhvr>
                                    </p:animEffect>
                                  </p:childTnLst>
                                </p:cTn>
                              </p:par>
                              <p:par>
                                <p:cTn id="139" presetID="10" presetClass="entr" presetSubtype="0" fill="hold" nodeType="with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500"/>
                                        <p:tgtEl>
                                          <p:spTgt spid="34"/>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500"/>
                                        <p:tgtEl>
                                          <p:spTgt spid="35"/>
                                        </p:tgtEl>
                                      </p:cBhvr>
                                    </p:animEffect>
                                  </p:childTnLst>
                                </p:cTn>
                              </p:par>
                              <p:par>
                                <p:cTn id="145" presetID="10" presetClass="entr" presetSubtype="0" fill="hold" nodeType="with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500"/>
                                        <p:tgtEl>
                                          <p:spTgt spid="36"/>
                                        </p:tgtEl>
                                      </p:cBhvr>
                                    </p:animEffect>
                                  </p:childTnLst>
                                </p:cTn>
                              </p:par>
                              <p:par>
                                <p:cTn id="148" presetID="10" presetClass="entr" presetSubtype="0" fill="hold" nodeType="withEffect">
                                  <p:stCondLst>
                                    <p:cond delay="0"/>
                                  </p:stCondLst>
                                  <p:childTnLst>
                                    <p:set>
                                      <p:cBhvr>
                                        <p:cTn id="149" dur="1" fill="hold">
                                          <p:stCondLst>
                                            <p:cond delay="0"/>
                                          </p:stCondLst>
                                        </p:cTn>
                                        <p:tgtEl>
                                          <p:spTgt spid="37"/>
                                        </p:tgtEl>
                                        <p:attrNameLst>
                                          <p:attrName>style.visibility</p:attrName>
                                        </p:attrNameLst>
                                      </p:cBhvr>
                                      <p:to>
                                        <p:strVal val="visible"/>
                                      </p:to>
                                    </p:set>
                                    <p:animEffect transition="in" filter="fade">
                                      <p:cBhvr>
                                        <p:cTn id="150" dur="500"/>
                                        <p:tgtEl>
                                          <p:spTgt spid="37"/>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8" fill="hold" grpId="0" nodeType="click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wipe(left)">
                                      <p:cBhvr>
                                        <p:cTn id="155" dur="500"/>
                                        <p:tgtEl>
                                          <p:spTgt spid="50"/>
                                        </p:tgtEl>
                                      </p:cBhvr>
                                    </p:animEffect>
                                  </p:childTnLst>
                                </p:cTn>
                              </p:par>
                            </p:childTnLst>
                          </p:cTn>
                        </p:par>
                        <p:par>
                          <p:cTn id="156" fill="hold">
                            <p:stCondLst>
                              <p:cond delay="500"/>
                            </p:stCondLst>
                            <p:childTnLst>
                              <p:par>
                                <p:cTn id="157" presetID="10" presetClass="entr" presetSubtype="0" fill="hold" grpId="0" nodeType="afterEffect">
                                  <p:stCondLst>
                                    <p:cond delay="0"/>
                                  </p:stCondLst>
                                  <p:childTnLst>
                                    <p:set>
                                      <p:cBhvr>
                                        <p:cTn id="158" dur="1" fill="hold">
                                          <p:stCondLst>
                                            <p:cond delay="0"/>
                                          </p:stCondLst>
                                        </p:cTn>
                                        <p:tgtEl>
                                          <p:spTgt spid="51"/>
                                        </p:tgtEl>
                                        <p:attrNameLst>
                                          <p:attrName>style.visibility</p:attrName>
                                        </p:attrNameLst>
                                      </p:cBhvr>
                                      <p:to>
                                        <p:strVal val="visible"/>
                                      </p:to>
                                    </p:set>
                                    <p:animEffect transition="in" filter="fade">
                                      <p:cBhvr>
                                        <p:cTn id="159" dur="500"/>
                                        <p:tgtEl>
                                          <p:spTgt spid="51"/>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2"/>
                                        </p:tgtEl>
                                        <p:attrNameLst>
                                          <p:attrName>style.visibility</p:attrName>
                                        </p:attrNameLst>
                                      </p:cBhvr>
                                      <p:to>
                                        <p:strVal val="visible"/>
                                      </p:to>
                                    </p:set>
                                    <p:animEffect transition="in" filter="fade">
                                      <p:cBhvr>
                                        <p:cTn id="162" dur="500"/>
                                        <p:tgtEl>
                                          <p:spTgt spid="52"/>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3"/>
                                        </p:tgtEl>
                                        <p:attrNameLst>
                                          <p:attrName>style.visibility</p:attrName>
                                        </p:attrNameLst>
                                      </p:cBhvr>
                                      <p:to>
                                        <p:strVal val="visible"/>
                                      </p:to>
                                    </p:set>
                                    <p:animEffect transition="in" filter="fade">
                                      <p:cBhvr>
                                        <p:cTn id="165" dur="500"/>
                                        <p:tgtEl>
                                          <p:spTgt spid="53"/>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4"/>
                                        </p:tgtEl>
                                        <p:attrNameLst>
                                          <p:attrName>style.visibility</p:attrName>
                                        </p:attrNameLst>
                                      </p:cBhvr>
                                      <p:to>
                                        <p:strVal val="visible"/>
                                      </p:to>
                                    </p:set>
                                    <p:animEffect transition="in" filter="fade">
                                      <p:cBhvr>
                                        <p:cTn id="168" dur="500"/>
                                        <p:tgtEl>
                                          <p:spTgt spid="54"/>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5"/>
                                        </p:tgtEl>
                                        <p:attrNameLst>
                                          <p:attrName>style.visibility</p:attrName>
                                        </p:attrNameLst>
                                      </p:cBhvr>
                                      <p:to>
                                        <p:strVal val="visible"/>
                                      </p:to>
                                    </p:set>
                                    <p:animEffect transition="in" filter="fade">
                                      <p:cBhvr>
                                        <p:cTn id="171" dur="500"/>
                                        <p:tgtEl>
                                          <p:spTgt spid="55"/>
                                        </p:tgtEl>
                                      </p:cBhvr>
                                    </p:animEffect>
                                  </p:childTnLst>
                                </p:cTn>
                              </p:par>
                              <p:par>
                                <p:cTn id="172" presetID="10" presetClass="entr" presetSubtype="0" fill="hold" nodeType="withEffect">
                                  <p:stCondLst>
                                    <p:cond delay="0"/>
                                  </p:stCondLst>
                                  <p:childTnLst>
                                    <p:set>
                                      <p:cBhvr>
                                        <p:cTn id="173" dur="1" fill="hold">
                                          <p:stCondLst>
                                            <p:cond delay="0"/>
                                          </p:stCondLst>
                                        </p:cTn>
                                        <p:tgtEl>
                                          <p:spTgt spid="56"/>
                                        </p:tgtEl>
                                        <p:attrNameLst>
                                          <p:attrName>style.visibility</p:attrName>
                                        </p:attrNameLst>
                                      </p:cBhvr>
                                      <p:to>
                                        <p:strVal val="visible"/>
                                      </p:to>
                                    </p:set>
                                    <p:animEffect transition="in" filter="fade">
                                      <p:cBhvr>
                                        <p:cTn id="174" dur="500"/>
                                        <p:tgtEl>
                                          <p:spTgt spid="56"/>
                                        </p:tgtEl>
                                      </p:cBhvr>
                                    </p:animEffect>
                                  </p:childTnLst>
                                </p:cTn>
                              </p:par>
                              <p:par>
                                <p:cTn id="175" presetID="10" presetClass="entr" presetSubtype="0" fill="hold" nodeType="withEffect">
                                  <p:stCondLst>
                                    <p:cond delay="0"/>
                                  </p:stCondLst>
                                  <p:childTnLst>
                                    <p:set>
                                      <p:cBhvr>
                                        <p:cTn id="176" dur="1" fill="hold">
                                          <p:stCondLst>
                                            <p:cond delay="0"/>
                                          </p:stCondLst>
                                        </p:cTn>
                                        <p:tgtEl>
                                          <p:spTgt spid="57"/>
                                        </p:tgtEl>
                                        <p:attrNameLst>
                                          <p:attrName>style.visibility</p:attrName>
                                        </p:attrNameLst>
                                      </p:cBhvr>
                                      <p:to>
                                        <p:strVal val="visible"/>
                                      </p:to>
                                    </p:set>
                                    <p:animEffect transition="in" filter="fade">
                                      <p:cBhvr>
                                        <p:cTn id="177" dur="500"/>
                                        <p:tgtEl>
                                          <p:spTgt spid="57"/>
                                        </p:tgtEl>
                                      </p:cBhvr>
                                    </p:animEffect>
                                  </p:childTnLst>
                                </p:cTn>
                              </p:par>
                              <p:par>
                                <p:cTn id="178" presetID="10" presetClass="entr" presetSubtype="0" fill="hold" nodeType="withEffect">
                                  <p:stCondLst>
                                    <p:cond delay="0"/>
                                  </p:stCondLst>
                                  <p:childTnLst>
                                    <p:set>
                                      <p:cBhvr>
                                        <p:cTn id="179" dur="1" fill="hold">
                                          <p:stCondLst>
                                            <p:cond delay="0"/>
                                          </p:stCondLst>
                                        </p:cTn>
                                        <p:tgtEl>
                                          <p:spTgt spid="58"/>
                                        </p:tgtEl>
                                        <p:attrNameLst>
                                          <p:attrName>style.visibility</p:attrName>
                                        </p:attrNameLst>
                                      </p:cBhvr>
                                      <p:to>
                                        <p:strVal val="visible"/>
                                      </p:to>
                                    </p:set>
                                    <p:animEffect transition="in" filter="fade">
                                      <p:cBhvr>
                                        <p:cTn id="180" dur="500"/>
                                        <p:tgtEl>
                                          <p:spTgt spid="58"/>
                                        </p:tgtEl>
                                      </p:cBhvr>
                                    </p:animEffect>
                                  </p:childTnLst>
                                </p:cTn>
                              </p:par>
                              <p:par>
                                <p:cTn id="181" presetID="10" presetClass="entr" presetSubtype="0" fill="hold" nodeType="withEffect">
                                  <p:stCondLst>
                                    <p:cond delay="0"/>
                                  </p:stCondLst>
                                  <p:childTnLst>
                                    <p:set>
                                      <p:cBhvr>
                                        <p:cTn id="182" dur="1" fill="hold">
                                          <p:stCondLst>
                                            <p:cond delay="0"/>
                                          </p:stCondLst>
                                        </p:cTn>
                                        <p:tgtEl>
                                          <p:spTgt spid="59"/>
                                        </p:tgtEl>
                                        <p:attrNameLst>
                                          <p:attrName>style.visibility</p:attrName>
                                        </p:attrNameLst>
                                      </p:cBhvr>
                                      <p:to>
                                        <p:strVal val="visible"/>
                                      </p:to>
                                    </p:set>
                                    <p:animEffect transition="in" filter="fade">
                                      <p:cBhvr>
                                        <p:cTn id="183" dur="500"/>
                                        <p:tgtEl>
                                          <p:spTgt spid="59"/>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4">
                                            <p:txEl>
                                              <p:pRg st="2" end="2"/>
                                            </p:txEl>
                                          </p:spTgt>
                                        </p:tgtEl>
                                        <p:attrNameLst>
                                          <p:attrName>style.visibility</p:attrName>
                                        </p:attrNameLst>
                                      </p:cBhvr>
                                      <p:to>
                                        <p:strVal val="visible"/>
                                      </p:to>
                                    </p:set>
                                    <p:animEffect transition="in" filter="wipe(left)">
                                      <p:cBhvr>
                                        <p:cTn id="188" dur="500"/>
                                        <p:tgtEl>
                                          <p:spTgt spid="4">
                                            <p:txEl>
                                              <p:pRg st="2" end="2"/>
                                            </p:txEl>
                                          </p:spTgt>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nodeType="clickEffect">
                                  <p:stCondLst>
                                    <p:cond delay="0"/>
                                  </p:stCondLst>
                                  <p:childTnLst>
                                    <p:set>
                                      <p:cBhvr>
                                        <p:cTn id="192" dur="1" fill="hold">
                                          <p:stCondLst>
                                            <p:cond delay="0"/>
                                          </p:stCondLst>
                                        </p:cTn>
                                        <p:tgtEl>
                                          <p:spTgt spid="4">
                                            <p:txEl>
                                              <p:pRg st="3" end="3"/>
                                            </p:txEl>
                                          </p:spTgt>
                                        </p:tgtEl>
                                        <p:attrNameLst>
                                          <p:attrName>style.visibility</p:attrName>
                                        </p:attrNameLst>
                                      </p:cBhvr>
                                      <p:to>
                                        <p:strVal val="visible"/>
                                      </p:to>
                                    </p:set>
                                    <p:animEffect transition="in" filter="wipe(left)">
                                      <p:cBhvr>
                                        <p:cTn id="193" dur="500"/>
                                        <p:tgtEl>
                                          <p:spTgt spid="4">
                                            <p:txEl>
                                              <p:pRg st="3" end="3"/>
                                            </p:txEl>
                                          </p:spTgt>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38">
                                            <p:txEl>
                                              <p:pRg st="0" end="0"/>
                                            </p:txEl>
                                          </p:spTgt>
                                        </p:tgtEl>
                                        <p:attrNameLst>
                                          <p:attrName>style.visibility</p:attrName>
                                        </p:attrNameLst>
                                      </p:cBhvr>
                                      <p:to>
                                        <p:strVal val="visible"/>
                                      </p:to>
                                    </p:set>
                                    <p:animEffect transition="in" filter="wipe(left)">
                                      <p:cBhvr>
                                        <p:cTn id="198" dur="500"/>
                                        <p:tgtEl>
                                          <p:spTgt spid="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7" grpId="0" bldLvl="0" animBg="1"/>
      <p:bldP spid="8" grpId="0" bldLvl="0" animBg="1"/>
      <p:bldP spid="9" grpId="0" bldLvl="0" animBg="1"/>
      <p:bldP spid="14" grpId="0" bldLvl="0" animBg="1"/>
      <p:bldP spid="18" grpId="0" bldLvl="0" animBg="1"/>
      <p:bldP spid="19" grpId="0" bldLvl="0" animBg="1"/>
      <p:bldP spid="20" grpId="0" bldLvl="0" animBg="1"/>
      <p:bldP spid="6" grpId="0" bldLvl="0" animBg="1"/>
      <p:bldP spid="22" grpId="0" bldLvl="0" animBg="1"/>
      <p:bldP spid="25" grpId="0" bldLvl="0" animBg="1"/>
      <p:bldP spid="28" grpId="0" bldLvl="0" animBg="1"/>
      <p:bldP spid="29" grpId="0" bldLvl="0" animBg="1"/>
      <p:bldP spid="30" grpId="0" bldLvl="0" animBg="1"/>
      <p:bldP spid="31" grpId="0" bldLvl="0" animBg="1"/>
      <p:bldP spid="32" grpId="0" bldLvl="0" animBg="1"/>
      <p:bldP spid="35" grpId="0" bldLvl="0" animBg="1"/>
      <p:bldP spid="40" grpId="0" bldLvl="0" animBg="1"/>
      <p:bldP spid="41" grpId="0" bldLvl="0" animBg="1"/>
      <p:bldP spid="42" grpId="0" bldLvl="0" animBg="1"/>
      <p:bldP spid="43" grpId="0" bldLvl="0" animBg="1"/>
      <p:bldP spid="44" grpId="0" bldLvl="0" animBg="1"/>
      <p:bldP spid="45" grpId="0" bldLvl="0" animBg="1"/>
      <p:bldP spid="50" grpId="0" bldLvl="0" animBg="1"/>
      <p:bldP spid="51" grpId="0" bldLvl="0" animBg="1"/>
      <p:bldP spid="52" grpId="0" bldLvl="0" animBg="1"/>
      <p:bldP spid="53" grpId="0" bldLvl="0" animBg="1"/>
      <p:bldP spid="54" grpId="0" bldLvl="0" animBg="1"/>
      <p:bldP spid="55" grpId="0" bldLvl="0" animBg="1"/>
      <p:bldP spid="60"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4" name="Text Box 2"/>
          <p:cNvSpPr txBox="1">
            <a:spLocks noChangeArrowheads="1"/>
          </p:cNvSpPr>
          <p:nvPr>
            <p:custDataLst>
              <p:tags r:id="rId2"/>
            </p:custDataLst>
          </p:nvPr>
        </p:nvSpPr>
        <p:spPr bwMode="auto">
          <a:xfrm>
            <a:off x="0" y="722491"/>
            <a:ext cx="9144000" cy="1430713"/>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最小生成树的概念</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dirty="0">
                <a:latin typeface="+mn-ea"/>
                <a:cs typeface="Consolas" panose="020B0609020204030204" pitchFamily="49" charset="0"/>
              </a:rPr>
              <a:t>对于</a:t>
            </a:r>
            <a:r>
              <a:rPr kumimoji="1" lang="zh-CN" altLang="en-US" b="1" dirty="0">
                <a:solidFill>
                  <a:srgbClr val="B50988"/>
                </a:solidFill>
                <a:latin typeface="+mn-ea"/>
                <a:cs typeface="Consolas" panose="020B0609020204030204" pitchFamily="49" charset="0"/>
              </a:rPr>
              <a:t>带权连通图</a:t>
            </a:r>
            <a:r>
              <a:rPr kumimoji="1" lang="en-US" altLang="zh-CN" b="1" dirty="0">
                <a:solidFill>
                  <a:srgbClr val="B50988"/>
                </a:solidFill>
                <a:latin typeface="+mn-ea"/>
                <a:cs typeface="Consolas" panose="020B0609020204030204" pitchFamily="49" charset="0"/>
              </a:rPr>
              <a:t>G</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每条边上的权均为大于零的实数</a:t>
            </a:r>
            <a:r>
              <a:rPr kumimoji="1" lang="en-US" altLang="zh-CN" b="1" dirty="0">
                <a:latin typeface="+mn-ea"/>
                <a:cs typeface="Consolas" panose="020B0609020204030204" pitchFamily="49" charset="0"/>
              </a:rPr>
              <a:t>)</a:t>
            </a:r>
            <a:r>
              <a:rPr kumimoji="1" lang="zh-CN" altLang="en-US" dirty="0">
                <a:latin typeface="+mn-ea"/>
                <a:cs typeface="Consolas" panose="020B0609020204030204" pitchFamily="49" charset="0"/>
              </a:rPr>
              <a:t>，可能有多棵不同生成树</a:t>
            </a:r>
            <a:endParaRPr kumimoji="1" lang="zh-CN" altLang="en-US"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dirty="0">
                <a:latin typeface="+mn-ea"/>
                <a:cs typeface="Consolas" panose="020B0609020204030204" pitchFamily="49" charset="0"/>
              </a:rPr>
              <a:t>每棵生成树的所有边的</a:t>
            </a:r>
            <a:r>
              <a:rPr kumimoji="1" lang="zh-CN" altLang="en-US" b="1" dirty="0">
                <a:solidFill>
                  <a:srgbClr val="0000FF"/>
                </a:solidFill>
                <a:latin typeface="+mn-ea"/>
                <a:cs typeface="Consolas" panose="020B0609020204030204" pitchFamily="49" charset="0"/>
              </a:rPr>
              <a:t>权值之和</a:t>
            </a:r>
            <a:r>
              <a:rPr kumimoji="1" lang="zh-CN" altLang="en-US" dirty="0">
                <a:latin typeface="+mn-ea"/>
                <a:cs typeface="Consolas" panose="020B0609020204030204" pitchFamily="49" charset="0"/>
              </a:rPr>
              <a:t>可能不同</a:t>
            </a:r>
            <a:endParaRPr kumimoji="1" lang="zh-CN" altLang="en-US"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dirty="0">
                <a:latin typeface="+mn-ea"/>
                <a:cs typeface="Consolas" panose="020B0609020204030204" pitchFamily="49" charset="0"/>
              </a:rPr>
              <a:t>其中</a:t>
            </a:r>
            <a:r>
              <a:rPr kumimoji="1" lang="zh-CN" altLang="en-US" b="1" dirty="0">
                <a:solidFill>
                  <a:srgbClr val="0000FF"/>
                </a:solidFill>
                <a:latin typeface="+mn-ea"/>
                <a:cs typeface="Consolas" panose="020B0609020204030204" pitchFamily="49" charset="0"/>
              </a:rPr>
              <a:t>权值之和最小的生成树</a:t>
            </a:r>
            <a:r>
              <a:rPr kumimoji="1" lang="zh-CN" altLang="en-US" dirty="0">
                <a:latin typeface="+mn-ea"/>
                <a:cs typeface="Consolas" panose="020B0609020204030204" pitchFamily="49" charset="0"/>
              </a:rPr>
              <a:t>称为图的</a:t>
            </a:r>
            <a:r>
              <a:rPr kumimoji="1" lang="zh-CN" altLang="en-US" b="1" dirty="0">
                <a:latin typeface="+mn-ea"/>
                <a:cs typeface="Consolas" panose="020B0609020204030204" pitchFamily="49" charset="0"/>
              </a:rPr>
              <a:t>最小生成树</a:t>
            </a:r>
            <a:endParaRPr kumimoji="1" lang="zh-CN" altLang="en-US" b="1" dirty="0">
              <a:latin typeface="+mn-ea"/>
              <a:cs typeface="Consolas" panose="020B0609020204030204" pitchFamily="49" charset="0"/>
            </a:endParaRPr>
          </a:p>
        </p:txBody>
      </p:sp>
      <p:sp>
        <p:nvSpPr>
          <p:cNvPr id="6" name="Oval 31"/>
          <p:cNvSpPr>
            <a:spLocks noChangeArrowheads="1"/>
          </p:cNvSpPr>
          <p:nvPr>
            <p:custDataLst>
              <p:tags r:id="rId3"/>
            </p:custDataLst>
          </p:nvPr>
        </p:nvSpPr>
        <p:spPr bwMode="auto">
          <a:xfrm>
            <a:off x="848599" y="3302017"/>
            <a:ext cx="452705" cy="452705"/>
          </a:xfrm>
          <a:prstGeom prst="ellipse">
            <a:avLst/>
          </a:prstGeom>
          <a:solidFill>
            <a:srgbClr val="0070C0">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7" name="直接连接符 6"/>
          <p:cNvCxnSpPr>
            <a:stCxn id="6" idx="3"/>
            <a:endCxn id="8" idx="0"/>
          </p:cNvCxnSpPr>
          <p:nvPr>
            <p:custDataLst>
              <p:tags r:id="rId4"/>
            </p:custDataLst>
          </p:nvPr>
        </p:nvCxnSpPr>
        <p:spPr>
          <a:xfrm flipH="1">
            <a:off x="560074" y="3688425"/>
            <a:ext cx="354822" cy="251517"/>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Oval 31"/>
          <p:cNvSpPr>
            <a:spLocks noChangeArrowheads="1"/>
          </p:cNvSpPr>
          <p:nvPr>
            <p:custDataLst>
              <p:tags r:id="rId5"/>
            </p:custDataLst>
          </p:nvPr>
        </p:nvSpPr>
        <p:spPr bwMode="auto">
          <a:xfrm>
            <a:off x="333721" y="3939942"/>
            <a:ext cx="452705" cy="452705"/>
          </a:xfrm>
          <a:prstGeom prst="ellipse">
            <a:avLst/>
          </a:prstGeom>
          <a:solidFill>
            <a:srgbClr val="0070C0">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6"/>
            </p:custDataLst>
          </p:nvPr>
        </p:nvSpPr>
        <p:spPr bwMode="auto">
          <a:xfrm>
            <a:off x="1363481" y="3937297"/>
            <a:ext cx="452705" cy="452705"/>
          </a:xfrm>
          <a:prstGeom prst="ellipse">
            <a:avLst/>
          </a:prstGeom>
          <a:solidFill>
            <a:srgbClr val="0070C0">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7"/>
            </p:custDataLst>
          </p:nvPr>
        </p:nvSpPr>
        <p:spPr bwMode="auto">
          <a:xfrm>
            <a:off x="848600" y="4561317"/>
            <a:ext cx="452705" cy="452705"/>
          </a:xfrm>
          <a:prstGeom prst="ellipse">
            <a:avLst/>
          </a:prstGeom>
          <a:solidFill>
            <a:srgbClr val="0070C0">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1" name="直接连接符 10"/>
          <p:cNvCxnSpPr>
            <a:stCxn id="6" idx="5"/>
            <a:endCxn id="9" idx="0"/>
          </p:cNvCxnSpPr>
          <p:nvPr>
            <p:custDataLst>
              <p:tags r:id="rId8"/>
            </p:custDataLst>
          </p:nvPr>
        </p:nvCxnSpPr>
        <p:spPr>
          <a:xfrm>
            <a:off x="1235007" y="3688425"/>
            <a:ext cx="354827" cy="24887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8" idx="4"/>
            <a:endCxn id="10" idx="1"/>
          </p:cNvCxnSpPr>
          <p:nvPr>
            <p:custDataLst>
              <p:tags r:id="rId9"/>
            </p:custDataLst>
          </p:nvPr>
        </p:nvCxnSpPr>
        <p:spPr>
          <a:xfrm>
            <a:off x="560074" y="4392647"/>
            <a:ext cx="354823" cy="234967"/>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0" idx="7"/>
            <a:endCxn id="9" idx="4"/>
          </p:cNvCxnSpPr>
          <p:nvPr>
            <p:custDataLst>
              <p:tags r:id="rId10"/>
            </p:custDataLst>
          </p:nvPr>
        </p:nvCxnSpPr>
        <p:spPr>
          <a:xfrm flipV="1">
            <a:off x="1235008" y="4390002"/>
            <a:ext cx="354826" cy="23761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9" idx="2"/>
            <a:endCxn id="8" idx="6"/>
          </p:cNvCxnSpPr>
          <p:nvPr>
            <p:custDataLst>
              <p:tags r:id="rId11"/>
            </p:custDataLst>
          </p:nvPr>
        </p:nvCxnSpPr>
        <p:spPr>
          <a:xfrm flipH="1">
            <a:off x="786426" y="4163650"/>
            <a:ext cx="577055" cy="264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42"/>
          <p:cNvSpPr txBox="1"/>
          <p:nvPr>
            <p:custDataLst>
              <p:tags r:id="rId12"/>
            </p:custDataLst>
          </p:nvPr>
        </p:nvSpPr>
        <p:spPr>
          <a:xfrm>
            <a:off x="509264" y="3513535"/>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43" name="TextBox 42"/>
          <p:cNvSpPr txBox="1"/>
          <p:nvPr>
            <p:custDataLst>
              <p:tags r:id="rId13"/>
            </p:custDataLst>
          </p:nvPr>
        </p:nvSpPr>
        <p:spPr>
          <a:xfrm>
            <a:off x="1301305" y="3499529"/>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44" name="TextBox 42"/>
          <p:cNvSpPr txBox="1"/>
          <p:nvPr>
            <p:custDataLst>
              <p:tags r:id="rId14"/>
            </p:custDataLst>
          </p:nvPr>
        </p:nvSpPr>
        <p:spPr>
          <a:xfrm>
            <a:off x="1301305" y="4451211"/>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3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61" name="TextBox 42"/>
          <p:cNvSpPr txBox="1"/>
          <p:nvPr>
            <p:custDataLst>
              <p:tags r:id="rId15"/>
            </p:custDataLst>
          </p:nvPr>
        </p:nvSpPr>
        <p:spPr>
          <a:xfrm>
            <a:off x="512768" y="4439659"/>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62" name="TextBox 42"/>
          <p:cNvSpPr txBox="1"/>
          <p:nvPr>
            <p:custDataLst>
              <p:tags r:id="rId16"/>
            </p:custDataLst>
          </p:nvPr>
        </p:nvSpPr>
        <p:spPr>
          <a:xfrm>
            <a:off x="901055" y="3840380"/>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65" name="Oval 31"/>
          <p:cNvSpPr>
            <a:spLocks noChangeArrowheads="1"/>
          </p:cNvSpPr>
          <p:nvPr>
            <p:custDataLst>
              <p:tags r:id="rId17"/>
            </p:custDataLst>
          </p:nvPr>
        </p:nvSpPr>
        <p:spPr bwMode="auto">
          <a:xfrm>
            <a:off x="2970154" y="2252658"/>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66" name="直接连接符 65"/>
          <p:cNvCxnSpPr>
            <a:stCxn id="65" idx="3"/>
            <a:endCxn id="67" idx="0"/>
          </p:cNvCxnSpPr>
          <p:nvPr>
            <p:custDataLst>
              <p:tags r:id="rId18"/>
            </p:custDataLst>
          </p:nvPr>
        </p:nvCxnSpPr>
        <p:spPr>
          <a:xfrm flipH="1">
            <a:off x="2681629" y="2639066"/>
            <a:ext cx="354822" cy="251517"/>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7" name="Oval 31"/>
          <p:cNvSpPr>
            <a:spLocks noChangeArrowheads="1"/>
          </p:cNvSpPr>
          <p:nvPr>
            <p:custDataLst>
              <p:tags r:id="rId19"/>
            </p:custDataLst>
          </p:nvPr>
        </p:nvSpPr>
        <p:spPr bwMode="auto">
          <a:xfrm>
            <a:off x="2455276" y="2890583"/>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8" name="Oval 31"/>
          <p:cNvSpPr>
            <a:spLocks noChangeArrowheads="1"/>
          </p:cNvSpPr>
          <p:nvPr>
            <p:custDataLst>
              <p:tags r:id="rId20"/>
            </p:custDataLst>
          </p:nvPr>
        </p:nvSpPr>
        <p:spPr bwMode="auto">
          <a:xfrm>
            <a:off x="3485036" y="2887938"/>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9" name="Oval 31"/>
          <p:cNvSpPr>
            <a:spLocks noChangeArrowheads="1"/>
          </p:cNvSpPr>
          <p:nvPr>
            <p:custDataLst>
              <p:tags r:id="rId21"/>
            </p:custDataLst>
          </p:nvPr>
        </p:nvSpPr>
        <p:spPr bwMode="auto">
          <a:xfrm>
            <a:off x="2970155" y="3511958"/>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70" name="直接连接符 69"/>
          <p:cNvCxnSpPr>
            <a:stCxn id="65" idx="5"/>
            <a:endCxn id="68" idx="0"/>
          </p:cNvCxnSpPr>
          <p:nvPr>
            <p:custDataLst>
              <p:tags r:id="rId22"/>
            </p:custDataLst>
          </p:nvPr>
        </p:nvCxnSpPr>
        <p:spPr>
          <a:xfrm>
            <a:off x="3356562" y="2639066"/>
            <a:ext cx="354827" cy="24887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7" idx="4"/>
            <a:endCxn id="69" idx="1"/>
          </p:cNvCxnSpPr>
          <p:nvPr>
            <p:custDataLst>
              <p:tags r:id="rId23"/>
            </p:custDataLst>
          </p:nvPr>
        </p:nvCxnSpPr>
        <p:spPr>
          <a:xfrm>
            <a:off x="2681629" y="3343288"/>
            <a:ext cx="354823" cy="234967"/>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4" name="TextBox 42"/>
          <p:cNvSpPr txBox="1"/>
          <p:nvPr>
            <p:custDataLst>
              <p:tags r:id="rId24"/>
            </p:custDataLst>
          </p:nvPr>
        </p:nvSpPr>
        <p:spPr>
          <a:xfrm>
            <a:off x="2630819" y="2464176"/>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75" name="TextBox 42"/>
          <p:cNvSpPr txBox="1"/>
          <p:nvPr>
            <p:custDataLst>
              <p:tags r:id="rId25"/>
            </p:custDataLst>
          </p:nvPr>
        </p:nvSpPr>
        <p:spPr>
          <a:xfrm>
            <a:off x="3422860" y="2450170"/>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77" name="TextBox 42"/>
          <p:cNvSpPr txBox="1"/>
          <p:nvPr>
            <p:custDataLst>
              <p:tags r:id="rId26"/>
            </p:custDataLst>
          </p:nvPr>
        </p:nvSpPr>
        <p:spPr>
          <a:xfrm>
            <a:off x="2634323" y="3390300"/>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79" name="Oval 31"/>
          <p:cNvSpPr>
            <a:spLocks noChangeArrowheads="1"/>
          </p:cNvSpPr>
          <p:nvPr>
            <p:custDataLst>
              <p:tags r:id="rId27"/>
            </p:custDataLst>
          </p:nvPr>
        </p:nvSpPr>
        <p:spPr bwMode="auto">
          <a:xfrm>
            <a:off x="2972936" y="4509464"/>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80" name="直接连接符 79"/>
          <p:cNvCxnSpPr>
            <a:stCxn id="79" idx="3"/>
            <a:endCxn id="81" idx="0"/>
          </p:cNvCxnSpPr>
          <p:nvPr>
            <p:custDataLst>
              <p:tags r:id="rId28"/>
            </p:custDataLst>
          </p:nvPr>
        </p:nvCxnSpPr>
        <p:spPr>
          <a:xfrm flipH="1">
            <a:off x="2684411" y="4895872"/>
            <a:ext cx="354822" cy="251517"/>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1" name="Oval 31"/>
          <p:cNvSpPr>
            <a:spLocks noChangeArrowheads="1"/>
          </p:cNvSpPr>
          <p:nvPr>
            <p:custDataLst>
              <p:tags r:id="rId29"/>
            </p:custDataLst>
          </p:nvPr>
        </p:nvSpPr>
        <p:spPr bwMode="auto">
          <a:xfrm>
            <a:off x="2458058" y="5147389"/>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2" name="Oval 31"/>
          <p:cNvSpPr>
            <a:spLocks noChangeArrowheads="1"/>
          </p:cNvSpPr>
          <p:nvPr>
            <p:custDataLst>
              <p:tags r:id="rId30"/>
            </p:custDataLst>
          </p:nvPr>
        </p:nvSpPr>
        <p:spPr bwMode="auto">
          <a:xfrm>
            <a:off x="3487818" y="5144744"/>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3" name="Oval 31"/>
          <p:cNvSpPr>
            <a:spLocks noChangeArrowheads="1"/>
          </p:cNvSpPr>
          <p:nvPr>
            <p:custDataLst>
              <p:tags r:id="rId31"/>
            </p:custDataLst>
          </p:nvPr>
        </p:nvSpPr>
        <p:spPr bwMode="auto">
          <a:xfrm>
            <a:off x="2972937" y="5768764"/>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85" name="直接连接符 84"/>
          <p:cNvCxnSpPr>
            <a:stCxn id="81" idx="4"/>
            <a:endCxn id="83" idx="1"/>
          </p:cNvCxnSpPr>
          <p:nvPr>
            <p:custDataLst>
              <p:tags r:id="rId32"/>
            </p:custDataLst>
          </p:nvPr>
        </p:nvCxnSpPr>
        <p:spPr>
          <a:xfrm>
            <a:off x="2684411" y="5600094"/>
            <a:ext cx="354823" cy="234967"/>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82" idx="2"/>
            <a:endCxn id="81" idx="6"/>
          </p:cNvCxnSpPr>
          <p:nvPr>
            <p:custDataLst>
              <p:tags r:id="rId33"/>
            </p:custDataLst>
          </p:nvPr>
        </p:nvCxnSpPr>
        <p:spPr>
          <a:xfrm flipH="1">
            <a:off x="2910763" y="5371097"/>
            <a:ext cx="577055" cy="264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8" name="TextBox 42"/>
          <p:cNvSpPr txBox="1"/>
          <p:nvPr>
            <p:custDataLst>
              <p:tags r:id="rId34"/>
            </p:custDataLst>
          </p:nvPr>
        </p:nvSpPr>
        <p:spPr>
          <a:xfrm>
            <a:off x="2633601" y="4720982"/>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91" name="TextBox 42"/>
          <p:cNvSpPr txBox="1"/>
          <p:nvPr>
            <p:custDataLst>
              <p:tags r:id="rId35"/>
            </p:custDataLst>
          </p:nvPr>
        </p:nvSpPr>
        <p:spPr>
          <a:xfrm>
            <a:off x="2637105" y="5647106"/>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92" name="TextBox 42"/>
          <p:cNvSpPr txBox="1"/>
          <p:nvPr>
            <p:custDataLst>
              <p:tags r:id="rId36"/>
            </p:custDataLst>
          </p:nvPr>
        </p:nvSpPr>
        <p:spPr>
          <a:xfrm>
            <a:off x="3025392" y="5047827"/>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93" name="文本框 92"/>
          <p:cNvSpPr txBox="1"/>
          <p:nvPr>
            <p:custDataLst>
              <p:tags r:id="rId37"/>
            </p:custDataLst>
          </p:nvPr>
        </p:nvSpPr>
        <p:spPr>
          <a:xfrm>
            <a:off x="3940523" y="2903799"/>
            <a:ext cx="1486018" cy="396583"/>
          </a:xfrm>
          <a:prstGeom prst="rect">
            <a:avLst/>
          </a:prstGeom>
          <a:noFill/>
        </p:spPr>
        <p:txBody>
          <a:bodyPr wrap="square">
            <a:spAutoFit/>
          </a:bodyPr>
          <a:p>
            <a:pPr>
              <a:lnSpc>
                <a:spcPct val="120000"/>
              </a:lnSpc>
            </a:pPr>
            <a:r>
              <a:rPr kumimoji="1" lang="zh-CN" altLang="en-US" b="1" dirty="0">
                <a:solidFill>
                  <a:srgbClr val="0000FF"/>
                </a:solidFill>
                <a:latin typeface="+mn-ea"/>
                <a:cs typeface="Consolas" panose="020B0609020204030204" pitchFamily="49" charset="0"/>
              </a:rPr>
              <a:t>权值之和</a:t>
            </a:r>
            <a:r>
              <a:rPr kumimoji="1" lang="en-US" altLang="zh-CN" b="1" dirty="0">
                <a:solidFill>
                  <a:srgbClr val="0000FF"/>
                </a:solidFill>
                <a:latin typeface="+mn-ea"/>
                <a:cs typeface="Consolas" panose="020B0609020204030204" pitchFamily="49" charset="0"/>
              </a:rPr>
              <a:t>=3</a:t>
            </a:r>
            <a:endParaRPr kumimoji="1" lang="zh-CN" altLang="en-US" b="1" dirty="0">
              <a:solidFill>
                <a:srgbClr val="0000FF"/>
              </a:solidFill>
              <a:latin typeface="+mn-ea"/>
              <a:cs typeface="Consolas" panose="020B0609020204030204" pitchFamily="49" charset="0"/>
            </a:endParaRPr>
          </a:p>
        </p:txBody>
      </p:sp>
      <p:sp>
        <p:nvSpPr>
          <p:cNvPr id="94" name="文本框 93"/>
          <p:cNvSpPr txBox="1"/>
          <p:nvPr>
            <p:custDataLst>
              <p:tags r:id="rId38"/>
            </p:custDataLst>
          </p:nvPr>
        </p:nvSpPr>
        <p:spPr>
          <a:xfrm>
            <a:off x="3940523" y="5144744"/>
            <a:ext cx="1486018" cy="396583"/>
          </a:xfrm>
          <a:prstGeom prst="rect">
            <a:avLst/>
          </a:prstGeom>
          <a:noFill/>
        </p:spPr>
        <p:txBody>
          <a:bodyPr wrap="square">
            <a:spAutoFit/>
          </a:bodyPr>
          <a:p>
            <a:pPr>
              <a:lnSpc>
                <a:spcPct val="120000"/>
              </a:lnSpc>
            </a:pPr>
            <a:r>
              <a:rPr kumimoji="1" lang="zh-CN" altLang="en-US" b="1" dirty="0">
                <a:solidFill>
                  <a:srgbClr val="0000FF"/>
                </a:solidFill>
                <a:latin typeface="+mn-ea"/>
                <a:cs typeface="Consolas" panose="020B0609020204030204" pitchFamily="49" charset="0"/>
              </a:rPr>
              <a:t>权值之和</a:t>
            </a:r>
            <a:r>
              <a:rPr kumimoji="1" lang="en-US" altLang="zh-CN" b="1" dirty="0">
                <a:solidFill>
                  <a:srgbClr val="0000FF"/>
                </a:solidFill>
                <a:latin typeface="+mn-ea"/>
                <a:cs typeface="Consolas" panose="020B0609020204030204" pitchFamily="49" charset="0"/>
              </a:rPr>
              <a:t>=3</a:t>
            </a:r>
            <a:endParaRPr kumimoji="1" lang="zh-CN" altLang="en-US" b="1" dirty="0">
              <a:solidFill>
                <a:srgbClr val="0000FF"/>
              </a:solidFill>
              <a:latin typeface="+mn-ea"/>
              <a:cs typeface="Consolas" panose="020B0609020204030204" pitchFamily="49" charset="0"/>
            </a:endParaRPr>
          </a:p>
        </p:txBody>
      </p:sp>
      <p:sp>
        <p:nvSpPr>
          <p:cNvPr id="95" name="Oval 31"/>
          <p:cNvSpPr>
            <a:spLocks noChangeArrowheads="1"/>
          </p:cNvSpPr>
          <p:nvPr>
            <p:custDataLst>
              <p:tags r:id="rId39"/>
            </p:custDataLst>
          </p:nvPr>
        </p:nvSpPr>
        <p:spPr bwMode="auto">
          <a:xfrm>
            <a:off x="6257862" y="3302017"/>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96" name="直接连接符 95"/>
          <p:cNvCxnSpPr>
            <a:stCxn id="95" idx="3"/>
            <a:endCxn id="97" idx="0"/>
          </p:cNvCxnSpPr>
          <p:nvPr>
            <p:custDataLst>
              <p:tags r:id="rId40"/>
            </p:custDataLst>
          </p:nvPr>
        </p:nvCxnSpPr>
        <p:spPr>
          <a:xfrm flipH="1">
            <a:off x="5969337" y="3688425"/>
            <a:ext cx="354822" cy="251517"/>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7" name="Oval 31"/>
          <p:cNvSpPr>
            <a:spLocks noChangeArrowheads="1"/>
          </p:cNvSpPr>
          <p:nvPr>
            <p:custDataLst>
              <p:tags r:id="rId41"/>
            </p:custDataLst>
          </p:nvPr>
        </p:nvSpPr>
        <p:spPr bwMode="auto">
          <a:xfrm>
            <a:off x="5742984" y="3939942"/>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8" name="Oval 31"/>
          <p:cNvSpPr>
            <a:spLocks noChangeArrowheads="1"/>
          </p:cNvSpPr>
          <p:nvPr>
            <p:custDataLst>
              <p:tags r:id="rId42"/>
            </p:custDataLst>
          </p:nvPr>
        </p:nvSpPr>
        <p:spPr bwMode="auto">
          <a:xfrm>
            <a:off x="6772744" y="3937297"/>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9" name="Oval 31"/>
          <p:cNvSpPr>
            <a:spLocks noChangeArrowheads="1"/>
          </p:cNvSpPr>
          <p:nvPr>
            <p:custDataLst>
              <p:tags r:id="rId43"/>
            </p:custDataLst>
          </p:nvPr>
        </p:nvSpPr>
        <p:spPr bwMode="auto">
          <a:xfrm>
            <a:off x="6257863" y="4561317"/>
            <a:ext cx="452705" cy="452705"/>
          </a:xfrm>
          <a:prstGeom prst="ellipse">
            <a:avLst/>
          </a:prstGeom>
          <a:solidFill>
            <a:srgbClr val="B50988">
              <a:alpha val="63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00" name="直接连接符 99"/>
          <p:cNvCxnSpPr>
            <a:stCxn id="95" idx="5"/>
            <a:endCxn id="98" idx="0"/>
          </p:cNvCxnSpPr>
          <p:nvPr>
            <p:custDataLst>
              <p:tags r:id="rId44"/>
            </p:custDataLst>
          </p:nvPr>
        </p:nvCxnSpPr>
        <p:spPr>
          <a:xfrm>
            <a:off x="6644270" y="3688425"/>
            <a:ext cx="354827" cy="24887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stCxn id="98" idx="4"/>
            <a:endCxn id="99" idx="7"/>
          </p:cNvCxnSpPr>
          <p:nvPr>
            <p:custDataLst>
              <p:tags r:id="rId45"/>
            </p:custDataLst>
          </p:nvPr>
        </p:nvCxnSpPr>
        <p:spPr>
          <a:xfrm flipH="1">
            <a:off x="6644271" y="4390002"/>
            <a:ext cx="354826" cy="23761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2" name="TextBox 42"/>
          <p:cNvSpPr txBox="1"/>
          <p:nvPr>
            <p:custDataLst>
              <p:tags r:id="rId46"/>
            </p:custDataLst>
          </p:nvPr>
        </p:nvSpPr>
        <p:spPr>
          <a:xfrm>
            <a:off x="5918527" y="3513535"/>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103" name="TextBox 42"/>
          <p:cNvSpPr txBox="1"/>
          <p:nvPr>
            <p:custDataLst>
              <p:tags r:id="rId47"/>
            </p:custDataLst>
          </p:nvPr>
        </p:nvSpPr>
        <p:spPr>
          <a:xfrm>
            <a:off x="6710568" y="3499529"/>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1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104" name="TextBox 42"/>
          <p:cNvSpPr txBox="1"/>
          <p:nvPr>
            <p:custDataLst>
              <p:tags r:id="rId48"/>
            </p:custDataLst>
          </p:nvPr>
        </p:nvSpPr>
        <p:spPr>
          <a:xfrm>
            <a:off x="6710568" y="4452690"/>
            <a:ext cx="357190" cy="400110"/>
          </a:xfrm>
          <a:prstGeom prst="rect">
            <a:avLst/>
          </a:prstGeom>
          <a:noFill/>
        </p:spPr>
        <p:txBody>
          <a:bodyPr wrap="square" rtlCol="0">
            <a:spAutoFit/>
          </a:bodyPr>
          <a:p>
            <a:pPr marL="0" marR="0" lvl="0" indent="0" defTabSz="91440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effectLst/>
                <a:uLnTx/>
                <a:uFillTx/>
                <a:latin typeface="+mn-ea"/>
                <a:cs typeface="Consolas" panose="020B0609020204030204" pitchFamily="49" charset="0"/>
                <a:sym typeface="Wingdings" panose="05000000000000000000"/>
              </a:rPr>
              <a:t>3   </a:t>
            </a:r>
            <a:endParaRPr kumimoji="0" lang="zh-CN" altLang="en-US" sz="2000" b="1" i="0" u="none" strike="noStrike" kern="0" cap="none" spc="0" normalizeH="0" baseline="0" noProof="0" dirty="0">
              <a:ln>
                <a:noFill/>
              </a:ln>
              <a:effectLst/>
              <a:uLnTx/>
              <a:uFillTx/>
              <a:latin typeface="+mn-ea"/>
              <a:cs typeface="Consolas" panose="020B0609020204030204" pitchFamily="49" charset="0"/>
            </a:endParaRPr>
          </a:p>
        </p:txBody>
      </p:sp>
      <p:sp>
        <p:nvSpPr>
          <p:cNvPr id="107" name="文本框 106"/>
          <p:cNvSpPr txBox="1"/>
          <p:nvPr>
            <p:custDataLst>
              <p:tags r:id="rId49"/>
            </p:custDataLst>
          </p:nvPr>
        </p:nvSpPr>
        <p:spPr>
          <a:xfrm>
            <a:off x="7216249" y="3937297"/>
            <a:ext cx="1486018" cy="396583"/>
          </a:xfrm>
          <a:prstGeom prst="rect">
            <a:avLst/>
          </a:prstGeom>
          <a:noFill/>
        </p:spPr>
        <p:txBody>
          <a:bodyPr wrap="square">
            <a:spAutoFit/>
          </a:bodyPr>
          <a:p>
            <a:pPr>
              <a:lnSpc>
                <a:spcPct val="120000"/>
              </a:lnSpc>
            </a:pPr>
            <a:r>
              <a:rPr kumimoji="1" lang="zh-CN" altLang="en-US" b="1" dirty="0">
                <a:solidFill>
                  <a:srgbClr val="0000FF"/>
                </a:solidFill>
                <a:latin typeface="+mn-ea"/>
                <a:cs typeface="Consolas" panose="020B0609020204030204" pitchFamily="49" charset="0"/>
              </a:rPr>
              <a:t>权值之和</a:t>
            </a:r>
            <a:r>
              <a:rPr kumimoji="1" lang="en-US" altLang="zh-CN" b="1" dirty="0">
                <a:solidFill>
                  <a:srgbClr val="0000FF"/>
                </a:solidFill>
                <a:latin typeface="+mn-ea"/>
                <a:cs typeface="Consolas" panose="020B0609020204030204" pitchFamily="49" charset="0"/>
              </a:rPr>
              <a:t>=5</a:t>
            </a:r>
            <a:endParaRPr kumimoji="1" lang="zh-CN" altLang="en-US" b="1" dirty="0">
              <a:solidFill>
                <a:srgbClr val="0000FF"/>
              </a:solidFill>
              <a:latin typeface="+mn-ea"/>
              <a:cs typeface="Consolas" panose="020B0609020204030204" pitchFamily="49" charset="0"/>
            </a:endParaRPr>
          </a:p>
        </p:txBody>
      </p:sp>
      <p:sp>
        <p:nvSpPr>
          <p:cNvPr id="108" name="TextBox 80"/>
          <p:cNvSpPr txBox="1"/>
          <p:nvPr>
            <p:custDataLst>
              <p:tags r:id="rId50"/>
            </p:custDataLst>
          </p:nvPr>
        </p:nvSpPr>
        <p:spPr>
          <a:xfrm>
            <a:off x="747295" y="5112384"/>
            <a:ext cx="785818" cy="400110"/>
          </a:xfrm>
          <a:prstGeom prst="rect">
            <a:avLst/>
          </a:prstGeom>
          <a:noFill/>
        </p:spPr>
        <p:txBody>
          <a:bodyPr wrap="square" rtlCol="0">
            <a:spAutoFit/>
          </a:bodyPr>
          <a:p>
            <a:r>
              <a:rPr lang="zh-CN" altLang="en-US" sz="2000" b="1" dirty="0">
                <a:latin typeface="+mn-ea"/>
                <a:cs typeface="Consolas" panose="020B0609020204030204" pitchFamily="49" charset="0"/>
              </a:rPr>
              <a:t>图</a:t>
            </a:r>
            <a:r>
              <a:rPr lang="en-US" altLang="zh-CN" sz="2000" b="1" dirty="0">
                <a:latin typeface="+mn-ea"/>
                <a:cs typeface="Consolas" panose="020B0609020204030204" pitchFamily="49" charset="0"/>
              </a:rPr>
              <a:t>G</a:t>
            </a:r>
            <a:endParaRPr lang="zh-CN" altLang="en-US" sz="2000" b="1" dirty="0">
              <a:latin typeface="+mn-ea"/>
              <a:cs typeface="Consolas" panose="020B0609020204030204" pitchFamily="49" charset="0"/>
            </a:endParaRPr>
          </a:p>
        </p:txBody>
      </p:sp>
      <p:sp>
        <p:nvSpPr>
          <p:cNvPr id="109" name="TextBox 80"/>
          <p:cNvSpPr txBox="1"/>
          <p:nvPr>
            <p:custDataLst>
              <p:tags r:id="rId51"/>
            </p:custDataLst>
          </p:nvPr>
        </p:nvSpPr>
        <p:spPr>
          <a:xfrm>
            <a:off x="2450835" y="3988547"/>
            <a:ext cx="2158542" cy="369332"/>
          </a:xfrm>
          <a:prstGeom prst="rect">
            <a:avLst/>
          </a:prstGeom>
          <a:noFill/>
        </p:spPr>
        <p:txBody>
          <a:bodyPr wrap="square" rtlCol="0">
            <a:spAutoFit/>
          </a:bodyPr>
          <a:p>
            <a:r>
              <a:rPr lang="zh-CN" altLang="en-US" b="1" dirty="0">
                <a:latin typeface="+mn-ea"/>
                <a:cs typeface="Consolas" panose="020B0609020204030204" pitchFamily="49" charset="0"/>
              </a:rPr>
              <a:t>图</a:t>
            </a:r>
            <a:r>
              <a:rPr lang="en-US" altLang="zh-CN" b="1" dirty="0">
                <a:latin typeface="+mn-ea"/>
                <a:cs typeface="Consolas" panose="020B0609020204030204" pitchFamily="49" charset="0"/>
              </a:rPr>
              <a:t>G</a:t>
            </a:r>
            <a:r>
              <a:rPr lang="zh-CN" altLang="en-US" b="1" dirty="0">
                <a:latin typeface="+mn-ea"/>
                <a:cs typeface="Consolas" panose="020B0609020204030204" pitchFamily="49" charset="0"/>
              </a:rPr>
              <a:t>的最小生成树</a:t>
            </a:r>
            <a:endParaRPr lang="zh-CN" altLang="en-US" b="1" dirty="0">
              <a:latin typeface="+mn-ea"/>
              <a:cs typeface="Consolas" panose="020B0609020204030204" pitchFamily="49" charset="0"/>
            </a:endParaRPr>
          </a:p>
        </p:txBody>
      </p:sp>
      <p:sp>
        <p:nvSpPr>
          <p:cNvPr id="110" name="TextBox 80"/>
          <p:cNvSpPr txBox="1"/>
          <p:nvPr>
            <p:custDataLst>
              <p:tags r:id="rId52"/>
            </p:custDataLst>
          </p:nvPr>
        </p:nvSpPr>
        <p:spPr>
          <a:xfrm>
            <a:off x="2458058" y="6257572"/>
            <a:ext cx="2158542" cy="369332"/>
          </a:xfrm>
          <a:prstGeom prst="rect">
            <a:avLst/>
          </a:prstGeom>
          <a:noFill/>
        </p:spPr>
        <p:txBody>
          <a:bodyPr wrap="square" rtlCol="0">
            <a:spAutoFit/>
          </a:bodyPr>
          <a:p>
            <a:r>
              <a:rPr lang="zh-CN" altLang="en-US" b="1" dirty="0">
                <a:latin typeface="+mn-ea"/>
                <a:cs typeface="Consolas" panose="020B0609020204030204" pitchFamily="49" charset="0"/>
              </a:rPr>
              <a:t>图</a:t>
            </a:r>
            <a:r>
              <a:rPr lang="en-US" altLang="zh-CN" b="1" dirty="0">
                <a:latin typeface="+mn-ea"/>
                <a:cs typeface="Consolas" panose="020B0609020204030204" pitchFamily="49" charset="0"/>
              </a:rPr>
              <a:t>G</a:t>
            </a:r>
            <a:r>
              <a:rPr lang="zh-CN" altLang="en-US" b="1" dirty="0">
                <a:latin typeface="+mn-ea"/>
                <a:cs typeface="Consolas" panose="020B0609020204030204" pitchFamily="49" charset="0"/>
              </a:rPr>
              <a:t>的最小生成树</a:t>
            </a:r>
            <a:endParaRPr lang="zh-CN" altLang="en-US" b="1" dirty="0">
              <a:latin typeface="+mn-ea"/>
              <a:cs typeface="Consolas" panose="020B0609020204030204" pitchFamily="49" charset="0"/>
            </a:endParaRPr>
          </a:p>
        </p:txBody>
      </p:sp>
      <p:sp>
        <p:nvSpPr>
          <p:cNvPr id="111" name="TextBox 80"/>
          <p:cNvSpPr txBox="1"/>
          <p:nvPr>
            <p:custDataLst>
              <p:tags r:id="rId53"/>
            </p:custDataLst>
          </p:nvPr>
        </p:nvSpPr>
        <p:spPr>
          <a:xfrm>
            <a:off x="5637919" y="5030375"/>
            <a:ext cx="2722354" cy="369332"/>
          </a:xfrm>
          <a:prstGeom prst="rect">
            <a:avLst/>
          </a:prstGeom>
          <a:noFill/>
        </p:spPr>
        <p:txBody>
          <a:bodyPr wrap="square" rtlCol="0">
            <a:spAutoFit/>
          </a:bodyPr>
          <a:p>
            <a:r>
              <a:rPr lang="zh-CN" altLang="en-US" b="1" dirty="0">
                <a:latin typeface="+mn-ea"/>
                <a:cs typeface="Consolas" panose="020B0609020204030204" pitchFamily="49" charset="0"/>
              </a:rPr>
              <a:t>不是图</a:t>
            </a:r>
            <a:r>
              <a:rPr lang="en-US" altLang="zh-CN" b="1" dirty="0">
                <a:latin typeface="+mn-ea"/>
                <a:cs typeface="Consolas" panose="020B0609020204030204" pitchFamily="49" charset="0"/>
              </a:rPr>
              <a:t>G</a:t>
            </a:r>
            <a:r>
              <a:rPr lang="zh-CN" altLang="en-US" b="1" dirty="0">
                <a:latin typeface="+mn-ea"/>
                <a:cs typeface="Consolas" panose="020B0609020204030204" pitchFamily="49" charset="0"/>
              </a:rPr>
              <a:t>的最小生成树</a:t>
            </a:r>
            <a:endParaRPr lang="zh-CN" altLang="en-US" b="1" dirty="0">
              <a:latin typeface="+mn-ea"/>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500"/>
                                        <p:tgtEl>
                                          <p:spTgt spid="4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animEffect transition="in" filter="fade">
                                      <p:cBhvr>
                                        <p:cTn id="53" dur="500"/>
                                        <p:tgtEl>
                                          <p:spTgt spid="6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fade">
                                      <p:cBhvr>
                                        <p:cTn id="56" dur="500"/>
                                        <p:tgtEl>
                                          <p:spTgt spid="6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08"/>
                                        </p:tgtEl>
                                        <p:attrNameLst>
                                          <p:attrName>style.visibility</p:attrName>
                                        </p:attrNameLst>
                                      </p:cBhvr>
                                      <p:to>
                                        <p:strVal val="visible"/>
                                      </p:to>
                                    </p:set>
                                    <p:animEffect transition="in" filter="fade">
                                      <p:cBhvr>
                                        <p:cTn id="59" dur="500"/>
                                        <p:tgtEl>
                                          <p:spTgt spid="10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fade">
                                      <p:cBhvr>
                                        <p:cTn id="64" dur="500"/>
                                        <p:tgtEl>
                                          <p:spTgt spid="65"/>
                                        </p:tgtEl>
                                      </p:cBhvr>
                                    </p:animEffect>
                                  </p:childTnLst>
                                </p:cTn>
                              </p:par>
                              <p:par>
                                <p:cTn id="65" presetID="10" presetClass="entr" presetSubtype="0" fill="hold" nodeType="with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fade">
                                      <p:cBhvr>
                                        <p:cTn id="67" dur="500"/>
                                        <p:tgtEl>
                                          <p:spTgt spid="6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500"/>
                                        <p:tgtEl>
                                          <p:spTgt spid="6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500"/>
                                        <p:tgtEl>
                                          <p:spTgt spid="6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9"/>
                                        </p:tgtEl>
                                        <p:attrNameLst>
                                          <p:attrName>style.visibility</p:attrName>
                                        </p:attrNameLst>
                                      </p:cBhvr>
                                      <p:to>
                                        <p:strVal val="visible"/>
                                      </p:to>
                                    </p:set>
                                    <p:animEffect transition="in" filter="fade">
                                      <p:cBhvr>
                                        <p:cTn id="76" dur="500"/>
                                        <p:tgtEl>
                                          <p:spTgt spid="69"/>
                                        </p:tgtEl>
                                      </p:cBhvr>
                                    </p:animEffect>
                                  </p:childTnLst>
                                </p:cTn>
                              </p:par>
                              <p:par>
                                <p:cTn id="77" presetID="10" presetClass="entr" presetSubtype="0" fill="hold" nodeType="withEffect">
                                  <p:stCondLst>
                                    <p:cond delay="0"/>
                                  </p:stCondLst>
                                  <p:childTnLst>
                                    <p:set>
                                      <p:cBhvr>
                                        <p:cTn id="78" dur="1" fill="hold">
                                          <p:stCondLst>
                                            <p:cond delay="0"/>
                                          </p:stCondLst>
                                        </p:cTn>
                                        <p:tgtEl>
                                          <p:spTgt spid="70"/>
                                        </p:tgtEl>
                                        <p:attrNameLst>
                                          <p:attrName>style.visibility</p:attrName>
                                        </p:attrNameLst>
                                      </p:cBhvr>
                                      <p:to>
                                        <p:strVal val="visible"/>
                                      </p:to>
                                    </p:set>
                                    <p:animEffect transition="in" filter="fade">
                                      <p:cBhvr>
                                        <p:cTn id="79" dur="500"/>
                                        <p:tgtEl>
                                          <p:spTgt spid="70"/>
                                        </p:tgtEl>
                                      </p:cBhvr>
                                    </p:animEffect>
                                  </p:childTnLst>
                                </p:cTn>
                              </p:par>
                              <p:par>
                                <p:cTn id="80" presetID="10" presetClass="entr" presetSubtype="0" fill="hold" nodeType="with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fade">
                                      <p:cBhvr>
                                        <p:cTn id="82" dur="500"/>
                                        <p:tgtEl>
                                          <p:spTgt spid="7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4"/>
                                        </p:tgtEl>
                                        <p:attrNameLst>
                                          <p:attrName>style.visibility</p:attrName>
                                        </p:attrNameLst>
                                      </p:cBhvr>
                                      <p:to>
                                        <p:strVal val="visible"/>
                                      </p:to>
                                    </p:set>
                                    <p:animEffect transition="in" filter="fade">
                                      <p:cBhvr>
                                        <p:cTn id="85" dur="500"/>
                                        <p:tgtEl>
                                          <p:spTgt spid="7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fade">
                                      <p:cBhvr>
                                        <p:cTn id="88" dur="500"/>
                                        <p:tgtEl>
                                          <p:spTgt spid="7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7"/>
                                        </p:tgtEl>
                                        <p:attrNameLst>
                                          <p:attrName>style.visibility</p:attrName>
                                        </p:attrNameLst>
                                      </p:cBhvr>
                                      <p:to>
                                        <p:strVal val="visible"/>
                                      </p:to>
                                    </p:set>
                                    <p:animEffect transition="in" filter="fade">
                                      <p:cBhvr>
                                        <p:cTn id="91" dur="500"/>
                                        <p:tgtEl>
                                          <p:spTgt spid="77"/>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93"/>
                                        </p:tgtEl>
                                        <p:attrNameLst>
                                          <p:attrName>style.visibility</p:attrName>
                                        </p:attrNameLst>
                                      </p:cBhvr>
                                      <p:to>
                                        <p:strVal val="visible"/>
                                      </p:to>
                                    </p:set>
                                    <p:animEffect transition="in" filter="fade">
                                      <p:cBhvr>
                                        <p:cTn id="96" dur="500"/>
                                        <p:tgtEl>
                                          <p:spTgt spid="93"/>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79"/>
                                        </p:tgtEl>
                                        <p:attrNameLst>
                                          <p:attrName>style.visibility</p:attrName>
                                        </p:attrNameLst>
                                      </p:cBhvr>
                                      <p:to>
                                        <p:strVal val="visible"/>
                                      </p:to>
                                    </p:set>
                                    <p:animEffect transition="in" filter="fade">
                                      <p:cBhvr>
                                        <p:cTn id="101" dur="500"/>
                                        <p:tgtEl>
                                          <p:spTgt spid="79"/>
                                        </p:tgtEl>
                                      </p:cBhvr>
                                    </p:animEffect>
                                  </p:childTnLst>
                                </p:cTn>
                              </p:par>
                              <p:par>
                                <p:cTn id="102" presetID="10" presetClass="entr" presetSubtype="0" fill="hold" nodeType="withEffect">
                                  <p:stCondLst>
                                    <p:cond delay="0"/>
                                  </p:stCondLst>
                                  <p:childTnLst>
                                    <p:set>
                                      <p:cBhvr>
                                        <p:cTn id="103" dur="1" fill="hold">
                                          <p:stCondLst>
                                            <p:cond delay="0"/>
                                          </p:stCondLst>
                                        </p:cTn>
                                        <p:tgtEl>
                                          <p:spTgt spid="80"/>
                                        </p:tgtEl>
                                        <p:attrNameLst>
                                          <p:attrName>style.visibility</p:attrName>
                                        </p:attrNameLst>
                                      </p:cBhvr>
                                      <p:to>
                                        <p:strVal val="visible"/>
                                      </p:to>
                                    </p:set>
                                    <p:animEffect transition="in" filter="fade">
                                      <p:cBhvr>
                                        <p:cTn id="104" dur="500"/>
                                        <p:tgtEl>
                                          <p:spTgt spid="8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1"/>
                                        </p:tgtEl>
                                        <p:attrNameLst>
                                          <p:attrName>style.visibility</p:attrName>
                                        </p:attrNameLst>
                                      </p:cBhvr>
                                      <p:to>
                                        <p:strVal val="visible"/>
                                      </p:to>
                                    </p:set>
                                    <p:animEffect transition="in" filter="fade">
                                      <p:cBhvr>
                                        <p:cTn id="107" dur="500"/>
                                        <p:tgtEl>
                                          <p:spTgt spid="8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82"/>
                                        </p:tgtEl>
                                        <p:attrNameLst>
                                          <p:attrName>style.visibility</p:attrName>
                                        </p:attrNameLst>
                                      </p:cBhvr>
                                      <p:to>
                                        <p:strVal val="visible"/>
                                      </p:to>
                                    </p:set>
                                    <p:animEffect transition="in" filter="fade">
                                      <p:cBhvr>
                                        <p:cTn id="110" dur="500"/>
                                        <p:tgtEl>
                                          <p:spTgt spid="8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83"/>
                                        </p:tgtEl>
                                        <p:attrNameLst>
                                          <p:attrName>style.visibility</p:attrName>
                                        </p:attrNameLst>
                                      </p:cBhvr>
                                      <p:to>
                                        <p:strVal val="visible"/>
                                      </p:to>
                                    </p:set>
                                    <p:animEffect transition="in" filter="fade">
                                      <p:cBhvr>
                                        <p:cTn id="113" dur="500"/>
                                        <p:tgtEl>
                                          <p:spTgt spid="83"/>
                                        </p:tgtEl>
                                      </p:cBhvr>
                                    </p:animEffect>
                                  </p:childTnLst>
                                </p:cTn>
                              </p:par>
                              <p:par>
                                <p:cTn id="114" presetID="10" presetClass="entr" presetSubtype="0" fill="hold" nodeType="withEffect">
                                  <p:stCondLst>
                                    <p:cond delay="0"/>
                                  </p:stCondLst>
                                  <p:childTnLst>
                                    <p:set>
                                      <p:cBhvr>
                                        <p:cTn id="115" dur="1" fill="hold">
                                          <p:stCondLst>
                                            <p:cond delay="0"/>
                                          </p:stCondLst>
                                        </p:cTn>
                                        <p:tgtEl>
                                          <p:spTgt spid="85"/>
                                        </p:tgtEl>
                                        <p:attrNameLst>
                                          <p:attrName>style.visibility</p:attrName>
                                        </p:attrNameLst>
                                      </p:cBhvr>
                                      <p:to>
                                        <p:strVal val="visible"/>
                                      </p:to>
                                    </p:set>
                                    <p:animEffect transition="in" filter="fade">
                                      <p:cBhvr>
                                        <p:cTn id="116" dur="500"/>
                                        <p:tgtEl>
                                          <p:spTgt spid="85"/>
                                        </p:tgtEl>
                                      </p:cBhvr>
                                    </p:animEffect>
                                  </p:childTnLst>
                                </p:cTn>
                              </p:par>
                              <p:par>
                                <p:cTn id="117" presetID="10" presetClass="entr" presetSubtype="0" fill="hold" nodeType="withEffect">
                                  <p:stCondLst>
                                    <p:cond delay="0"/>
                                  </p:stCondLst>
                                  <p:childTnLst>
                                    <p:set>
                                      <p:cBhvr>
                                        <p:cTn id="118" dur="1" fill="hold">
                                          <p:stCondLst>
                                            <p:cond delay="0"/>
                                          </p:stCondLst>
                                        </p:cTn>
                                        <p:tgtEl>
                                          <p:spTgt spid="87"/>
                                        </p:tgtEl>
                                        <p:attrNameLst>
                                          <p:attrName>style.visibility</p:attrName>
                                        </p:attrNameLst>
                                      </p:cBhvr>
                                      <p:to>
                                        <p:strVal val="visible"/>
                                      </p:to>
                                    </p:set>
                                    <p:animEffect transition="in" filter="fade">
                                      <p:cBhvr>
                                        <p:cTn id="119" dur="500"/>
                                        <p:tgtEl>
                                          <p:spTgt spid="8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88"/>
                                        </p:tgtEl>
                                        <p:attrNameLst>
                                          <p:attrName>style.visibility</p:attrName>
                                        </p:attrNameLst>
                                      </p:cBhvr>
                                      <p:to>
                                        <p:strVal val="visible"/>
                                      </p:to>
                                    </p:set>
                                    <p:animEffect transition="in" filter="fade">
                                      <p:cBhvr>
                                        <p:cTn id="122" dur="500"/>
                                        <p:tgtEl>
                                          <p:spTgt spid="88"/>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91"/>
                                        </p:tgtEl>
                                        <p:attrNameLst>
                                          <p:attrName>style.visibility</p:attrName>
                                        </p:attrNameLst>
                                      </p:cBhvr>
                                      <p:to>
                                        <p:strVal val="visible"/>
                                      </p:to>
                                    </p:set>
                                    <p:animEffect transition="in" filter="fade">
                                      <p:cBhvr>
                                        <p:cTn id="125" dur="500"/>
                                        <p:tgtEl>
                                          <p:spTgt spid="91"/>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92"/>
                                        </p:tgtEl>
                                        <p:attrNameLst>
                                          <p:attrName>style.visibility</p:attrName>
                                        </p:attrNameLst>
                                      </p:cBhvr>
                                      <p:to>
                                        <p:strVal val="visible"/>
                                      </p:to>
                                    </p:set>
                                    <p:animEffect transition="in" filter="fade">
                                      <p:cBhvr>
                                        <p:cTn id="128" dur="500"/>
                                        <p:tgtEl>
                                          <p:spTgt spid="92"/>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94"/>
                                        </p:tgtEl>
                                        <p:attrNameLst>
                                          <p:attrName>style.visibility</p:attrName>
                                        </p:attrNameLst>
                                      </p:cBhvr>
                                      <p:to>
                                        <p:strVal val="visible"/>
                                      </p:to>
                                    </p:set>
                                    <p:animEffect transition="in" filter="fade">
                                      <p:cBhvr>
                                        <p:cTn id="133" dur="500"/>
                                        <p:tgtEl>
                                          <p:spTgt spid="94"/>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95"/>
                                        </p:tgtEl>
                                        <p:attrNameLst>
                                          <p:attrName>style.visibility</p:attrName>
                                        </p:attrNameLst>
                                      </p:cBhvr>
                                      <p:to>
                                        <p:strVal val="visible"/>
                                      </p:to>
                                    </p:set>
                                    <p:animEffect transition="in" filter="fade">
                                      <p:cBhvr>
                                        <p:cTn id="138" dur="500"/>
                                        <p:tgtEl>
                                          <p:spTgt spid="95"/>
                                        </p:tgtEl>
                                      </p:cBhvr>
                                    </p:animEffect>
                                  </p:childTnLst>
                                </p:cTn>
                              </p:par>
                              <p:par>
                                <p:cTn id="139" presetID="10" presetClass="entr" presetSubtype="0" fill="hold" nodeType="withEffect">
                                  <p:stCondLst>
                                    <p:cond delay="0"/>
                                  </p:stCondLst>
                                  <p:childTnLst>
                                    <p:set>
                                      <p:cBhvr>
                                        <p:cTn id="140" dur="1" fill="hold">
                                          <p:stCondLst>
                                            <p:cond delay="0"/>
                                          </p:stCondLst>
                                        </p:cTn>
                                        <p:tgtEl>
                                          <p:spTgt spid="96"/>
                                        </p:tgtEl>
                                        <p:attrNameLst>
                                          <p:attrName>style.visibility</p:attrName>
                                        </p:attrNameLst>
                                      </p:cBhvr>
                                      <p:to>
                                        <p:strVal val="visible"/>
                                      </p:to>
                                    </p:set>
                                    <p:animEffect transition="in" filter="fade">
                                      <p:cBhvr>
                                        <p:cTn id="141" dur="500"/>
                                        <p:tgtEl>
                                          <p:spTgt spid="9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97"/>
                                        </p:tgtEl>
                                        <p:attrNameLst>
                                          <p:attrName>style.visibility</p:attrName>
                                        </p:attrNameLst>
                                      </p:cBhvr>
                                      <p:to>
                                        <p:strVal val="visible"/>
                                      </p:to>
                                    </p:set>
                                    <p:animEffect transition="in" filter="fade">
                                      <p:cBhvr>
                                        <p:cTn id="144" dur="500"/>
                                        <p:tgtEl>
                                          <p:spTgt spid="97"/>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98"/>
                                        </p:tgtEl>
                                        <p:attrNameLst>
                                          <p:attrName>style.visibility</p:attrName>
                                        </p:attrNameLst>
                                      </p:cBhvr>
                                      <p:to>
                                        <p:strVal val="visible"/>
                                      </p:to>
                                    </p:set>
                                    <p:animEffect transition="in" filter="fade">
                                      <p:cBhvr>
                                        <p:cTn id="147" dur="500"/>
                                        <p:tgtEl>
                                          <p:spTgt spid="9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99"/>
                                        </p:tgtEl>
                                        <p:attrNameLst>
                                          <p:attrName>style.visibility</p:attrName>
                                        </p:attrNameLst>
                                      </p:cBhvr>
                                      <p:to>
                                        <p:strVal val="visible"/>
                                      </p:to>
                                    </p:set>
                                    <p:animEffect transition="in" filter="fade">
                                      <p:cBhvr>
                                        <p:cTn id="150" dur="500"/>
                                        <p:tgtEl>
                                          <p:spTgt spid="99"/>
                                        </p:tgtEl>
                                      </p:cBhvr>
                                    </p:animEffect>
                                  </p:childTnLst>
                                </p:cTn>
                              </p:par>
                              <p:par>
                                <p:cTn id="151" presetID="10" presetClass="entr" presetSubtype="0" fill="hold" nodeType="withEffect">
                                  <p:stCondLst>
                                    <p:cond delay="0"/>
                                  </p:stCondLst>
                                  <p:childTnLst>
                                    <p:set>
                                      <p:cBhvr>
                                        <p:cTn id="152" dur="1" fill="hold">
                                          <p:stCondLst>
                                            <p:cond delay="0"/>
                                          </p:stCondLst>
                                        </p:cTn>
                                        <p:tgtEl>
                                          <p:spTgt spid="100"/>
                                        </p:tgtEl>
                                        <p:attrNameLst>
                                          <p:attrName>style.visibility</p:attrName>
                                        </p:attrNameLst>
                                      </p:cBhvr>
                                      <p:to>
                                        <p:strVal val="visible"/>
                                      </p:to>
                                    </p:set>
                                    <p:animEffect transition="in" filter="fade">
                                      <p:cBhvr>
                                        <p:cTn id="153" dur="500"/>
                                        <p:tgtEl>
                                          <p:spTgt spid="100"/>
                                        </p:tgtEl>
                                      </p:cBhvr>
                                    </p:animEffect>
                                  </p:childTnLst>
                                </p:cTn>
                              </p:par>
                              <p:par>
                                <p:cTn id="154" presetID="10" presetClass="entr" presetSubtype="0" fill="hold" nodeType="withEffect">
                                  <p:stCondLst>
                                    <p:cond delay="0"/>
                                  </p:stCondLst>
                                  <p:childTnLst>
                                    <p:set>
                                      <p:cBhvr>
                                        <p:cTn id="155" dur="1" fill="hold">
                                          <p:stCondLst>
                                            <p:cond delay="0"/>
                                          </p:stCondLst>
                                        </p:cTn>
                                        <p:tgtEl>
                                          <p:spTgt spid="101"/>
                                        </p:tgtEl>
                                        <p:attrNameLst>
                                          <p:attrName>style.visibility</p:attrName>
                                        </p:attrNameLst>
                                      </p:cBhvr>
                                      <p:to>
                                        <p:strVal val="visible"/>
                                      </p:to>
                                    </p:set>
                                    <p:animEffect transition="in" filter="fade">
                                      <p:cBhvr>
                                        <p:cTn id="156" dur="500"/>
                                        <p:tgtEl>
                                          <p:spTgt spid="101"/>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102"/>
                                        </p:tgtEl>
                                        <p:attrNameLst>
                                          <p:attrName>style.visibility</p:attrName>
                                        </p:attrNameLst>
                                      </p:cBhvr>
                                      <p:to>
                                        <p:strVal val="visible"/>
                                      </p:to>
                                    </p:set>
                                    <p:animEffect transition="in" filter="fade">
                                      <p:cBhvr>
                                        <p:cTn id="159" dur="500"/>
                                        <p:tgtEl>
                                          <p:spTgt spid="102"/>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103"/>
                                        </p:tgtEl>
                                        <p:attrNameLst>
                                          <p:attrName>style.visibility</p:attrName>
                                        </p:attrNameLst>
                                      </p:cBhvr>
                                      <p:to>
                                        <p:strVal val="visible"/>
                                      </p:to>
                                    </p:set>
                                    <p:animEffect transition="in" filter="fade">
                                      <p:cBhvr>
                                        <p:cTn id="162" dur="500"/>
                                        <p:tgtEl>
                                          <p:spTgt spid="103"/>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104"/>
                                        </p:tgtEl>
                                        <p:attrNameLst>
                                          <p:attrName>style.visibility</p:attrName>
                                        </p:attrNameLst>
                                      </p:cBhvr>
                                      <p:to>
                                        <p:strVal val="visible"/>
                                      </p:to>
                                    </p:set>
                                    <p:animEffect transition="in" filter="fade">
                                      <p:cBhvr>
                                        <p:cTn id="165" dur="500"/>
                                        <p:tgtEl>
                                          <p:spTgt spid="104"/>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grpId="0" nodeType="clickEffect">
                                  <p:stCondLst>
                                    <p:cond delay="0"/>
                                  </p:stCondLst>
                                  <p:childTnLst>
                                    <p:set>
                                      <p:cBhvr>
                                        <p:cTn id="169" dur="1" fill="hold">
                                          <p:stCondLst>
                                            <p:cond delay="0"/>
                                          </p:stCondLst>
                                        </p:cTn>
                                        <p:tgtEl>
                                          <p:spTgt spid="107"/>
                                        </p:tgtEl>
                                        <p:attrNameLst>
                                          <p:attrName>style.visibility</p:attrName>
                                        </p:attrNameLst>
                                      </p:cBhvr>
                                      <p:to>
                                        <p:strVal val="visible"/>
                                      </p:to>
                                    </p:set>
                                    <p:animEffect transition="in" filter="fade">
                                      <p:cBhvr>
                                        <p:cTn id="170" dur="500"/>
                                        <p:tgtEl>
                                          <p:spTgt spid="107"/>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4">
                                            <p:txEl>
                                              <p:pRg st="3" end="3"/>
                                            </p:txEl>
                                          </p:spTgt>
                                        </p:tgtEl>
                                        <p:attrNameLst>
                                          <p:attrName>style.visibility</p:attrName>
                                        </p:attrNameLst>
                                      </p:cBhvr>
                                      <p:to>
                                        <p:strVal val="visible"/>
                                      </p:to>
                                    </p:set>
                                    <p:animEffect transition="in" filter="wipe(left)">
                                      <p:cBhvr>
                                        <p:cTn id="175" dur="500"/>
                                        <p:tgtEl>
                                          <p:spTgt spid="4">
                                            <p:txEl>
                                              <p:pRg st="3" end="3"/>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109"/>
                                        </p:tgtEl>
                                        <p:attrNameLst>
                                          <p:attrName>style.visibility</p:attrName>
                                        </p:attrNameLst>
                                      </p:cBhvr>
                                      <p:to>
                                        <p:strVal val="visible"/>
                                      </p:to>
                                    </p:set>
                                    <p:animEffect transition="in" filter="fade">
                                      <p:cBhvr>
                                        <p:cTn id="180" dur="500"/>
                                        <p:tgtEl>
                                          <p:spTgt spid="109"/>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110"/>
                                        </p:tgtEl>
                                        <p:attrNameLst>
                                          <p:attrName>style.visibility</p:attrName>
                                        </p:attrNameLst>
                                      </p:cBhvr>
                                      <p:to>
                                        <p:strVal val="visible"/>
                                      </p:to>
                                    </p:set>
                                    <p:animEffect transition="in" filter="fade">
                                      <p:cBhvr>
                                        <p:cTn id="183" dur="500"/>
                                        <p:tgtEl>
                                          <p:spTgt spid="110"/>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grpId="0" nodeType="clickEffect">
                                  <p:stCondLst>
                                    <p:cond delay="0"/>
                                  </p:stCondLst>
                                  <p:childTnLst>
                                    <p:set>
                                      <p:cBhvr>
                                        <p:cTn id="187" dur="1" fill="hold">
                                          <p:stCondLst>
                                            <p:cond delay="0"/>
                                          </p:stCondLst>
                                        </p:cTn>
                                        <p:tgtEl>
                                          <p:spTgt spid="111"/>
                                        </p:tgtEl>
                                        <p:attrNameLst>
                                          <p:attrName>style.visibility</p:attrName>
                                        </p:attrNameLst>
                                      </p:cBhvr>
                                      <p:to>
                                        <p:strVal val="visible"/>
                                      </p:to>
                                    </p:set>
                                    <p:animEffect transition="in" filter="fade">
                                      <p:cBhvr>
                                        <p:cTn id="188"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bldLvl="0" animBg="1"/>
      <p:bldP spid="10" grpId="0" bldLvl="0" animBg="1"/>
      <p:bldP spid="42" grpId="0"/>
      <p:bldP spid="43" grpId="0"/>
      <p:bldP spid="44" grpId="0"/>
      <p:bldP spid="61" grpId="0"/>
      <p:bldP spid="62" grpId="0"/>
      <p:bldP spid="65" grpId="0" bldLvl="0" animBg="1"/>
      <p:bldP spid="67" grpId="0" bldLvl="0" animBg="1"/>
      <p:bldP spid="68" grpId="0" bldLvl="0" animBg="1"/>
      <p:bldP spid="69" grpId="0" bldLvl="0" animBg="1"/>
      <p:bldP spid="74" grpId="0"/>
      <p:bldP spid="75" grpId="0"/>
      <p:bldP spid="77" grpId="0"/>
      <p:bldP spid="79" grpId="0" bldLvl="0" animBg="1"/>
      <p:bldP spid="81" grpId="0" bldLvl="0" animBg="1"/>
      <p:bldP spid="82" grpId="0" bldLvl="0" animBg="1"/>
      <p:bldP spid="83" grpId="0" bldLvl="0" animBg="1"/>
      <p:bldP spid="88" grpId="0"/>
      <p:bldP spid="91" grpId="0"/>
      <p:bldP spid="92" grpId="0"/>
      <p:bldP spid="93" grpId="0"/>
      <p:bldP spid="94" grpId="0"/>
      <p:bldP spid="95" grpId="0" bldLvl="0" animBg="1"/>
      <p:bldP spid="97" grpId="0" bldLvl="0" animBg="1"/>
      <p:bldP spid="98" grpId="0" bldLvl="0" animBg="1"/>
      <p:bldP spid="99" grpId="0" bldLvl="0" animBg="1"/>
      <p:bldP spid="102" grpId="0"/>
      <p:bldP spid="103" grpId="0"/>
      <p:bldP spid="104" grpId="0"/>
      <p:bldP spid="107" grpId="0"/>
      <p:bldP spid="108" grpId="0"/>
      <p:bldP spid="109" grpId="0"/>
      <p:bldP spid="110" grpId="0"/>
      <p:bldP spid="1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143" name="椭圆 142"/>
          <p:cNvSpPr/>
          <p:nvPr>
            <p:custDataLst>
              <p:tags r:id="rId2"/>
            </p:custDataLst>
          </p:nvPr>
        </p:nvSpPr>
        <p:spPr bwMode="auto">
          <a:xfrm>
            <a:off x="1198103" y="3440900"/>
            <a:ext cx="1000132" cy="785818"/>
          </a:xfrm>
          <a:prstGeom prst="ellipse">
            <a:avLst/>
          </a:prstGeom>
          <a:solidFill>
            <a:srgbClr val="B50988">
              <a:alpha val="20000"/>
            </a:srgbClr>
          </a:solidFill>
          <a:ln w="19050" cap="flat" cmpd="sng">
            <a:solidFill>
              <a:srgbClr val="B50988">
                <a:alpha val="50000"/>
              </a:srgbClr>
            </a:solidFill>
            <a:prstDash val="dash"/>
            <a:round/>
            <a:headEnd type="none" w="med" len="med"/>
            <a:tailEnd type="none" w="med" len="lg"/>
          </a:ln>
          <a:effectLst/>
        </p:spPr>
        <p:txBody>
          <a:bodyPr wrap="none" rtlCol="0" anchor="ctr"/>
          <a:p>
            <a:pPr algn="ctr"/>
            <a:endParaRPr lang="zh-CN" altLang="en-US" dirty="0">
              <a:latin typeface="Consolas" panose="020B0609020204030204" pitchFamily="49" charset="0"/>
              <a:cs typeface="Consolas" panose="020B0609020204030204" pitchFamily="49" charset="0"/>
            </a:endParaRPr>
          </a:p>
        </p:txBody>
      </p:sp>
      <p:sp>
        <p:nvSpPr>
          <p:cNvPr id="144" name="任意多边形 54"/>
          <p:cNvSpPr/>
          <p:nvPr>
            <p:custDataLst>
              <p:tags r:id="rId3"/>
            </p:custDataLst>
          </p:nvPr>
        </p:nvSpPr>
        <p:spPr>
          <a:xfrm>
            <a:off x="698037" y="3218328"/>
            <a:ext cx="3155950" cy="2722901"/>
          </a:xfrm>
          <a:custGeom>
            <a:avLst/>
            <a:gdLst>
              <a:gd name="connsiteX0" fmla="*/ 241300 w 3155950"/>
              <a:gd name="connsiteY0" fmla="*/ 1100667 h 2762250"/>
              <a:gd name="connsiteX1" fmla="*/ 1295400 w 3155950"/>
              <a:gd name="connsiteY1" fmla="*/ 1240367 h 2762250"/>
              <a:gd name="connsiteX2" fmla="*/ 1905000 w 3155950"/>
              <a:gd name="connsiteY2" fmla="*/ 211667 h 2762250"/>
              <a:gd name="connsiteX3" fmla="*/ 2374900 w 3155950"/>
              <a:gd name="connsiteY3" fmla="*/ 110067 h 2762250"/>
              <a:gd name="connsiteX4" fmla="*/ 2832100 w 3155950"/>
              <a:gd name="connsiteY4" fmla="*/ 872067 h 2762250"/>
              <a:gd name="connsiteX5" fmla="*/ 2997200 w 3155950"/>
              <a:gd name="connsiteY5" fmla="*/ 1735667 h 2762250"/>
              <a:gd name="connsiteX6" fmla="*/ 1879600 w 3155950"/>
              <a:gd name="connsiteY6" fmla="*/ 2637367 h 2762250"/>
              <a:gd name="connsiteX7" fmla="*/ 571500 w 3155950"/>
              <a:gd name="connsiteY7" fmla="*/ 2484967 h 2762250"/>
              <a:gd name="connsiteX8" fmla="*/ 63500 w 3155950"/>
              <a:gd name="connsiteY8" fmla="*/ 1735667 h 2762250"/>
              <a:gd name="connsiteX9" fmla="*/ 190500 w 3155950"/>
              <a:gd name="connsiteY9" fmla="*/ 1087967 h 2762250"/>
              <a:gd name="connsiteX0-1" fmla="*/ 241300 w 3155950"/>
              <a:gd name="connsiteY0-2" fmla="*/ 1100667 h 2762250"/>
              <a:gd name="connsiteX1-3" fmla="*/ 1295400 w 3155950"/>
              <a:gd name="connsiteY1-4" fmla="*/ 1240367 h 2762250"/>
              <a:gd name="connsiteX2-5" fmla="*/ 1905000 w 3155950"/>
              <a:gd name="connsiteY2-6" fmla="*/ 211667 h 2762250"/>
              <a:gd name="connsiteX3-7" fmla="*/ 2374900 w 3155950"/>
              <a:gd name="connsiteY3-8" fmla="*/ 110067 h 2762250"/>
              <a:gd name="connsiteX4-9" fmla="*/ 2832100 w 3155950"/>
              <a:gd name="connsiteY4-10" fmla="*/ 872067 h 2762250"/>
              <a:gd name="connsiteX5-11" fmla="*/ 2997200 w 3155950"/>
              <a:gd name="connsiteY5-12" fmla="*/ 1735667 h 2762250"/>
              <a:gd name="connsiteX6-13" fmla="*/ 1879600 w 3155950"/>
              <a:gd name="connsiteY6-14" fmla="*/ 2637367 h 2762250"/>
              <a:gd name="connsiteX7-15" fmla="*/ 571500 w 3155950"/>
              <a:gd name="connsiteY7-16" fmla="*/ 2484967 h 2762250"/>
              <a:gd name="connsiteX8-17" fmla="*/ 63500 w 3155950"/>
              <a:gd name="connsiteY8-18" fmla="*/ 1735667 h 2762250"/>
              <a:gd name="connsiteX9-19" fmla="*/ 190500 w 3155950"/>
              <a:gd name="connsiteY9-20" fmla="*/ 1087967 h 27622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3155950" h="2762250">
                <a:moveTo>
                  <a:pt x="241300" y="1100667"/>
                </a:moveTo>
                <a:cubicBezTo>
                  <a:pt x="629708" y="1244600"/>
                  <a:pt x="1018117" y="1388534"/>
                  <a:pt x="1295400" y="1240367"/>
                </a:cubicBezTo>
                <a:cubicBezTo>
                  <a:pt x="1572683" y="1092200"/>
                  <a:pt x="1725083" y="400050"/>
                  <a:pt x="1905000" y="211667"/>
                </a:cubicBezTo>
                <a:cubicBezTo>
                  <a:pt x="2084917" y="23284"/>
                  <a:pt x="2220384" y="0"/>
                  <a:pt x="2374900" y="110067"/>
                </a:cubicBezTo>
                <a:cubicBezTo>
                  <a:pt x="2529416" y="220134"/>
                  <a:pt x="2728383" y="601134"/>
                  <a:pt x="2832100" y="872067"/>
                </a:cubicBezTo>
                <a:cubicBezTo>
                  <a:pt x="2935817" y="1143000"/>
                  <a:pt x="3155950" y="1441450"/>
                  <a:pt x="2997200" y="1735667"/>
                </a:cubicBezTo>
                <a:cubicBezTo>
                  <a:pt x="2838450" y="2029884"/>
                  <a:pt x="2283883" y="2512484"/>
                  <a:pt x="1879600" y="2637367"/>
                </a:cubicBezTo>
                <a:cubicBezTo>
                  <a:pt x="1475317" y="2762250"/>
                  <a:pt x="874183" y="2635250"/>
                  <a:pt x="571500" y="2484967"/>
                </a:cubicBezTo>
                <a:cubicBezTo>
                  <a:pt x="268817" y="2334684"/>
                  <a:pt x="127000" y="1968500"/>
                  <a:pt x="63500" y="1735667"/>
                </a:cubicBezTo>
                <a:cubicBezTo>
                  <a:pt x="0" y="1502834"/>
                  <a:pt x="95250" y="1295400"/>
                  <a:pt x="190500" y="1087967"/>
                </a:cubicBezTo>
              </a:path>
            </a:pathLst>
          </a:custGeom>
          <a:solidFill>
            <a:schemeClr val="bg1">
              <a:lumMod val="50000"/>
              <a:alpha val="20000"/>
            </a:schemeClr>
          </a:solidFill>
          <a:ln w="19050">
            <a:solidFill>
              <a:schemeClr val="bg1">
                <a:lumMod val="50000"/>
                <a:alpha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latin typeface="Consolas" panose="020B0609020204030204" pitchFamily="49" charset="0"/>
              <a:cs typeface="Consolas" panose="020B0609020204030204" pitchFamily="49" charset="0"/>
            </a:endParaRPr>
          </a:p>
        </p:txBody>
      </p:sp>
      <p:sp>
        <p:nvSpPr>
          <p:cNvPr id="133" name="文本框 132"/>
          <p:cNvSpPr txBox="1"/>
          <p:nvPr>
            <p:custDataLst>
              <p:tags r:id="rId4"/>
            </p:custDataLst>
          </p:nvPr>
        </p:nvSpPr>
        <p:spPr>
          <a:xfrm>
            <a:off x="2027723" y="3523764"/>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28</a:t>
            </a:r>
            <a:endParaRPr lang="zh-CN" altLang="en-US" sz="1600" dirty="0">
              <a:solidFill>
                <a:schemeClr val="tx1">
                  <a:lumMod val="50000"/>
                  <a:lumOff val="50000"/>
                </a:schemeClr>
              </a:solidFill>
            </a:endParaRPr>
          </a:p>
        </p:txBody>
      </p:sp>
      <p:sp>
        <p:nvSpPr>
          <p:cNvPr id="134" name="文本框 133"/>
          <p:cNvSpPr txBox="1"/>
          <p:nvPr>
            <p:custDataLst>
              <p:tags r:id="rId5"/>
            </p:custDataLst>
          </p:nvPr>
        </p:nvSpPr>
        <p:spPr>
          <a:xfrm>
            <a:off x="946615" y="3887500"/>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10</a:t>
            </a:r>
            <a:endParaRPr lang="zh-CN" altLang="en-US" sz="1600" dirty="0">
              <a:solidFill>
                <a:schemeClr val="tx1">
                  <a:lumMod val="50000"/>
                  <a:lumOff val="50000"/>
                </a:schemeClr>
              </a:solidFill>
            </a:endParaRPr>
          </a:p>
        </p:txBody>
      </p:sp>
      <p:sp>
        <p:nvSpPr>
          <p:cNvPr id="135" name="文本框 134"/>
          <p:cNvSpPr txBox="1"/>
          <p:nvPr>
            <p:custDataLst>
              <p:tags r:id="rId6"/>
            </p:custDataLst>
          </p:nvPr>
        </p:nvSpPr>
        <p:spPr>
          <a:xfrm>
            <a:off x="969206"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25</a:t>
            </a:r>
            <a:endParaRPr lang="zh-CN" altLang="en-US" sz="1600" dirty="0">
              <a:solidFill>
                <a:schemeClr val="tx1">
                  <a:lumMod val="50000"/>
                  <a:lumOff val="50000"/>
                </a:schemeClr>
              </a:solidFill>
            </a:endParaRPr>
          </a:p>
        </p:txBody>
      </p:sp>
      <p:sp>
        <p:nvSpPr>
          <p:cNvPr id="136" name="文本框 135"/>
          <p:cNvSpPr txBox="1"/>
          <p:nvPr>
            <p:custDataLst>
              <p:tags r:id="rId7"/>
            </p:custDataLst>
          </p:nvPr>
        </p:nvSpPr>
        <p:spPr>
          <a:xfrm>
            <a:off x="1628848" y="471981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24</a:t>
            </a:r>
            <a:endParaRPr lang="zh-CN" altLang="en-US" sz="1600" dirty="0">
              <a:solidFill>
                <a:schemeClr val="tx1">
                  <a:lumMod val="50000"/>
                  <a:lumOff val="50000"/>
                </a:schemeClr>
              </a:solidFill>
            </a:endParaRPr>
          </a:p>
        </p:txBody>
      </p:sp>
      <p:sp>
        <p:nvSpPr>
          <p:cNvPr id="137" name="文本框 136"/>
          <p:cNvSpPr txBox="1"/>
          <p:nvPr>
            <p:custDataLst>
              <p:tags r:id="rId8"/>
            </p:custDataLst>
          </p:nvPr>
        </p:nvSpPr>
        <p:spPr>
          <a:xfrm>
            <a:off x="2108438" y="397786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14</a:t>
            </a:r>
            <a:endParaRPr lang="zh-CN" altLang="en-US" sz="1600" dirty="0">
              <a:solidFill>
                <a:schemeClr val="tx1">
                  <a:lumMod val="50000"/>
                  <a:lumOff val="50000"/>
                </a:schemeClr>
              </a:solidFill>
            </a:endParaRPr>
          </a:p>
        </p:txBody>
      </p:sp>
      <p:sp>
        <p:nvSpPr>
          <p:cNvPr id="138" name="文本框 137"/>
          <p:cNvSpPr txBox="1"/>
          <p:nvPr>
            <p:custDataLst>
              <p:tags r:id="rId9"/>
            </p:custDataLst>
          </p:nvPr>
        </p:nvSpPr>
        <p:spPr>
          <a:xfrm>
            <a:off x="3000901" y="396717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16</a:t>
            </a:r>
            <a:endParaRPr lang="zh-CN" altLang="en-US" sz="1600" dirty="0">
              <a:solidFill>
                <a:schemeClr val="tx1">
                  <a:lumMod val="50000"/>
                  <a:lumOff val="50000"/>
                </a:schemeClr>
              </a:solidFill>
            </a:endParaRPr>
          </a:p>
        </p:txBody>
      </p:sp>
      <p:sp>
        <p:nvSpPr>
          <p:cNvPr id="139" name="文本框 138"/>
          <p:cNvSpPr txBox="1"/>
          <p:nvPr>
            <p:custDataLst>
              <p:tags r:id="rId10"/>
            </p:custDataLst>
          </p:nvPr>
        </p:nvSpPr>
        <p:spPr>
          <a:xfrm>
            <a:off x="3019402"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12</a:t>
            </a:r>
            <a:endParaRPr lang="zh-CN" altLang="en-US" sz="1600" dirty="0">
              <a:solidFill>
                <a:schemeClr val="tx1">
                  <a:lumMod val="50000"/>
                  <a:lumOff val="50000"/>
                </a:schemeClr>
              </a:solidFill>
            </a:endParaRPr>
          </a:p>
        </p:txBody>
      </p:sp>
      <p:sp>
        <p:nvSpPr>
          <p:cNvPr id="140" name="文本框 139"/>
          <p:cNvSpPr txBox="1"/>
          <p:nvPr>
            <p:custDataLst>
              <p:tags r:id="rId11"/>
            </p:custDataLst>
          </p:nvPr>
        </p:nvSpPr>
        <p:spPr>
          <a:xfrm>
            <a:off x="2528517" y="474783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18</a:t>
            </a:r>
            <a:endParaRPr lang="zh-CN" altLang="en-US" sz="1600" dirty="0">
              <a:solidFill>
                <a:schemeClr val="tx1">
                  <a:lumMod val="50000"/>
                  <a:lumOff val="50000"/>
                </a:schemeClr>
              </a:solidFill>
            </a:endParaRPr>
          </a:p>
        </p:txBody>
      </p:sp>
      <p:sp>
        <p:nvSpPr>
          <p:cNvPr id="141" name="文本框 140"/>
          <p:cNvSpPr txBox="1"/>
          <p:nvPr>
            <p:custDataLst>
              <p:tags r:id="rId12"/>
            </p:custDataLst>
          </p:nvPr>
        </p:nvSpPr>
        <p:spPr>
          <a:xfrm>
            <a:off x="2040910" y="5353272"/>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22</a:t>
            </a:r>
            <a:endParaRPr lang="zh-CN" altLang="en-US" sz="1600" dirty="0">
              <a:solidFill>
                <a:schemeClr val="tx1">
                  <a:lumMod val="50000"/>
                  <a:lumOff val="50000"/>
                </a:schemeClr>
              </a:solidFill>
            </a:endParaRPr>
          </a:p>
        </p:txBody>
      </p:sp>
      <p:sp>
        <p:nvSpPr>
          <p:cNvPr id="2" name="文本框 1"/>
          <p:cNvSpPr txBox="1"/>
          <p:nvPr>
            <p:custDataLst>
              <p:tags r:id="rId13"/>
            </p:custDataLst>
          </p:nvPr>
        </p:nvSpPr>
        <p:spPr>
          <a:xfrm>
            <a:off x="0" y="719822"/>
            <a:ext cx="8010525"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普里姆</a:t>
            </a:r>
            <a:r>
              <a:rPr kumimoji="1" lang="en-US" altLang="zh-CN" sz="2000" b="1" dirty="0">
                <a:solidFill>
                  <a:srgbClr val="0099BC"/>
                </a:solidFill>
                <a:latin typeface="+mn-ea"/>
                <a:cs typeface="Consolas" panose="020B0609020204030204" pitchFamily="49" charset="0"/>
              </a:rPr>
              <a:t>(Prim)</a:t>
            </a:r>
            <a:r>
              <a:rPr kumimoji="1" lang="zh-CN" altLang="en-US" sz="2000" b="1" dirty="0">
                <a:solidFill>
                  <a:srgbClr val="0099BC"/>
                </a:solidFill>
                <a:latin typeface="+mn-ea"/>
                <a:cs typeface="Consolas" panose="020B0609020204030204" pitchFamily="49" charset="0"/>
              </a:rPr>
              <a:t>算法是一种构造性算法，用于构造最小生成树</a:t>
            </a:r>
            <a:endParaRPr lang="zh-CN" altLang="en-US" sz="2000" b="1" dirty="0">
              <a:solidFill>
                <a:srgbClr val="0099BC"/>
              </a:solidFill>
              <a:latin typeface="+mn-ea"/>
            </a:endParaRPr>
          </a:p>
        </p:txBody>
      </p:sp>
      <p:sp>
        <p:nvSpPr>
          <p:cNvPr id="12" name="文本框 11"/>
          <p:cNvSpPr txBox="1"/>
          <p:nvPr>
            <p:custDataLst>
              <p:tags r:id="rId14"/>
            </p:custDataLst>
          </p:nvPr>
        </p:nvSpPr>
        <p:spPr>
          <a:xfrm>
            <a:off x="0" y="1110365"/>
            <a:ext cx="9144000" cy="2095510"/>
          </a:xfrm>
          <a:prstGeom prst="rect">
            <a:avLst/>
          </a:prstGeom>
          <a:noFill/>
        </p:spPr>
        <p:txBody>
          <a:bodyPr wrap="square">
            <a:spAutoFit/>
          </a:bodyPr>
          <a:p>
            <a:pPr>
              <a:lnSpc>
                <a:spcPct val="120000"/>
              </a:lnSpc>
            </a:pPr>
            <a:r>
              <a:rPr lang="zh-CN" altLang="en-US" sz="2000" b="1" dirty="0"/>
              <a:t>普里姆算法的步骤如下</a:t>
            </a:r>
            <a:r>
              <a:rPr lang="en-US" altLang="zh-CN" sz="2000" b="1" dirty="0">
                <a:sym typeface="Wingdings" panose="05000000000000000000" pitchFamily="2" charset="2"/>
              </a:rPr>
              <a:t> -&gt; </a:t>
            </a:r>
            <a:r>
              <a:rPr lang="en-US" altLang="zh-CN" sz="2000" b="1" dirty="0">
                <a:solidFill>
                  <a:srgbClr val="B50988"/>
                </a:solidFill>
                <a:sym typeface="Wingdings" panose="05000000000000000000" pitchFamily="2" charset="2"/>
              </a:rPr>
              <a:t>U:</a:t>
            </a:r>
            <a:r>
              <a:rPr lang="zh-CN" altLang="en-US" sz="2000" b="1" dirty="0">
                <a:solidFill>
                  <a:srgbClr val="B50988"/>
                </a:solidFill>
                <a:sym typeface="Wingdings" panose="05000000000000000000" pitchFamily="2" charset="2"/>
              </a:rPr>
              <a:t> 生成树集合</a:t>
            </a:r>
            <a:r>
              <a:rPr lang="zh-CN" altLang="en-US" sz="2000" b="1" dirty="0">
                <a:sym typeface="Wingdings" panose="05000000000000000000" pitchFamily="2" charset="2"/>
              </a:rPr>
              <a:t>；</a:t>
            </a:r>
            <a:r>
              <a:rPr lang="en-US" altLang="zh-CN" sz="2000" b="1" dirty="0">
                <a:solidFill>
                  <a:schemeClr val="tx1">
                    <a:lumMod val="65000"/>
                    <a:lumOff val="35000"/>
                  </a:schemeClr>
                </a:solidFill>
                <a:sym typeface="Wingdings" panose="05000000000000000000" pitchFamily="2" charset="2"/>
              </a:rPr>
              <a:t>V-U: </a:t>
            </a:r>
            <a:r>
              <a:rPr lang="zh-CN" altLang="en-US" sz="2000" b="1" dirty="0">
                <a:solidFill>
                  <a:schemeClr val="tx1">
                    <a:lumMod val="65000"/>
                    <a:lumOff val="35000"/>
                  </a:schemeClr>
                </a:solidFill>
                <a:sym typeface="Wingdings" panose="05000000000000000000" pitchFamily="2" charset="2"/>
              </a:rPr>
              <a:t>未生成树集合</a:t>
            </a:r>
            <a:endParaRPr lang="en-US" altLang="zh-CN" sz="2000" b="1" dirty="0">
              <a:solidFill>
                <a:schemeClr val="tx1">
                  <a:lumMod val="65000"/>
                  <a:lumOff val="35000"/>
                </a:schemeClr>
              </a:solidFill>
            </a:endParaRPr>
          </a:p>
          <a:p>
            <a:pPr marL="285750" indent="-285750">
              <a:lnSpc>
                <a:spcPct val="120000"/>
              </a:lnSpc>
              <a:buFont typeface="Wingdings" panose="05000000000000000000" pitchFamily="2" charset="2"/>
              <a:buChar char="n"/>
            </a:pPr>
            <a:r>
              <a:rPr lang="zh-CN" altLang="en-US" dirty="0"/>
              <a:t>选择权值最小边的一个顶点</a:t>
            </a:r>
            <a:r>
              <a:rPr lang="en-US" altLang="zh-CN" dirty="0"/>
              <a:t>u</a:t>
            </a:r>
            <a:r>
              <a:rPr lang="zh-CN" altLang="en-US" dirty="0"/>
              <a:t>，初始化</a:t>
            </a:r>
            <a:r>
              <a:rPr lang="en-US" altLang="zh-CN" b="1" dirty="0">
                <a:solidFill>
                  <a:srgbClr val="B50988"/>
                </a:solidFill>
              </a:rPr>
              <a:t>U={u}</a:t>
            </a:r>
            <a:endParaRPr lang="zh-CN" altLang="en-US" b="1" dirty="0">
              <a:solidFill>
                <a:srgbClr val="B50988"/>
              </a:solidFill>
            </a:endParaRPr>
          </a:p>
          <a:p>
            <a:pPr marL="285750" indent="-285750">
              <a:lnSpc>
                <a:spcPct val="120000"/>
              </a:lnSpc>
              <a:buFont typeface="Wingdings" panose="05000000000000000000" pitchFamily="2" charset="2"/>
              <a:buChar char="n"/>
            </a:pPr>
            <a:r>
              <a:rPr lang="zh-CN" altLang="en-US" dirty="0"/>
              <a:t>在所有连接在</a:t>
            </a:r>
            <a:r>
              <a:rPr lang="en-US" altLang="zh-CN" b="1" dirty="0">
                <a:solidFill>
                  <a:srgbClr val="B50988"/>
                </a:solidFill>
              </a:rPr>
              <a:t>u</a:t>
            </a:r>
            <a:r>
              <a:rPr lang="zh-CN" altLang="en-US" dirty="0"/>
              <a:t>的边中挑选权值最小的边，设该边在</a:t>
            </a:r>
            <a:r>
              <a:rPr lang="en-US" altLang="zh-CN" b="1" dirty="0">
                <a:solidFill>
                  <a:schemeClr val="tx1">
                    <a:lumMod val="65000"/>
                    <a:lumOff val="35000"/>
                  </a:schemeClr>
                </a:solidFill>
              </a:rPr>
              <a:t>V-U</a:t>
            </a:r>
            <a:r>
              <a:rPr lang="zh-CN" altLang="en-US" dirty="0"/>
              <a:t>中的顶点是</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，将</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加入</a:t>
            </a:r>
            <a:r>
              <a:rPr lang="en-US" altLang="zh-CN" b="1" dirty="0">
                <a:solidFill>
                  <a:srgbClr val="B50988"/>
                </a:solidFill>
              </a:rPr>
              <a:t>U</a:t>
            </a:r>
            <a:r>
              <a:rPr lang="zh-CN" altLang="en-US" dirty="0"/>
              <a:t>中</a:t>
            </a:r>
            <a:endParaRPr lang="zh-CN" altLang="en-US" dirty="0"/>
          </a:p>
          <a:p>
            <a:pPr marL="285750" indent="-285750">
              <a:lnSpc>
                <a:spcPct val="120000"/>
              </a:lnSpc>
              <a:buFont typeface="Wingdings" panose="05000000000000000000" pitchFamily="2" charset="2"/>
              <a:buChar char="n"/>
            </a:pPr>
            <a:r>
              <a:rPr lang="zh-CN" altLang="en-US" b="1" dirty="0">
                <a:solidFill>
                  <a:srgbClr val="B50988"/>
                </a:solidFill>
                <a:latin typeface="+mn-ea"/>
              </a:rPr>
              <a:t>在所有的</a:t>
            </a:r>
            <a:r>
              <a:rPr lang="en-US" altLang="zh-CN" b="1" dirty="0">
                <a:solidFill>
                  <a:srgbClr val="B50988"/>
                </a:solidFill>
                <a:latin typeface="+mn-ea"/>
              </a:rPr>
              <a:t>U</a:t>
            </a:r>
            <a:r>
              <a:rPr lang="zh-CN" altLang="en-US" b="1" dirty="0">
                <a:solidFill>
                  <a:srgbClr val="B50988"/>
                </a:solidFill>
                <a:latin typeface="+mn-ea"/>
              </a:rPr>
              <a:t>中顶点</a:t>
            </a:r>
            <a:r>
              <a:rPr lang="zh-CN" altLang="en-US" dirty="0">
                <a:latin typeface="+mn-ea"/>
              </a:rPr>
              <a:t>和</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中顶点</a:t>
            </a:r>
            <a:r>
              <a:rPr lang="zh-CN" altLang="en-US" dirty="0">
                <a:latin typeface="+mn-ea"/>
              </a:rPr>
              <a:t>的边选取权值最小的边，</a:t>
            </a:r>
            <a:r>
              <a:rPr lang="zh-CN" altLang="en-US" dirty="0"/>
              <a:t>设该边在</a:t>
            </a:r>
            <a:r>
              <a:rPr lang="en-US" altLang="zh-CN" b="1" dirty="0">
                <a:solidFill>
                  <a:schemeClr val="tx1">
                    <a:lumMod val="65000"/>
                    <a:lumOff val="35000"/>
                  </a:schemeClr>
                </a:solidFill>
              </a:rPr>
              <a:t>V-U</a:t>
            </a:r>
            <a:r>
              <a:rPr lang="zh-CN" altLang="en-US" dirty="0"/>
              <a:t>中的顶点是</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，将</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加入</a:t>
            </a:r>
            <a:r>
              <a:rPr lang="en-US" altLang="zh-CN" b="1" dirty="0">
                <a:solidFill>
                  <a:srgbClr val="B50988"/>
                </a:solidFill>
              </a:rPr>
              <a:t>U</a:t>
            </a:r>
            <a:r>
              <a:rPr lang="zh-CN" altLang="en-US" dirty="0"/>
              <a:t>中</a:t>
            </a:r>
            <a:endParaRPr lang="en-US" altLang="zh-CN" b="1" dirty="0">
              <a:solidFill>
                <a:srgbClr val="FF0000"/>
              </a:solidFill>
              <a:latin typeface="+mn-ea"/>
            </a:endParaRPr>
          </a:p>
          <a:p>
            <a:pPr marL="285750" indent="-285750">
              <a:lnSpc>
                <a:spcPct val="120000"/>
              </a:lnSpc>
              <a:buFont typeface="Wingdings" panose="05000000000000000000" pitchFamily="2" charset="2"/>
              <a:buChar char="n"/>
            </a:pPr>
            <a:r>
              <a:rPr lang="zh-CN" altLang="en-US" dirty="0">
                <a:latin typeface="+mn-ea"/>
              </a:rPr>
              <a:t>一直持续上述操作直到</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集合</a:t>
            </a:r>
            <a:r>
              <a:rPr lang="zh-CN" altLang="en-US" dirty="0">
                <a:latin typeface="+mn-ea"/>
              </a:rPr>
              <a:t>为空</a:t>
            </a:r>
            <a:endParaRPr lang="zh-CN" altLang="en-US" dirty="0"/>
          </a:p>
        </p:txBody>
      </p:sp>
      <p:sp>
        <p:nvSpPr>
          <p:cNvPr id="13" name="Oval 31"/>
          <p:cNvSpPr>
            <a:spLocks noChangeArrowheads="1"/>
          </p:cNvSpPr>
          <p:nvPr>
            <p:custDataLst>
              <p:tags r:id="rId15"/>
            </p:custDataLst>
          </p:nvPr>
        </p:nvSpPr>
        <p:spPr bwMode="auto">
          <a:xfrm>
            <a:off x="1456619" y="3609869"/>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5" name="Oval 31"/>
          <p:cNvSpPr>
            <a:spLocks noChangeArrowheads="1"/>
          </p:cNvSpPr>
          <p:nvPr>
            <p:custDataLst>
              <p:tags r:id="rId16"/>
            </p:custDataLst>
          </p:nvPr>
        </p:nvSpPr>
        <p:spPr bwMode="auto">
          <a:xfrm>
            <a:off x="894644" y="44766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6" name="Oval 31"/>
          <p:cNvSpPr>
            <a:spLocks noChangeArrowheads="1"/>
          </p:cNvSpPr>
          <p:nvPr>
            <p:custDataLst>
              <p:tags r:id="rId17"/>
            </p:custDataLst>
          </p:nvPr>
        </p:nvSpPr>
        <p:spPr bwMode="auto">
          <a:xfrm>
            <a:off x="154234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2" name="Oval 31"/>
          <p:cNvSpPr>
            <a:spLocks noChangeArrowheads="1"/>
          </p:cNvSpPr>
          <p:nvPr>
            <p:custDataLst>
              <p:tags r:id="rId18"/>
            </p:custDataLst>
          </p:nvPr>
        </p:nvSpPr>
        <p:spPr bwMode="auto">
          <a:xfrm>
            <a:off x="251389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3" name="Oval 31"/>
          <p:cNvSpPr>
            <a:spLocks noChangeArrowheads="1"/>
          </p:cNvSpPr>
          <p:nvPr>
            <p:custDataLst>
              <p:tags r:id="rId19"/>
            </p:custDataLst>
          </p:nvPr>
        </p:nvSpPr>
        <p:spPr bwMode="auto">
          <a:xfrm>
            <a:off x="209605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8" name="Oval 31"/>
          <p:cNvSpPr>
            <a:spLocks noChangeArrowheads="1"/>
          </p:cNvSpPr>
          <p:nvPr>
            <p:custDataLst>
              <p:tags r:id="rId20"/>
            </p:custDataLst>
          </p:nvPr>
        </p:nvSpPr>
        <p:spPr bwMode="auto">
          <a:xfrm>
            <a:off x="296659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9" name="Oval 31"/>
          <p:cNvSpPr>
            <a:spLocks noChangeArrowheads="1"/>
          </p:cNvSpPr>
          <p:nvPr>
            <p:custDataLst>
              <p:tags r:id="rId21"/>
            </p:custDataLst>
          </p:nvPr>
        </p:nvSpPr>
        <p:spPr bwMode="auto">
          <a:xfrm>
            <a:off x="258237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76" name="直接连接符 75"/>
          <p:cNvCxnSpPr>
            <a:stCxn id="19" idx="2"/>
            <a:endCxn id="13" idx="6"/>
          </p:cNvCxnSpPr>
          <p:nvPr>
            <p:custDataLst>
              <p:tags r:id="rId22"/>
            </p:custDataLst>
          </p:nvPr>
        </p:nvCxnSpPr>
        <p:spPr>
          <a:xfrm flipH="1" flipV="1">
            <a:off x="1909324" y="3836222"/>
            <a:ext cx="673049" cy="345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9" idx="5"/>
            <a:endCxn id="18" idx="0"/>
          </p:cNvCxnSpPr>
          <p:nvPr>
            <p:custDataLst>
              <p:tags r:id="rId23"/>
            </p:custDataLst>
          </p:nvPr>
        </p:nvCxnSpPr>
        <p:spPr>
          <a:xfrm>
            <a:off x="2968781" y="3999732"/>
            <a:ext cx="224171"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8" idx="4"/>
            <a:endCxn id="72" idx="6"/>
          </p:cNvCxnSpPr>
          <p:nvPr>
            <p:custDataLst>
              <p:tags r:id="rId24"/>
            </p:custDataLst>
          </p:nvPr>
        </p:nvCxnSpPr>
        <p:spPr>
          <a:xfrm flipH="1">
            <a:off x="2966599" y="4877426"/>
            <a:ext cx="226353" cy="54947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73" idx="5"/>
            <a:endCxn id="72" idx="0"/>
          </p:cNvCxnSpPr>
          <p:nvPr>
            <p:custDataLst>
              <p:tags r:id="rId25"/>
            </p:custDataLst>
          </p:nvPr>
        </p:nvCxnSpPr>
        <p:spPr>
          <a:xfrm>
            <a:off x="2482462" y="4811129"/>
            <a:ext cx="257785"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9" idx="3"/>
            <a:endCxn id="73" idx="0"/>
          </p:cNvCxnSpPr>
          <p:nvPr>
            <p:custDataLst>
              <p:tags r:id="rId26"/>
            </p:custDataLst>
          </p:nvPr>
        </p:nvCxnSpPr>
        <p:spPr>
          <a:xfrm flipH="1">
            <a:off x="2322407" y="3999732"/>
            <a:ext cx="326263"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73" idx="3"/>
            <a:endCxn id="16" idx="0"/>
          </p:cNvCxnSpPr>
          <p:nvPr>
            <p:custDataLst>
              <p:tags r:id="rId27"/>
            </p:custDataLst>
          </p:nvPr>
        </p:nvCxnSpPr>
        <p:spPr>
          <a:xfrm flipH="1">
            <a:off x="1768697" y="4811129"/>
            <a:ext cx="393654"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6" idx="2"/>
            <a:endCxn id="15" idx="4"/>
          </p:cNvCxnSpPr>
          <p:nvPr>
            <p:custDataLst>
              <p:tags r:id="rId28"/>
            </p:custDataLst>
          </p:nvPr>
        </p:nvCxnSpPr>
        <p:spPr>
          <a:xfrm flipH="1" flipV="1">
            <a:off x="1120997" y="4929349"/>
            <a:ext cx="421347" cy="497548"/>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72" idx="2"/>
            <a:endCxn id="16" idx="6"/>
          </p:cNvCxnSpPr>
          <p:nvPr>
            <p:custDataLst>
              <p:tags r:id="rId29"/>
            </p:custDataLst>
          </p:nvPr>
        </p:nvCxnSpPr>
        <p:spPr>
          <a:xfrm flipH="1">
            <a:off x="1995049" y="5426897"/>
            <a:ext cx="518845"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3" idx="2"/>
            <a:endCxn id="15" idx="0"/>
          </p:cNvCxnSpPr>
          <p:nvPr>
            <p:custDataLst>
              <p:tags r:id="rId30"/>
            </p:custDataLst>
          </p:nvPr>
        </p:nvCxnSpPr>
        <p:spPr>
          <a:xfrm flipH="1">
            <a:off x="1120997" y="3836222"/>
            <a:ext cx="335622" cy="64042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7" name="Oval 31"/>
          <p:cNvSpPr>
            <a:spLocks noChangeArrowheads="1"/>
          </p:cNvSpPr>
          <p:nvPr>
            <p:custDataLst>
              <p:tags r:id="rId31"/>
            </p:custDataLst>
          </p:nvPr>
        </p:nvSpPr>
        <p:spPr bwMode="auto">
          <a:xfrm>
            <a:off x="5951049" y="3609869"/>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18" name="Oval 31"/>
          <p:cNvSpPr>
            <a:spLocks noChangeArrowheads="1"/>
          </p:cNvSpPr>
          <p:nvPr>
            <p:custDataLst>
              <p:tags r:id="rId32"/>
            </p:custDataLst>
          </p:nvPr>
        </p:nvSpPr>
        <p:spPr bwMode="auto">
          <a:xfrm>
            <a:off x="5389074" y="44766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19" name="Oval 31"/>
          <p:cNvSpPr>
            <a:spLocks noChangeArrowheads="1"/>
          </p:cNvSpPr>
          <p:nvPr>
            <p:custDataLst>
              <p:tags r:id="rId33"/>
            </p:custDataLst>
          </p:nvPr>
        </p:nvSpPr>
        <p:spPr bwMode="auto">
          <a:xfrm>
            <a:off x="603677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20" name="Oval 31"/>
          <p:cNvSpPr>
            <a:spLocks noChangeArrowheads="1"/>
          </p:cNvSpPr>
          <p:nvPr>
            <p:custDataLst>
              <p:tags r:id="rId34"/>
            </p:custDataLst>
          </p:nvPr>
        </p:nvSpPr>
        <p:spPr bwMode="auto">
          <a:xfrm>
            <a:off x="700832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21" name="Oval 31"/>
          <p:cNvSpPr>
            <a:spLocks noChangeArrowheads="1"/>
          </p:cNvSpPr>
          <p:nvPr>
            <p:custDataLst>
              <p:tags r:id="rId35"/>
            </p:custDataLst>
          </p:nvPr>
        </p:nvSpPr>
        <p:spPr bwMode="auto">
          <a:xfrm>
            <a:off x="659048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22" name="Oval 31"/>
          <p:cNvSpPr>
            <a:spLocks noChangeArrowheads="1"/>
          </p:cNvSpPr>
          <p:nvPr>
            <p:custDataLst>
              <p:tags r:id="rId36"/>
            </p:custDataLst>
          </p:nvPr>
        </p:nvSpPr>
        <p:spPr bwMode="auto">
          <a:xfrm>
            <a:off x="746102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23" name="Oval 31"/>
          <p:cNvSpPr>
            <a:spLocks noChangeArrowheads="1"/>
          </p:cNvSpPr>
          <p:nvPr>
            <p:custDataLst>
              <p:tags r:id="rId37"/>
            </p:custDataLst>
          </p:nvPr>
        </p:nvSpPr>
        <p:spPr bwMode="auto">
          <a:xfrm>
            <a:off x="707680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42" name="矩形: 圆角 141"/>
          <p:cNvSpPr/>
          <p:nvPr>
            <p:custDataLst>
              <p:tags r:id="rId38"/>
            </p:custDataLst>
          </p:nvPr>
        </p:nvSpPr>
        <p:spPr>
          <a:xfrm>
            <a:off x="342528" y="1553361"/>
            <a:ext cx="4594353" cy="270000"/>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 name="矩形: 圆角 144"/>
          <p:cNvSpPr/>
          <p:nvPr>
            <p:custDataLst>
              <p:tags r:id="rId39"/>
            </p:custDataLst>
          </p:nvPr>
        </p:nvSpPr>
        <p:spPr>
          <a:xfrm>
            <a:off x="342528" y="1886364"/>
            <a:ext cx="8622178" cy="270000"/>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 name="文本框 149"/>
          <p:cNvSpPr txBox="1"/>
          <p:nvPr>
            <p:custDataLst>
              <p:tags r:id="rId40"/>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sym typeface="Wingdings" panose="05000000000000000000" pitchFamily="2" charset="2"/>
              </a:rPr>
              <a:t>         U	={  }</a:t>
            </a:r>
            <a:endParaRPr lang="en-US" altLang="zh-CN" sz="2000" b="1" dirty="0">
              <a:solidFill>
                <a:srgbClr val="B50988"/>
              </a:solidFill>
              <a:sym typeface="Wingdings" panose="05000000000000000000" pitchFamily="2" charset="2"/>
            </a:endParaRPr>
          </a:p>
          <a:p>
            <a:pPr>
              <a:lnSpc>
                <a:spcPct val="110000"/>
              </a:lnSpc>
            </a:pPr>
            <a:r>
              <a:rPr lang="en-US" altLang="zh-CN" sz="2000" b="1" dirty="0">
                <a:solidFill>
                  <a:schemeClr val="tx1">
                    <a:lumMod val="65000"/>
                    <a:lumOff val="35000"/>
                  </a:schemeClr>
                </a:solidFill>
                <a:sym typeface="Wingdings" panose="05000000000000000000" pitchFamily="2" charset="2"/>
              </a:rPr>
              <a:t>     V-U	={ 0, 1, 2, 3, 4, 5, 6 }</a:t>
            </a:r>
            <a:endParaRPr lang="zh-CN" altLang="en-US" sz="2000" dirty="0"/>
          </a:p>
        </p:txBody>
      </p:sp>
      <p:sp>
        <p:nvSpPr>
          <p:cNvPr id="28" name="文本框 27"/>
          <p:cNvSpPr txBox="1"/>
          <p:nvPr>
            <p:custDataLst>
              <p:tags r:id="rId41"/>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sym typeface="Wingdings" panose="05000000000000000000" pitchFamily="2" charset="2"/>
              </a:rPr>
              <a:t>         U	={ 0 }</a:t>
            </a:r>
            <a:endParaRPr lang="en-US" altLang="zh-CN" sz="2000" b="1" dirty="0">
              <a:solidFill>
                <a:srgbClr val="B50988"/>
              </a:solidFill>
              <a:sym typeface="Wingdings" panose="05000000000000000000" pitchFamily="2" charset="2"/>
            </a:endParaRPr>
          </a:p>
          <a:p>
            <a:pPr>
              <a:lnSpc>
                <a:spcPct val="110000"/>
              </a:lnSpc>
            </a:pPr>
            <a:r>
              <a:rPr lang="en-US" altLang="zh-CN" sz="2000" b="1" dirty="0">
                <a:solidFill>
                  <a:schemeClr val="tx1">
                    <a:lumMod val="65000"/>
                    <a:lumOff val="35000"/>
                  </a:schemeClr>
                </a:solidFill>
                <a:sym typeface="Wingdings" panose="05000000000000000000" pitchFamily="2" charset="2"/>
              </a:rPr>
              <a:t>     V-U	={ 1, 2, 3, 4, 5, 6 }</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3"/>
                                        </p:tgtEl>
                                        <p:attrNameLst>
                                          <p:attrName>style.visibility</p:attrName>
                                        </p:attrNameLst>
                                      </p:cBhvr>
                                      <p:to>
                                        <p:strVal val="visible"/>
                                      </p:to>
                                    </p:set>
                                    <p:animEffect transition="in" filter="fade">
                                      <p:cBhvr>
                                        <p:cTn id="32" dur="500"/>
                                        <p:tgtEl>
                                          <p:spTgt spid="1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5"/>
                                        </p:tgtEl>
                                        <p:attrNameLst>
                                          <p:attrName>style.visibility</p:attrName>
                                        </p:attrNameLst>
                                      </p:cBhvr>
                                      <p:to>
                                        <p:strVal val="visible"/>
                                      </p:to>
                                    </p:set>
                                    <p:animEffect transition="in" filter="fade">
                                      <p:cBhvr>
                                        <p:cTn id="35" dur="500"/>
                                        <p:tgtEl>
                                          <p:spTgt spid="1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6"/>
                                        </p:tgtEl>
                                        <p:attrNameLst>
                                          <p:attrName>style.visibility</p:attrName>
                                        </p:attrNameLst>
                                      </p:cBhvr>
                                      <p:to>
                                        <p:strVal val="visible"/>
                                      </p:to>
                                    </p:set>
                                    <p:animEffect transition="in" filter="fade">
                                      <p:cBhvr>
                                        <p:cTn id="38" dur="500"/>
                                        <p:tgtEl>
                                          <p:spTgt spid="1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7"/>
                                        </p:tgtEl>
                                        <p:attrNameLst>
                                          <p:attrName>style.visibility</p:attrName>
                                        </p:attrNameLst>
                                      </p:cBhvr>
                                      <p:to>
                                        <p:strVal val="visible"/>
                                      </p:to>
                                    </p:set>
                                    <p:animEffect transition="in" filter="fade">
                                      <p:cBhvr>
                                        <p:cTn id="41" dur="500"/>
                                        <p:tgtEl>
                                          <p:spTgt spid="1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8"/>
                                        </p:tgtEl>
                                        <p:attrNameLst>
                                          <p:attrName>style.visibility</p:attrName>
                                        </p:attrNameLst>
                                      </p:cBhvr>
                                      <p:to>
                                        <p:strVal val="visible"/>
                                      </p:to>
                                    </p:set>
                                    <p:animEffect transition="in" filter="fade">
                                      <p:cBhvr>
                                        <p:cTn id="44" dur="500"/>
                                        <p:tgtEl>
                                          <p:spTgt spid="13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39"/>
                                        </p:tgtEl>
                                        <p:attrNameLst>
                                          <p:attrName>style.visibility</p:attrName>
                                        </p:attrNameLst>
                                      </p:cBhvr>
                                      <p:to>
                                        <p:strVal val="visible"/>
                                      </p:to>
                                    </p:set>
                                    <p:animEffect transition="in" filter="fade">
                                      <p:cBhvr>
                                        <p:cTn id="47" dur="500"/>
                                        <p:tgtEl>
                                          <p:spTgt spid="1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0"/>
                                        </p:tgtEl>
                                        <p:attrNameLst>
                                          <p:attrName>style.visibility</p:attrName>
                                        </p:attrNameLst>
                                      </p:cBhvr>
                                      <p:to>
                                        <p:strVal val="visible"/>
                                      </p:to>
                                    </p:set>
                                    <p:animEffect transition="in" filter="fade">
                                      <p:cBhvr>
                                        <p:cTn id="50" dur="500"/>
                                        <p:tgtEl>
                                          <p:spTgt spid="1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41"/>
                                        </p:tgtEl>
                                        <p:attrNameLst>
                                          <p:attrName>style.visibility</p:attrName>
                                        </p:attrNameLst>
                                      </p:cBhvr>
                                      <p:to>
                                        <p:strVal val="visible"/>
                                      </p:to>
                                    </p:set>
                                    <p:animEffect transition="in" filter="fade">
                                      <p:cBhvr>
                                        <p:cTn id="53" dur="500"/>
                                        <p:tgtEl>
                                          <p:spTgt spid="141"/>
                                        </p:tgtEl>
                                      </p:cBhvr>
                                    </p:animEffect>
                                  </p:childTnLst>
                                </p:cTn>
                              </p:par>
                              <p:par>
                                <p:cTn id="54" presetID="10" presetClass="entr" presetSubtype="0" fill="hold" grpId="1" nodeType="with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fade">
                                      <p:cBhvr>
                                        <p:cTn id="56" dur="500"/>
                                        <p:tgtEl>
                                          <p:spTgt spid="1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2"/>
                                        </p:tgtEl>
                                        <p:attrNameLst>
                                          <p:attrName>style.visibility</p:attrName>
                                        </p:attrNameLst>
                                      </p:cBhvr>
                                      <p:to>
                                        <p:strVal val="visible"/>
                                      </p:to>
                                    </p:set>
                                    <p:animEffect transition="in" filter="fade">
                                      <p:cBhvr>
                                        <p:cTn id="68" dur="500"/>
                                        <p:tgtEl>
                                          <p:spTgt spid="7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73"/>
                                        </p:tgtEl>
                                        <p:attrNameLst>
                                          <p:attrName>style.visibility</p:attrName>
                                        </p:attrNameLst>
                                      </p:cBhvr>
                                      <p:to>
                                        <p:strVal val="visible"/>
                                      </p:to>
                                    </p:set>
                                    <p:animEffect transition="in" filter="fade">
                                      <p:cBhvr>
                                        <p:cTn id="71" dur="500"/>
                                        <p:tgtEl>
                                          <p:spTgt spid="7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00"/>
                                        <p:tgtEl>
                                          <p:spTgt spid="1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78" presetID="10" presetClass="entr" presetSubtype="0" fill="hold" nodeType="withEffect">
                                  <p:stCondLst>
                                    <p:cond delay="0"/>
                                  </p:stCondLst>
                                  <p:childTnLst>
                                    <p:set>
                                      <p:cBhvr>
                                        <p:cTn id="79" dur="1" fill="hold">
                                          <p:stCondLst>
                                            <p:cond delay="0"/>
                                          </p:stCondLst>
                                        </p:cTn>
                                        <p:tgtEl>
                                          <p:spTgt spid="76"/>
                                        </p:tgtEl>
                                        <p:attrNameLst>
                                          <p:attrName>style.visibility</p:attrName>
                                        </p:attrNameLst>
                                      </p:cBhvr>
                                      <p:to>
                                        <p:strVal val="visible"/>
                                      </p:to>
                                    </p:set>
                                    <p:animEffect transition="in" filter="fade">
                                      <p:cBhvr>
                                        <p:cTn id="80" dur="500"/>
                                        <p:tgtEl>
                                          <p:spTgt spid="76"/>
                                        </p:tgtEl>
                                      </p:cBhvr>
                                    </p:animEffect>
                                  </p:childTnLst>
                                </p:cTn>
                              </p:par>
                              <p:par>
                                <p:cTn id="81" presetID="10" presetClass="entr" presetSubtype="0" fill="hold" nodeType="with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par>
                                <p:cTn id="84" presetID="10" presetClass="entr" presetSubtype="0" fill="hold"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childTnLst>
                                </p:cTn>
                              </p:par>
                              <p:par>
                                <p:cTn id="87" presetID="10" presetClass="entr" presetSubtype="0" fill="hold"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par>
                                <p:cTn id="90" presetID="10" presetClass="entr" presetSubtype="0" fill="hold" nodeType="with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childTnLst>
                                </p:cTn>
                              </p:par>
                              <p:par>
                                <p:cTn id="93" presetID="10" presetClass="entr" presetSubtype="0" fill="hold" nodeType="with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fade">
                                      <p:cBhvr>
                                        <p:cTn id="95" dur="500"/>
                                        <p:tgtEl>
                                          <p:spTgt spid="25"/>
                                        </p:tgtEl>
                                      </p:cBhvr>
                                    </p:animEffect>
                                  </p:childTnLst>
                                </p:cTn>
                              </p:par>
                              <p:par>
                                <p:cTn id="96" presetID="10" presetClass="entr" presetSubtype="0" fill="hold" nodeType="with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00"/>
                                        <p:tgtEl>
                                          <p:spTgt spid="26"/>
                                        </p:tgtEl>
                                      </p:cBhvr>
                                    </p:animEffect>
                                  </p:childTnLst>
                                </p:cTn>
                              </p:par>
                              <p:par>
                                <p:cTn id="99" presetID="10" presetClass="entr" presetSubtype="0" fill="hold" nodeType="with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500"/>
                                        <p:tgtEl>
                                          <p:spTgt spid="27"/>
                                        </p:tgtEl>
                                      </p:cBhvr>
                                    </p:animEffect>
                                  </p:childTnLst>
                                </p:cTn>
                              </p:par>
                              <p:par>
                                <p:cTn id="102" presetID="10" presetClass="entr" presetSubtype="0" fill="hold" nodeType="withEffect">
                                  <p:stCondLst>
                                    <p:cond delay="0"/>
                                  </p:stCondLst>
                                  <p:childTnLst>
                                    <p:set>
                                      <p:cBhvr>
                                        <p:cTn id="103" dur="1" fill="hold">
                                          <p:stCondLst>
                                            <p:cond delay="0"/>
                                          </p:stCondLst>
                                        </p:cTn>
                                        <p:tgtEl>
                                          <p:spTgt spid="105"/>
                                        </p:tgtEl>
                                        <p:attrNameLst>
                                          <p:attrName>style.visibility</p:attrName>
                                        </p:attrNameLst>
                                      </p:cBhvr>
                                      <p:to>
                                        <p:strVal val="visible"/>
                                      </p:to>
                                    </p:set>
                                    <p:animEffect transition="in" filter="fade">
                                      <p:cBhvr>
                                        <p:cTn id="104" dur="500"/>
                                        <p:tgtEl>
                                          <p:spTgt spid="105"/>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117"/>
                                        </p:tgtEl>
                                        <p:attrNameLst>
                                          <p:attrName>style.visibility</p:attrName>
                                        </p:attrNameLst>
                                      </p:cBhvr>
                                      <p:to>
                                        <p:strVal val="visible"/>
                                      </p:to>
                                    </p:set>
                                    <p:animEffect transition="in" filter="fade">
                                      <p:cBhvr>
                                        <p:cTn id="109" dur="500"/>
                                        <p:tgtEl>
                                          <p:spTgt spid="11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18"/>
                                        </p:tgtEl>
                                        <p:attrNameLst>
                                          <p:attrName>style.visibility</p:attrName>
                                        </p:attrNameLst>
                                      </p:cBhvr>
                                      <p:to>
                                        <p:strVal val="visible"/>
                                      </p:to>
                                    </p:set>
                                    <p:animEffect transition="in" filter="fade">
                                      <p:cBhvr>
                                        <p:cTn id="112" dur="500"/>
                                        <p:tgtEl>
                                          <p:spTgt spid="11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19"/>
                                        </p:tgtEl>
                                        <p:attrNameLst>
                                          <p:attrName>style.visibility</p:attrName>
                                        </p:attrNameLst>
                                      </p:cBhvr>
                                      <p:to>
                                        <p:strVal val="visible"/>
                                      </p:to>
                                    </p:set>
                                    <p:animEffect transition="in" filter="fade">
                                      <p:cBhvr>
                                        <p:cTn id="115" dur="500"/>
                                        <p:tgtEl>
                                          <p:spTgt spid="11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20"/>
                                        </p:tgtEl>
                                        <p:attrNameLst>
                                          <p:attrName>style.visibility</p:attrName>
                                        </p:attrNameLst>
                                      </p:cBhvr>
                                      <p:to>
                                        <p:strVal val="visible"/>
                                      </p:to>
                                    </p:set>
                                    <p:animEffect transition="in" filter="fade">
                                      <p:cBhvr>
                                        <p:cTn id="118" dur="500"/>
                                        <p:tgtEl>
                                          <p:spTgt spid="12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21"/>
                                        </p:tgtEl>
                                        <p:attrNameLst>
                                          <p:attrName>style.visibility</p:attrName>
                                        </p:attrNameLst>
                                      </p:cBhvr>
                                      <p:to>
                                        <p:strVal val="visible"/>
                                      </p:to>
                                    </p:set>
                                    <p:animEffect transition="in" filter="fade">
                                      <p:cBhvr>
                                        <p:cTn id="121" dur="500"/>
                                        <p:tgtEl>
                                          <p:spTgt spid="12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22"/>
                                        </p:tgtEl>
                                        <p:attrNameLst>
                                          <p:attrName>style.visibility</p:attrName>
                                        </p:attrNameLst>
                                      </p:cBhvr>
                                      <p:to>
                                        <p:strVal val="visible"/>
                                      </p:to>
                                    </p:set>
                                    <p:animEffect transition="in" filter="fade">
                                      <p:cBhvr>
                                        <p:cTn id="124" dur="500"/>
                                        <p:tgtEl>
                                          <p:spTgt spid="12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23"/>
                                        </p:tgtEl>
                                        <p:attrNameLst>
                                          <p:attrName>style.visibility</p:attrName>
                                        </p:attrNameLst>
                                      </p:cBhvr>
                                      <p:to>
                                        <p:strVal val="visible"/>
                                      </p:to>
                                    </p:set>
                                    <p:animEffect transition="in" filter="fade">
                                      <p:cBhvr>
                                        <p:cTn id="127" dur="500"/>
                                        <p:tgtEl>
                                          <p:spTgt spid="123"/>
                                        </p:tgtEl>
                                      </p:cBhvr>
                                    </p:animEffect>
                                  </p:childTnLst>
                                </p:cTn>
                              </p:par>
                            </p:childTnLst>
                          </p:cTn>
                        </p:par>
                        <p:par>
                          <p:cTn id="128" fill="hold">
                            <p:stCondLst>
                              <p:cond delay="500"/>
                            </p:stCondLst>
                            <p:childTnLst>
                              <p:par>
                                <p:cTn id="129" presetID="10" presetClass="entr" presetSubtype="0" fill="hold" grpId="0" nodeType="afterEffect">
                                  <p:stCondLst>
                                    <p:cond delay="0"/>
                                  </p:stCondLst>
                                  <p:childTnLst>
                                    <p:set>
                                      <p:cBhvr>
                                        <p:cTn id="130" dur="1" fill="hold">
                                          <p:stCondLst>
                                            <p:cond delay="0"/>
                                          </p:stCondLst>
                                        </p:cTn>
                                        <p:tgtEl>
                                          <p:spTgt spid="150"/>
                                        </p:tgtEl>
                                        <p:attrNameLst>
                                          <p:attrName>style.visibility</p:attrName>
                                        </p:attrNameLst>
                                      </p:cBhvr>
                                      <p:to>
                                        <p:strVal val="visible"/>
                                      </p:to>
                                    </p:set>
                                    <p:animEffect transition="in" filter="fade">
                                      <p:cBhvr>
                                        <p:cTn id="131" dur="500"/>
                                        <p:tgtEl>
                                          <p:spTgt spid="150"/>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142"/>
                                        </p:tgtEl>
                                        <p:attrNameLst>
                                          <p:attrName>style.visibility</p:attrName>
                                        </p:attrNameLst>
                                      </p:cBhvr>
                                      <p:to>
                                        <p:strVal val="visible"/>
                                      </p:to>
                                    </p:set>
                                    <p:animEffect transition="in" filter="fade">
                                      <p:cBhvr>
                                        <p:cTn id="136" dur="500"/>
                                        <p:tgtEl>
                                          <p:spTgt spid="142"/>
                                        </p:tgtEl>
                                      </p:cBhvr>
                                    </p:animEffect>
                                  </p:childTnLst>
                                </p:cTn>
                              </p:par>
                            </p:childTnLst>
                          </p:cTn>
                        </p:par>
                      </p:childTnLst>
                    </p:cTn>
                  </p:par>
                  <p:par>
                    <p:cTn id="137" fill="hold">
                      <p:stCondLst>
                        <p:cond delay="indefinite"/>
                      </p:stCondLst>
                      <p:childTnLst>
                        <p:par>
                          <p:cTn id="138" fill="hold">
                            <p:stCondLst>
                              <p:cond delay="0"/>
                            </p:stCondLst>
                            <p:childTnLst>
                              <p:par>
                                <p:cTn id="139" presetID="7" presetClass="emph" presetSubtype="2" fill="hold" nodeType="clickEffect">
                                  <p:stCondLst>
                                    <p:cond delay="0"/>
                                  </p:stCondLst>
                                  <p:childTnLst>
                                    <p:animClr clrSpc="rgb" dir="cw">
                                      <p:cBhvr>
                                        <p:cTn id="140" dur="500" fill="hold"/>
                                        <p:tgtEl>
                                          <p:spTgt spid="105"/>
                                        </p:tgtEl>
                                        <p:attrNameLst>
                                          <p:attrName>stroke.color</p:attrName>
                                        </p:attrNameLst>
                                      </p:cBhvr>
                                      <p:to>
                                        <a:srgbClr val="B50988"/>
                                      </p:to>
                                    </p:animClr>
                                    <p:set>
                                      <p:cBhvr>
                                        <p:cTn id="141" dur="500" fill="hold"/>
                                        <p:tgtEl>
                                          <p:spTgt spid="105"/>
                                        </p:tgtEl>
                                        <p:attrNameLst>
                                          <p:attrName>stroke.on</p:attrName>
                                        </p:attrNameLst>
                                      </p:cBhvr>
                                      <p:to>
                                        <p:strVal val="true"/>
                                      </p:to>
                                    </p:set>
                                  </p:childTnLst>
                                </p:cTn>
                              </p:par>
                              <p:par>
                                <p:cTn id="142" presetID="3" presetClass="emph" presetSubtype="2" fill="hold" grpId="2" nodeType="withEffect">
                                  <p:stCondLst>
                                    <p:cond delay="0"/>
                                  </p:stCondLst>
                                  <p:childTnLst>
                                    <p:animClr clrSpc="rgb" dir="cw">
                                      <p:cBhvr override="childStyle">
                                        <p:cTn id="143" dur="500" fill="hold"/>
                                        <p:tgtEl>
                                          <p:spTgt spid="134"/>
                                        </p:tgtEl>
                                        <p:attrNameLst>
                                          <p:attrName>style.color</p:attrName>
                                        </p:attrNameLst>
                                      </p:cBhvr>
                                      <p:to>
                                        <a:srgbClr val="B50988"/>
                                      </p:to>
                                    </p:animClr>
                                  </p:childTnLst>
                                </p:cTn>
                              </p:par>
                              <p:par>
                                <p:cTn id="144" presetID="1" presetClass="emph" presetSubtype="2" fill="hold" nodeType="withEffect">
                                  <p:stCondLst>
                                    <p:cond delay="0"/>
                                  </p:stCondLst>
                                  <p:childTnLst>
                                    <p:animClr clrSpc="rgb" dir="cw">
                                      <p:cBhvr>
                                        <p:cTn id="145" dur="500" fill="hold"/>
                                        <p:tgtEl>
                                          <p:spTgt spid="13"/>
                                        </p:tgtEl>
                                        <p:attrNameLst>
                                          <p:attrName>fillcolor</p:attrName>
                                        </p:attrNameLst>
                                      </p:cBhvr>
                                      <p:to>
                                        <a:srgbClr val="B50988"/>
                                      </p:to>
                                    </p:animClr>
                                    <p:set>
                                      <p:cBhvr>
                                        <p:cTn id="146" dur="500" fill="hold"/>
                                        <p:tgtEl>
                                          <p:spTgt spid="13"/>
                                        </p:tgtEl>
                                        <p:attrNameLst>
                                          <p:attrName>fill.type</p:attrName>
                                        </p:attrNameLst>
                                      </p:cBhvr>
                                      <p:to>
                                        <p:strVal val="solid"/>
                                      </p:to>
                                    </p:set>
                                    <p:set>
                                      <p:cBhvr>
                                        <p:cTn id="147" dur="500" fill="hold"/>
                                        <p:tgtEl>
                                          <p:spTgt spid="13"/>
                                        </p:tgtEl>
                                        <p:attrNameLst>
                                          <p:attrName>fill.on</p:attrName>
                                        </p:attrNameLst>
                                      </p:cBhvr>
                                      <p:to>
                                        <p:strVal val="true"/>
                                      </p:to>
                                    </p:se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143"/>
                                        </p:tgtEl>
                                        <p:attrNameLst>
                                          <p:attrName>style.visibility</p:attrName>
                                        </p:attrNameLst>
                                      </p:cBhvr>
                                      <p:to>
                                        <p:strVal val="visible"/>
                                      </p:to>
                                    </p:set>
                                    <p:animEffect transition="in" filter="fade">
                                      <p:cBhvr>
                                        <p:cTn id="152" dur="500"/>
                                        <p:tgtEl>
                                          <p:spTgt spid="143"/>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144"/>
                                        </p:tgtEl>
                                        <p:attrNameLst>
                                          <p:attrName>style.visibility</p:attrName>
                                        </p:attrNameLst>
                                      </p:cBhvr>
                                      <p:to>
                                        <p:strVal val="visible"/>
                                      </p:to>
                                    </p:set>
                                    <p:animEffect transition="in" filter="fade">
                                      <p:cBhvr>
                                        <p:cTn id="155" dur="500"/>
                                        <p:tgtEl>
                                          <p:spTgt spid="144"/>
                                        </p:tgtEl>
                                      </p:cBhvr>
                                    </p:animEffect>
                                  </p:childTnLst>
                                </p:cTn>
                              </p:par>
                              <p:par>
                                <p:cTn id="156" presetID="1" presetClass="emph" presetSubtype="2" fill="hold" nodeType="withEffect">
                                  <p:stCondLst>
                                    <p:cond delay="0"/>
                                  </p:stCondLst>
                                  <p:childTnLst>
                                    <p:animClr clrSpc="rgb" dir="cw">
                                      <p:cBhvr>
                                        <p:cTn id="157" dur="500" fill="hold"/>
                                        <p:tgtEl>
                                          <p:spTgt spid="117"/>
                                        </p:tgtEl>
                                        <p:attrNameLst>
                                          <p:attrName>fillcolor</p:attrName>
                                        </p:attrNameLst>
                                      </p:cBhvr>
                                      <p:to>
                                        <a:srgbClr val="B50988"/>
                                      </p:to>
                                    </p:animClr>
                                    <p:set>
                                      <p:cBhvr>
                                        <p:cTn id="158" dur="500" fill="hold"/>
                                        <p:tgtEl>
                                          <p:spTgt spid="117"/>
                                        </p:tgtEl>
                                        <p:attrNameLst>
                                          <p:attrName>fill.type</p:attrName>
                                        </p:attrNameLst>
                                      </p:cBhvr>
                                      <p:to>
                                        <p:strVal val="solid"/>
                                      </p:to>
                                    </p:set>
                                    <p:set>
                                      <p:cBhvr>
                                        <p:cTn id="159" dur="500" fill="hold"/>
                                        <p:tgtEl>
                                          <p:spTgt spid="117"/>
                                        </p:tgtEl>
                                        <p:attrNameLst>
                                          <p:attrName>fill.on</p:attrName>
                                        </p:attrNameLst>
                                      </p:cBhvr>
                                      <p:to>
                                        <p:strVal val="true"/>
                                      </p:to>
                                    </p:set>
                                  </p:childTnLst>
                                </p:cTn>
                              </p:par>
                              <p:par>
                                <p:cTn id="160" presetID="10" presetClass="entr" presetSubtype="0" fill="hold" grpId="0" nodeType="withEffect">
                                  <p:stCondLst>
                                    <p:cond delay="0"/>
                                  </p:stCondLst>
                                  <p:childTnLst>
                                    <p:set>
                                      <p:cBhvr>
                                        <p:cTn id="161" dur="1" fill="hold">
                                          <p:stCondLst>
                                            <p:cond delay="0"/>
                                          </p:stCondLst>
                                        </p:cTn>
                                        <p:tgtEl>
                                          <p:spTgt spid="28"/>
                                        </p:tgtEl>
                                        <p:attrNameLst>
                                          <p:attrName>style.visibility</p:attrName>
                                        </p:attrNameLst>
                                      </p:cBhvr>
                                      <p:to>
                                        <p:strVal val="visible"/>
                                      </p:to>
                                    </p:set>
                                    <p:animEffect transition="in" filter="fade">
                                      <p:cBhvr>
                                        <p:cTn id="162" dur="500"/>
                                        <p:tgtEl>
                                          <p:spTgt spid="28"/>
                                        </p:tgtEl>
                                      </p:cBhvr>
                                    </p:animEffect>
                                  </p:childTnLst>
                                </p:cTn>
                              </p:par>
                              <p:par>
                                <p:cTn id="163" presetID="1" presetClass="exit" presetSubtype="0" fill="hold" grpId="1" nodeType="withEffect">
                                  <p:stCondLst>
                                    <p:cond delay="0"/>
                                  </p:stCondLst>
                                  <p:childTnLst>
                                    <p:set>
                                      <p:cBhvr>
                                        <p:cTn id="164" dur="1" fill="hold">
                                          <p:stCondLst>
                                            <p:cond delay="0"/>
                                          </p:stCondLst>
                                        </p:cTn>
                                        <p:tgtEl>
                                          <p:spTgt spid="150"/>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145"/>
                                        </p:tgtEl>
                                        <p:attrNameLst>
                                          <p:attrName>style.visibility</p:attrName>
                                        </p:attrNameLst>
                                      </p:cBhvr>
                                      <p:to>
                                        <p:strVal val="visible"/>
                                      </p:to>
                                    </p:set>
                                    <p:animEffect transition="in" filter="fade">
                                      <p:cBhvr>
                                        <p:cTn id="169" dur="500"/>
                                        <p:tgtEl>
                                          <p:spTgt spid="145"/>
                                        </p:tgtEl>
                                      </p:cBhvr>
                                    </p:animEffect>
                                  </p:childTnLst>
                                </p:cTn>
                              </p:par>
                              <p:par>
                                <p:cTn id="170" presetID="1" presetClass="exit" presetSubtype="0" fill="hold" grpId="1" nodeType="withEffect">
                                  <p:stCondLst>
                                    <p:cond delay="0"/>
                                  </p:stCondLst>
                                  <p:childTnLst>
                                    <p:set>
                                      <p:cBhvr>
                                        <p:cTn id="171" dur="1" fill="hold">
                                          <p:stCondLst>
                                            <p:cond delay="0"/>
                                          </p:stCondLst>
                                        </p:cTn>
                                        <p:tgtEl>
                                          <p:spTgt spid="142"/>
                                        </p:tgtEl>
                                        <p:attrNameLst>
                                          <p:attrName>style.visibility</p:attrName>
                                        </p:attrNameLst>
                                      </p:cBhvr>
                                      <p:to>
                                        <p:strVal val="hidden"/>
                                      </p:to>
                                    </p:set>
                                  </p:childTnLst>
                                </p:cTn>
                              </p:par>
                            </p:childTnLst>
                          </p:cTn>
                        </p:par>
                      </p:childTnLst>
                    </p:cTn>
                  </p:par>
                  <p:par>
                    <p:cTn id="172" fill="hold">
                      <p:stCondLst>
                        <p:cond delay="indefinite"/>
                      </p:stCondLst>
                      <p:childTnLst>
                        <p:par>
                          <p:cTn id="173" fill="hold">
                            <p:stCondLst>
                              <p:cond delay="0"/>
                            </p:stCondLst>
                            <p:childTnLst>
                              <p:par>
                                <p:cTn id="174" presetID="26" presetClass="emph" presetSubtype="0" fill="hold" grpId="0" nodeType="clickEffect">
                                  <p:stCondLst>
                                    <p:cond delay="0"/>
                                  </p:stCondLst>
                                  <p:childTnLst>
                                    <p:animEffect transition="out" filter="fade">
                                      <p:cBhvr>
                                        <p:cTn id="175" dur="500" tmFilter="0, 0; .2, .5; .8, .5; 1, 0"/>
                                        <p:tgtEl>
                                          <p:spTgt spid="134"/>
                                        </p:tgtEl>
                                      </p:cBhvr>
                                    </p:animEffect>
                                    <p:animScale>
                                      <p:cBhvr>
                                        <p:cTn id="176" dur="250" autoRev="1" fill="hold"/>
                                        <p:tgtEl>
                                          <p:spTgt spid="134"/>
                                        </p:tgtEl>
                                      </p:cBhvr>
                                      <p:by x="105000" y="105000"/>
                                    </p:animScale>
                                  </p:childTnLst>
                                </p:cTn>
                              </p:par>
                              <p:par>
                                <p:cTn id="177" presetID="26" presetClass="emph" presetSubtype="0" fill="hold" nodeType="withEffect">
                                  <p:stCondLst>
                                    <p:cond delay="0"/>
                                  </p:stCondLst>
                                  <p:childTnLst>
                                    <p:animEffect transition="out" filter="fade">
                                      <p:cBhvr>
                                        <p:cTn id="178" dur="500" tmFilter="0, 0; .2, .5; .8, .5; 1, 0"/>
                                        <p:tgtEl>
                                          <p:spTgt spid="105"/>
                                        </p:tgtEl>
                                      </p:cBhvr>
                                    </p:animEffect>
                                    <p:animScale>
                                      <p:cBhvr>
                                        <p:cTn id="179" dur="250" autoRev="1" fill="hold"/>
                                        <p:tgtEl>
                                          <p:spTgt spid="105"/>
                                        </p:tgtEl>
                                      </p:cBhvr>
                                      <p:by x="105000" y="105000"/>
                                    </p:animScale>
                                  </p:childTnLst>
                                </p:cTn>
                              </p:par>
                              <p:par>
                                <p:cTn id="180" presetID="1" presetClass="emph" presetSubtype="2" fill="hold" nodeType="withEffect">
                                  <p:stCondLst>
                                    <p:cond delay="0"/>
                                  </p:stCondLst>
                                  <p:childTnLst>
                                    <p:animClr clrSpc="rgb" dir="cw">
                                      <p:cBhvr>
                                        <p:cTn id="181" dur="500" fill="hold"/>
                                        <p:tgtEl>
                                          <p:spTgt spid="15"/>
                                        </p:tgtEl>
                                        <p:attrNameLst>
                                          <p:attrName>fillcolor</p:attrName>
                                        </p:attrNameLst>
                                      </p:cBhvr>
                                      <p:to>
                                        <a:srgbClr val="B50988"/>
                                      </p:to>
                                    </p:animClr>
                                    <p:set>
                                      <p:cBhvr>
                                        <p:cTn id="182" dur="500" fill="hold"/>
                                        <p:tgtEl>
                                          <p:spTgt spid="15"/>
                                        </p:tgtEl>
                                        <p:attrNameLst>
                                          <p:attrName>fill.type</p:attrName>
                                        </p:attrNameLst>
                                      </p:cBhvr>
                                      <p:to>
                                        <p:strVal val="solid"/>
                                      </p:to>
                                    </p:set>
                                    <p:set>
                                      <p:cBhvr>
                                        <p:cTn id="183" dur="500" fill="hold"/>
                                        <p:tgtEl>
                                          <p:spTgt spid="1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bldLvl="0" animBg="1"/>
      <p:bldP spid="144" grpId="0" bldLvl="0" animBg="1"/>
      <p:bldP spid="133" grpId="0"/>
      <p:bldP spid="134" grpId="0"/>
      <p:bldP spid="134" grpId="1"/>
      <p:bldP spid="134" grpId="2"/>
      <p:bldP spid="135" grpId="0"/>
      <p:bldP spid="136" grpId="0"/>
      <p:bldP spid="137" grpId="0"/>
      <p:bldP spid="138" grpId="0"/>
      <p:bldP spid="139" grpId="0"/>
      <p:bldP spid="140" grpId="0"/>
      <p:bldP spid="141" grpId="0"/>
      <p:bldP spid="13" grpId="0" bldLvl="0" animBg="1"/>
      <p:bldP spid="15" grpId="0" bldLvl="0" animBg="1"/>
      <p:bldP spid="16" grpId="0" bldLvl="0" animBg="1"/>
      <p:bldP spid="72" grpId="0" bldLvl="0" animBg="1"/>
      <p:bldP spid="73" grpId="0" bldLvl="0" animBg="1"/>
      <p:bldP spid="18" grpId="0" bldLvl="0" animBg="1"/>
      <p:bldP spid="19" grpId="0" bldLvl="0" animBg="1"/>
      <p:bldP spid="117" grpId="0" bldLvl="0" animBg="1"/>
      <p:bldP spid="118" grpId="0" bldLvl="0" animBg="1"/>
      <p:bldP spid="119" grpId="0" bldLvl="0" animBg="1"/>
      <p:bldP spid="120" grpId="0" bldLvl="0" animBg="1"/>
      <p:bldP spid="121" grpId="0" bldLvl="0" animBg="1"/>
      <p:bldP spid="122" grpId="0" bldLvl="0" animBg="1"/>
      <p:bldP spid="123" grpId="0" bldLvl="0" animBg="1"/>
      <p:bldP spid="142" grpId="0" bldLvl="0" animBg="1"/>
      <p:bldP spid="142" grpId="1" bldLvl="0" animBg="1"/>
      <p:bldP spid="145" grpId="0" bldLvl="0" animBg="1"/>
      <p:bldP spid="150" grpId="0" bldLvl="0" animBg="1"/>
      <p:bldP spid="150" grpId="1" bldLvl="0" animBg="1"/>
      <p:bldP spid="28"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40" name="任意多边形 54"/>
          <p:cNvSpPr/>
          <p:nvPr>
            <p:custDataLst>
              <p:tags r:id="rId2"/>
            </p:custDataLst>
          </p:nvPr>
        </p:nvSpPr>
        <p:spPr>
          <a:xfrm>
            <a:off x="1057734" y="3338691"/>
            <a:ext cx="2827607" cy="2762250"/>
          </a:xfrm>
          <a:custGeom>
            <a:avLst/>
            <a:gdLst>
              <a:gd name="connsiteX0" fmla="*/ 241300 w 3155950"/>
              <a:gd name="connsiteY0" fmla="*/ 1100667 h 2762250"/>
              <a:gd name="connsiteX1" fmla="*/ 1295400 w 3155950"/>
              <a:gd name="connsiteY1" fmla="*/ 1240367 h 2762250"/>
              <a:gd name="connsiteX2" fmla="*/ 1905000 w 3155950"/>
              <a:gd name="connsiteY2" fmla="*/ 211667 h 2762250"/>
              <a:gd name="connsiteX3" fmla="*/ 2374900 w 3155950"/>
              <a:gd name="connsiteY3" fmla="*/ 110067 h 2762250"/>
              <a:gd name="connsiteX4" fmla="*/ 2832100 w 3155950"/>
              <a:gd name="connsiteY4" fmla="*/ 872067 h 2762250"/>
              <a:gd name="connsiteX5" fmla="*/ 2997200 w 3155950"/>
              <a:gd name="connsiteY5" fmla="*/ 1735667 h 2762250"/>
              <a:gd name="connsiteX6" fmla="*/ 1879600 w 3155950"/>
              <a:gd name="connsiteY6" fmla="*/ 2637367 h 2762250"/>
              <a:gd name="connsiteX7" fmla="*/ 571500 w 3155950"/>
              <a:gd name="connsiteY7" fmla="*/ 2484967 h 2762250"/>
              <a:gd name="connsiteX8" fmla="*/ 63500 w 3155950"/>
              <a:gd name="connsiteY8" fmla="*/ 1735667 h 2762250"/>
              <a:gd name="connsiteX9" fmla="*/ 190500 w 3155950"/>
              <a:gd name="connsiteY9" fmla="*/ 1087967 h 2762250"/>
              <a:gd name="connsiteX0-1" fmla="*/ 241300 w 3155950"/>
              <a:gd name="connsiteY0-2" fmla="*/ 1100667 h 2762250"/>
              <a:gd name="connsiteX1-3" fmla="*/ 1295400 w 3155950"/>
              <a:gd name="connsiteY1-4" fmla="*/ 1240367 h 2762250"/>
              <a:gd name="connsiteX2-5" fmla="*/ 1905000 w 3155950"/>
              <a:gd name="connsiteY2-6" fmla="*/ 211667 h 2762250"/>
              <a:gd name="connsiteX3-7" fmla="*/ 2374900 w 3155950"/>
              <a:gd name="connsiteY3-8" fmla="*/ 110067 h 2762250"/>
              <a:gd name="connsiteX4-9" fmla="*/ 2832100 w 3155950"/>
              <a:gd name="connsiteY4-10" fmla="*/ 872067 h 2762250"/>
              <a:gd name="connsiteX5-11" fmla="*/ 2997200 w 3155950"/>
              <a:gd name="connsiteY5-12" fmla="*/ 1735667 h 2762250"/>
              <a:gd name="connsiteX6-13" fmla="*/ 1879600 w 3155950"/>
              <a:gd name="connsiteY6-14" fmla="*/ 2637367 h 2762250"/>
              <a:gd name="connsiteX7-15" fmla="*/ 571500 w 3155950"/>
              <a:gd name="connsiteY7-16" fmla="*/ 2484967 h 2762250"/>
              <a:gd name="connsiteX8-17" fmla="*/ 63500 w 3155950"/>
              <a:gd name="connsiteY8-18" fmla="*/ 1735667 h 2762250"/>
              <a:gd name="connsiteX9-19" fmla="*/ 190500 w 3155950"/>
              <a:gd name="connsiteY9-20" fmla="*/ 1087967 h 2762250"/>
              <a:gd name="connsiteX0-21" fmla="*/ 233358 w 3148008"/>
              <a:gd name="connsiteY0-22" fmla="*/ 1100667 h 2762250"/>
              <a:gd name="connsiteX1-23" fmla="*/ 1287458 w 3148008"/>
              <a:gd name="connsiteY1-24" fmla="*/ 1240367 h 2762250"/>
              <a:gd name="connsiteX2-25" fmla="*/ 1897058 w 3148008"/>
              <a:gd name="connsiteY2-26" fmla="*/ 211667 h 2762250"/>
              <a:gd name="connsiteX3-27" fmla="*/ 2366958 w 3148008"/>
              <a:gd name="connsiteY3-28" fmla="*/ 110067 h 2762250"/>
              <a:gd name="connsiteX4-29" fmla="*/ 2824158 w 3148008"/>
              <a:gd name="connsiteY4-30" fmla="*/ 872067 h 2762250"/>
              <a:gd name="connsiteX5-31" fmla="*/ 2989258 w 3148008"/>
              <a:gd name="connsiteY5-32" fmla="*/ 1735667 h 2762250"/>
              <a:gd name="connsiteX6-33" fmla="*/ 1871658 w 3148008"/>
              <a:gd name="connsiteY6-34" fmla="*/ 2637367 h 2762250"/>
              <a:gd name="connsiteX7-35" fmla="*/ 563558 w 3148008"/>
              <a:gd name="connsiteY7-36" fmla="*/ 2484967 h 2762250"/>
              <a:gd name="connsiteX8-37" fmla="*/ 55558 w 3148008"/>
              <a:gd name="connsiteY8-38" fmla="*/ 1735667 h 2762250"/>
              <a:gd name="connsiteX9-39" fmla="*/ 896906 w 3148008"/>
              <a:gd name="connsiteY9-40" fmla="*/ 1588009 h 2762250"/>
              <a:gd name="connsiteX0-41" fmla="*/ 0 w 2914650"/>
              <a:gd name="connsiteY0-42" fmla="*/ 1100667 h 2762250"/>
              <a:gd name="connsiteX1-43" fmla="*/ 1054100 w 2914650"/>
              <a:gd name="connsiteY1-44" fmla="*/ 1240367 h 2762250"/>
              <a:gd name="connsiteX2-45" fmla="*/ 1663700 w 2914650"/>
              <a:gd name="connsiteY2-46" fmla="*/ 211667 h 2762250"/>
              <a:gd name="connsiteX3-47" fmla="*/ 2133600 w 2914650"/>
              <a:gd name="connsiteY3-48" fmla="*/ 110067 h 2762250"/>
              <a:gd name="connsiteX4-49" fmla="*/ 2590800 w 2914650"/>
              <a:gd name="connsiteY4-50" fmla="*/ 872067 h 2762250"/>
              <a:gd name="connsiteX5-51" fmla="*/ 2755900 w 2914650"/>
              <a:gd name="connsiteY5-52" fmla="*/ 1735667 h 2762250"/>
              <a:gd name="connsiteX6-53" fmla="*/ 1638300 w 2914650"/>
              <a:gd name="connsiteY6-54" fmla="*/ 2637367 h 2762250"/>
              <a:gd name="connsiteX7-55" fmla="*/ 330200 w 2914650"/>
              <a:gd name="connsiteY7-56" fmla="*/ 2484967 h 2762250"/>
              <a:gd name="connsiteX8-57" fmla="*/ 179358 w 2914650"/>
              <a:gd name="connsiteY8-58" fmla="*/ 2092833 h 2762250"/>
              <a:gd name="connsiteX9-59" fmla="*/ 663548 w 2914650"/>
              <a:gd name="connsiteY9-60" fmla="*/ 1588009 h 2762250"/>
              <a:gd name="connsiteX0-61" fmla="*/ 484429 w 2827607"/>
              <a:gd name="connsiteY0-62" fmla="*/ 1100667 h 2762250"/>
              <a:gd name="connsiteX1-63" fmla="*/ 967057 w 2827607"/>
              <a:gd name="connsiteY1-64" fmla="*/ 1240367 h 2762250"/>
              <a:gd name="connsiteX2-65" fmla="*/ 1576657 w 2827607"/>
              <a:gd name="connsiteY2-66" fmla="*/ 211667 h 2762250"/>
              <a:gd name="connsiteX3-67" fmla="*/ 2046557 w 2827607"/>
              <a:gd name="connsiteY3-68" fmla="*/ 110067 h 2762250"/>
              <a:gd name="connsiteX4-69" fmla="*/ 2503757 w 2827607"/>
              <a:gd name="connsiteY4-70" fmla="*/ 872067 h 2762250"/>
              <a:gd name="connsiteX5-71" fmla="*/ 2668857 w 2827607"/>
              <a:gd name="connsiteY5-72" fmla="*/ 1735667 h 2762250"/>
              <a:gd name="connsiteX6-73" fmla="*/ 1551257 w 2827607"/>
              <a:gd name="connsiteY6-74" fmla="*/ 2637367 h 2762250"/>
              <a:gd name="connsiteX7-75" fmla="*/ 243157 w 2827607"/>
              <a:gd name="connsiteY7-76" fmla="*/ 2484967 h 2762250"/>
              <a:gd name="connsiteX8-77" fmla="*/ 92315 w 2827607"/>
              <a:gd name="connsiteY8-78" fmla="*/ 2092833 h 2762250"/>
              <a:gd name="connsiteX9-79" fmla="*/ 576505 w 2827607"/>
              <a:gd name="connsiteY9-80" fmla="*/ 1588009 h 2762250"/>
              <a:gd name="connsiteX0-81" fmla="*/ 484429 w 2827607"/>
              <a:gd name="connsiteY0-82" fmla="*/ 1100667 h 2762250"/>
              <a:gd name="connsiteX1-83" fmla="*/ 967057 w 2827607"/>
              <a:gd name="connsiteY1-84" fmla="*/ 883153 h 2762250"/>
              <a:gd name="connsiteX2-85" fmla="*/ 1576657 w 2827607"/>
              <a:gd name="connsiteY2-86" fmla="*/ 211667 h 2762250"/>
              <a:gd name="connsiteX3-87" fmla="*/ 2046557 w 2827607"/>
              <a:gd name="connsiteY3-88" fmla="*/ 110067 h 2762250"/>
              <a:gd name="connsiteX4-89" fmla="*/ 2503757 w 2827607"/>
              <a:gd name="connsiteY4-90" fmla="*/ 872067 h 2762250"/>
              <a:gd name="connsiteX5-91" fmla="*/ 2668857 w 2827607"/>
              <a:gd name="connsiteY5-92" fmla="*/ 1735667 h 2762250"/>
              <a:gd name="connsiteX6-93" fmla="*/ 1551257 w 2827607"/>
              <a:gd name="connsiteY6-94" fmla="*/ 2637367 h 2762250"/>
              <a:gd name="connsiteX7-95" fmla="*/ 243157 w 2827607"/>
              <a:gd name="connsiteY7-96" fmla="*/ 2484967 h 2762250"/>
              <a:gd name="connsiteX8-97" fmla="*/ 92315 w 2827607"/>
              <a:gd name="connsiteY8-98" fmla="*/ 2092833 h 2762250"/>
              <a:gd name="connsiteX9-99" fmla="*/ 576505 w 2827607"/>
              <a:gd name="connsiteY9-100" fmla="*/ 1588009 h 2762250"/>
              <a:gd name="connsiteX0-101" fmla="*/ 484429 w 2827607"/>
              <a:gd name="connsiteY0-102" fmla="*/ 1529271 h 2762250"/>
              <a:gd name="connsiteX1-103" fmla="*/ 967057 w 2827607"/>
              <a:gd name="connsiteY1-104" fmla="*/ 883153 h 2762250"/>
              <a:gd name="connsiteX2-105" fmla="*/ 1576657 w 2827607"/>
              <a:gd name="connsiteY2-106" fmla="*/ 211667 h 2762250"/>
              <a:gd name="connsiteX3-107" fmla="*/ 2046557 w 2827607"/>
              <a:gd name="connsiteY3-108" fmla="*/ 110067 h 2762250"/>
              <a:gd name="connsiteX4-109" fmla="*/ 2503757 w 2827607"/>
              <a:gd name="connsiteY4-110" fmla="*/ 872067 h 2762250"/>
              <a:gd name="connsiteX5-111" fmla="*/ 2668857 w 2827607"/>
              <a:gd name="connsiteY5-112" fmla="*/ 1735667 h 2762250"/>
              <a:gd name="connsiteX6-113" fmla="*/ 1551257 w 2827607"/>
              <a:gd name="connsiteY6-114" fmla="*/ 2637367 h 2762250"/>
              <a:gd name="connsiteX7-115" fmla="*/ 243157 w 2827607"/>
              <a:gd name="connsiteY7-116" fmla="*/ 2484967 h 2762250"/>
              <a:gd name="connsiteX8-117" fmla="*/ 92315 w 2827607"/>
              <a:gd name="connsiteY8-118" fmla="*/ 2092833 h 2762250"/>
              <a:gd name="connsiteX9-119" fmla="*/ 576505 w 2827607"/>
              <a:gd name="connsiteY9-120" fmla="*/ 1588009 h 2762250"/>
              <a:gd name="connsiteX0-121" fmla="*/ 484429 w 2827607"/>
              <a:gd name="connsiteY0-122" fmla="*/ 1529271 h 2762250"/>
              <a:gd name="connsiteX1-123" fmla="*/ 490833 w 2827607"/>
              <a:gd name="connsiteY1-124" fmla="*/ 1532467 h 2762250"/>
              <a:gd name="connsiteX2-125" fmla="*/ 967057 w 2827607"/>
              <a:gd name="connsiteY2-126" fmla="*/ 883153 h 2762250"/>
              <a:gd name="connsiteX3-127" fmla="*/ 1576657 w 2827607"/>
              <a:gd name="connsiteY3-128" fmla="*/ 211667 h 2762250"/>
              <a:gd name="connsiteX4-129" fmla="*/ 2046557 w 2827607"/>
              <a:gd name="connsiteY4-130" fmla="*/ 110067 h 2762250"/>
              <a:gd name="connsiteX5-131" fmla="*/ 2503757 w 2827607"/>
              <a:gd name="connsiteY5-132" fmla="*/ 872067 h 2762250"/>
              <a:gd name="connsiteX6-133" fmla="*/ 2668857 w 2827607"/>
              <a:gd name="connsiteY6-134" fmla="*/ 1735667 h 2762250"/>
              <a:gd name="connsiteX7-135" fmla="*/ 1551257 w 2827607"/>
              <a:gd name="connsiteY7-136" fmla="*/ 2637367 h 2762250"/>
              <a:gd name="connsiteX8-137" fmla="*/ 243157 w 2827607"/>
              <a:gd name="connsiteY8-138" fmla="*/ 2484967 h 2762250"/>
              <a:gd name="connsiteX9-139" fmla="*/ 92315 w 2827607"/>
              <a:gd name="connsiteY9-140" fmla="*/ 2092833 h 2762250"/>
              <a:gd name="connsiteX10" fmla="*/ 576505 w 2827607"/>
              <a:gd name="connsiteY10" fmla="*/ 1588009 h 2762250"/>
              <a:gd name="connsiteX0-141" fmla="*/ 484429 w 2827607"/>
              <a:gd name="connsiteY0-142" fmla="*/ 1529271 h 2762250"/>
              <a:gd name="connsiteX1-143" fmla="*/ 490833 w 2827607"/>
              <a:gd name="connsiteY1-144" fmla="*/ 1532467 h 2762250"/>
              <a:gd name="connsiteX2-145" fmla="*/ 967057 w 2827607"/>
              <a:gd name="connsiteY2-146" fmla="*/ 883153 h 2762250"/>
              <a:gd name="connsiteX3-147" fmla="*/ 1576657 w 2827607"/>
              <a:gd name="connsiteY3-148" fmla="*/ 211667 h 2762250"/>
              <a:gd name="connsiteX4-149" fmla="*/ 2046557 w 2827607"/>
              <a:gd name="connsiteY4-150" fmla="*/ 110067 h 2762250"/>
              <a:gd name="connsiteX5-151" fmla="*/ 2503757 w 2827607"/>
              <a:gd name="connsiteY5-152" fmla="*/ 872067 h 2762250"/>
              <a:gd name="connsiteX6-153" fmla="*/ 2668857 w 2827607"/>
              <a:gd name="connsiteY6-154" fmla="*/ 1735667 h 2762250"/>
              <a:gd name="connsiteX7-155" fmla="*/ 1551257 w 2827607"/>
              <a:gd name="connsiteY7-156" fmla="*/ 2637367 h 2762250"/>
              <a:gd name="connsiteX8-157" fmla="*/ 243157 w 2827607"/>
              <a:gd name="connsiteY8-158" fmla="*/ 2484967 h 2762250"/>
              <a:gd name="connsiteX9-159" fmla="*/ 92315 w 2827607"/>
              <a:gd name="connsiteY9-160" fmla="*/ 2092833 h 2762250"/>
              <a:gd name="connsiteX10-161" fmla="*/ 576505 w 2827607"/>
              <a:gd name="connsiteY10-162" fmla="*/ 1588009 h 2762250"/>
              <a:gd name="connsiteX0-163" fmla="*/ 484429 w 2827607"/>
              <a:gd name="connsiteY0-164" fmla="*/ 1529271 h 2762250"/>
              <a:gd name="connsiteX1-165" fmla="*/ 490833 w 2827607"/>
              <a:gd name="connsiteY1-166" fmla="*/ 1532467 h 2762250"/>
              <a:gd name="connsiteX2-167" fmla="*/ 967057 w 2827607"/>
              <a:gd name="connsiteY2-168" fmla="*/ 883153 h 2762250"/>
              <a:gd name="connsiteX3-169" fmla="*/ 1576657 w 2827607"/>
              <a:gd name="connsiteY3-170" fmla="*/ 211667 h 2762250"/>
              <a:gd name="connsiteX4-171" fmla="*/ 2046557 w 2827607"/>
              <a:gd name="connsiteY4-172" fmla="*/ 110067 h 2762250"/>
              <a:gd name="connsiteX5-173" fmla="*/ 2503757 w 2827607"/>
              <a:gd name="connsiteY5-174" fmla="*/ 872067 h 2762250"/>
              <a:gd name="connsiteX6-175" fmla="*/ 2668857 w 2827607"/>
              <a:gd name="connsiteY6-176" fmla="*/ 1735667 h 2762250"/>
              <a:gd name="connsiteX7-177" fmla="*/ 1551257 w 2827607"/>
              <a:gd name="connsiteY7-178" fmla="*/ 2637367 h 2762250"/>
              <a:gd name="connsiteX8-179" fmla="*/ 243157 w 2827607"/>
              <a:gd name="connsiteY8-180" fmla="*/ 2484967 h 2762250"/>
              <a:gd name="connsiteX9-181" fmla="*/ 92315 w 2827607"/>
              <a:gd name="connsiteY9-182" fmla="*/ 2092833 h 2762250"/>
              <a:gd name="connsiteX10-183" fmla="*/ 576505 w 2827607"/>
              <a:gd name="connsiteY10-184" fmla="*/ 1588009 h 2762250"/>
              <a:gd name="connsiteX0-185" fmla="*/ 484429 w 2827607"/>
              <a:gd name="connsiteY0-186" fmla="*/ 1529271 h 2762250"/>
              <a:gd name="connsiteX1-187" fmla="*/ 490833 w 2827607"/>
              <a:gd name="connsiteY1-188" fmla="*/ 1532467 h 2762250"/>
              <a:gd name="connsiteX2-189" fmla="*/ 967057 w 2827607"/>
              <a:gd name="connsiteY2-190" fmla="*/ 883153 h 2762250"/>
              <a:gd name="connsiteX3-191" fmla="*/ 1576657 w 2827607"/>
              <a:gd name="connsiteY3-192" fmla="*/ 211667 h 2762250"/>
              <a:gd name="connsiteX4-193" fmla="*/ 2046557 w 2827607"/>
              <a:gd name="connsiteY4-194" fmla="*/ 110067 h 2762250"/>
              <a:gd name="connsiteX5-195" fmla="*/ 2503757 w 2827607"/>
              <a:gd name="connsiteY5-196" fmla="*/ 872067 h 2762250"/>
              <a:gd name="connsiteX6-197" fmla="*/ 2668857 w 2827607"/>
              <a:gd name="connsiteY6-198" fmla="*/ 1735667 h 2762250"/>
              <a:gd name="connsiteX7-199" fmla="*/ 1551257 w 2827607"/>
              <a:gd name="connsiteY7-200" fmla="*/ 2637367 h 2762250"/>
              <a:gd name="connsiteX8-201" fmla="*/ 243157 w 2827607"/>
              <a:gd name="connsiteY8-202" fmla="*/ 2484967 h 2762250"/>
              <a:gd name="connsiteX9-203" fmla="*/ 92315 w 2827607"/>
              <a:gd name="connsiteY9-204" fmla="*/ 2092833 h 2762250"/>
              <a:gd name="connsiteX10-205" fmla="*/ 433597 w 2827607"/>
              <a:gd name="connsiteY10-206" fmla="*/ 1588009 h 27622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61" y="connsiteY10-162"/>
              </a:cxn>
            </a:cxnLst>
            <a:rect l="l" t="t" r="r" b="b"/>
            <a:pathLst>
              <a:path w="2827607" h="2762250">
                <a:moveTo>
                  <a:pt x="484429" y="1529271"/>
                </a:moveTo>
                <a:cubicBezTo>
                  <a:pt x="485496" y="1529804"/>
                  <a:pt x="410395" y="1640153"/>
                  <a:pt x="490833" y="1532467"/>
                </a:cubicBezTo>
                <a:cubicBezTo>
                  <a:pt x="571271" y="1424781"/>
                  <a:pt x="786086" y="1103286"/>
                  <a:pt x="967057" y="883153"/>
                </a:cubicBezTo>
                <a:cubicBezTo>
                  <a:pt x="1148028" y="663020"/>
                  <a:pt x="1396740" y="340515"/>
                  <a:pt x="1576657" y="211667"/>
                </a:cubicBezTo>
                <a:cubicBezTo>
                  <a:pt x="1756574" y="82819"/>
                  <a:pt x="1892041" y="0"/>
                  <a:pt x="2046557" y="110067"/>
                </a:cubicBezTo>
                <a:cubicBezTo>
                  <a:pt x="2201073" y="220134"/>
                  <a:pt x="2400040" y="601134"/>
                  <a:pt x="2503757" y="872067"/>
                </a:cubicBezTo>
                <a:cubicBezTo>
                  <a:pt x="2607474" y="1143000"/>
                  <a:pt x="2827607" y="1441450"/>
                  <a:pt x="2668857" y="1735667"/>
                </a:cubicBezTo>
                <a:cubicBezTo>
                  <a:pt x="2510107" y="2029884"/>
                  <a:pt x="1955540" y="2512484"/>
                  <a:pt x="1551257" y="2637367"/>
                </a:cubicBezTo>
                <a:cubicBezTo>
                  <a:pt x="1146974" y="2762250"/>
                  <a:pt x="486314" y="2575723"/>
                  <a:pt x="243157" y="2484967"/>
                </a:cubicBezTo>
                <a:cubicBezTo>
                  <a:pt x="0" y="2394211"/>
                  <a:pt x="60575" y="2242326"/>
                  <a:pt x="92315" y="2092833"/>
                </a:cubicBezTo>
                <a:cubicBezTo>
                  <a:pt x="124055" y="1943340"/>
                  <a:pt x="338347" y="1795442"/>
                  <a:pt x="433597" y="1588009"/>
                </a:cubicBezTo>
              </a:path>
            </a:pathLst>
          </a:custGeom>
          <a:solidFill>
            <a:schemeClr val="bg1">
              <a:lumMod val="50000"/>
              <a:alpha val="20000"/>
            </a:schemeClr>
          </a:solidFill>
          <a:ln w="19050">
            <a:solidFill>
              <a:schemeClr val="bg1">
                <a:lumMod val="50000"/>
                <a:alpha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latin typeface="Consolas" panose="020B0609020204030204" pitchFamily="49" charset="0"/>
              <a:cs typeface="Consolas" panose="020B0609020204030204" pitchFamily="49" charset="0"/>
            </a:endParaRPr>
          </a:p>
        </p:txBody>
      </p:sp>
      <p:sp>
        <p:nvSpPr>
          <p:cNvPr id="41" name="任意多边形 46"/>
          <p:cNvSpPr/>
          <p:nvPr>
            <p:custDataLst>
              <p:tags r:id="rId3"/>
            </p:custDataLst>
          </p:nvPr>
        </p:nvSpPr>
        <p:spPr bwMode="auto">
          <a:xfrm>
            <a:off x="742900" y="3368513"/>
            <a:ext cx="1426633" cy="1769533"/>
          </a:xfrm>
          <a:custGeom>
            <a:avLst/>
            <a:gdLst>
              <a:gd name="connsiteX0" fmla="*/ 791633 w 1426633"/>
              <a:gd name="connsiteY0" fmla="*/ 101600 h 1769533"/>
              <a:gd name="connsiteX1" fmla="*/ 461433 w 1426633"/>
              <a:gd name="connsiteY1" fmla="*/ 292100 h 1769533"/>
              <a:gd name="connsiteX2" fmla="*/ 80433 w 1426633"/>
              <a:gd name="connsiteY2" fmla="*/ 1054100 h 1769533"/>
              <a:gd name="connsiteX3" fmla="*/ 80433 w 1426633"/>
              <a:gd name="connsiteY3" fmla="*/ 1562100 h 1769533"/>
              <a:gd name="connsiteX4" fmla="*/ 563033 w 1426633"/>
              <a:gd name="connsiteY4" fmla="*/ 1549400 h 1769533"/>
              <a:gd name="connsiteX5" fmla="*/ 1388533 w 1426633"/>
              <a:gd name="connsiteY5" fmla="*/ 241300 h 1769533"/>
              <a:gd name="connsiteX6" fmla="*/ 791633 w 1426633"/>
              <a:gd name="connsiteY6" fmla="*/ 101600 h 176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6633" h="1769533">
                <a:moveTo>
                  <a:pt x="791633" y="101600"/>
                </a:moveTo>
                <a:cubicBezTo>
                  <a:pt x="637116" y="110067"/>
                  <a:pt x="579966" y="133350"/>
                  <a:pt x="461433" y="292100"/>
                </a:cubicBezTo>
                <a:cubicBezTo>
                  <a:pt x="342900" y="450850"/>
                  <a:pt x="143933" y="842433"/>
                  <a:pt x="80433" y="1054100"/>
                </a:cubicBezTo>
                <a:cubicBezTo>
                  <a:pt x="16933" y="1265767"/>
                  <a:pt x="0" y="1479550"/>
                  <a:pt x="80433" y="1562100"/>
                </a:cubicBezTo>
                <a:cubicBezTo>
                  <a:pt x="160866" y="1644650"/>
                  <a:pt x="345016" y="1769533"/>
                  <a:pt x="563033" y="1549400"/>
                </a:cubicBezTo>
                <a:cubicBezTo>
                  <a:pt x="781050" y="1329267"/>
                  <a:pt x="1350433" y="482600"/>
                  <a:pt x="1388533" y="241300"/>
                </a:cubicBezTo>
                <a:cubicBezTo>
                  <a:pt x="1426633" y="0"/>
                  <a:pt x="946150" y="93133"/>
                  <a:pt x="791633" y="101600"/>
                </a:cubicBezTo>
                <a:close/>
              </a:path>
            </a:pathLst>
          </a:custGeom>
          <a:solidFill>
            <a:srgbClr val="B50988">
              <a:alpha val="20000"/>
            </a:srgbClr>
          </a:solidFill>
          <a:ln w="19050" cap="flat" cmpd="sng">
            <a:solidFill>
              <a:srgbClr val="B50988">
                <a:alpha val="50000"/>
              </a:srgbClr>
            </a:solidFill>
            <a:prstDash val="dash"/>
            <a:round/>
            <a:headEnd type="none" w="med" len="med"/>
            <a:tailEnd type="none" w="med" len="lg"/>
          </a:ln>
          <a:effectLst/>
        </p:spPr>
        <p:txBody>
          <a:bodyPr wrap="none" rtlCol="0" anchor="ctr"/>
          <a:p>
            <a:pPr algn="ctr"/>
            <a:endParaRPr lang="zh-CN" altLang="en-US">
              <a:latin typeface="Consolas" panose="020B0609020204030204" pitchFamily="49" charset="0"/>
              <a:cs typeface="Consolas" panose="020B0609020204030204" pitchFamily="49" charset="0"/>
            </a:endParaRPr>
          </a:p>
        </p:txBody>
      </p:sp>
      <p:sp>
        <p:nvSpPr>
          <p:cNvPr id="4" name="文本框 3"/>
          <p:cNvSpPr txBox="1"/>
          <p:nvPr>
            <p:custDataLst>
              <p:tags r:id="rId4"/>
            </p:custDataLst>
          </p:nvPr>
        </p:nvSpPr>
        <p:spPr>
          <a:xfrm>
            <a:off x="0" y="719822"/>
            <a:ext cx="8010525"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普里姆</a:t>
            </a:r>
            <a:r>
              <a:rPr kumimoji="1" lang="en-US" altLang="zh-CN" sz="2000" b="1" dirty="0">
                <a:solidFill>
                  <a:srgbClr val="0099BC"/>
                </a:solidFill>
                <a:latin typeface="+mn-ea"/>
                <a:cs typeface="Consolas" panose="020B0609020204030204" pitchFamily="49" charset="0"/>
              </a:rPr>
              <a:t>(Prim)</a:t>
            </a:r>
            <a:r>
              <a:rPr kumimoji="1" lang="zh-CN" altLang="en-US" sz="2000" b="1" dirty="0">
                <a:solidFill>
                  <a:srgbClr val="0099BC"/>
                </a:solidFill>
                <a:latin typeface="+mn-ea"/>
                <a:cs typeface="Consolas" panose="020B0609020204030204" pitchFamily="49" charset="0"/>
              </a:rPr>
              <a:t>算法是一种构造性算法，用于构造最小生成树</a:t>
            </a:r>
            <a:endParaRPr lang="zh-CN" altLang="en-US" sz="2000" b="1" dirty="0">
              <a:solidFill>
                <a:srgbClr val="0099BC"/>
              </a:solidFill>
              <a:latin typeface="+mn-ea"/>
            </a:endParaRPr>
          </a:p>
        </p:txBody>
      </p:sp>
      <p:sp>
        <p:nvSpPr>
          <p:cNvPr id="6" name="文本框 5"/>
          <p:cNvSpPr txBox="1"/>
          <p:nvPr>
            <p:custDataLst>
              <p:tags r:id="rId5"/>
            </p:custDataLst>
          </p:nvPr>
        </p:nvSpPr>
        <p:spPr>
          <a:xfrm>
            <a:off x="0" y="1110365"/>
            <a:ext cx="9144000" cy="2095510"/>
          </a:xfrm>
          <a:prstGeom prst="rect">
            <a:avLst/>
          </a:prstGeom>
          <a:noFill/>
        </p:spPr>
        <p:txBody>
          <a:bodyPr wrap="square">
            <a:spAutoFit/>
          </a:bodyPr>
          <a:p>
            <a:pPr>
              <a:lnSpc>
                <a:spcPct val="120000"/>
              </a:lnSpc>
            </a:pPr>
            <a:r>
              <a:rPr lang="zh-CN" altLang="en-US" sz="2000" b="1" dirty="0"/>
              <a:t>普里姆算法的步骤如下 </a:t>
            </a:r>
            <a:r>
              <a:rPr lang="en-US" altLang="zh-CN" sz="2000" b="1" dirty="0"/>
              <a:t>-&gt;</a:t>
            </a:r>
            <a:r>
              <a:rPr lang="en-US" altLang="zh-CN" sz="2000" b="1" dirty="0">
                <a:sym typeface="Wingdings" panose="05000000000000000000" pitchFamily="2" charset="2"/>
              </a:rPr>
              <a:t> </a:t>
            </a:r>
            <a:r>
              <a:rPr lang="en-US" altLang="zh-CN" sz="2000" b="1" dirty="0">
                <a:solidFill>
                  <a:srgbClr val="B50988"/>
                </a:solidFill>
                <a:sym typeface="Wingdings" panose="05000000000000000000" pitchFamily="2" charset="2"/>
              </a:rPr>
              <a:t>U:</a:t>
            </a:r>
            <a:r>
              <a:rPr lang="zh-CN" altLang="en-US" sz="2000" b="1" dirty="0">
                <a:solidFill>
                  <a:srgbClr val="B50988"/>
                </a:solidFill>
                <a:sym typeface="Wingdings" panose="05000000000000000000" pitchFamily="2" charset="2"/>
              </a:rPr>
              <a:t> 生成树集合</a:t>
            </a:r>
            <a:r>
              <a:rPr lang="zh-CN" altLang="en-US" sz="2000" b="1" dirty="0">
                <a:sym typeface="Wingdings" panose="05000000000000000000" pitchFamily="2" charset="2"/>
              </a:rPr>
              <a:t>；</a:t>
            </a:r>
            <a:r>
              <a:rPr lang="en-US" altLang="zh-CN" sz="2000" b="1" dirty="0">
                <a:solidFill>
                  <a:schemeClr val="tx1">
                    <a:lumMod val="65000"/>
                    <a:lumOff val="35000"/>
                  </a:schemeClr>
                </a:solidFill>
                <a:sym typeface="Wingdings" panose="05000000000000000000" pitchFamily="2" charset="2"/>
              </a:rPr>
              <a:t>V-U: </a:t>
            </a:r>
            <a:r>
              <a:rPr lang="zh-CN" altLang="en-US" sz="2000" b="1" dirty="0">
                <a:solidFill>
                  <a:schemeClr val="tx1">
                    <a:lumMod val="65000"/>
                    <a:lumOff val="35000"/>
                  </a:schemeClr>
                </a:solidFill>
                <a:sym typeface="Wingdings" panose="05000000000000000000" pitchFamily="2" charset="2"/>
              </a:rPr>
              <a:t>未生成树集合</a:t>
            </a:r>
            <a:endParaRPr lang="en-US" altLang="zh-CN" sz="2000" b="1" dirty="0">
              <a:solidFill>
                <a:schemeClr val="tx1">
                  <a:lumMod val="65000"/>
                  <a:lumOff val="35000"/>
                </a:schemeClr>
              </a:solidFill>
            </a:endParaRPr>
          </a:p>
          <a:p>
            <a:pPr marL="285750" indent="-285750">
              <a:lnSpc>
                <a:spcPct val="120000"/>
              </a:lnSpc>
              <a:buFont typeface="Wingdings" panose="05000000000000000000" pitchFamily="2" charset="2"/>
              <a:buChar char="n"/>
            </a:pPr>
            <a:r>
              <a:rPr lang="zh-CN" altLang="en-US" dirty="0"/>
              <a:t>选择权值最小边的一个顶点</a:t>
            </a:r>
            <a:r>
              <a:rPr lang="en-US" altLang="zh-CN" dirty="0"/>
              <a:t>u</a:t>
            </a:r>
            <a:r>
              <a:rPr lang="zh-CN" altLang="en-US" dirty="0"/>
              <a:t>，初始化</a:t>
            </a:r>
            <a:r>
              <a:rPr lang="en-US" altLang="zh-CN" b="1" dirty="0">
                <a:solidFill>
                  <a:srgbClr val="B50988"/>
                </a:solidFill>
              </a:rPr>
              <a:t>U={u}</a:t>
            </a:r>
            <a:endParaRPr lang="zh-CN" altLang="en-US" b="1" dirty="0">
              <a:solidFill>
                <a:srgbClr val="B50988"/>
              </a:solidFill>
            </a:endParaRPr>
          </a:p>
          <a:p>
            <a:pPr marL="285750" indent="-285750">
              <a:lnSpc>
                <a:spcPct val="120000"/>
              </a:lnSpc>
              <a:buFont typeface="Wingdings" panose="05000000000000000000" pitchFamily="2" charset="2"/>
              <a:buChar char="n"/>
            </a:pPr>
            <a:r>
              <a:rPr lang="zh-CN" altLang="en-US" dirty="0"/>
              <a:t>在所有连接在</a:t>
            </a:r>
            <a:r>
              <a:rPr lang="en-US" altLang="zh-CN" b="1" dirty="0">
                <a:solidFill>
                  <a:srgbClr val="B50988"/>
                </a:solidFill>
              </a:rPr>
              <a:t>u</a:t>
            </a:r>
            <a:r>
              <a:rPr lang="zh-CN" altLang="en-US" dirty="0"/>
              <a:t>的边中挑选权值最小的边，设该边在</a:t>
            </a:r>
            <a:r>
              <a:rPr lang="en-US" altLang="zh-CN" b="1" dirty="0">
                <a:solidFill>
                  <a:schemeClr val="tx1">
                    <a:lumMod val="65000"/>
                    <a:lumOff val="35000"/>
                  </a:schemeClr>
                </a:solidFill>
              </a:rPr>
              <a:t>V-U</a:t>
            </a:r>
            <a:r>
              <a:rPr lang="zh-CN" altLang="en-US" dirty="0"/>
              <a:t>中的顶点是</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，将</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加入</a:t>
            </a:r>
            <a:r>
              <a:rPr lang="en-US" altLang="zh-CN" b="1" dirty="0">
                <a:solidFill>
                  <a:srgbClr val="B50988"/>
                </a:solidFill>
              </a:rPr>
              <a:t>U</a:t>
            </a:r>
            <a:r>
              <a:rPr lang="zh-CN" altLang="en-US" dirty="0"/>
              <a:t>中</a:t>
            </a:r>
            <a:endParaRPr lang="zh-CN" altLang="en-US" dirty="0"/>
          </a:p>
          <a:p>
            <a:pPr marL="285750" indent="-285750">
              <a:lnSpc>
                <a:spcPct val="120000"/>
              </a:lnSpc>
              <a:buFont typeface="Wingdings" panose="05000000000000000000" pitchFamily="2" charset="2"/>
              <a:buChar char="n"/>
            </a:pPr>
            <a:r>
              <a:rPr lang="zh-CN" altLang="en-US" b="1" dirty="0">
                <a:solidFill>
                  <a:srgbClr val="B50988"/>
                </a:solidFill>
                <a:latin typeface="+mn-ea"/>
              </a:rPr>
              <a:t>在所有的</a:t>
            </a:r>
            <a:r>
              <a:rPr lang="en-US" altLang="zh-CN" b="1" dirty="0">
                <a:solidFill>
                  <a:srgbClr val="B50988"/>
                </a:solidFill>
                <a:latin typeface="+mn-ea"/>
              </a:rPr>
              <a:t>U</a:t>
            </a:r>
            <a:r>
              <a:rPr lang="zh-CN" altLang="en-US" b="1" dirty="0">
                <a:solidFill>
                  <a:srgbClr val="B50988"/>
                </a:solidFill>
                <a:latin typeface="+mn-ea"/>
              </a:rPr>
              <a:t>中顶点</a:t>
            </a:r>
            <a:r>
              <a:rPr lang="zh-CN" altLang="en-US" dirty="0">
                <a:latin typeface="+mn-ea"/>
              </a:rPr>
              <a:t>和</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中顶点</a:t>
            </a:r>
            <a:r>
              <a:rPr lang="zh-CN" altLang="en-US" dirty="0">
                <a:latin typeface="+mn-ea"/>
              </a:rPr>
              <a:t>的边选取权值最小的边，</a:t>
            </a:r>
            <a:r>
              <a:rPr lang="zh-CN" altLang="en-US" dirty="0"/>
              <a:t>设该边在</a:t>
            </a:r>
            <a:r>
              <a:rPr lang="en-US" altLang="zh-CN" b="1" dirty="0">
                <a:solidFill>
                  <a:schemeClr val="tx1">
                    <a:lumMod val="65000"/>
                    <a:lumOff val="35000"/>
                  </a:schemeClr>
                </a:solidFill>
              </a:rPr>
              <a:t>V-U</a:t>
            </a:r>
            <a:r>
              <a:rPr lang="zh-CN" altLang="en-US" dirty="0"/>
              <a:t>中的顶点是</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，将</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加入</a:t>
            </a:r>
            <a:r>
              <a:rPr lang="en-US" altLang="zh-CN" b="1" dirty="0">
                <a:solidFill>
                  <a:srgbClr val="B50988"/>
                </a:solidFill>
              </a:rPr>
              <a:t>U</a:t>
            </a:r>
            <a:r>
              <a:rPr lang="zh-CN" altLang="en-US" dirty="0"/>
              <a:t>中</a:t>
            </a:r>
            <a:endParaRPr lang="en-US" altLang="zh-CN" b="1" dirty="0">
              <a:solidFill>
                <a:srgbClr val="FF0000"/>
              </a:solidFill>
              <a:latin typeface="+mn-ea"/>
            </a:endParaRPr>
          </a:p>
          <a:p>
            <a:pPr marL="285750" indent="-285750">
              <a:lnSpc>
                <a:spcPct val="120000"/>
              </a:lnSpc>
              <a:buFont typeface="Wingdings" panose="05000000000000000000" pitchFamily="2" charset="2"/>
              <a:buChar char="n"/>
            </a:pPr>
            <a:r>
              <a:rPr lang="zh-CN" altLang="en-US" dirty="0">
                <a:latin typeface="+mn-ea"/>
              </a:rPr>
              <a:t>一直持续上述操作直到</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集合</a:t>
            </a:r>
            <a:r>
              <a:rPr lang="zh-CN" altLang="en-US" dirty="0">
                <a:latin typeface="+mn-ea"/>
              </a:rPr>
              <a:t>为空</a:t>
            </a:r>
            <a:endParaRPr lang="zh-CN" altLang="en-US" dirty="0"/>
          </a:p>
        </p:txBody>
      </p:sp>
      <p:sp>
        <p:nvSpPr>
          <p:cNvPr id="7" name="文本框 6"/>
          <p:cNvSpPr txBox="1"/>
          <p:nvPr>
            <p:custDataLst>
              <p:tags r:id="rId6"/>
            </p:custDataLst>
          </p:nvPr>
        </p:nvSpPr>
        <p:spPr>
          <a:xfrm>
            <a:off x="2027723" y="3523764"/>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28</a:t>
            </a:r>
            <a:endParaRPr lang="zh-CN" altLang="en-US" sz="1600" dirty="0">
              <a:solidFill>
                <a:schemeClr val="tx1">
                  <a:lumMod val="50000"/>
                  <a:lumOff val="50000"/>
                </a:schemeClr>
              </a:solidFill>
            </a:endParaRPr>
          </a:p>
        </p:txBody>
      </p:sp>
      <p:sp>
        <p:nvSpPr>
          <p:cNvPr id="8" name="文本框 7"/>
          <p:cNvSpPr txBox="1"/>
          <p:nvPr>
            <p:custDataLst>
              <p:tags r:id="rId7"/>
            </p:custDataLst>
          </p:nvPr>
        </p:nvSpPr>
        <p:spPr>
          <a:xfrm>
            <a:off x="946615" y="3887500"/>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10</a:t>
            </a:r>
            <a:endParaRPr lang="zh-CN" altLang="en-US" sz="1600" dirty="0">
              <a:solidFill>
                <a:schemeClr val="tx1">
                  <a:lumMod val="50000"/>
                  <a:lumOff val="50000"/>
                </a:schemeClr>
              </a:solidFill>
            </a:endParaRPr>
          </a:p>
        </p:txBody>
      </p:sp>
      <p:sp>
        <p:nvSpPr>
          <p:cNvPr id="9" name="文本框 8"/>
          <p:cNvSpPr txBox="1"/>
          <p:nvPr>
            <p:custDataLst>
              <p:tags r:id="rId8"/>
            </p:custDataLst>
          </p:nvPr>
        </p:nvSpPr>
        <p:spPr>
          <a:xfrm>
            <a:off x="969206"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25</a:t>
            </a:r>
            <a:endParaRPr lang="zh-CN" altLang="en-US" sz="1600" dirty="0">
              <a:solidFill>
                <a:schemeClr val="tx1">
                  <a:lumMod val="50000"/>
                  <a:lumOff val="50000"/>
                </a:schemeClr>
              </a:solidFill>
            </a:endParaRPr>
          </a:p>
        </p:txBody>
      </p:sp>
      <p:sp>
        <p:nvSpPr>
          <p:cNvPr id="10" name="文本框 9"/>
          <p:cNvSpPr txBox="1"/>
          <p:nvPr>
            <p:custDataLst>
              <p:tags r:id="rId9"/>
            </p:custDataLst>
          </p:nvPr>
        </p:nvSpPr>
        <p:spPr>
          <a:xfrm>
            <a:off x="1628848" y="471981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24</a:t>
            </a:r>
            <a:endParaRPr lang="zh-CN" altLang="en-US" sz="1600" dirty="0">
              <a:solidFill>
                <a:schemeClr val="tx1">
                  <a:lumMod val="50000"/>
                  <a:lumOff val="50000"/>
                </a:schemeClr>
              </a:solidFill>
            </a:endParaRPr>
          </a:p>
        </p:txBody>
      </p:sp>
      <p:sp>
        <p:nvSpPr>
          <p:cNvPr id="11" name="文本框 10"/>
          <p:cNvSpPr txBox="1"/>
          <p:nvPr>
            <p:custDataLst>
              <p:tags r:id="rId10"/>
            </p:custDataLst>
          </p:nvPr>
        </p:nvSpPr>
        <p:spPr>
          <a:xfrm>
            <a:off x="2108438" y="397786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14</a:t>
            </a:r>
            <a:endParaRPr lang="zh-CN" altLang="en-US" sz="1600" dirty="0">
              <a:solidFill>
                <a:schemeClr val="tx1">
                  <a:lumMod val="50000"/>
                  <a:lumOff val="50000"/>
                </a:schemeClr>
              </a:solidFill>
            </a:endParaRPr>
          </a:p>
        </p:txBody>
      </p:sp>
      <p:sp>
        <p:nvSpPr>
          <p:cNvPr id="14" name="文本框 13"/>
          <p:cNvSpPr txBox="1"/>
          <p:nvPr>
            <p:custDataLst>
              <p:tags r:id="rId11"/>
            </p:custDataLst>
          </p:nvPr>
        </p:nvSpPr>
        <p:spPr>
          <a:xfrm>
            <a:off x="3000901" y="396717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16</a:t>
            </a:r>
            <a:endParaRPr lang="zh-CN" altLang="en-US" sz="1600" dirty="0">
              <a:solidFill>
                <a:schemeClr val="tx1">
                  <a:lumMod val="50000"/>
                  <a:lumOff val="50000"/>
                </a:schemeClr>
              </a:solidFill>
            </a:endParaRPr>
          </a:p>
        </p:txBody>
      </p:sp>
      <p:sp>
        <p:nvSpPr>
          <p:cNvPr id="17" name="文本框 16"/>
          <p:cNvSpPr txBox="1"/>
          <p:nvPr>
            <p:custDataLst>
              <p:tags r:id="rId12"/>
            </p:custDataLst>
          </p:nvPr>
        </p:nvSpPr>
        <p:spPr>
          <a:xfrm>
            <a:off x="3019402"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12</a:t>
            </a:r>
            <a:endParaRPr lang="zh-CN" altLang="en-US" sz="1600" dirty="0">
              <a:solidFill>
                <a:schemeClr val="tx1">
                  <a:lumMod val="50000"/>
                  <a:lumOff val="50000"/>
                </a:schemeClr>
              </a:solidFill>
            </a:endParaRPr>
          </a:p>
        </p:txBody>
      </p:sp>
      <p:sp>
        <p:nvSpPr>
          <p:cNvPr id="20" name="文本框 19"/>
          <p:cNvSpPr txBox="1"/>
          <p:nvPr>
            <p:custDataLst>
              <p:tags r:id="rId13"/>
            </p:custDataLst>
          </p:nvPr>
        </p:nvSpPr>
        <p:spPr>
          <a:xfrm>
            <a:off x="2528517" y="474783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18</a:t>
            </a:r>
            <a:endParaRPr lang="zh-CN" altLang="en-US" sz="1600" dirty="0">
              <a:solidFill>
                <a:schemeClr val="tx1">
                  <a:lumMod val="50000"/>
                  <a:lumOff val="50000"/>
                </a:schemeClr>
              </a:solidFill>
            </a:endParaRPr>
          </a:p>
        </p:txBody>
      </p:sp>
      <p:sp>
        <p:nvSpPr>
          <p:cNvPr id="29" name="文本框 28"/>
          <p:cNvSpPr txBox="1"/>
          <p:nvPr>
            <p:custDataLst>
              <p:tags r:id="rId14"/>
            </p:custDataLst>
          </p:nvPr>
        </p:nvSpPr>
        <p:spPr>
          <a:xfrm>
            <a:off x="2040910" y="5353272"/>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22</a:t>
            </a:r>
            <a:endParaRPr lang="zh-CN" altLang="en-US" sz="1600" dirty="0">
              <a:solidFill>
                <a:schemeClr val="tx1">
                  <a:lumMod val="50000"/>
                  <a:lumOff val="50000"/>
                </a:schemeClr>
              </a:solidFill>
            </a:endParaRPr>
          </a:p>
        </p:txBody>
      </p:sp>
      <p:sp>
        <p:nvSpPr>
          <p:cNvPr id="30" name="Oval 31"/>
          <p:cNvSpPr>
            <a:spLocks noChangeArrowheads="1"/>
          </p:cNvSpPr>
          <p:nvPr>
            <p:custDataLst>
              <p:tags r:id="rId15"/>
            </p:custDataLst>
          </p:nvPr>
        </p:nvSpPr>
        <p:spPr bwMode="auto">
          <a:xfrm>
            <a:off x="145661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1" name="Oval 31"/>
          <p:cNvSpPr>
            <a:spLocks noChangeArrowheads="1"/>
          </p:cNvSpPr>
          <p:nvPr>
            <p:custDataLst>
              <p:tags r:id="rId16"/>
            </p:custDataLst>
          </p:nvPr>
        </p:nvSpPr>
        <p:spPr bwMode="auto">
          <a:xfrm>
            <a:off x="89464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2" name="Oval 31"/>
          <p:cNvSpPr>
            <a:spLocks noChangeArrowheads="1"/>
          </p:cNvSpPr>
          <p:nvPr>
            <p:custDataLst>
              <p:tags r:id="rId17"/>
            </p:custDataLst>
          </p:nvPr>
        </p:nvSpPr>
        <p:spPr bwMode="auto">
          <a:xfrm>
            <a:off x="154234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3" name="Oval 31"/>
          <p:cNvSpPr>
            <a:spLocks noChangeArrowheads="1"/>
          </p:cNvSpPr>
          <p:nvPr>
            <p:custDataLst>
              <p:tags r:id="rId18"/>
            </p:custDataLst>
          </p:nvPr>
        </p:nvSpPr>
        <p:spPr bwMode="auto">
          <a:xfrm>
            <a:off x="251389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4" name="Oval 31"/>
          <p:cNvSpPr>
            <a:spLocks noChangeArrowheads="1"/>
          </p:cNvSpPr>
          <p:nvPr>
            <p:custDataLst>
              <p:tags r:id="rId19"/>
            </p:custDataLst>
          </p:nvPr>
        </p:nvSpPr>
        <p:spPr bwMode="auto">
          <a:xfrm>
            <a:off x="209605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5" name="Oval 31"/>
          <p:cNvSpPr>
            <a:spLocks noChangeArrowheads="1"/>
          </p:cNvSpPr>
          <p:nvPr>
            <p:custDataLst>
              <p:tags r:id="rId20"/>
            </p:custDataLst>
          </p:nvPr>
        </p:nvSpPr>
        <p:spPr bwMode="auto">
          <a:xfrm>
            <a:off x="296659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6" name="Oval 31"/>
          <p:cNvSpPr>
            <a:spLocks noChangeArrowheads="1"/>
          </p:cNvSpPr>
          <p:nvPr>
            <p:custDataLst>
              <p:tags r:id="rId21"/>
            </p:custDataLst>
          </p:nvPr>
        </p:nvSpPr>
        <p:spPr bwMode="auto">
          <a:xfrm>
            <a:off x="258237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37" name="直接连接符 36"/>
          <p:cNvCxnSpPr>
            <a:stCxn id="36" idx="2"/>
            <a:endCxn id="30" idx="6"/>
          </p:cNvCxnSpPr>
          <p:nvPr>
            <p:custDataLst>
              <p:tags r:id="rId22"/>
            </p:custDataLst>
          </p:nvPr>
        </p:nvCxnSpPr>
        <p:spPr>
          <a:xfrm flipH="1" flipV="1">
            <a:off x="1909324" y="3836222"/>
            <a:ext cx="673049" cy="345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6" idx="5"/>
            <a:endCxn id="35" idx="0"/>
          </p:cNvCxnSpPr>
          <p:nvPr>
            <p:custDataLst>
              <p:tags r:id="rId23"/>
            </p:custDataLst>
          </p:nvPr>
        </p:nvCxnSpPr>
        <p:spPr>
          <a:xfrm>
            <a:off x="2968781" y="3999732"/>
            <a:ext cx="224171"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5" idx="4"/>
            <a:endCxn id="33" idx="6"/>
          </p:cNvCxnSpPr>
          <p:nvPr>
            <p:custDataLst>
              <p:tags r:id="rId24"/>
            </p:custDataLst>
          </p:nvPr>
        </p:nvCxnSpPr>
        <p:spPr>
          <a:xfrm flipH="1">
            <a:off x="2966599" y="4877426"/>
            <a:ext cx="226353" cy="54947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4" idx="5"/>
            <a:endCxn id="33" idx="0"/>
          </p:cNvCxnSpPr>
          <p:nvPr>
            <p:custDataLst>
              <p:tags r:id="rId25"/>
            </p:custDataLst>
          </p:nvPr>
        </p:nvCxnSpPr>
        <p:spPr>
          <a:xfrm>
            <a:off x="2482462" y="4811129"/>
            <a:ext cx="257785"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36" idx="3"/>
            <a:endCxn id="34" idx="0"/>
          </p:cNvCxnSpPr>
          <p:nvPr>
            <p:custDataLst>
              <p:tags r:id="rId26"/>
            </p:custDataLst>
          </p:nvPr>
        </p:nvCxnSpPr>
        <p:spPr>
          <a:xfrm flipH="1">
            <a:off x="2322407" y="3999732"/>
            <a:ext cx="326263"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4" idx="3"/>
            <a:endCxn id="32" idx="0"/>
          </p:cNvCxnSpPr>
          <p:nvPr>
            <p:custDataLst>
              <p:tags r:id="rId27"/>
            </p:custDataLst>
          </p:nvPr>
        </p:nvCxnSpPr>
        <p:spPr>
          <a:xfrm flipH="1">
            <a:off x="1768697" y="4811129"/>
            <a:ext cx="393654"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2" idx="2"/>
            <a:endCxn id="31" idx="4"/>
          </p:cNvCxnSpPr>
          <p:nvPr>
            <p:custDataLst>
              <p:tags r:id="rId28"/>
            </p:custDataLst>
          </p:nvPr>
        </p:nvCxnSpPr>
        <p:spPr>
          <a:xfrm flipH="1" flipV="1">
            <a:off x="1120997" y="4929349"/>
            <a:ext cx="421347" cy="497548"/>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33" idx="2"/>
            <a:endCxn id="32" idx="6"/>
          </p:cNvCxnSpPr>
          <p:nvPr>
            <p:custDataLst>
              <p:tags r:id="rId29"/>
            </p:custDataLst>
          </p:nvPr>
        </p:nvCxnSpPr>
        <p:spPr>
          <a:xfrm flipH="1">
            <a:off x="1995049" y="5426897"/>
            <a:ext cx="518845"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0" idx="2"/>
            <a:endCxn id="31" idx="0"/>
          </p:cNvCxnSpPr>
          <p:nvPr>
            <p:custDataLst>
              <p:tags r:id="rId30"/>
            </p:custDataLst>
          </p:nvPr>
        </p:nvCxnSpPr>
        <p:spPr>
          <a:xfrm flipH="1">
            <a:off x="1120997" y="3836222"/>
            <a:ext cx="335622" cy="64042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8" name="Oval 31"/>
          <p:cNvSpPr>
            <a:spLocks noChangeArrowheads="1"/>
          </p:cNvSpPr>
          <p:nvPr>
            <p:custDataLst>
              <p:tags r:id="rId31"/>
            </p:custDataLst>
          </p:nvPr>
        </p:nvSpPr>
        <p:spPr bwMode="auto">
          <a:xfrm>
            <a:off x="595104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9" name="Oval 31"/>
          <p:cNvSpPr>
            <a:spLocks noChangeArrowheads="1"/>
          </p:cNvSpPr>
          <p:nvPr>
            <p:custDataLst>
              <p:tags r:id="rId32"/>
            </p:custDataLst>
          </p:nvPr>
        </p:nvSpPr>
        <p:spPr bwMode="auto">
          <a:xfrm>
            <a:off x="5389074" y="44766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0" name="Oval 31"/>
          <p:cNvSpPr>
            <a:spLocks noChangeArrowheads="1"/>
          </p:cNvSpPr>
          <p:nvPr>
            <p:custDataLst>
              <p:tags r:id="rId33"/>
            </p:custDataLst>
          </p:nvPr>
        </p:nvSpPr>
        <p:spPr bwMode="auto">
          <a:xfrm>
            <a:off x="603677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1" name="Oval 31"/>
          <p:cNvSpPr>
            <a:spLocks noChangeArrowheads="1"/>
          </p:cNvSpPr>
          <p:nvPr>
            <p:custDataLst>
              <p:tags r:id="rId34"/>
            </p:custDataLst>
          </p:nvPr>
        </p:nvSpPr>
        <p:spPr bwMode="auto">
          <a:xfrm>
            <a:off x="700832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2" name="Oval 31"/>
          <p:cNvSpPr>
            <a:spLocks noChangeArrowheads="1"/>
          </p:cNvSpPr>
          <p:nvPr>
            <p:custDataLst>
              <p:tags r:id="rId35"/>
            </p:custDataLst>
          </p:nvPr>
        </p:nvSpPr>
        <p:spPr bwMode="auto">
          <a:xfrm>
            <a:off x="659048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3" name="Oval 31"/>
          <p:cNvSpPr>
            <a:spLocks noChangeArrowheads="1"/>
          </p:cNvSpPr>
          <p:nvPr>
            <p:custDataLst>
              <p:tags r:id="rId36"/>
            </p:custDataLst>
          </p:nvPr>
        </p:nvSpPr>
        <p:spPr bwMode="auto">
          <a:xfrm>
            <a:off x="746102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4" name="Oval 31"/>
          <p:cNvSpPr>
            <a:spLocks noChangeArrowheads="1"/>
          </p:cNvSpPr>
          <p:nvPr>
            <p:custDataLst>
              <p:tags r:id="rId37"/>
            </p:custDataLst>
          </p:nvPr>
        </p:nvSpPr>
        <p:spPr bwMode="auto">
          <a:xfrm>
            <a:off x="707680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5" name="文本框 54"/>
          <p:cNvSpPr txBox="1"/>
          <p:nvPr>
            <p:custDataLst>
              <p:tags r:id="rId38"/>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sym typeface="Wingdings" panose="05000000000000000000" pitchFamily="2" charset="2"/>
              </a:rPr>
              <a:t>         U	={ 0, 5 }</a:t>
            </a:r>
            <a:endParaRPr lang="en-US" altLang="zh-CN" sz="2000" b="1" dirty="0">
              <a:solidFill>
                <a:srgbClr val="B50988"/>
              </a:solidFill>
              <a:sym typeface="Wingdings" panose="05000000000000000000" pitchFamily="2" charset="2"/>
            </a:endParaRPr>
          </a:p>
          <a:p>
            <a:pPr>
              <a:lnSpc>
                <a:spcPct val="110000"/>
              </a:lnSpc>
            </a:pPr>
            <a:r>
              <a:rPr lang="en-US" altLang="zh-CN" sz="2000" b="1" dirty="0">
                <a:solidFill>
                  <a:schemeClr val="tx1">
                    <a:lumMod val="65000"/>
                    <a:lumOff val="35000"/>
                  </a:schemeClr>
                </a:solidFill>
                <a:sym typeface="Wingdings" panose="05000000000000000000" pitchFamily="2" charset="2"/>
              </a:rPr>
              <a:t>     V-U	={ 1, 2, 3, 4, 6 }</a:t>
            </a:r>
            <a:endParaRPr lang="zh-CN" altLang="en-US" sz="2000" dirty="0"/>
          </a:p>
        </p:txBody>
      </p:sp>
      <p:cxnSp>
        <p:nvCxnSpPr>
          <p:cNvPr id="56" name="直接连接符 55"/>
          <p:cNvCxnSpPr>
            <a:stCxn id="48" idx="2"/>
            <a:endCxn id="49" idx="0"/>
          </p:cNvCxnSpPr>
          <p:nvPr>
            <p:custDataLst>
              <p:tags r:id="rId39"/>
            </p:custDataLst>
          </p:nvPr>
        </p:nvCxnSpPr>
        <p:spPr>
          <a:xfrm flipH="1">
            <a:off x="5615427" y="3836222"/>
            <a:ext cx="335622" cy="640422"/>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sp>
        <p:nvSpPr>
          <p:cNvPr id="57" name="矩形: 圆角 44"/>
          <p:cNvSpPr/>
          <p:nvPr>
            <p:custDataLst>
              <p:tags r:id="rId40"/>
            </p:custDataLst>
          </p:nvPr>
        </p:nvSpPr>
        <p:spPr>
          <a:xfrm>
            <a:off x="342528" y="1886364"/>
            <a:ext cx="8622178" cy="270000"/>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 name="矩形: 圆角 45"/>
          <p:cNvSpPr/>
          <p:nvPr>
            <p:custDataLst>
              <p:tags r:id="rId41"/>
            </p:custDataLst>
          </p:nvPr>
        </p:nvSpPr>
        <p:spPr>
          <a:xfrm>
            <a:off x="342528" y="2218748"/>
            <a:ext cx="8622178" cy="619426"/>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22" presetClass="entr" presetSubtype="1"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wipe(up)">
                                      <p:cBhvr>
                                        <p:cTn id="13" dur="500"/>
                                        <p:tgtEl>
                                          <p:spTgt spid="56"/>
                                        </p:tgtEl>
                                      </p:cBhvr>
                                    </p:animEffect>
                                  </p:childTnLst>
                                </p:cTn>
                              </p:par>
                            </p:childTnLst>
                          </p:cTn>
                        </p:par>
                        <p:par>
                          <p:cTn id="14" fill="hold">
                            <p:stCondLst>
                              <p:cond delay="500"/>
                            </p:stCondLst>
                            <p:childTnLst>
                              <p:par>
                                <p:cTn id="15" presetID="1" presetClass="emph" presetSubtype="2" fill="hold" nodeType="afterEffect">
                                  <p:stCondLst>
                                    <p:cond delay="0"/>
                                  </p:stCondLst>
                                  <p:childTnLst>
                                    <p:animClr clrSpc="rgb" dir="cw">
                                      <p:cBhvr>
                                        <p:cTn id="16" dur="500" fill="hold"/>
                                        <p:tgtEl>
                                          <p:spTgt spid="49"/>
                                        </p:tgtEl>
                                        <p:attrNameLst>
                                          <p:attrName>fillcolor</p:attrName>
                                        </p:attrNameLst>
                                      </p:cBhvr>
                                      <p:to>
                                        <a:srgbClr val="B50988"/>
                                      </p:to>
                                    </p:animClr>
                                    <p:set>
                                      <p:cBhvr>
                                        <p:cTn id="17" dur="500" fill="hold"/>
                                        <p:tgtEl>
                                          <p:spTgt spid="49"/>
                                        </p:tgtEl>
                                        <p:attrNameLst>
                                          <p:attrName>fill.type</p:attrName>
                                        </p:attrNameLst>
                                      </p:cBhvr>
                                      <p:to>
                                        <p:strVal val="solid"/>
                                      </p:to>
                                    </p:set>
                                    <p:set>
                                      <p:cBhvr>
                                        <p:cTn id="18" dur="500" fill="hold"/>
                                        <p:tgtEl>
                                          <p:spTgt spid="49"/>
                                        </p:tgtEl>
                                        <p:attrNameLst>
                                          <p:attrName>fill.on</p:attrName>
                                        </p:attrNameLst>
                                      </p:cBhvr>
                                      <p:to>
                                        <p:strVal val="true"/>
                                      </p:to>
                                    </p:set>
                                  </p:childTnLst>
                                </p:cTn>
                              </p:par>
                              <p:par>
                                <p:cTn id="19" presetID="10"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0" nodeType="clickEffect">
                                  <p:stCondLst>
                                    <p:cond delay="0"/>
                                  </p:stCondLst>
                                  <p:childTnLst>
                                    <p:set>
                                      <p:cBhvr>
                                        <p:cTn id="25" dur="1" fill="hold">
                                          <p:stCondLst>
                                            <p:cond delay="0"/>
                                          </p:stCondLst>
                                        </p:cTn>
                                        <p:tgtEl>
                                          <p:spTgt spid="57"/>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500"/>
                                        <p:tgtEl>
                                          <p:spTgt spid="58"/>
                                        </p:tgtEl>
                                      </p:cBhvr>
                                    </p:animEffect>
                                  </p:childTnLst>
                                </p:cTn>
                              </p:par>
                            </p:childTnLst>
                          </p:cTn>
                        </p:par>
                      </p:childTnLst>
                    </p:cTn>
                  </p:par>
                  <p:par>
                    <p:cTn id="29" fill="hold">
                      <p:stCondLst>
                        <p:cond delay="indefinite"/>
                      </p:stCondLst>
                      <p:childTnLst>
                        <p:par>
                          <p:cTn id="30" fill="hold">
                            <p:stCondLst>
                              <p:cond delay="0"/>
                            </p:stCondLst>
                            <p:childTnLst>
                              <p:par>
                                <p:cTn id="31" presetID="7" presetClass="emph" presetSubtype="2" fill="hold" nodeType="clickEffect">
                                  <p:stCondLst>
                                    <p:cond delay="0"/>
                                  </p:stCondLst>
                                  <p:childTnLst>
                                    <p:animClr clrSpc="rgb" dir="cw">
                                      <p:cBhvr>
                                        <p:cTn id="32" dur="500" fill="hold"/>
                                        <p:tgtEl>
                                          <p:spTgt spid="45"/>
                                        </p:tgtEl>
                                        <p:attrNameLst>
                                          <p:attrName>stroke.color</p:attrName>
                                        </p:attrNameLst>
                                      </p:cBhvr>
                                      <p:to>
                                        <a:srgbClr val="CC00FF"/>
                                      </p:to>
                                    </p:animClr>
                                    <p:set>
                                      <p:cBhvr>
                                        <p:cTn id="33" dur="500" fill="hold"/>
                                        <p:tgtEl>
                                          <p:spTgt spid="45"/>
                                        </p:tgtEl>
                                        <p:attrNameLst>
                                          <p:attrName>stroke.on</p:attrName>
                                        </p:attrNameLst>
                                      </p:cBhvr>
                                      <p:to>
                                        <p:strVal val="true"/>
                                      </p:to>
                                    </p:set>
                                  </p:childTnLst>
                                </p:cTn>
                              </p:par>
                              <p:par>
                                <p:cTn id="34" presetID="7" presetClass="emph" presetSubtype="2" fill="hold" nodeType="withEffect">
                                  <p:stCondLst>
                                    <p:cond delay="0"/>
                                  </p:stCondLst>
                                  <p:childTnLst>
                                    <p:animClr clrSpc="rgb" dir="cw">
                                      <p:cBhvr>
                                        <p:cTn id="35" dur="500" fill="hold"/>
                                        <p:tgtEl>
                                          <p:spTgt spid="37"/>
                                        </p:tgtEl>
                                        <p:attrNameLst>
                                          <p:attrName>stroke.color</p:attrName>
                                        </p:attrNameLst>
                                      </p:cBhvr>
                                      <p:to>
                                        <a:srgbClr val="CC00FF"/>
                                      </p:to>
                                    </p:animClr>
                                    <p:set>
                                      <p:cBhvr>
                                        <p:cTn id="36" dur="500" fill="hold"/>
                                        <p:tgtEl>
                                          <p:spTgt spid="37"/>
                                        </p:tgtEl>
                                        <p:attrNameLst>
                                          <p:attrName>stroke.on</p:attrName>
                                        </p:attrNameLst>
                                      </p:cBhvr>
                                      <p:to>
                                        <p:strVal val="true"/>
                                      </p:to>
                                    </p:set>
                                  </p:childTnLst>
                                </p:cTn>
                              </p:par>
                              <p:par>
                                <p:cTn id="37" presetID="3" presetClass="emph" presetSubtype="2" fill="hold" grpId="0" nodeType="withEffect">
                                  <p:stCondLst>
                                    <p:cond delay="0"/>
                                  </p:stCondLst>
                                  <p:childTnLst>
                                    <p:animClr clrSpc="rgb" dir="cw">
                                      <p:cBhvr override="childStyle">
                                        <p:cTn id="38" dur="500" fill="hold"/>
                                        <p:tgtEl>
                                          <p:spTgt spid="9"/>
                                        </p:tgtEl>
                                        <p:attrNameLst>
                                          <p:attrName>style.color</p:attrName>
                                        </p:attrNameLst>
                                      </p:cBhvr>
                                      <p:to>
                                        <a:srgbClr val="CC00FF"/>
                                      </p:to>
                                    </p:animClr>
                                  </p:childTnLst>
                                </p:cTn>
                              </p:par>
                              <p:par>
                                <p:cTn id="39" presetID="3" presetClass="emph" presetSubtype="2" fill="hold" grpId="0" nodeType="withEffect">
                                  <p:stCondLst>
                                    <p:cond delay="0"/>
                                  </p:stCondLst>
                                  <p:childTnLst>
                                    <p:animClr clrSpc="rgb" dir="cw">
                                      <p:cBhvr override="childStyle">
                                        <p:cTn id="40" dur="500" fill="hold"/>
                                        <p:tgtEl>
                                          <p:spTgt spid="7"/>
                                        </p:tgtEl>
                                        <p:attrNameLst>
                                          <p:attrName>style.color</p:attrName>
                                        </p:attrNameLst>
                                      </p:cBhvr>
                                      <p:to>
                                        <a:srgbClr val="CC00FF"/>
                                      </p:to>
                                    </p:animClr>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nodeType="clickEffect">
                                  <p:stCondLst>
                                    <p:cond delay="0"/>
                                  </p:stCondLst>
                                  <p:childTnLst>
                                    <p:animEffect transition="out" filter="fade">
                                      <p:cBhvr>
                                        <p:cTn id="44" dur="500" tmFilter="0, 0; .2, .5; .8, .5; 1, 0"/>
                                        <p:tgtEl>
                                          <p:spTgt spid="45"/>
                                        </p:tgtEl>
                                      </p:cBhvr>
                                    </p:animEffect>
                                    <p:animScale>
                                      <p:cBhvr>
                                        <p:cTn id="45" dur="250" autoRev="1" fill="hold"/>
                                        <p:tgtEl>
                                          <p:spTgt spid="45"/>
                                        </p:tgtEl>
                                      </p:cBhvr>
                                      <p:by x="105000" y="105000"/>
                                    </p:animScale>
                                  </p:childTnLst>
                                </p:cTn>
                              </p:par>
                              <p:par>
                                <p:cTn id="46" presetID="26" presetClass="emph" presetSubtype="0" fill="hold" grpId="1" nodeType="withEffect">
                                  <p:stCondLst>
                                    <p:cond delay="0"/>
                                  </p:stCondLst>
                                  <p:childTnLst>
                                    <p:animEffect transition="out" filter="fade">
                                      <p:cBhvr>
                                        <p:cTn id="47" dur="500" tmFilter="0, 0; .2, .5; .8, .5; 1, 0"/>
                                        <p:tgtEl>
                                          <p:spTgt spid="9"/>
                                        </p:tgtEl>
                                      </p:cBhvr>
                                    </p:animEffect>
                                    <p:animScale>
                                      <p:cBhvr>
                                        <p:cTn id="48" dur="250" autoRev="1" fill="hold"/>
                                        <p:tgtEl>
                                          <p:spTgt spid="9"/>
                                        </p:tgtEl>
                                      </p:cBhvr>
                                      <p:by x="105000" y="105000"/>
                                    </p:animScale>
                                  </p:childTnLst>
                                </p:cTn>
                              </p:par>
                            </p:childTnLst>
                          </p:cTn>
                        </p:par>
                      </p:childTnLst>
                    </p:cTn>
                  </p:par>
                  <p:par>
                    <p:cTn id="49" fill="hold">
                      <p:stCondLst>
                        <p:cond delay="indefinite"/>
                      </p:stCondLst>
                      <p:childTnLst>
                        <p:par>
                          <p:cTn id="50" fill="hold">
                            <p:stCondLst>
                              <p:cond delay="0"/>
                            </p:stCondLst>
                            <p:childTnLst>
                              <p:par>
                                <p:cTn id="51" presetID="3" presetClass="emph" presetSubtype="2" fill="hold" grpId="1" nodeType="clickEffect">
                                  <p:stCondLst>
                                    <p:cond delay="0"/>
                                  </p:stCondLst>
                                  <p:childTnLst>
                                    <p:animClr clrSpc="rgb" dir="cw">
                                      <p:cBhvr override="childStyle">
                                        <p:cTn id="52" dur="10" fill="hold"/>
                                        <p:tgtEl>
                                          <p:spTgt spid="7"/>
                                        </p:tgtEl>
                                        <p:attrNameLst>
                                          <p:attrName>style.color</p:attrName>
                                        </p:attrNameLst>
                                      </p:cBhvr>
                                      <p:to>
                                        <a:srgbClr val="7F7F7F"/>
                                      </p:to>
                                    </p:animClr>
                                  </p:childTnLst>
                                </p:cTn>
                              </p:par>
                              <p:par>
                                <p:cTn id="53" presetID="7" presetClass="emph" presetSubtype="2" fill="hold" nodeType="withEffect">
                                  <p:stCondLst>
                                    <p:cond delay="0"/>
                                  </p:stCondLst>
                                  <p:childTnLst>
                                    <p:animClr clrSpc="rgb" dir="cw">
                                      <p:cBhvr>
                                        <p:cTn id="54" dur="10" fill="hold"/>
                                        <p:tgtEl>
                                          <p:spTgt spid="37"/>
                                        </p:tgtEl>
                                        <p:attrNameLst>
                                          <p:attrName>stroke.color</p:attrName>
                                        </p:attrNameLst>
                                      </p:cBhvr>
                                      <p:to>
                                        <a:srgbClr val="7F7F7F"/>
                                      </p:to>
                                    </p:animClr>
                                    <p:set>
                                      <p:cBhvr>
                                        <p:cTn id="55" dur="10" fill="hold"/>
                                        <p:tgtEl>
                                          <p:spTgt spid="37"/>
                                        </p:tgtEl>
                                        <p:attrNameLst>
                                          <p:attrName>stroke.on</p:attrName>
                                        </p:attrNameLst>
                                      </p:cBhvr>
                                      <p:to>
                                        <p:strVal val="true"/>
                                      </p:to>
                                    </p:set>
                                  </p:childTnLst>
                                </p:cTn>
                              </p:par>
                              <p:par>
                                <p:cTn id="56" presetID="7" presetClass="emph" presetSubtype="2" fill="hold" nodeType="withEffect">
                                  <p:stCondLst>
                                    <p:cond delay="0"/>
                                  </p:stCondLst>
                                  <p:childTnLst>
                                    <p:animClr clrSpc="rgb" dir="cw">
                                      <p:cBhvr>
                                        <p:cTn id="57" dur="500" fill="hold"/>
                                        <p:tgtEl>
                                          <p:spTgt spid="45"/>
                                        </p:tgtEl>
                                        <p:attrNameLst>
                                          <p:attrName>stroke.color</p:attrName>
                                        </p:attrNameLst>
                                      </p:cBhvr>
                                      <p:to>
                                        <a:srgbClr val="B50988"/>
                                      </p:to>
                                    </p:animClr>
                                    <p:set>
                                      <p:cBhvr>
                                        <p:cTn id="58" dur="500" fill="hold"/>
                                        <p:tgtEl>
                                          <p:spTgt spid="45"/>
                                        </p:tgtEl>
                                        <p:attrNameLst>
                                          <p:attrName>stroke.on</p:attrName>
                                        </p:attrNameLst>
                                      </p:cBhvr>
                                      <p:to>
                                        <p:strVal val="true"/>
                                      </p:to>
                                    </p:set>
                                  </p:childTnLst>
                                </p:cTn>
                              </p:par>
                              <p:par>
                                <p:cTn id="59" presetID="3" presetClass="emph" presetSubtype="2" fill="hold" grpId="2" nodeType="withEffect">
                                  <p:stCondLst>
                                    <p:cond delay="0"/>
                                  </p:stCondLst>
                                  <p:childTnLst>
                                    <p:animClr clrSpc="rgb" dir="cw">
                                      <p:cBhvr override="childStyle">
                                        <p:cTn id="60" dur="500" fill="hold"/>
                                        <p:tgtEl>
                                          <p:spTgt spid="9"/>
                                        </p:tgtEl>
                                        <p:attrNameLst>
                                          <p:attrName>style.color</p:attrName>
                                        </p:attrNameLst>
                                      </p:cBhvr>
                                      <p:to>
                                        <a:srgbClr val="B50988"/>
                                      </p:to>
                                    </p:animClr>
                                  </p:childTnLst>
                                </p:cTn>
                              </p:par>
                            </p:childTnLst>
                          </p:cTn>
                        </p:par>
                        <p:par>
                          <p:cTn id="61" fill="hold">
                            <p:stCondLst>
                              <p:cond delay="500"/>
                            </p:stCondLst>
                            <p:childTnLst>
                              <p:par>
                                <p:cTn id="62" presetID="1" presetClass="emph" presetSubtype="2" fill="hold" nodeType="afterEffect">
                                  <p:stCondLst>
                                    <p:cond delay="0"/>
                                  </p:stCondLst>
                                  <p:childTnLst>
                                    <p:animClr clrSpc="rgb" dir="cw">
                                      <p:cBhvr>
                                        <p:cTn id="63" dur="500" fill="hold"/>
                                        <p:tgtEl>
                                          <p:spTgt spid="32"/>
                                        </p:tgtEl>
                                        <p:attrNameLst>
                                          <p:attrName>fillcolor</p:attrName>
                                        </p:attrNameLst>
                                      </p:cBhvr>
                                      <p:to>
                                        <a:srgbClr val="B50988"/>
                                      </p:to>
                                    </p:animClr>
                                    <p:set>
                                      <p:cBhvr>
                                        <p:cTn id="64" dur="500" fill="hold"/>
                                        <p:tgtEl>
                                          <p:spTgt spid="32"/>
                                        </p:tgtEl>
                                        <p:attrNameLst>
                                          <p:attrName>fill.type</p:attrName>
                                        </p:attrNameLst>
                                      </p:cBhvr>
                                      <p:to>
                                        <p:strVal val="solid"/>
                                      </p:to>
                                    </p:set>
                                    <p:set>
                                      <p:cBhvr>
                                        <p:cTn id="65" dur="500" fill="hold"/>
                                        <p:tgtEl>
                                          <p:spTgt spid="3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41" grpId="0" bldLvl="0" animBg="1"/>
      <p:bldP spid="7" grpId="0"/>
      <p:bldP spid="7" grpId="1"/>
      <p:bldP spid="9" grpId="0"/>
      <p:bldP spid="9" grpId="1"/>
      <p:bldP spid="9" grpId="2"/>
      <p:bldP spid="55" grpId="0" bldLvl="0" animBg="1"/>
      <p:bldP spid="57" grpId="0" bldLvl="0" animBg="1"/>
      <p:bldP spid="58"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42" name="任意多边形 46"/>
          <p:cNvSpPr/>
          <p:nvPr>
            <p:custDataLst>
              <p:tags r:id="rId2"/>
            </p:custDataLst>
          </p:nvPr>
        </p:nvSpPr>
        <p:spPr bwMode="auto">
          <a:xfrm>
            <a:off x="666846" y="3553549"/>
            <a:ext cx="1458113" cy="2206606"/>
          </a:xfrm>
          <a:custGeom>
            <a:avLst/>
            <a:gdLst>
              <a:gd name="connsiteX0" fmla="*/ 791633 w 1426633"/>
              <a:gd name="connsiteY0" fmla="*/ 101600 h 1769533"/>
              <a:gd name="connsiteX1" fmla="*/ 461433 w 1426633"/>
              <a:gd name="connsiteY1" fmla="*/ 292100 h 1769533"/>
              <a:gd name="connsiteX2" fmla="*/ 80433 w 1426633"/>
              <a:gd name="connsiteY2" fmla="*/ 1054100 h 1769533"/>
              <a:gd name="connsiteX3" fmla="*/ 80433 w 1426633"/>
              <a:gd name="connsiteY3" fmla="*/ 1562100 h 1769533"/>
              <a:gd name="connsiteX4" fmla="*/ 563033 w 1426633"/>
              <a:gd name="connsiteY4" fmla="*/ 1549400 h 1769533"/>
              <a:gd name="connsiteX5" fmla="*/ 1388533 w 1426633"/>
              <a:gd name="connsiteY5" fmla="*/ 241300 h 1769533"/>
              <a:gd name="connsiteX6" fmla="*/ 791633 w 1426633"/>
              <a:gd name="connsiteY6" fmla="*/ 101600 h 1769533"/>
              <a:gd name="connsiteX0-1" fmla="*/ 910691 w 1614456"/>
              <a:gd name="connsiteY0-2" fmla="*/ 220659 h 2602948"/>
              <a:gd name="connsiteX1-3" fmla="*/ 580491 w 1614456"/>
              <a:gd name="connsiteY1-4" fmla="*/ 411159 h 2602948"/>
              <a:gd name="connsiteX2-5" fmla="*/ 199491 w 1614456"/>
              <a:gd name="connsiteY2-6" fmla="*/ 1173159 h 2602948"/>
              <a:gd name="connsiteX3-7" fmla="*/ 199491 w 1614456"/>
              <a:gd name="connsiteY3-8" fmla="*/ 1681159 h 2602948"/>
              <a:gd name="connsiteX4-9" fmla="*/ 1396439 w 1614456"/>
              <a:gd name="connsiteY4-10" fmla="*/ 2382815 h 2602948"/>
              <a:gd name="connsiteX5-11" fmla="*/ 1507591 w 1614456"/>
              <a:gd name="connsiteY5-12" fmla="*/ 360359 h 2602948"/>
              <a:gd name="connsiteX6-13" fmla="*/ 910691 w 1614456"/>
              <a:gd name="connsiteY6-14" fmla="*/ 220659 h 2602948"/>
              <a:gd name="connsiteX0-15" fmla="*/ 910691 w 1563385"/>
              <a:gd name="connsiteY0-16" fmla="*/ 19050 h 2265873"/>
              <a:gd name="connsiteX1-17" fmla="*/ 580491 w 1563385"/>
              <a:gd name="connsiteY1-18" fmla="*/ 209550 h 2265873"/>
              <a:gd name="connsiteX2-19" fmla="*/ 199491 w 1563385"/>
              <a:gd name="connsiteY2-20" fmla="*/ 971550 h 2265873"/>
              <a:gd name="connsiteX3-21" fmla="*/ 199491 w 1563385"/>
              <a:gd name="connsiteY3-22" fmla="*/ 1479550 h 2265873"/>
              <a:gd name="connsiteX4-23" fmla="*/ 1396439 w 1563385"/>
              <a:gd name="connsiteY4-24" fmla="*/ 2181206 h 2265873"/>
              <a:gd name="connsiteX5-25" fmla="*/ 1201168 w 1563385"/>
              <a:gd name="connsiteY5-26" fmla="*/ 971550 h 2265873"/>
              <a:gd name="connsiteX6-27" fmla="*/ 1507591 w 1563385"/>
              <a:gd name="connsiteY6-28" fmla="*/ 158750 h 2265873"/>
              <a:gd name="connsiteX7" fmla="*/ 910691 w 1563385"/>
              <a:gd name="connsiteY7" fmla="*/ 19050 h 2265873"/>
              <a:gd name="connsiteX0-29" fmla="*/ 812800 w 1458113"/>
              <a:gd name="connsiteY0-30" fmla="*/ 19050 h 2346306"/>
              <a:gd name="connsiteX1-31" fmla="*/ 482600 w 1458113"/>
              <a:gd name="connsiteY1-32" fmla="*/ 209550 h 2346306"/>
              <a:gd name="connsiteX2-33" fmla="*/ 101600 w 1458113"/>
              <a:gd name="connsiteY2-34" fmla="*/ 971550 h 2346306"/>
              <a:gd name="connsiteX3-35" fmla="*/ 101600 w 1458113"/>
              <a:gd name="connsiteY3-36" fmla="*/ 1479550 h 2346306"/>
              <a:gd name="connsiteX4-37" fmla="*/ 711200 w 1458113"/>
              <a:gd name="connsiteY4-38" fmla="*/ 1962150 h 2346306"/>
              <a:gd name="connsiteX5-39" fmla="*/ 1298548 w 1458113"/>
              <a:gd name="connsiteY5-40" fmla="*/ 2181206 h 2346306"/>
              <a:gd name="connsiteX6-41" fmla="*/ 1103277 w 1458113"/>
              <a:gd name="connsiteY6-42" fmla="*/ 971550 h 2346306"/>
              <a:gd name="connsiteX7-43" fmla="*/ 1409700 w 1458113"/>
              <a:gd name="connsiteY7-44" fmla="*/ 158750 h 2346306"/>
              <a:gd name="connsiteX8" fmla="*/ 812800 w 1458113"/>
              <a:gd name="connsiteY8" fmla="*/ 19050 h 2346306"/>
              <a:gd name="connsiteX0-45" fmla="*/ 812800 w 1458113"/>
              <a:gd name="connsiteY0-46" fmla="*/ 19050 h 2206606"/>
              <a:gd name="connsiteX1-47" fmla="*/ 482600 w 1458113"/>
              <a:gd name="connsiteY1-48" fmla="*/ 209550 h 2206606"/>
              <a:gd name="connsiteX2-49" fmla="*/ 101600 w 1458113"/>
              <a:gd name="connsiteY2-50" fmla="*/ 971550 h 2206606"/>
              <a:gd name="connsiteX3-51" fmla="*/ 101600 w 1458113"/>
              <a:gd name="connsiteY3-52" fmla="*/ 1479550 h 2206606"/>
              <a:gd name="connsiteX4-53" fmla="*/ 711200 w 1458113"/>
              <a:gd name="connsiteY4-54" fmla="*/ 1962150 h 2206606"/>
              <a:gd name="connsiteX5-55" fmla="*/ 1298548 w 1458113"/>
              <a:gd name="connsiteY5-56" fmla="*/ 2181206 h 2206606"/>
              <a:gd name="connsiteX6-57" fmla="*/ 1387444 w 1458113"/>
              <a:gd name="connsiteY6-58" fmla="*/ 1809749 h 2206606"/>
              <a:gd name="connsiteX7-59" fmla="*/ 1103277 w 1458113"/>
              <a:gd name="connsiteY7-60" fmla="*/ 971550 h 2206606"/>
              <a:gd name="connsiteX8-61" fmla="*/ 1409700 w 1458113"/>
              <a:gd name="connsiteY8-62" fmla="*/ 158750 h 2206606"/>
              <a:gd name="connsiteX9" fmla="*/ 812800 w 1458113"/>
              <a:gd name="connsiteY9" fmla="*/ 19050 h 22066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43" y="connsiteY7-44"/>
              </a:cxn>
              <a:cxn ang="0">
                <a:pos x="connsiteX8-61" y="connsiteY8-62"/>
              </a:cxn>
              <a:cxn ang="0">
                <a:pos x="connsiteX9" y="connsiteY9"/>
              </a:cxn>
            </a:cxnLst>
            <a:rect l="l" t="t" r="r" b="b"/>
            <a:pathLst>
              <a:path w="1458113" h="2206606">
                <a:moveTo>
                  <a:pt x="812800" y="19050"/>
                </a:moveTo>
                <a:cubicBezTo>
                  <a:pt x="658283" y="27517"/>
                  <a:pt x="601133" y="50800"/>
                  <a:pt x="482600" y="209550"/>
                </a:cubicBezTo>
                <a:cubicBezTo>
                  <a:pt x="364067" y="368300"/>
                  <a:pt x="165100" y="759883"/>
                  <a:pt x="101600" y="971550"/>
                </a:cubicBezTo>
                <a:cubicBezTo>
                  <a:pt x="38100" y="1183217"/>
                  <a:pt x="0" y="1314450"/>
                  <a:pt x="101600" y="1479550"/>
                </a:cubicBezTo>
                <a:cubicBezTo>
                  <a:pt x="203200" y="1644650"/>
                  <a:pt x="511709" y="1845207"/>
                  <a:pt x="711200" y="1962150"/>
                </a:cubicBezTo>
                <a:cubicBezTo>
                  <a:pt x="910691" y="2079093"/>
                  <a:pt x="1185841" y="2206606"/>
                  <a:pt x="1298548" y="2181206"/>
                </a:cubicBezTo>
                <a:cubicBezTo>
                  <a:pt x="1411255" y="2155806"/>
                  <a:pt x="1419989" y="2011358"/>
                  <a:pt x="1387444" y="1809749"/>
                </a:cubicBezTo>
                <a:cubicBezTo>
                  <a:pt x="1354899" y="1608140"/>
                  <a:pt x="1099568" y="1246716"/>
                  <a:pt x="1103277" y="971550"/>
                </a:cubicBezTo>
                <a:cubicBezTo>
                  <a:pt x="1106986" y="696384"/>
                  <a:pt x="1458113" y="317500"/>
                  <a:pt x="1409700" y="158750"/>
                </a:cubicBezTo>
                <a:cubicBezTo>
                  <a:pt x="1361287" y="0"/>
                  <a:pt x="967317" y="10583"/>
                  <a:pt x="812800" y="19050"/>
                </a:cubicBezTo>
                <a:close/>
              </a:path>
            </a:pathLst>
          </a:custGeom>
          <a:solidFill>
            <a:srgbClr val="B50988">
              <a:alpha val="20000"/>
            </a:srgbClr>
          </a:solidFill>
          <a:ln w="19050" cap="flat" cmpd="sng">
            <a:solidFill>
              <a:srgbClr val="B50988">
                <a:alpha val="50000"/>
              </a:srgbClr>
            </a:solidFill>
            <a:prstDash val="dash"/>
            <a:round/>
            <a:headEnd type="none" w="med" len="med"/>
            <a:tailEnd type="none" w="med" len="lg"/>
          </a:ln>
          <a:effectLst/>
        </p:spPr>
        <p:txBody>
          <a:bodyPr wrap="none" rtlCol="0" anchor="ctr"/>
          <a:p>
            <a:pPr algn="ctr"/>
            <a:endParaRPr lang="zh-CN" altLang="en-US">
              <a:latin typeface="Consolas" panose="020B0609020204030204" pitchFamily="49" charset="0"/>
              <a:cs typeface="Consolas" panose="020B0609020204030204" pitchFamily="49" charset="0"/>
            </a:endParaRPr>
          </a:p>
        </p:txBody>
      </p:sp>
      <p:sp>
        <p:nvSpPr>
          <p:cNvPr id="43" name="任意多边形 49"/>
          <p:cNvSpPr/>
          <p:nvPr>
            <p:custDataLst>
              <p:tags r:id="rId3"/>
            </p:custDataLst>
          </p:nvPr>
        </p:nvSpPr>
        <p:spPr bwMode="auto">
          <a:xfrm>
            <a:off x="1925135" y="3393724"/>
            <a:ext cx="1678517" cy="2652183"/>
          </a:xfrm>
          <a:custGeom>
            <a:avLst/>
            <a:gdLst>
              <a:gd name="connsiteX0" fmla="*/ 825500 w 1678517"/>
              <a:gd name="connsiteY0" fmla="*/ 48683 h 2652183"/>
              <a:gd name="connsiteX1" fmla="*/ 254000 w 1678517"/>
              <a:gd name="connsiteY1" fmla="*/ 658283 h 2652183"/>
              <a:gd name="connsiteX2" fmla="*/ 38100 w 1678517"/>
              <a:gd name="connsiteY2" fmla="*/ 1178983 h 2652183"/>
              <a:gd name="connsiteX3" fmla="*/ 482600 w 1678517"/>
              <a:gd name="connsiteY3" fmla="*/ 2207683 h 2652183"/>
              <a:gd name="connsiteX4" fmla="*/ 1016000 w 1678517"/>
              <a:gd name="connsiteY4" fmla="*/ 2499783 h 2652183"/>
              <a:gd name="connsiteX5" fmla="*/ 1600200 w 1678517"/>
              <a:gd name="connsiteY5" fmla="*/ 1293283 h 2652183"/>
              <a:gd name="connsiteX6" fmla="*/ 1485900 w 1678517"/>
              <a:gd name="connsiteY6" fmla="*/ 366183 h 2652183"/>
              <a:gd name="connsiteX7" fmla="*/ 825500 w 1678517"/>
              <a:gd name="connsiteY7" fmla="*/ 48683 h 265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8517" h="2652183">
                <a:moveTo>
                  <a:pt x="825500" y="48683"/>
                </a:moveTo>
                <a:cubicBezTo>
                  <a:pt x="620183" y="97366"/>
                  <a:pt x="385233" y="469900"/>
                  <a:pt x="254000" y="658283"/>
                </a:cubicBezTo>
                <a:cubicBezTo>
                  <a:pt x="122767" y="846666"/>
                  <a:pt x="0" y="920750"/>
                  <a:pt x="38100" y="1178983"/>
                </a:cubicBezTo>
                <a:cubicBezTo>
                  <a:pt x="76200" y="1437216"/>
                  <a:pt x="319617" y="1987550"/>
                  <a:pt x="482600" y="2207683"/>
                </a:cubicBezTo>
                <a:cubicBezTo>
                  <a:pt x="645583" y="2427816"/>
                  <a:pt x="829733" y="2652183"/>
                  <a:pt x="1016000" y="2499783"/>
                </a:cubicBezTo>
                <a:cubicBezTo>
                  <a:pt x="1202267" y="2347383"/>
                  <a:pt x="1521883" y="1648883"/>
                  <a:pt x="1600200" y="1293283"/>
                </a:cubicBezTo>
                <a:cubicBezTo>
                  <a:pt x="1678517" y="937683"/>
                  <a:pt x="1615017" y="573616"/>
                  <a:pt x="1485900" y="366183"/>
                </a:cubicBezTo>
                <a:cubicBezTo>
                  <a:pt x="1356783" y="158750"/>
                  <a:pt x="1030817" y="0"/>
                  <a:pt x="825500" y="48683"/>
                </a:cubicBezTo>
                <a:close/>
              </a:path>
            </a:pathLst>
          </a:custGeom>
          <a:solidFill>
            <a:schemeClr val="bg1">
              <a:lumMod val="50000"/>
              <a:alpha val="20000"/>
            </a:schemeClr>
          </a:solidFill>
          <a:ln w="19050" cap="flat" cmpd="sng">
            <a:solidFill>
              <a:schemeClr val="bg1">
                <a:lumMod val="50000"/>
                <a:alpha val="50000"/>
              </a:schemeClr>
            </a:solidFill>
            <a:prstDash val="dash"/>
            <a:round/>
            <a:headEnd type="none" w="med" len="med"/>
            <a:tailEnd type="none" w="med" len="lg"/>
          </a:ln>
          <a:effectLst/>
        </p:spPr>
        <p:txBody>
          <a:bodyPr wrap="none" rtlCol="0" anchor="ctr"/>
          <a:p>
            <a:pPr algn="ctr"/>
            <a:endParaRPr lang="zh-CN" altLang="en-US">
              <a:latin typeface="Consolas" panose="020B0609020204030204" pitchFamily="49" charset="0"/>
              <a:cs typeface="Consolas" panose="020B0609020204030204" pitchFamily="49" charset="0"/>
            </a:endParaRPr>
          </a:p>
        </p:txBody>
      </p:sp>
      <p:sp>
        <p:nvSpPr>
          <p:cNvPr id="4" name="文本框 3"/>
          <p:cNvSpPr txBox="1"/>
          <p:nvPr>
            <p:custDataLst>
              <p:tags r:id="rId4"/>
            </p:custDataLst>
          </p:nvPr>
        </p:nvSpPr>
        <p:spPr>
          <a:xfrm>
            <a:off x="0" y="719822"/>
            <a:ext cx="8010525"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普里姆</a:t>
            </a:r>
            <a:r>
              <a:rPr kumimoji="1" lang="en-US" altLang="zh-CN" sz="2000" b="1" dirty="0">
                <a:solidFill>
                  <a:srgbClr val="0099BC"/>
                </a:solidFill>
                <a:latin typeface="+mn-ea"/>
                <a:cs typeface="Consolas" panose="020B0609020204030204" pitchFamily="49" charset="0"/>
              </a:rPr>
              <a:t>(Prim)</a:t>
            </a:r>
            <a:r>
              <a:rPr kumimoji="1" lang="zh-CN" altLang="en-US" sz="2000" b="1" dirty="0">
                <a:solidFill>
                  <a:srgbClr val="0099BC"/>
                </a:solidFill>
                <a:latin typeface="+mn-ea"/>
                <a:cs typeface="Consolas" panose="020B0609020204030204" pitchFamily="49" charset="0"/>
              </a:rPr>
              <a:t>算法是一种构造性算法，用于构造最小生成树</a:t>
            </a:r>
            <a:endParaRPr lang="zh-CN" altLang="en-US" sz="2000" b="1" dirty="0">
              <a:solidFill>
                <a:srgbClr val="0099BC"/>
              </a:solidFill>
              <a:latin typeface="+mn-ea"/>
            </a:endParaRPr>
          </a:p>
        </p:txBody>
      </p:sp>
      <p:sp>
        <p:nvSpPr>
          <p:cNvPr id="6" name="文本框 5"/>
          <p:cNvSpPr txBox="1"/>
          <p:nvPr>
            <p:custDataLst>
              <p:tags r:id="rId5"/>
            </p:custDataLst>
          </p:nvPr>
        </p:nvSpPr>
        <p:spPr>
          <a:xfrm>
            <a:off x="0" y="1110365"/>
            <a:ext cx="9144000" cy="2095510"/>
          </a:xfrm>
          <a:prstGeom prst="rect">
            <a:avLst/>
          </a:prstGeom>
          <a:noFill/>
        </p:spPr>
        <p:txBody>
          <a:bodyPr wrap="square">
            <a:spAutoFit/>
          </a:bodyPr>
          <a:p>
            <a:pPr>
              <a:lnSpc>
                <a:spcPct val="120000"/>
              </a:lnSpc>
            </a:pPr>
            <a:r>
              <a:rPr lang="zh-CN" altLang="en-US" sz="2000" b="1" dirty="0"/>
              <a:t>普里姆算法的步骤如下 </a:t>
            </a:r>
            <a:r>
              <a:rPr lang="en-US" altLang="zh-CN" sz="2000" b="1" dirty="0"/>
              <a:t>-&gt;</a:t>
            </a:r>
            <a:r>
              <a:rPr lang="en-US" altLang="zh-CN" sz="2000" b="1" dirty="0">
                <a:sym typeface="Wingdings" panose="05000000000000000000" pitchFamily="2" charset="2"/>
              </a:rPr>
              <a:t> </a:t>
            </a:r>
            <a:r>
              <a:rPr lang="en-US" altLang="zh-CN" sz="2000" b="1" dirty="0">
                <a:solidFill>
                  <a:srgbClr val="B50988"/>
                </a:solidFill>
                <a:sym typeface="Wingdings" panose="05000000000000000000" pitchFamily="2" charset="2"/>
              </a:rPr>
              <a:t>U:</a:t>
            </a:r>
            <a:r>
              <a:rPr lang="zh-CN" altLang="en-US" sz="2000" b="1" dirty="0">
                <a:solidFill>
                  <a:srgbClr val="B50988"/>
                </a:solidFill>
                <a:sym typeface="Wingdings" panose="05000000000000000000" pitchFamily="2" charset="2"/>
              </a:rPr>
              <a:t> 生成树集合</a:t>
            </a:r>
            <a:r>
              <a:rPr lang="zh-CN" altLang="en-US" sz="2000" b="1" dirty="0">
                <a:sym typeface="Wingdings" panose="05000000000000000000" pitchFamily="2" charset="2"/>
              </a:rPr>
              <a:t>；</a:t>
            </a:r>
            <a:r>
              <a:rPr lang="en-US" altLang="zh-CN" sz="2000" b="1" dirty="0">
                <a:solidFill>
                  <a:schemeClr val="tx1">
                    <a:lumMod val="65000"/>
                    <a:lumOff val="35000"/>
                  </a:schemeClr>
                </a:solidFill>
                <a:sym typeface="Wingdings" panose="05000000000000000000" pitchFamily="2" charset="2"/>
              </a:rPr>
              <a:t>V-U: </a:t>
            </a:r>
            <a:r>
              <a:rPr lang="zh-CN" altLang="en-US" sz="2000" b="1" dirty="0">
                <a:solidFill>
                  <a:schemeClr val="tx1">
                    <a:lumMod val="65000"/>
                    <a:lumOff val="35000"/>
                  </a:schemeClr>
                </a:solidFill>
                <a:sym typeface="Wingdings" panose="05000000000000000000" pitchFamily="2" charset="2"/>
              </a:rPr>
              <a:t>未生成树集合</a:t>
            </a:r>
            <a:endParaRPr lang="en-US" altLang="zh-CN" sz="2000" b="1" dirty="0">
              <a:solidFill>
                <a:schemeClr val="tx1">
                  <a:lumMod val="65000"/>
                  <a:lumOff val="35000"/>
                </a:schemeClr>
              </a:solidFill>
            </a:endParaRPr>
          </a:p>
          <a:p>
            <a:pPr marL="285750" indent="-285750">
              <a:lnSpc>
                <a:spcPct val="120000"/>
              </a:lnSpc>
              <a:buFont typeface="Wingdings" panose="05000000000000000000" pitchFamily="2" charset="2"/>
              <a:buChar char="n"/>
            </a:pPr>
            <a:r>
              <a:rPr lang="zh-CN" altLang="en-US" dirty="0"/>
              <a:t>选择权值最小边的一个顶点</a:t>
            </a:r>
            <a:r>
              <a:rPr lang="en-US" altLang="zh-CN" dirty="0"/>
              <a:t>u</a:t>
            </a:r>
            <a:r>
              <a:rPr lang="zh-CN" altLang="en-US" dirty="0"/>
              <a:t>，初始化</a:t>
            </a:r>
            <a:r>
              <a:rPr lang="en-US" altLang="zh-CN" b="1" dirty="0">
                <a:solidFill>
                  <a:srgbClr val="B50988"/>
                </a:solidFill>
              </a:rPr>
              <a:t>U={u}</a:t>
            </a:r>
            <a:endParaRPr lang="zh-CN" altLang="en-US" b="1" dirty="0">
              <a:solidFill>
                <a:srgbClr val="B50988"/>
              </a:solidFill>
            </a:endParaRPr>
          </a:p>
          <a:p>
            <a:pPr marL="285750" indent="-285750">
              <a:lnSpc>
                <a:spcPct val="120000"/>
              </a:lnSpc>
              <a:buFont typeface="Wingdings" panose="05000000000000000000" pitchFamily="2" charset="2"/>
              <a:buChar char="n"/>
            </a:pPr>
            <a:r>
              <a:rPr lang="zh-CN" altLang="en-US" dirty="0"/>
              <a:t>在所有连接在</a:t>
            </a:r>
            <a:r>
              <a:rPr lang="en-US" altLang="zh-CN" b="1" dirty="0">
                <a:solidFill>
                  <a:srgbClr val="B50988"/>
                </a:solidFill>
              </a:rPr>
              <a:t>u</a:t>
            </a:r>
            <a:r>
              <a:rPr lang="zh-CN" altLang="en-US" dirty="0"/>
              <a:t>的边中挑选权值最小的边，设该边在</a:t>
            </a:r>
            <a:r>
              <a:rPr lang="en-US" altLang="zh-CN" b="1" dirty="0">
                <a:solidFill>
                  <a:schemeClr val="tx1">
                    <a:lumMod val="65000"/>
                    <a:lumOff val="35000"/>
                  </a:schemeClr>
                </a:solidFill>
              </a:rPr>
              <a:t>V-U</a:t>
            </a:r>
            <a:r>
              <a:rPr lang="zh-CN" altLang="en-US" dirty="0"/>
              <a:t>中的顶点是</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，将</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加入</a:t>
            </a:r>
            <a:r>
              <a:rPr lang="en-US" altLang="zh-CN" b="1" dirty="0">
                <a:solidFill>
                  <a:srgbClr val="B50988"/>
                </a:solidFill>
              </a:rPr>
              <a:t>U</a:t>
            </a:r>
            <a:r>
              <a:rPr lang="zh-CN" altLang="en-US" dirty="0"/>
              <a:t>中</a:t>
            </a:r>
            <a:endParaRPr lang="zh-CN" altLang="en-US" dirty="0"/>
          </a:p>
          <a:p>
            <a:pPr marL="285750" indent="-285750">
              <a:lnSpc>
                <a:spcPct val="120000"/>
              </a:lnSpc>
              <a:buFont typeface="Wingdings" panose="05000000000000000000" pitchFamily="2" charset="2"/>
              <a:buChar char="n"/>
            </a:pPr>
            <a:r>
              <a:rPr lang="zh-CN" altLang="en-US" b="1" dirty="0">
                <a:solidFill>
                  <a:srgbClr val="B50988"/>
                </a:solidFill>
                <a:latin typeface="+mn-ea"/>
              </a:rPr>
              <a:t>在所有的</a:t>
            </a:r>
            <a:r>
              <a:rPr lang="en-US" altLang="zh-CN" b="1" dirty="0">
                <a:solidFill>
                  <a:srgbClr val="B50988"/>
                </a:solidFill>
                <a:latin typeface="+mn-ea"/>
              </a:rPr>
              <a:t>U</a:t>
            </a:r>
            <a:r>
              <a:rPr lang="zh-CN" altLang="en-US" b="1" dirty="0">
                <a:solidFill>
                  <a:srgbClr val="B50988"/>
                </a:solidFill>
                <a:latin typeface="+mn-ea"/>
              </a:rPr>
              <a:t>中顶点</a:t>
            </a:r>
            <a:r>
              <a:rPr lang="zh-CN" altLang="en-US" dirty="0">
                <a:latin typeface="+mn-ea"/>
              </a:rPr>
              <a:t>和</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中顶点</a:t>
            </a:r>
            <a:r>
              <a:rPr lang="zh-CN" altLang="en-US" dirty="0">
                <a:latin typeface="+mn-ea"/>
              </a:rPr>
              <a:t>的边选取权值最小的边，</a:t>
            </a:r>
            <a:r>
              <a:rPr lang="zh-CN" altLang="en-US" dirty="0"/>
              <a:t>设该边在</a:t>
            </a:r>
            <a:r>
              <a:rPr lang="en-US" altLang="zh-CN" b="1" dirty="0">
                <a:solidFill>
                  <a:schemeClr val="tx1">
                    <a:lumMod val="65000"/>
                    <a:lumOff val="35000"/>
                  </a:schemeClr>
                </a:solidFill>
              </a:rPr>
              <a:t>V-U</a:t>
            </a:r>
            <a:r>
              <a:rPr lang="zh-CN" altLang="en-US" dirty="0"/>
              <a:t>中的顶点是</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，将</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加入</a:t>
            </a:r>
            <a:r>
              <a:rPr lang="en-US" altLang="zh-CN" b="1" dirty="0">
                <a:solidFill>
                  <a:srgbClr val="B50988"/>
                </a:solidFill>
              </a:rPr>
              <a:t>U</a:t>
            </a:r>
            <a:r>
              <a:rPr lang="zh-CN" altLang="en-US" dirty="0"/>
              <a:t>中</a:t>
            </a:r>
            <a:endParaRPr lang="en-US" altLang="zh-CN" b="1" dirty="0">
              <a:solidFill>
                <a:srgbClr val="FF0000"/>
              </a:solidFill>
              <a:latin typeface="+mn-ea"/>
            </a:endParaRPr>
          </a:p>
          <a:p>
            <a:pPr marL="285750" indent="-285750">
              <a:lnSpc>
                <a:spcPct val="120000"/>
              </a:lnSpc>
              <a:buFont typeface="Wingdings" panose="05000000000000000000" pitchFamily="2" charset="2"/>
              <a:buChar char="n"/>
            </a:pPr>
            <a:r>
              <a:rPr lang="zh-CN" altLang="en-US" dirty="0">
                <a:latin typeface="+mn-ea"/>
              </a:rPr>
              <a:t>一直持续上述操作直到</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集合</a:t>
            </a:r>
            <a:r>
              <a:rPr lang="zh-CN" altLang="en-US" dirty="0">
                <a:latin typeface="+mn-ea"/>
              </a:rPr>
              <a:t>为空</a:t>
            </a:r>
            <a:endParaRPr lang="zh-CN" altLang="en-US" dirty="0"/>
          </a:p>
        </p:txBody>
      </p:sp>
      <p:sp>
        <p:nvSpPr>
          <p:cNvPr id="7" name="文本框 6"/>
          <p:cNvSpPr txBox="1"/>
          <p:nvPr>
            <p:custDataLst>
              <p:tags r:id="rId6"/>
            </p:custDataLst>
          </p:nvPr>
        </p:nvSpPr>
        <p:spPr>
          <a:xfrm>
            <a:off x="2027723" y="3523764"/>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28</a:t>
            </a:r>
            <a:endParaRPr lang="zh-CN" altLang="en-US" sz="1600" dirty="0">
              <a:solidFill>
                <a:schemeClr val="tx1">
                  <a:lumMod val="50000"/>
                  <a:lumOff val="50000"/>
                </a:schemeClr>
              </a:solidFill>
            </a:endParaRPr>
          </a:p>
        </p:txBody>
      </p:sp>
      <p:sp>
        <p:nvSpPr>
          <p:cNvPr id="8" name="文本框 7"/>
          <p:cNvSpPr txBox="1"/>
          <p:nvPr>
            <p:custDataLst>
              <p:tags r:id="rId7"/>
            </p:custDataLst>
          </p:nvPr>
        </p:nvSpPr>
        <p:spPr>
          <a:xfrm>
            <a:off x="946615" y="3887500"/>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10</a:t>
            </a:r>
            <a:endParaRPr lang="zh-CN" altLang="en-US" sz="1600" dirty="0">
              <a:solidFill>
                <a:schemeClr val="tx1">
                  <a:lumMod val="50000"/>
                  <a:lumOff val="50000"/>
                </a:schemeClr>
              </a:solidFill>
            </a:endParaRPr>
          </a:p>
        </p:txBody>
      </p:sp>
      <p:sp>
        <p:nvSpPr>
          <p:cNvPr id="9" name="文本框 8"/>
          <p:cNvSpPr txBox="1"/>
          <p:nvPr>
            <p:custDataLst>
              <p:tags r:id="rId8"/>
            </p:custDataLst>
          </p:nvPr>
        </p:nvSpPr>
        <p:spPr>
          <a:xfrm>
            <a:off x="969206"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25</a:t>
            </a:r>
            <a:endParaRPr lang="zh-CN" altLang="en-US" sz="1600" dirty="0">
              <a:solidFill>
                <a:schemeClr val="tx1">
                  <a:lumMod val="50000"/>
                  <a:lumOff val="50000"/>
                </a:schemeClr>
              </a:solidFill>
            </a:endParaRPr>
          </a:p>
        </p:txBody>
      </p:sp>
      <p:sp>
        <p:nvSpPr>
          <p:cNvPr id="10" name="文本框 9"/>
          <p:cNvSpPr txBox="1"/>
          <p:nvPr>
            <p:custDataLst>
              <p:tags r:id="rId9"/>
            </p:custDataLst>
          </p:nvPr>
        </p:nvSpPr>
        <p:spPr>
          <a:xfrm>
            <a:off x="1628848" y="471981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24</a:t>
            </a:r>
            <a:endParaRPr lang="zh-CN" altLang="en-US" sz="1600" dirty="0">
              <a:solidFill>
                <a:schemeClr val="tx1">
                  <a:lumMod val="50000"/>
                  <a:lumOff val="50000"/>
                </a:schemeClr>
              </a:solidFill>
            </a:endParaRPr>
          </a:p>
        </p:txBody>
      </p:sp>
      <p:sp>
        <p:nvSpPr>
          <p:cNvPr id="11" name="文本框 10"/>
          <p:cNvSpPr txBox="1"/>
          <p:nvPr>
            <p:custDataLst>
              <p:tags r:id="rId10"/>
            </p:custDataLst>
          </p:nvPr>
        </p:nvSpPr>
        <p:spPr>
          <a:xfrm>
            <a:off x="2108438" y="397786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14</a:t>
            </a:r>
            <a:endParaRPr lang="zh-CN" altLang="en-US" sz="1600" dirty="0">
              <a:solidFill>
                <a:schemeClr val="tx1">
                  <a:lumMod val="50000"/>
                  <a:lumOff val="50000"/>
                </a:schemeClr>
              </a:solidFill>
            </a:endParaRPr>
          </a:p>
        </p:txBody>
      </p:sp>
      <p:sp>
        <p:nvSpPr>
          <p:cNvPr id="13" name="文本框 12"/>
          <p:cNvSpPr txBox="1"/>
          <p:nvPr>
            <p:custDataLst>
              <p:tags r:id="rId11"/>
            </p:custDataLst>
          </p:nvPr>
        </p:nvSpPr>
        <p:spPr>
          <a:xfrm>
            <a:off x="3000901" y="396717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16</a:t>
            </a:r>
            <a:endParaRPr lang="zh-CN" altLang="en-US" sz="1600" dirty="0">
              <a:solidFill>
                <a:schemeClr val="tx1">
                  <a:lumMod val="50000"/>
                  <a:lumOff val="50000"/>
                </a:schemeClr>
              </a:solidFill>
            </a:endParaRPr>
          </a:p>
        </p:txBody>
      </p:sp>
      <p:sp>
        <p:nvSpPr>
          <p:cNvPr id="14" name="文本框 13"/>
          <p:cNvSpPr txBox="1"/>
          <p:nvPr>
            <p:custDataLst>
              <p:tags r:id="rId12"/>
            </p:custDataLst>
          </p:nvPr>
        </p:nvSpPr>
        <p:spPr>
          <a:xfrm>
            <a:off x="3019402"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12</a:t>
            </a:r>
            <a:endParaRPr lang="zh-CN" altLang="en-US" sz="1600" dirty="0">
              <a:solidFill>
                <a:schemeClr val="tx1">
                  <a:lumMod val="50000"/>
                  <a:lumOff val="50000"/>
                </a:schemeClr>
              </a:solidFill>
            </a:endParaRPr>
          </a:p>
        </p:txBody>
      </p:sp>
      <p:sp>
        <p:nvSpPr>
          <p:cNvPr id="15" name="文本框 14"/>
          <p:cNvSpPr txBox="1"/>
          <p:nvPr>
            <p:custDataLst>
              <p:tags r:id="rId13"/>
            </p:custDataLst>
          </p:nvPr>
        </p:nvSpPr>
        <p:spPr>
          <a:xfrm>
            <a:off x="2528517" y="474783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18</a:t>
            </a:r>
            <a:endParaRPr lang="zh-CN" altLang="en-US" sz="1600" dirty="0">
              <a:solidFill>
                <a:schemeClr val="tx1">
                  <a:lumMod val="50000"/>
                  <a:lumOff val="50000"/>
                </a:schemeClr>
              </a:solidFill>
            </a:endParaRPr>
          </a:p>
        </p:txBody>
      </p:sp>
      <p:sp>
        <p:nvSpPr>
          <p:cNvPr id="16" name="文本框 15"/>
          <p:cNvSpPr txBox="1"/>
          <p:nvPr>
            <p:custDataLst>
              <p:tags r:id="rId14"/>
            </p:custDataLst>
          </p:nvPr>
        </p:nvSpPr>
        <p:spPr>
          <a:xfrm>
            <a:off x="2040910" y="5353272"/>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22</a:t>
            </a:r>
            <a:endParaRPr lang="zh-CN" altLang="en-US" sz="1600" dirty="0">
              <a:solidFill>
                <a:schemeClr val="tx1">
                  <a:lumMod val="50000"/>
                  <a:lumOff val="50000"/>
                </a:schemeClr>
              </a:solidFill>
            </a:endParaRPr>
          </a:p>
        </p:txBody>
      </p:sp>
      <p:sp>
        <p:nvSpPr>
          <p:cNvPr id="17" name="Oval 31"/>
          <p:cNvSpPr>
            <a:spLocks noChangeArrowheads="1"/>
          </p:cNvSpPr>
          <p:nvPr>
            <p:custDataLst>
              <p:tags r:id="rId15"/>
            </p:custDataLst>
          </p:nvPr>
        </p:nvSpPr>
        <p:spPr bwMode="auto">
          <a:xfrm>
            <a:off x="145661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8" name="Oval 31"/>
          <p:cNvSpPr>
            <a:spLocks noChangeArrowheads="1"/>
          </p:cNvSpPr>
          <p:nvPr>
            <p:custDataLst>
              <p:tags r:id="rId16"/>
            </p:custDataLst>
          </p:nvPr>
        </p:nvSpPr>
        <p:spPr bwMode="auto">
          <a:xfrm>
            <a:off x="89464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9" name="Oval 31"/>
          <p:cNvSpPr>
            <a:spLocks noChangeArrowheads="1"/>
          </p:cNvSpPr>
          <p:nvPr>
            <p:custDataLst>
              <p:tags r:id="rId17"/>
            </p:custDataLst>
          </p:nvPr>
        </p:nvSpPr>
        <p:spPr bwMode="auto">
          <a:xfrm>
            <a:off x="154234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0" name="Oval 31"/>
          <p:cNvSpPr>
            <a:spLocks noChangeArrowheads="1"/>
          </p:cNvSpPr>
          <p:nvPr>
            <p:custDataLst>
              <p:tags r:id="rId18"/>
            </p:custDataLst>
          </p:nvPr>
        </p:nvSpPr>
        <p:spPr bwMode="auto">
          <a:xfrm>
            <a:off x="251389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1" name="Oval 31"/>
          <p:cNvSpPr>
            <a:spLocks noChangeArrowheads="1"/>
          </p:cNvSpPr>
          <p:nvPr>
            <p:custDataLst>
              <p:tags r:id="rId19"/>
            </p:custDataLst>
          </p:nvPr>
        </p:nvSpPr>
        <p:spPr bwMode="auto">
          <a:xfrm>
            <a:off x="209605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2" name="Oval 31"/>
          <p:cNvSpPr>
            <a:spLocks noChangeArrowheads="1"/>
          </p:cNvSpPr>
          <p:nvPr>
            <p:custDataLst>
              <p:tags r:id="rId20"/>
            </p:custDataLst>
          </p:nvPr>
        </p:nvSpPr>
        <p:spPr bwMode="auto">
          <a:xfrm>
            <a:off x="296659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3" name="Oval 31"/>
          <p:cNvSpPr>
            <a:spLocks noChangeArrowheads="1"/>
          </p:cNvSpPr>
          <p:nvPr>
            <p:custDataLst>
              <p:tags r:id="rId21"/>
            </p:custDataLst>
          </p:nvPr>
        </p:nvSpPr>
        <p:spPr bwMode="auto">
          <a:xfrm>
            <a:off x="258237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4" name="直接连接符 23"/>
          <p:cNvCxnSpPr>
            <a:stCxn id="23" idx="2"/>
            <a:endCxn id="17" idx="6"/>
          </p:cNvCxnSpPr>
          <p:nvPr>
            <p:custDataLst>
              <p:tags r:id="rId22"/>
            </p:custDataLst>
          </p:nvPr>
        </p:nvCxnSpPr>
        <p:spPr>
          <a:xfrm flipH="1" flipV="1">
            <a:off x="1909324" y="3836222"/>
            <a:ext cx="673049" cy="345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3" idx="5"/>
            <a:endCxn id="22" idx="0"/>
          </p:cNvCxnSpPr>
          <p:nvPr>
            <p:custDataLst>
              <p:tags r:id="rId23"/>
            </p:custDataLst>
          </p:nvPr>
        </p:nvCxnSpPr>
        <p:spPr>
          <a:xfrm>
            <a:off x="2968781" y="3999732"/>
            <a:ext cx="224171"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2" idx="4"/>
            <a:endCxn id="20" idx="6"/>
          </p:cNvCxnSpPr>
          <p:nvPr>
            <p:custDataLst>
              <p:tags r:id="rId24"/>
            </p:custDataLst>
          </p:nvPr>
        </p:nvCxnSpPr>
        <p:spPr>
          <a:xfrm flipH="1">
            <a:off x="2966599" y="4877426"/>
            <a:ext cx="226353" cy="54947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1" idx="5"/>
            <a:endCxn id="20" idx="0"/>
          </p:cNvCxnSpPr>
          <p:nvPr>
            <p:custDataLst>
              <p:tags r:id="rId25"/>
            </p:custDataLst>
          </p:nvPr>
        </p:nvCxnSpPr>
        <p:spPr>
          <a:xfrm>
            <a:off x="2482462" y="4811129"/>
            <a:ext cx="257785"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3" idx="3"/>
            <a:endCxn id="21" idx="0"/>
          </p:cNvCxnSpPr>
          <p:nvPr>
            <p:custDataLst>
              <p:tags r:id="rId26"/>
            </p:custDataLst>
          </p:nvPr>
        </p:nvCxnSpPr>
        <p:spPr>
          <a:xfrm flipH="1">
            <a:off x="2322407" y="3999732"/>
            <a:ext cx="326263"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1" idx="3"/>
            <a:endCxn id="19" idx="0"/>
          </p:cNvCxnSpPr>
          <p:nvPr>
            <p:custDataLst>
              <p:tags r:id="rId27"/>
            </p:custDataLst>
          </p:nvPr>
        </p:nvCxnSpPr>
        <p:spPr>
          <a:xfrm flipH="1">
            <a:off x="1768697" y="4811129"/>
            <a:ext cx="393654"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9" idx="2"/>
            <a:endCxn id="18" idx="4"/>
          </p:cNvCxnSpPr>
          <p:nvPr>
            <p:custDataLst>
              <p:tags r:id="rId28"/>
            </p:custDataLst>
          </p:nvPr>
        </p:nvCxnSpPr>
        <p:spPr>
          <a:xfrm flipH="1" flipV="1">
            <a:off x="1120997" y="4929349"/>
            <a:ext cx="421347" cy="497548"/>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0" idx="2"/>
            <a:endCxn id="19" idx="6"/>
          </p:cNvCxnSpPr>
          <p:nvPr>
            <p:custDataLst>
              <p:tags r:id="rId29"/>
            </p:custDataLst>
          </p:nvPr>
        </p:nvCxnSpPr>
        <p:spPr>
          <a:xfrm flipH="1">
            <a:off x="1995049" y="5426897"/>
            <a:ext cx="518845"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7" idx="2"/>
            <a:endCxn id="18" idx="0"/>
          </p:cNvCxnSpPr>
          <p:nvPr>
            <p:custDataLst>
              <p:tags r:id="rId30"/>
            </p:custDataLst>
          </p:nvPr>
        </p:nvCxnSpPr>
        <p:spPr>
          <a:xfrm flipH="1">
            <a:off x="1120997" y="3836222"/>
            <a:ext cx="335622" cy="64042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Oval 31"/>
          <p:cNvSpPr>
            <a:spLocks noChangeArrowheads="1"/>
          </p:cNvSpPr>
          <p:nvPr>
            <p:custDataLst>
              <p:tags r:id="rId31"/>
            </p:custDataLst>
          </p:nvPr>
        </p:nvSpPr>
        <p:spPr bwMode="auto">
          <a:xfrm>
            <a:off x="595104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4" name="Oval 31"/>
          <p:cNvSpPr>
            <a:spLocks noChangeArrowheads="1"/>
          </p:cNvSpPr>
          <p:nvPr>
            <p:custDataLst>
              <p:tags r:id="rId32"/>
            </p:custDataLst>
          </p:nvPr>
        </p:nvSpPr>
        <p:spPr bwMode="auto">
          <a:xfrm>
            <a:off x="538907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5" name="Oval 31"/>
          <p:cNvSpPr>
            <a:spLocks noChangeArrowheads="1"/>
          </p:cNvSpPr>
          <p:nvPr>
            <p:custDataLst>
              <p:tags r:id="rId33"/>
            </p:custDataLst>
          </p:nvPr>
        </p:nvSpPr>
        <p:spPr bwMode="auto">
          <a:xfrm>
            <a:off x="603677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6" name="Oval 31"/>
          <p:cNvSpPr>
            <a:spLocks noChangeArrowheads="1"/>
          </p:cNvSpPr>
          <p:nvPr>
            <p:custDataLst>
              <p:tags r:id="rId34"/>
            </p:custDataLst>
          </p:nvPr>
        </p:nvSpPr>
        <p:spPr bwMode="auto">
          <a:xfrm>
            <a:off x="700832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7" name="Oval 31"/>
          <p:cNvSpPr>
            <a:spLocks noChangeArrowheads="1"/>
          </p:cNvSpPr>
          <p:nvPr>
            <p:custDataLst>
              <p:tags r:id="rId35"/>
            </p:custDataLst>
          </p:nvPr>
        </p:nvSpPr>
        <p:spPr bwMode="auto">
          <a:xfrm>
            <a:off x="659048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8" name="Oval 31"/>
          <p:cNvSpPr>
            <a:spLocks noChangeArrowheads="1"/>
          </p:cNvSpPr>
          <p:nvPr>
            <p:custDataLst>
              <p:tags r:id="rId36"/>
            </p:custDataLst>
          </p:nvPr>
        </p:nvSpPr>
        <p:spPr bwMode="auto">
          <a:xfrm>
            <a:off x="746102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9" name="Oval 31"/>
          <p:cNvSpPr>
            <a:spLocks noChangeArrowheads="1"/>
          </p:cNvSpPr>
          <p:nvPr>
            <p:custDataLst>
              <p:tags r:id="rId37"/>
            </p:custDataLst>
          </p:nvPr>
        </p:nvSpPr>
        <p:spPr bwMode="auto">
          <a:xfrm>
            <a:off x="707680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0" name="文本框 39"/>
          <p:cNvSpPr txBox="1"/>
          <p:nvPr>
            <p:custDataLst>
              <p:tags r:id="rId38"/>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sym typeface="Wingdings" panose="05000000000000000000" pitchFamily="2" charset="2"/>
              </a:rPr>
              <a:t>         U	={ 0, 5, 4 }</a:t>
            </a:r>
            <a:endParaRPr lang="en-US" altLang="zh-CN" sz="2000" b="1" dirty="0">
              <a:solidFill>
                <a:srgbClr val="B50988"/>
              </a:solidFill>
              <a:sym typeface="Wingdings" panose="05000000000000000000" pitchFamily="2" charset="2"/>
            </a:endParaRPr>
          </a:p>
          <a:p>
            <a:pPr>
              <a:lnSpc>
                <a:spcPct val="110000"/>
              </a:lnSpc>
            </a:pPr>
            <a:r>
              <a:rPr lang="en-US" altLang="zh-CN" sz="2000" b="1" dirty="0">
                <a:solidFill>
                  <a:schemeClr val="tx1">
                    <a:lumMod val="65000"/>
                    <a:lumOff val="35000"/>
                  </a:schemeClr>
                </a:solidFill>
                <a:sym typeface="Wingdings" panose="05000000000000000000" pitchFamily="2" charset="2"/>
              </a:rPr>
              <a:t>     V-U	={ 1, 2, 3, 6 }</a:t>
            </a:r>
            <a:endParaRPr lang="zh-CN" altLang="en-US" sz="2000" dirty="0"/>
          </a:p>
        </p:txBody>
      </p:sp>
      <p:cxnSp>
        <p:nvCxnSpPr>
          <p:cNvPr id="41" name="直接连接符 40"/>
          <p:cNvCxnSpPr>
            <a:stCxn id="33" idx="2"/>
            <a:endCxn id="34" idx="0"/>
          </p:cNvCxnSpPr>
          <p:nvPr>
            <p:custDataLst>
              <p:tags r:id="rId39"/>
            </p:custDataLst>
          </p:nvPr>
        </p:nvCxnSpPr>
        <p:spPr>
          <a:xfrm flipH="1">
            <a:off x="5615427" y="3836222"/>
            <a:ext cx="335622" cy="640422"/>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5" idx="2"/>
            <a:endCxn id="34" idx="4"/>
          </p:cNvCxnSpPr>
          <p:nvPr>
            <p:custDataLst>
              <p:tags r:id="rId40"/>
            </p:custDataLst>
          </p:nvPr>
        </p:nvCxnSpPr>
        <p:spPr>
          <a:xfrm flipH="1" flipV="1">
            <a:off x="5615427" y="4929349"/>
            <a:ext cx="421347" cy="497548"/>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sp>
        <p:nvSpPr>
          <p:cNvPr id="46" name="矩形: 圆角 45"/>
          <p:cNvSpPr/>
          <p:nvPr>
            <p:custDataLst>
              <p:tags r:id="rId41"/>
            </p:custDataLst>
          </p:nvPr>
        </p:nvSpPr>
        <p:spPr>
          <a:xfrm>
            <a:off x="342528" y="2218748"/>
            <a:ext cx="8622178" cy="619426"/>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矩形: 圆角 46"/>
          <p:cNvSpPr/>
          <p:nvPr>
            <p:custDataLst>
              <p:tags r:id="rId42"/>
            </p:custDataLst>
          </p:nvPr>
        </p:nvSpPr>
        <p:spPr>
          <a:xfrm>
            <a:off x="342528" y="2872811"/>
            <a:ext cx="3791867" cy="270000"/>
          </a:xfrm>
          <a:prstGeom prst="roundRect">
            <a:avLst>
              <a:gd name="adj" fmla="val 4150"/>
            </a:avLst>
          </a:prstGeom>
          <a:solidFill>
            <a:srgbClr val="B50988">
              <a:alpha val="21000"/>
            </a:srgbClr>
          </a:solidFill>
          <a:ln>
            <a:solidFill>
              <a:srgbClr val="B50988">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22" presetClass="entr" presetSubtype="1"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wipe(up)">
                                      <p:cBhvr>
                                        <p:cTn id="13" dur="500"/>
                                        <p:tgtEl>
                                          <p:spTgt spid="44"/>
                                        </p:tgtEl>
                                      </p:cBhvr>
                                    </p:animEffect>
                                  </p:childTnLst>
                                </p:cTn>
                              </p:par>
                            </p:childTnLst>
                          </p:cTn>
                        </p:par>
                        <p:par>
                          <p:cTn id="14" fill="hold">
                            <p:stCondLst>
                              <p:cond delay="500"/>
                            </p:stCondLst>
                            <p:childTnLst>
                              <p:par>
                                <p:cTn id="15" presetID="1" presetClass="emph" presetSubtype="2" fill="hold" nodeType="afterEffect">
                                  <p:stCondLst>
                                    <p:cond delay="0"/>
                                  </p:stCondLst>
                                  <p:childTnLst>
                                    <p:animClr clrSpc="rgb" dir="cw">
                                      <p:cBhvr>
                                        <p:cTn id="16" dur="500" fill="hold"/>
                                        <p:tgtEl>
                                          <p:spTgt spid="35"/>
                                        </p:tgtEl>
                                        <p:attrNameLst>
                                          <p:attrName>fillcolor</p:attrName>
                                        </p:attrNameLst>
                                      </p:cBhvr>
                                      <p:to>
                                        <a:srgbClr val="B50988"/>
                                      </p:to>
                                    </p:animClr>
                                    <p:set>
                                      <p:cBhvr>
                                        <p:cTn id="17" dur="500" fill="hold"/>
                                        <p:tgtEl>
                                          <p:spTgt spid="35"/>
                                        </p:tgtEl>
                                        <p:attrNameLst>
                                          <p:attrName>fill.type</p:attrName>
                                        </p:attrNameLst>
                                      </p:cBhvr>
                                      <p:to>
                                        <p:strVal val="solid"/>
                                      </p:to>
                                    </p:set>
                                    <p:set>
                                      <p:cBhvr>
                                        <p:cTn id="18" dur="500" fill="hold"/>
                                        <p:tgtEl>
                                          <p:spTgt spid="35"/>
                                        </p:tgtEl>
                                        <p:attrNameLst>
                                          <p:attrName>fill.on</p:attrName>
                                        </p:attrNameLst>
                                      </p:cBhvr>
                                      <p:to>
                                        <p:strVal val="true"/>
                                      </p:to>
                                    </p:set>
                                  </p:childTnLst>
                                </p:cTn>
                              </p:par>
                              <p:par>
                                <p:cTn id="19" presetID="10"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500"/>
                                        <p:tgtEl>
                                          <p:spTgt spid="47"/>
                                        </p:tgtEl>
                                      </p:cBhvr>
                                    </p:animEffect>
                                  </p:childTnLst>
                                </p:cTn>
                              </p:par>
                              <p:par>
                                <p:cTn id="27" presetID="26" presetClass="emph" presetSubtype="0" fill="hold" grpId="0" nodeType="withEffect">
                                  <p:stCondLst>
                                    <p:cond delay="0"/>
                                  </p:stCondLst>
                                  <p:childTnLst>
                                    <p:animEffect transition="out" filter="fade">
                                      <p:cBhvr>
                                        <p:cTn id="28" dur="500" tmFilter="0, 0; .2, .5; .8, .5; 1, 0"/>
                                        <p:tgtEl>
                                          <p:spTgt spid="46"/>
                                        </p:tgtEl>
                                      </p:cBhvr>
                                    </p:animEffect>
                                    <p:animScale>
                                      <p:cBhvr>
                                        <p:cTn id="29" dur="250" autoRev="1" fill="hold"/>
                                        <p:tgtEl>
                                          <p:spTgt spid="46"/>
                                        </p:tgtEl>
                                      </p:cBhvr>
                                      <p:by x="105000" y="105000"/>
                                    </p:animScale>
                                  </p:childTnLst>
                                </p:cTn>
                              </p:par>
                            </p:childTnLst>
                          </p:cTn>
                        </p:par>
                      </p:childTnLst>
                    </p:cTn>
                  </p:par>
                  <p:par>
                    <p:cTn id="30" fill="hold">
                      <p:stCondLst>
                        <p:cond delay="indefinite"/>
                      </p:stCondLst>
                      <p:childTnLst>
                        <p:par>
                          <p:cTn id="31" fill="hold">
                            <p:stCondLst>
                              <p:cond delay="0"/>
                            </p:stCondLst>
                            <p:childTnLst>
                              <p:par>
                                <p:cTn id="32" presetID="7" presetClass="emph" presetSubtype="2" fill="hold" nodeType="clickEffect">
                                  <p:stCondLst>
                                    <p:cond delay="0"/>
                                  </p:stCondLst>
                                  <p:childTnLst>
                                    <p:animClr clrSpc="rgb" dir="cw">
                                      <p:cBhvr>
                                        <p:cTn id="33" dur="500" fill="hold"/>
                                        <p:tgtEl>
                                          <p:spTgt spid="24"/>
                                        </p:tgtEl>
                                        <p:attrNameLst>
                                          <p:attrName>stroke.color</p:attrName>
                                        </p:attrNameLst>
                                      </p:cBhvr>
                                      <p:to>
                                        <a:srgbClr val="CC00FF"/>
                                      </p:to>
                                    </p:animClr>
                                    <p:set>
                                      <p:cBhvr>
                                        <p:cTn id="34" dur="500" fill="hold"/>
                                        <p:tgtEl>
                                          <p:spTgt spid="24"/>
                                        </p:tgtEl>
                                        <p:attrNameLst>
                                          <p:attrName>stroke.on</p:attrName>
                                        </p:attrNameLst>
                                      </p:cBhvr>
                                      <p:to>
                                        <p:strVal val="true"/>
                                      </p:to>
                                    </p:set>
                                  </p:childTnLst>
                                </p:cTn>
                              </p:par>
                              <p:par>
                                <p:cTn id="35" presetID="7" presetClass="emph" presetSubtype="2" fill="hold" nodeType="withEffect">
                                  <p:stCondLst>
                                    <p:cond delay="0"/>
                                  </p:stCondLst>
                                  <p:childTnLst>
                                    <p:animClr clrSpc="rgb" dir="cw">
                                      <p:cBhvr>
                                        <p:cTn id="36" dur="500" fill="hold"/>
                                        <p:tgtEl>
                                          <p:spTgt spid="29"/>
                                        </p:tgtEl>
                                        <p:attrNameLst>
                                          <p:attrName>stroke.color</p:attrName>
                                        </p:attrNameLst>
                                      </p:cBhvr>
                                      <p:to>
                                        <a:srgbClr val="CC00FF"/>
                                      </p:to>
                                    </p:animClr>
                                    <p:set>
                                      <p:cBhvr>
                                        <p:cTn id="37" dur="500" fill="hold"/>
                                        <p:tgtEl>
                                          <p:spTgt spid="29"/>
                                        </p:tgtEl>
                                        <p:attrNameLst>
                                          <p:attrName>stroke.on</p:attrName>
                                        </p:attrNameLst>
                                      </p:cBhvr>
                                      <p:to>
                                        <p:strVal val="true"/>
                                      </p:to>
                                    </p:set>
                                  </p:childTnLst>
                                </p:cTn>
                              </p:par>
                              <p:par>
                                <p:cTn id="38" presetID="7" presetClass="emph" presetSubtype="2" fill="hold" nodeType="withEffect">
                                  <p:stCondLst>
                                    <p:cond delay="0"/>
                                  </p:stCondLst>
                                  <p:childTnLst>
                                    <p:animClr clrSpc="rgb" dir="cw">
                                      <p:cBhvr>
                                        <p:cTn id="39" dur="500" fill="hold"/>
                                        <p:tgtEl>
                                          <p:spTgt spid="31"/>
                                        </p:tgtEl>
                                        <p:attrNameLst>
                                          <p:attrName>stroke.color</p:attrName>
                                        </p:attrNameLst>
                                      </p:cBhvr>
                                      <p:to>
                                        <a:srgbClr val="CC00FF"/>
                                      </p:to>
                                    </p:animClr>
                                    <p:set>
                                      <p:cBhvr>
                                        <p:cTn id="40" dur="500" fill="hold"/>
                                        <p:tgtEl>
                                          <p:spTgt spid="31"/>
                                        </p:tgtEl>
                                        <p:attrNameLst>
                                          <p:attrName>stroke.on</p:attrName>
                                        </p:attrNameLst>
                                      </p:cBhvr>
                                      <p:to>
                                        <p:strVal val="true"/>
                                      </p:to>
                                    </p:set>
                                  </p:childTnLst>
                                </p:cTn>
                              </p:par>
                              <p:par>
                                <p:cTn id="41" presetID="3" presetClass="emph" presetSubtype="2" fill="hold" grpId="0" nodeType="withEffect">
                                  <p:stCondLst>
                                    <p:cond delay="0"/>
                                  </p:stCondLst>
                                  <p:childTnLst>
                                    <p:animClr clrSpc="rgb" dir="cw">
                                      <p:cBhvr override="childStyle">
                                        <p:cTn id="42" dur="500" fill="hold"/>
                                        <p:tgtEl>
                                          <p:spTgt spid="10"/>
                                        </p:tgtEl>
                                        <p:attrNameLst>
                                          <p:attrName>style.color</p:attrName>
                                        </p:attrNameLst>
                                      </p:cBhvr>
                                      <p:to>
                                        <a:srgbClr val="CC00FF"/>
                                      </p:to>
                                    </p:animClr>
                                  </p:childTnLst>
                                </p:cTn>
                              </p:par>
                              <p:par>
                                <p:cTn id="43" presetID="3" presetClass="emph" presetSubtype="2" fill="hold" grpId="0" nodeType="withEffect">
                                  <p:stCondLst>
                                    <p:cond delay="0"/>
                                  </p:stCondLst>
                                  <p:childTnLst>
                                    <p:animClr clrSpc="rgb" dir="cw">
                                      <p:cBhvr override="childStyle">
                                        <p:cTn id="44" dur="500" fill="hold"/>
                                        <p:tgtEl>
                                          <p:spTgt spid="7"/>
                                        </p:tgtEl>
                                        <p:attrNameLst>
                                          <p:attrName>style.color</p:attrName>
                                        </p:attrNameLst>
                                      </p:cBhvr>
                                      <p:to>
                                        <a:srgbClr val="CC00FF"/>
                                      </p:to>
                                    </p:animClr>
                                  </p:childTnLst>
                                </p:cTn>
                              </p:par>
                              <p:par>
                                <p:cTn id="45" presetID="3" presetClass="emph" presetSubtype="2" fill="hold" grpId="0" nodeType="withEffect">
                                  <p:stCondLst>
                                    <p:cond delay="0"/>
                                  </p:stCondLst>
                                  <p:childTnLst>
                                    <p:animClr clrSpc="rgb" dir="cw">
                                      <p:cBhvr override="childStyle">
                                        <p:cTn id="46" dur="500" fill="hold"/>
                                        <p:tgtEl>
                                          <p:spTgt spid="16"/>
                                        </p:tgtEl>
                                        <p:attrNameLst>
                                          <p:attrName>style.color</p:attrName>
                                        </p:attrNameLst>
                                      </p:cBhvr>
                                      <p:to>
                                        <a:srgbClr val="CC00FF"/>
                                      </p:to>
                                    </p:animClr>
                                  </p:childTnLst>
                                </p:cTn>
                              </p:par>
                            </p:childTnLst>
                          </p:cTn>
                        </p:par>
                      </p:childTnLst>
                    </p:cTn>
                  </p:par>
                  <p:par>
                    <p:cTn id="47" fill="hold">
                      <p:stCondLst>
                        <p:cond delay="indefinite"/>
                      </p:stCondLst>
                      <p:childTnLst>
                        <p:par>
                          <p:cTn id="48" fill="hold">
                            <p:stCondLst>
                              <p:cond delay="0"/>
                            </p:stCondLst>
                            <p:childTnLst>
                              <p:par>
                                <p:cTn id="49" presetID="26" presetClass="emph" presetSubtype="0" fill="hold" nodeType="clickEffect">
                                  <p:stCondLst>
                                    <p:cond delay="0"/>
                                  </p:stCondLst>
                                  <p:childTnLst>
                                    <p:animEffect transition="out" filter="fade">
                                      <p:cBhvr>
                                        <p:cTn id="50" dur="500" tmFilter="0, 0; .2, .5; .8, .5; 1, 0"/>
                                        <p:tgtEl>
                                          <p:spTgt spid="31"/>
                                        </p:tgtEl>
                                      </p:cBhvr>
                                    </p:animEffect>
                                    <p:animScale>
                                      <p:cBhvr>
                                        <p:cTn id="51" dur="250" autoRev="1" fill="hold"/>
                                        <p:tgtEl>
                                          <p:spTgt spid="31"/>
                                        </p:tgtEl>
                                      </p:cBhvr>
                                      <p:by x="105000" y="105000"/>
                                    </p:animScale>
                                  </p:childTnLst>
                                </p:cTn>
                              </p:par>
                              <p:par>
                                <p:cTn id="52" presetID="26" presetClass="emph" presetSubtype="0" fill="hold" grpId="1" nodeType="withEffect">
                                  <p:stCondLst>
                                    <p:cond delay="0"/>
                                  </p:stCondLst>
                                  <p:childTnLst>
                                    <p:animEffect transition="out" filter="fade">
                                      <p:cBhvr>
                                        <p:cTn id="53" dur="500" tmFilter="0, 0; .2, .5; .8, .5; 1, 0"/>
                                        <p:tgtEl>
                                          <p:spTgt spid="16"/>
                                        </p:tgtEl>
                                      </p:cBhvr>
                                    </p:animEffect>
                                    <p:animScale>
                                      <p:cBhvr>
                                        <p:cTn id="54" dur="250" autoRev="1" fill="hold"/>
                                        <p:tgtEl>
                                          <p:spTgt spid="16"/>
                                        </p:tgtEl>
                                      </p:cBhvr>
                                      <p:by x="105000" y="105000"/>
                                    </p:animScale>
                                  </p:childTnLst>
                                </p:cTn>
                              </p:par>
                            </p:childTnLst>
                          </p:cTn>
                        </p:par>
                      </p:childTnLst>
                    </p:cTn>
                  </p:par>
                  <p:par>
                    <p:cTn id="55" fill="hold">
                      <p:stCondLst>
                        <p:cond delay="indefinite"/>
                      </p:stCondLst>
                      <p:childTnLst>
                        <p:par>
                          <p:cTn id="56" fill="hold">
                            <p:stCondLst>
                              <p:cond delay="0"/>
                            </p:stCondLst>
                            <p:childTnLst>
                              <p:par>
                                <p:cTn id="57" presetID="7" presetClass="emph" presetSubtype="2" fill="hold" nodeType="clickEffect">
                                  <p:stCondLst>
                                    <p:cond delay="0"/>
                                  </p:stCondLst>
                                  <p:childTnLst>
                                    <p:animClr clrSpc="rgb" dir="cw">
                                      <p:cBhvr>
                                        <p:cTn id="58" dur="10" fill="hold"/>
                                        <p:tgtEl>
                                          <p:spTgt spid="24"/>
                                        </p:tgtEl>
                                        <p:attrNameLst>
                                          <p:attrName>stroke.color</p:attrName>
                                        </p:attrNameLst>
                                      </p:cBhvr>
                                      <p:to>
                                        <a:srgbClr val="7F7F7F"/>
                                      </p:to>
                                    </p:animClr>
                                    <p:set>
                                      <p:cBhvr>
                                        <p:cTn id="59" dur="10" fill="hold"/>
                                        <p:tgtEl>
                                          <p:spTgt spid="24"/>
                                        </p:tgtEl>
                                        <p:attrNameLst>
                                          <p:attrName>stroke.on</p:attrName>
                                        </p:attrNameLst>
                                      </p:cBhvr>
                                      <p:to>
                                        <p:strVal val="true"/>
                                      </p:to>
                                    </p:set>
                                  </p:childTnLst>
                                </p:cTn>
                              </p:par>
                              <p:par>
                                <p:cTn id="60" presetID="7" presetClass="emph" presetSubtype="2" fill="hold" nodeType="withEffect">
                                  <p:stCondLst>
                                    <p:cond delay="0"/>
                                  </p:stCondLst>
                                  <p:childTnLst>
                                    <p:animClr clrSpc="rgb" dir="cw">
                                      <p:cBhvr>
                                        <p:cTn id="61" dur="10" fill="hold"/>
                                        <p:tgtEl>
                                          <p:spTgt spid="29"/>
                                        </p:tgtEl>
                                        <p:attrNameLst>
                                          <p:attrName>stroke.color</p:attrName>
                                        </p:attrNameLst>
                                      </p:cBhvr>
                                      <p:to>
                                        <a:srgbClr val="7F7F7F"/>
                                      </p:to>
                                    </p:animClr>
                                    <p:set>
                                      <p:cBhvr>
                                        <p:cTn id="62" dur="10" fill="hold"/>
                                        <p:tgtEl>
                                          <p:spTgt spid="29"/>
                                        </p:tgtEl>
                                        <p:attrNameLst>
                                          <p:attrName>stroke.on</p:attrName>
                                        </p:attrNameLst>
                                      </p:cBhvr>
                                      <p:to>
                                        <p:strVal val="true"/>
                                      </p:to>
                                    </p:set>
                                  </p:childTnLst>
                                </p:cTn>
                              </p:par>
                              <p:par>
                                <p:cTn id="63" presetID="3" presetClass="emph" presetSubtype="2" fill="hold" grpId="1" nodeType="withEffect">
                                  <p:stCondLst>
                                    <p:cond delay="0"/>
                                  </p:stCondLst>
                                  <p:childTnLst>
                                    <p:animClr clrSpc="rgb" dir="cw">
                                      <p:cBhvr override="childStyle">
                                        <p:cTn id="64" dur="10" fill="hold"/>
                                        <p:tgtEl>
                                          <p:spTgt spid="10"/>
                                        </p:tgtEl>
                                        <p:attrNameLst>
                                          <p:attrName>style.color</p:attrName>
                                        </p:attrNameLst>
                                      </p:cBhvr>
                                      <p:to>
                                        <a:srgbClr val="7F7F7F"/>
                                      </p:to>
                                    </p:animClr>
                                  </p:childTnLst>
                                </p:cTn>
                              </p:par>
                              <p:par>
                                <p:cTn id="65" presetID="3" presetClass="emph" presetSubtype="2" fill="hold" grpId="1" nodeType="withEffect">
                                  <p:stCondLst>
                                    <p:cond delay="0"/>
                                  </p:stCondLst>
                                  <p:childTnLst>
                                    <p:animClr clrSpc="rgb" dir="cw">
                                      <p:cBhvr override="childStyle">
                                        <p:cTn id="66" dur="10" fill="hold"/>
                                        <p:tgtEl>
                                          <p:spTgt spid="7"/>
                                        </p:tgtEl>
                                        <p:attrNameLst>
                                          <p:attrName>style.color</p:attrName>
                                        </p:attrNameLst>
                                      </p:cBhvr>
                                      <p:to>
                                        <a:srgbClr val="7F7F7F"/>
                                      </p:to>
                                    </p:animClr>
                                  </p:childTnLst>
                                </p:cTn>
                              </p:par>
                              <p:par>
                                <p:cTn id="67" presetID="7" presetClass="emph" presetSubtype="2" fill="hold" nodeType="withEffect">
                                  <p:stCondLst>
                                    <p:cond delay="0"/>
                                  </p:stCondLst>
                                  <p:childTnLst>
                                    <p:animClr clrSpc="rgb" dir="cw">
                                      <p:cBhvr>
                                        <p:cTn id="68" dur="500" fill="hold"/>
                                        <p:tgtEl>
                                          <p:spTgt spid="31"/>
                                        </p:tgtEl>
                                        <p:attrNameLst>
                                          <p:attrName>stroke.color</p:attrName>
                                        </p:attrNameLst>
                                      </p:cBhvr>
                                      <p:to>
                                        <a:srgbClr val="B50988"/>
                                      </p:to>
                                    </p:animClr>
                                    <p:set>
                                      <p:cBhvr>
                                        <p:cTn id="69" dur="500" fill="hold"/>
                                        <p:tgtEl>
                                          <p:spTgt spid="31"/>
                                        </p:tgtEl>
                                        <p:attrNameLst>
                                          <p:attrName>stroke.on</p:attrName>
                                        </p:attrNameLst>
                                      </p:cBhvr>
                                      <p:to>
                                        <p:strVal val="true"/>
                                      </p:to>
                                    </p:set>
                                  </p:childTnLst>
                                </p:cTn>
                              </p:par>
                              <p:par>
                                <p:cTn id="70" presetID="3" presetClass="emph" presetSubtype="2" fill="hold" grpId="2" nodeType="withEffect">
                                  <p:stCondLst>
                                    <p:cond delay="0"/>
                                  </p:stCondLst>
                                  <p:childTnLst>
                                    <p:animClr clrSpc="rgb" dir="cw">
                                      <p:cBhvr override="childStyle">
                                        <p:cTn id="71" dur="500" fill="hold"/>
                                        <p:tgtEl>
                                          <p:spTgt spid="16"/>
                                        </p:tgtEl>
                                        <p:attrNameLst>
                                          <p:attrName>style.color</p:attrName>
                                        </p:attrNameLst>
                                      </p:cBhvr>
                                      <p:to>
                                        <a:srgbClr val="B50988"/>
                                      </p:to>
                                    </p:animClr>
                                  </p:childTnLst>
                                </p:cTn>
                              </p:par>
                            </p:childTnLst>
                          </p:cTn>
                        </p:par>
                        <p:par>
                          <p:cTn id="72" fill="hold">
                            <p:stCondLst>
                              <p:cond delay="500"/>
                            </p:stCondLst>
                            <p:childTnLst>
                              <p:par>
                                <p:cTn id="73" presetID="1" presetClass="emph" presetSubtype="2" fill="hold" nodeType="afterEffect">
                                  <p:stCondLst>
                                    <p:cond delay="0"/>
                                  </p:stCondLst>
                                  <p:childTnLst>
                                    <p:animClr clrSpc="rgb" dir="cw">
                                      <p:cBhvr>
                                        <p:cTn id="74" dur="500" fill="hold"/>
                                        <p:tgtEl>
                                          <p:spTgt spid="20"/>
                                        </p:tgtEl>
                                        <p:attrNameLst>
                                          <p:attrName>fillcolor</p:attrName>
                                        </p:attrNameLst>
                                      </p:cBhvr>
                                      <p:to>
                                        <a:srgbClr val="B50988"/>
                                      </p:to>
                                    </p:animClr>
                                    <p:set>
                                      <p:cBhvr>
                                        <p:cTn id="75" dur="500" fill="hold"/>
                                        <p:tgtEl>
                                          <p:spTgt spid="20"/>
                                        </p:tgtEl>
                                        <p:attrNameLst>
                                          <p:attrName>fill.type</p:attrName>
                                        </p:attrNameLst>
                                      </p:cBhvr>
                                      <p:to>
                                        <p:strVal val="solid"/>
                                      </p:to>
                                    </p:set>
                                    <p:set>
                                      <p:cBhvr>
                                        <p:cTn id="76" dur="500" fill="hold"/>
                                        <p:tgtEl>
                                          <p:spTgt spid="2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43" grpId="0" bldLvl="0" animBg="1"/>
      <p:bldP spid="7" grpId="0"/>
      <p:bldP spid="7" grpId="1"/>
      <p:bldP spid="10" grpId="0"/>
      <p:bldP spid="10" grpId="1"/>
      <p:bldP spid="16" grpId="0"/>
      <p:bldP spid="16" grpId="1"/>
      <p:bldP spid="16" grpId="2"/>
      <p:bldP spid="40" grpId="0" bldLvl="0" animBg="1"/>
      <p:bldP spid="46" grpId="0" bldLvl="0" animBg="1"/>
      <p:bldP spid="47"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45" name="任意多边形 46"/>
          <p:cNvSpPr/>
          <p:nvPr>
            <p:custDataLst>
              <p:tags r:id="rId2"/>
            </p:custDataLst>
          </p:nvPr>
        </p:nvSpPr>
        <p:spPr bwMode="auto">
          <a:xfrm>
            <a:off x="680878" y="3504381"/>
            <a:ext cx="2456891" cy="2293383"/>
          </a:xfrm>
          <a:custGeom>
            <a:avLst/>
            <a:gdLst>
              <a:gd name="connsiteX0" fmla="*/ 791633 w 1426633"/>
              <a:gd name="connsiteY0" fmla="*/ 101600 h 1769533"/>
              <a:gd name="connsiteX1" fmla="*/ 461433 w 1426633"/>
              <a:gd name="connsiteY1" fmla="*/ 292100 h 1769533"/>
              <a:gd name="connsiteX2" fmla="*/ 80433 w 1426633"/>
              <a:gd name="connsiteY2" fmla="*/ 1054100 h 1769533"/>
              <a:gd name="connsiteX3" fmla="*/ 80433 w 1426633"/>
              <a:gd name="connsiteY3" fmla="*/ 1562100 h 1769533"/>
              <a:gd name="connsiteX4" fmla="*/ 563033 w 1426633"/>
              <a:gd name="connsiteY4" fmla="*/ 1549400 h 1769533"/>
              <a:gd name="connsiteX5" fmla="*/ 1388533 w 1426633"/>
              <a:gd name="connsiteY5" fmla="*/ 241300 h 1769533"/>
              <a:gd name="connsiteX6" fmla="*/ 791633 w 1426633"/>
              <a:gd name="connsiteY6" fmla="*/ 101600 h 1769533"/>
              <a:gd name="connsiteX0-1" fmla="*/ 910691 w 1614456"/>
              <a:gd name="connsiteY0-2" fmla="*/ 220659 h 2602948"/>
              <a:gd name="connsiteX1-3" fmla="*/ 580491 w 1614456"/>
              <a:gd name="connsiteY1-4" fmla="*/ 411159 h 2602948"/>
              <a:gd name="connsiteX2-5" fmla="*/ 199491 w 1614456"/>
              <a:gd name="connsiteY2-6" fmla="*/ 1173159 h 2602948"/>
              <a:gd name="connsiteX3-7" fmla="*/ 199491 w 1614456"/>
              <a:gd name="connsiteY3-8" fmla="*/ 1681159 h 2602948"/>
              <a:gd name="connsiteX4-9" fmla="*/ 1396439 w 1614456"/>
              <a:gd name="connsiteY4-10" fmla="*/ 2382815 h 2602948"/>
              <a:gd name="connsiteX5-11" fmla="*/ 1507591 w 1614456"/>
              <a:gd name="connsiteY5-12" fmla="*/ 360359 h 2602948"/>
              <a:gd name="connsiteX6-13" fmla="*/ 910691 w 1614456"/>
              <a:gd name="connsiteY6-14" fmla="*/ 220659 h 2602948"/>
              <a:gd name="connsiteX0-15" fmla="*/ 910691 w 1563385"/>
              <a:gd name="connsiteY0-16" fmla="*/ 19050 h 2265873"/>
              <a:gd name="connsiteX1-17" fmla="*/ 580491 w 1563385"/>
              <a:gd name="connsiteY1-18" fmla="*/ 209550 h 2265873"/>
              <a:gd name="connsiteX2-19" fmla="*/ 199491 w 1563385"/>
              <a:gd name="connsiteY2-20" fmla="*/ 971550 h 2265873"/>
              <a:gd name="connsiteX3-21" fmla="*/ 199491 w 1563385"/>
              <a:gd name="connsiteY3-22" fmla="*/ 1479550 h 2265873"/>
              <a:gd name="connsiteX4-23" fmla="*/ 1396439 w 1563385"/>
              <a:gd name="connsiteY4-24" fmla="*/ 2181206 h 2265873"/>
              <a:gd name="connsiteX5-25" fmla="*/ 1201168 w 1563385"/>
              <a:gd name="connsiteY5-26" fmla="*/ 971550 h 2265873"/>
              <a:gd name="connsiteX6-27" fmla="*/ 1507591 w 1563385"/>
              <a:gd name="connsiteY6-28" fmla="*/ 158750 h 2265873"/>
              <a:gd name="connsiteX7" fmla="*/ 910691 w 1563385"/>
              <a:gd name="connsiteY7" fmla="*/ 19050 h 2265873"/>
              <a:gd name="connsiteX0-29" fmla="*/ 812800 w 1458113"/>
              <a:gd name="connsiteY0-30" fmla="*/ 19050 h 2346306"/>
              <a:gd name="connsiteX1-31" fmla="*/ 482600 w 1458113"/>
              <a:gd name="connsiteY1-32" fmla="*/ 209550 h 2346306"/>
              <a:gd name="connsiteX2-33" fmla="*/ 101600 w 1458113"/>
              <a:gd name="connsiteY2-34" fmla="*/ 971550 h 2346306"/>
              <a:gd name="connsiteX3-35" fmla="*/ 101600 w 1458113"/>
              <a:gd name="connsiteY3-36" fmla="*/ 1479550 h 2346306"/>
              <a:gd name="connsiteX4-37" fmla="*/ 711200 w 1458113"/>
              <a:gd name="connsiteY4-38" fmla="*/ 1962150 h 2346306"/>
              <a:gd name="connsiteX5-39" fmla="*/ 1298548 w 1458113"/>
              <a:gd name="connsiteY5-40" fmla="*/ 2181206 h 2346306"/>
              <a:gd name="connsiteX6-41" fmla="*/ 1103277 w 1458113"/>
              <a:gd name="connsiteY6-42" fmla="*/ 971550 h 2346306"/>
              <a:gd name="connsiteX7-43" fmla="*/ 1409700 w 1458113"/>
              <a:gd name="connsiteY7-44" fmla="*/ 158750 h 2346306"/>
              <a:gd name="connsiteX8" fmla="*/ 812800 w 1458113"/>
              <a:gd name="connsiteY8" fmla="*/ 19050 h 2346306"/>
              <a:gd name="connsiteX0-45" fmla="*/ 812800 w 1458113"/>
              <a:gd name="connsiteY0-46" fmla="*/ 19050 h 2206606"/>
              <a:gd name="connsiteX1-47" fmla="*/ 482600 w 1458113"/>
              <a:gd name="connsiteY1-48" fmla="*/ 209550 h 2206606"/>
              <a:gd name="connsiteX2-49" fmla="*/ 101600 w 1458113"/>
              <a:gd name="connsiteY2-50" fmla="*/ 971550 h 2206606"/>
              <a:gd name="connsiteX3-51" fmla="*/ 101600 w 1458113"/>
              <a:gd name="connsiteY3-52" fmla="*/ 1479550 h 2206606"/>
              <a:gd name="connsiteX4-53" fmla="*/ 711200 w 1458113"/>
              <a:gd name="connsiteY4-54" fmla="*/ 1962150 h 2206606"/>
              <a:gd name="connsiteX5-55" fmla="*/ 1298548 w 1458113"/>
              <a:gd name="connsiteY5-56" fmla="*/ 2181206 h 2206606"/>
              <a:gd name="connsiteX6-57" fmla="*/ 1387444 w 1458113"/>
              <a:gd name="connsiteY6-58" fmla="*/ 1809749 h 2206606"/>
              <a:gd name="connsiteX7-59" fmla="*/ 1103277 w 1458113"/>
              <a:gd name="connsiteY7-60" fmla="*/ 971550 h 2206606"/>
              <a:gd name="connsiteX8-61" fmla="*/ 1409700 w 1458113"/>
              <a:gd name="connsiteY8-62" fmla="*/ 158750 h 2206606"/>
              <a:gd name="connsiteX9" fmla="*/ 812800 w 1458113"/>
              <a:gd name="connsiteY9" fmla="*/ 19050 h 2206606"/>
              <a:gd name="connsiteX0-63" fmla="*/ 812800 w 1705709"/>
              <a:gd name="connsiteY0-64" fmla="*/ 19050 h 2206606"/>
              <a:gd name="connsiteX1-65" fmla="*/ 482600 w 1705709"/>
              <a:gd name="connsiteY1-66" fmla="*/ 209550 h 2206606"/>
              <a:gd name="connsiteX2-67" fmla="*/ 101600 w 1705709"/>
              <a:gd name="connsiteY2-68" fmla="*/ 971550 h 2206606"/>
              <a:gd name="connsiteX3-69" fmla="*/ 101600 w 1705709"/>
              <a:gd name="connsiteY3-70" fmla="*/ 1479550 h 2206606"/>
              <a:gd name="connsiteX4-71" fmla="*/ 711200 w 1705709"/>
              <a:gd name="connsiteY4-72" fmla="*/ 1962150 h 2206606"/>
              <a:gd name="connsiteX5-73" fmla="*/ 1298548 w 1705709"/>
              <a:gd name="connsiteY5-74" fmla="*/ 2181206 h 2206606"/>
              <a:gd name="connsiteX6-75" fmla="*/ 1673164 w 1705709"/>
              <a:gd name="connsiteY6-76" fmla="*/ 1809749 h 2206606"/>
              <a:gd name="connsiteX7-77" fmla="*/ 1103277 w 1705709"/>
              <a:gd name="connsiteY7-78" fmla="*/ 971550 h 2206606"/>
              <a:gd name="connsiteX8-79" fmla="*/ 1409700 w 1705709"/>
              <a:gd name="connsiteY8-80" fmla="*/ 158750 h 2206606"/>
              <a:gd name="connsiteX9-81" fmla="*/ 812800 w 1705709"/>
              <a:gd name="connsiteY9-82" fmla="*/ 19050 h 2206606"/>
              <a:gd name="connsiteX0-83" fmla="*/ 812800 w 2370636"/>
              <a:gd name="connsiteY0-84" fmla="*/ 19050 h 2252659"/>
              <a:gd name="connsiteX1-85" fmla="*/ 482600 w 2370636"/>
              <a:gd name="connsiteY1-86" fmla="*/ 209550 h 2252659"/>
              <a:gd name="connsiteX2-87" fmla="*/ 101600 w 2370636"/>
              <a:gd name="connsiteY2-88" fmla="*/ 971550 h 2252659"/>
              <a:gd name="connsiteX3-89" fmla="*/ 101600 w 2370636"/>
              <a:gd name="connsiteY3-90" fmla="*/ 1479550 h 2252659"/>
              <a:gd name="connsiteX4-91" fmla="*/ 711200 w 2370636"/>
              <a:gd name="connsiteY4-92" fmla="*/ 1962150 h 2252659"/>
              <a:gd name="connsiteX5-93" fmla="*/ 1298548 w 2370636"/>
              <a:gd name="connsiteY5-94" fmla="*/ 2181206 h 2252659"/>
              <a:gd name="connsiteX6-95" fmla="*/ 2308200 w 2370636"/>
              <a:gd name="connsiteY6-96" fmla="*/ 2190749 h 2252659"/>
              <a:gd name="connsiteX7-97" fmla="*/ 1673164 w 2370636"/>
              <a:gd name="connsiteY7-98" fmla="*/ 1809749 h 2252659"/>
              <a:gd name="connsiteX8-99" fmla="*/ 1103277 w 2370636"/>
              <a:gd name="connsiteY8-100" fmla="*/ 971550 h 2252659"/>
              <a:gd name="connsiteX9-101" fmla="*/ 1409700 w 2370636"/>
              <a:gd name="connsiteY9-102" fmla="*/ 158750 h 2252659"/>
              <a:gd name="connsiteX10" fmla="*/ 812800 w 2370636"/>
              <a:gd name="connsiteY10" fmla="*/ 19050 h 2252659"/>
              <a:gd name="connsiteX0-103" fmla="*/ 812800 w 2460599"/>
              <a:gd name="connsiteY0-104" fmla="*/ 19050 h 2279650"/>
              <a:gd name="connsiteX1-105" fmla="*/ 482600 w 2460599"/>
              <a:gd name="connsiteY1-106" fmla="*/ 209550 h 2279650"/>
              <a:gd name="connsiteX2-107" fmla="*/ 101600 w 2460599"/>
              <a:gd name="connsiteY2-108" fmla="*/ 971550 h 2279650"/>
              <a:gd name="connsiteX3-109" fmla="*/ 101600 w 2460599"/>
              <a:gd name="connsiteY3-110" fmla="*/ 1479550 h 2279650"/>
              <a:gd name="connsiteX4-111" fmla="*/ 711200 w 2460599"/>
              <a:gd name="connsiteY4-112" fmla="*/ 1962150 h 2279650"/>
              <a:gd name="connsiteX5-113" fmla="*/ 1298548 w 2460599"/>
              <a:gd name="connsiteY5-114" fmla="*/ 2181206 h 2279650"/>
              <a:gd name="connsiteX6-115" fmla="*/ 2308200 w 2460599"/>
              <a:gd name="connsiteY6-116" fmla="*/ 2190749 h 2279650"/>
              <a:gd name="connsiteX7-117" fmla="*/ 2212943 w 2460599"/>
              <a:gd name="connsiteY7-118" fmla="*/ 1647797 h 2279650"/>
              <a:gd name="connsiteX8-119" fmla="*/ 1673164 w 2460599"/>
              <a:gd name="connsiteY8-120" fmla="*/ 1809749 h 2279650"/>
              <a:gd name="connsiteX9-121" fmla="*/ 1103277 w 2460599"/>
              <a:gd name="connsiteY9-122" fmla="*/ 971550 h 2279650"/>
              <a:gd name="connsiteX10-123" fmla="*/ 1409700 w 2460599"/>
              <a:gd name="connsiteY10-124" fmla="*/ 158750 h 2279650"/>
              <a:gd name="connsiteX11" fmla="*/ 812800 w 2460599"/>
              <a:gd name="connsiteY11" fmla="*/ 19050 h 2279650"/>
              <a:gd name="connsiteX0-125" fmla="*/ 812800 w 2460599"/>
              <a:gd name="connsiteY0-126" fmla="*/ 19050 h 2279650"/>
              <a:gd name="connsiteX1-127" fmla="*/ 482600 w 2460599"/>
              <a:gd name="connsiteY1-128" fmla="*/ 209550 h 2279650"/>
              <a:gd name="connsiteX2-129" fmla="*/ 101600 w 2460599"/>
              <a:gd name="connsiteY2-130" fmla="*/ 971550 h 2279650"/>
              <a:gd name="connsiteX3-131" fmla="*/ 101600 w 2460599"/>
              <a:gd name="connsiteY3-132" fmla="*/ 1479550 h 2279650"/>
              <a:gd name="connsiteX4-133" fmla="*/ 711200 w 2460599"/>
              <a:gd name="connsiteY4-134" fmla="*/ 1962150 h 2279650"/>
              <a:gd name="connsiteX5-135" fmla="*/ 1298548 w 2460599"/>
              <a:gd name="connsiteY5-136" fmla="*/ 2181206 h 2279650"/>
              <a:gd name="connsiteX6-137" fmla="*/ 2308200 w 2460599"/>
              <a:gd name="connsiteY6-138" fmla="*/ 2190749 h 2279650"/>
              <a:gd name="connsiteX7-139" fmla="*/ 2212943 w 2460599"/>
              <a:gd name="connsiteY7-140" fmla="*/ 1647797 h 2279650"/>
              <a:gd name="connsiteX8-141" fmla="*/ 1673164 w 2460599"/>
              <a:gd name="connsiteY8-142" fmla="*/ 1809749 h 2279650"/>
              <a:gd name="connsiteX9-143" fmla="*/ 1103277 w 2460599"/>
              <a:gd name="connsiteY9-144" fmla="*/ 971550 h 2279650"/>
              <a:gd name="connsiteX10-145" fmla="*/ 1409700 w 2460599"/>
              <a:gd name="connsiteY10-146" fmla="*/ 158750 h 2279650"/>
              <a:gd name="connsiteX11-147" fmla="*/ 812800 w 2460599"/>
              <a:gd name="connsiteY11-148" fmla="*/ 19050 h 2279650"/>
              <a:gd name="connsiteX0-149" fmla="*/ 812800 w 2460599"/>
              <a:gd name="connsiteY0-150" fmla="*/ 19050 h 2279650"/>
              <a:gd name="connsiteX1-151" fmla="*/ 482600 w 2460599"/>
              <a:gd name="connsiteY1-152" fmla="*/ 209550 h 2279650"/>
              <a:gd name="connsiteX2-153" fmla="*/ 101600 w 2460599"/>
              <a:gd name="connsiteY2-154" fmla="*/ 971550 h 2279650"/>
              <a:gd name="connsiteX3-155" fmla="*/ 101600 w 2460599"/>
              <a:gd name="connsiteY3-156" fmla="*/ 1479550 h 2279650"/>
              <a:gd name="connsiteX4-157" fmla="*/ 711200 w 2460599"/>
              <a:gd name="connsiteY4-158" fmla="*/ 1962150 h 2279650"/>
              <a:gd name="connsiteX5-159" fmla="*/ 1298548 w 2460599"/>
              <a:gd name="connsiteY5-160" fmla="*/ 2181206 h 2279650"/>
              <a:gd name="connsiteX6-161" fmla="*/ 2308200 w 2460599"/>
              <a:gd name="connsiteY6-162" fmla="*/ 2190749 h 2279650"/>
              <a:gd name="connsiteX7-163" fmla="*/ 2212943 w 2460599"/>
              <a:gd name="connsiteY7-164" fmla="*/ 1647797 h 2279650"/>
              <a:gd name="connsiteX8-165" fmla="*/ 1673164 w 2460599"/>
              <a:gd name="connsiteY8-166" fmla="*/ 1666849 h 2279650"/>
              <a:gd name="connsiteX9-167" fmla="*/ 1103277 w 2460599"/>
              <a:gd name="connsiteY9-168" fmla="*/ 971550 h 2279650"/>
              <a:gd name="connsiteX10-169" fmla="*/ 1409700 w 2460599"/>
              <a:gd name="connsiteY10-170" fmla="*/ 158750 h 2279650"/>
              <a:gd name="connsiteX11-171" fmla="*/ 812800 w 2460599"/>
              <a:gd name="connsiteY11-172" fmla="*/ 19050 h 2279650"/>
              <a:gd name="connsiteX0-173" fmla="*/ 812800 w 2460599"/>
              <a:gd name="connsiteY0-174" fmla="*/ 19050 h 2293383"/>
              <a:gd name="connsiteX1-175" fmla="*/ 482600 w 2460599"/>
              <a:gd name="connsiteY1-176" fmla="*/ 209550 h 2293383"/>
              <a:gd name="connsiteX2-177" fmla="*/ 101600 w 2460599"/>
              <a:gd name="connsiteY2-178" fmla="*/ 971550 h 2293383"/>
              <a:gd name="connsiteX3-179" fmla="*/ 101600 w 2460599"/>
              <a:gd name="connsiteY3-180" fmla="*/ 1479550 h 2293383"/>
              <a:gd name="connsiteX4-181" fmla="*/ 711200 w 2460599"/>
              <a:gd name="connsiteY4-182" fmla="*/ 2176440 h 2293383"/>
              <a:gd name="connsiteX5-183" fmla="*/ 1298548 w 2460599"/>
              <a:gd name="connsiteY5-184" fmla="*/ 2181206 h 2293383"/>
              <a:gd name="connsiteX6-185" fmla="*/ 2308200 w 2460599"/>
              <a:gd name="connsiteY6-186" fmla="*/ 2190749 h 2293383"/>
              <a:gd name="connsiteX7-187" fmla="*/ 2212943 w 2460599"/>
              <a:gd name="connsiteY7-188" fmla="*/ 1647797 h 2293383"/>
              <a:gd name="connsiteX8-189" fmla="*/ 1673164 w 2460599"/>
              <a:gd name="connsiteY8-190" fmla="*/ 1666849 h 2293383"/>
              <a:gd name="connsiteX9-191" fmla="*/ 1103277 w 2460599"/>
              <a:gd name="connsiteY9-192" fmla="*/ 971550 h 2293383"/>
              <a:gd name="connsiteX10-193" fmla="*/ 1409700 w 2460599"/>
              <a:gd name="connsiteY10-194" fmla="*/ 158750 h 2293383"/>
              <a:gd name="connsiteX11-195" fmla="*/ 812800 w 2460599"/>
              <a:gd name="connsiteY11-196" fmla="*/ 19050 h 2293383"/>
              <a:gd name="connsiteX0-197" fmla="*/ 812800 w 2460599"/>
              <a:gd name="connsiteY0-198" fmla="*/ 19050 h 2293383"/>
              <a:gd name="connsiteX1-199" fmla="*/ 482600 w 2460599"/>
              <a:gd name="connsiteY1-200" fmla="*/ 209550 h 2293383"/>
              <a:gd name="connsiteX2-201" fmla="*/ 101600 w 2460599"/>
              <a:gd name="connsiteY2-202" fmla="*/ 971550 h 2293383"/>
              <a:gd name="connsiteX3-203" fmla="*/ 101600 w 2460599"/>
              <a:gd name="connsiteY3-204" fmla="*/ 1479550 h 2293383"/>
              <a:gd name="connsiteX4-205" fmla="*/ 711200 w 2460599"/>
              <a:gd name="connsiteY4-206" fmla="*/ 2176440 h 2293383"/>
              <a:gd name="connsiteX5-207" fmla="*/ 1298548 w 2460599"/>
              <a:gd name="connsiteY5-208" fmla="*/ 2181206 h 2293383"/>
              <a:gd name="connsiteX6-209" fmla="*/ 2308200 w 2460599"/>
              <a:gd name="connsiteY6-210" fmla="*/ 2190749 h 2293383"/>
              <a:gd name="connsiteX7-211" fmla="*/ 2212943 w 2460599"/>
              <a:gd name="connsiteY7-212" fmla="*/ 1647797 h 2293383"/>
              <a:gd name="connsiteX8-213" fmla="*/ 1673164 w 2460599"/>
              <a:gd name="connsiteY8-214" fmla="*/ 1666849 h 2293383"/>
              <a:gd name="connsiteX9-215" fmla="*/ 1103277 w 2460599"/>
              <a:gd name="connsiteY9-216" fmla="*/ 971550 h 2293383"/>
              <a:gd name="connsiteX10-217" fmla="*/ 1409700 w 2460599"/>
              <a:gd name="connsiteY10-218" fmla="*/ 158750 h 2293383"/>
              <a:gd name="connsiteX11-219" fmla="*/ 812800 w 2460599"/>
              <a:gd name="connsiteY11-220" fmla="*/ 19050 h 2293383"/>
              <a:gd name="connsiteX0-221" fmla="*/ 812800 w 2456891"/>
              <a:gd name="connsiteY0-222" fmla="*/ 19050 h 2293383"/>
              <a:gd name="connsiteX1-223" fmla="*/ 482600 w 2456891"/>
              <a:gd name="connsiteY1-224" fmla="*/ 209550 h 2293383"/>
              <a:gd name="connsiteX2-225" fmla="*/ 101600 w 2456891"/>
              <a:gd name="connsiteY2-226" fmla="*/ 971550 h 2293383"/>
              <a:gd name="connsiteX3-227" fmla="*/ 101600 w 2456891"/>
              <a:gd name="connsiteY3-228" fmla="*/ 1479550 h 2293383"/>
              <a:gd name="connsiteX4-229" fmla="*/ 711200 w 2456891"/>
              <a:gd name="connsiteY4-230" fmla="*/ 2176440 h 2293383"/>
              <a:gd name="connsiteX5-231" fmla="*/ 1298548 w 2456891"/>
              <a:gd name="connsiteY5-232" fmla="*/ 2181206 h 2293383"/>
              <a:gd name="connsiteX6-233" fmla="*/ 1320799 w 2456891"/>
              <a:gd name="connsiteY6-234" fmla="*/ 2190748 h 2293383"/>
              <a:gd name="connsiteX7-235" fmla="*/ 2308200 w 2456891"/>
              <a:gd name="connsiteY7-236" fmla="*/ 2190749 h 2293383"/>
              <a:gd name="connsiteX8-237" fmla="*/ 2212943 w 2456891"/>
              <a:gd name="connsiteY8-238" fmla="*/ 1647797 h 2293383"/>
              <a:gd name="connsiteX9-239" fmla="*/ 1673164 w 2456891"/>
              <a:gd name="connsiteY9-240" fmla="*/ 1666849 h 2293383"/>
              <a:gd name="connsiteX10-241" fmla="*/ 1103277 w 2456891"/>
              <a:gd name="connsiteY10-242" fmla="*/ 971550 h 2293383"/>
              <a:gd name="connsiteX11-243" fmla="*/ 1409700 w 2456891"/>
              <a:gd name="connsiteY11-244" fmla="*/ 158750 h 2293383"/>
              <a:gd name="connsiteX12" fmla="*/ 812800 w 2456891"/>
              <a:gd name="connsiteY12" fmla="*/ 19050 h 2293383"/>
              <a:gd name="connsiteX0-245" fmla="*/ 812800 w 2456891"/>
              <a:gd name="connsiteY0-246" fmla="*/ 19050 h 2293383"/>
              <a:gd name="connsiteX1-247" fmla="*/ 482600 w 2456891"/>
              <a:gd name="connsiteY1-248" fmla="*/ 209550 h 2293383"/>
              <a:gd name="connsiteX2-249" fmla="*/ 101600 w 2456891"/>
              <a:gd name="connsiteY2-250" fmla="*/ 971550 h 2293383"/>
              <a:gd name="connsiteX3-251" fmla="*/ 101600 w 2456891"/>
              <a:gd name="connsiteY3-252" fmla="*/ 1479550 h 2293383"/>
              <a:gd name="connsiteX4-253" fmla="*/ 711200 w 2456891"/>
              <a:gd name="connsiteY4-254" fmla="*/ 2176440 h 2293383"/>
              <a:gd name="connsiteX5-255" fmla="*/ 1298548 w 2456891"/>
              <a:gd name="connsiteY5-256" fmla="*/ 2181206 h 2293383"/>
              <a:gd name="connsiteX6-257" fmla="*/ 1320799 w 2456891"/>
              <a:gd name="connsiteY6-258" fmla="*/ 2190748 h 2293383"/>
              <a:gd name="connsiteX7-259" fmla="*/ 2308200 w 2456891"/>
              <a:gd name="connsiteY7-260" fmla="*/ 2190749 h 2293383"/>
              <a:gd name="connsiteX8-261" fmla="*/ 2212943 w 2456891"/>
              <a:gd name="connsiteY8-262" fmla="*/ 1647797 h 2293383"/>
              <a:gd name="connsiteX9-263" fmla="*/ 1673164 w 2456891"/>
              <a:gd name="connsiteY9-264" fmla="*/ 1666849 h 2293383"/>
              <a:gd name="connsiteX10-265" fmla="*/ 1103277 w 2456891"/>
              <a:gd name="connsiteY10-266" fmla="*/ 971550 h 2293383"/>
              <a:gd name="connsiteX11-267" fmla="*/ 1409700 w 2456891"/>
              <a:gd name="connsiteY11-268" fmla="*/ 158750 h 2293383"/>
              <a:gd name="connsiteX12-269" fmla="*/ 812800 w 2456891"/>
              <a:gd name="connsiteY12-270" fmla="*/ 19050 h 2293383"/>
              <a:gd name="connsiteX0-271" fmla="*/ 812800 w 2456891"/>
              <a:gd name="connsiteY0-272" fmla="*/ 19050 h 2293383"/>
              <a:gd name="connsiteX1-273" fmla="*/ 482600 w 2456891"/>
              <a:gd name="connsiteY1-274" fmla="*/ 209550 h 2293383"/>
              <a:gd name="connsiteX2-275" fmla="*/ 101600 w 2456891"/>
              <a:gd name="connsiteY2-276" fmla="*/ 971550 h 2293383"/>
              <a:gd name="connsiteX3-277" fmla="*/ 101600 w 2456891"/>
              <a:gd name="connsiteY3-278" fmla="*/ 1479550 h 2293383"/>
              <a:gd name="connsiteX4-279" fmla="*/ 711200 w 2456891"/>
              <a:gd name="connsiteY4-280" fmla="*/ 2176440 h 2293383"/>
              <a:gd name="connsiteX5-281" fmla="*/ 1298548 w 2456891"/>
              <a:gd name="connsiteY5-282" fmla="*/ 2181206 h 2293383"/>
              <a:gd name="connsiteX6-283" fmla="*/ 1320799 w 2456891"/>
              <a:gd name="connsiteY6-284" fmla="*/ 2190748 h 2293383"/>
              <a:gd name="connsiteX7-285" fmla="*/ 2308200 w 2456891"/>
              <a:gd name="connsiteY7-286" fmla="*/ 2190749 h 2293383"/>
              <a:gd name="connsiteX8-287" fmla="*/ 2212943 w 2456891"/>
              <a:gd name="connsiteY8-288" fmla="*/ 1647797 h 2293383"/>
              <a:gd name="connsiteX9-289" fmla="*/ 1673164 w 2456891"/>
              <a:gd name="connsiteY9-290" fmla="*/ 1666849 h 2293383"/>
              <a:gd name="connsiteX10-291" fmla="*/ 1103277 w 2456891"/>
              <a:gd name="connsiteY10-292" fmla="*/ 971550 h 2293383"/>
              <a:gd name="connsiteX11-293" fmla="*/ 1409700 w 2456891"/>
              <a:gd name="connsiteY11-294" fmla="*/ 158750 h 2293383"/>
              <a:gd name="connsiteX12-295" fmla="*/ 812800 w 2456891"/>
              <a:gd name="connsiteY12-296" fmla="*/ 19050 h 229338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43" y="connsiteY7-44"/>
              </a:cxn>
              <a:cxn ang="0">
                <a:pos x="connsiteX8-61" y="connsiteY8-62"/>
              </a:cxn>
              <a:cxn ang="0">
                <a:pos x="connsiteX9-81" y="connsiteY9-82"/>
              </a:cxn>
              <a:cxn ang="0">
                <a:pos x="connsiteX10-123" y="connsiteY10-124"/>
              </a:cxn>
              <a:cxn ang="0">
                <a:pos x="connsiteX11-147" y="connsiteY11-148"/>
              </a:cxn>
              <a:cxn ang="0">
                <a:pos x="connsiteX12-269" y="connsiteY12-270"/>
              </a:cxn>
            </a:cxnLst>
            <a:rect l="l" t="t" r="r" b="b"/>
            <a:pathLst>
              <a:path w="2456891" h="2293383">
                <a:moveTo>
                  <a:pt x="812800" y="19050"/>
                </a:moveTo>
                <a:cubicBezTo>
                  <a:pt x="658283" y="27517"/>
                  <a:pt x="601133" y="50800"/>
                  <a:pt x="482600" y="209550"/>
                </a:cubicBezTo>
                <a:cubicBezTo>
                  <a:pt x="364067" y="368300"/>
                  <a:pt x="165100" y="759883"/>
                  <a:pt x="101600" y="971550"/>
                </a:cubicBezTo>
                <a:cubicBezTo>
                  <a:pt x="38100" y="1183217"/>
                  <a:pt x="0" y="1278735"/>
                  <a:pt x="101600" y="1479550"/>
                </a:cubicBezTo>
                <a:cubicBezTo>
                  <a:pt x="203200" y="1680365"/>
                  <a:pt x="511709" y="2059497"/>
                  <a:pt x="711200" y="2176440"/>
                </a:cubicBezTo>
                <a:cubicBezTo>
                  <a:pt x="910691" y="2293383"/>
                  <a:pt x="1196948" y="2178821"/>
                  <a:pt x="1298548" y="2181206"/>
                </a:cubicBezTo>
                <a:cubicBezTo>
                  <a:pt x="1400148" y="2183591"/>
                  <a:pt x="1152524" y="2189158"/>
                  <a:pt x="1320799" y="2190748"/>
                </a:cubicBezTo>
                <a:cubicBezTo>
                  <a:pt x="1489074" y="2192338"/>
                  <a:pt x="2159509" y="2281241"/>
                  <a:pt x="2308200" y="2190749"/>
                </a:cubicBezTo>
                <a:cubicBezTo>
                  <a:pt x="2456891" y="2100257"/>
                  <a:pt x="2318782" y="1735114"/>
                  <a:pt x="2212943" y="1647797"/>
                </a:cubicBezTo>
                <a:cubicBezTo>
                  <a:pt x="2107104" y="1560480"/>
                  <a:pt x="1858108" y="1779557"/>
                  <a:pt x="1673164" y="1666849"/>
                </a:cubicBezTo>
                <a:cubicBezTo>
                  <a:pt x="1488220" y="1554141"/>
                  <a:pt x="1147188" y="1222900"/>
                  <a:pt x="1103277" y="971550"/>
                </a:cubicBezTo>
                <a:cubicBezTo>
                  <a:pt x="1059366" y="720200"/>
                  <a:pt x="1458113" y="317500"/>
                  <a:pt x="1409700" y="158750"/>
                </a:cubicBezTo>
                <a:cubicBezTo>
                  <a:pt x="1361287" y="0"/>
                  <a:pt x="967317" y="10583"/>
                  <a:pt x="812800" y="19050"/>
                </a:cubicBezTo>
                <a:close/>
              </a:path>
            </a:pathLst>
          </a:custGeom>
          <a:solidFill>
            <a:srgbClr val="B50988">
              <a:alpha val="20000"/>
            </a:srgbClr>
          </a:solidFill>
          <a:ln w="19050" cap="flat" cmpd="sng">
            <a:solidFill>
              <a:srgbClr val="B50988">
                <a:alpha val="50000"/>
              </a:srgbClr>
            </a:solidFill>
            <a:prstDash val="dash"/>
            <a:round/>
            <a:headEnd type="none" w="med" len="med"/>
            <a:tailEnd type="none" w="med" len="lg"/>
          </a:ln>
          <a:effectLst/>
        </p:spPr>
        <p:txBody>
          <a:bodyPr wrap="none" rtlCol="0" anchor="ctr"/>
          <a:p>
            <a:pPr algn="ctr"/>
            <a:endParaRPr lang="zh-CN" altLang="en-US">
              <a:latin typeface="Consolas" panose="020B0609020204030204" pitchFamily="49" charset="0"/>
              <a:cs typeface="Consolas" panose="020B0609020204030204" pitchFamily="49" charset="0"/>
            </a:endParaRPr>
          </a:p>
        </p:txBody>
      </p:sp>
      <p:sp>
        <p:nvSpPr>
          <p:cNvPr id="46" name="任意多边形 49"/>
          <p:cNvSpPr/>
          <p:nvPr>
            <p:custDataLst>
              <p:tags r:id="rId3"/>
            </p:custDataLst>
          </p:nvPr>
        </p:nvSpPr>
        <p:spPr bwMode="auto">
          <a:xfrm>
            <a:off x="1920829" y="3406898"/>
            <a:ext cx="1514247" cy="1818976"/>
          </a:xfrm>
          <a:custGeom>
            <a:avLst/>
            <a:gdLst>
              <a:gd name="connsiteX0" fmla="*/ 825500 w 1678517"/>
              <a:gd name="connsiteY0" fmla="*/ 48683 h 2652183"/>
              <a:gd name="connsiteX1" fmla="*/ 254000 w 1678517"/>
              <a:gd name="connsiteY1" fmla="*/ 658283 h 2652183"/>
              <a:gd name="connsiteX2" fmla="*/ 38100 w 1678517"/>
              <a:gd name="connsiteY2" fmla="*/ 1178983 h 2652183"/>
              <a:gd name="connsiteX3" fmla="*/ 482600 w 1678517"/>
              <a:gd name="connsiteY3" fmla="*/ 2207683 h 2652183"/>
              <a:gd name="connsiteX4" fmla="*/ 1016000 w 1678517"/>
              <a:gd name="connsiteY4" fmla="*/ 2499783 h 2652183"/>
              <a:gd name="connsiteX5" fmla="*/ 1600200 w 1678517"/>
              <a:gd name="connsiteY5" fmla="*/ 1293283 h 2652183"/>
              <a:gd name="connsiteX6" fmla="*/ 1485900 w 1678517"/>
              <a:gd name="connsiteY6" fmla="*/ 366183 h 2652183"/>
              <a:gd name="connsiteX7" fmla="*/ 825500 w 1678517"/>
              <a:gd name="connsiteY7" fmla="*/ 48683 h 2652183"/>
              <a:gd name="connsiteX0-1" fmla="*/ 825500 w 1615017"/>
              <a:gd name="connsiteY0-2" fmla="*/ 48683 h 2572284"/>
              <a:gd name="connsiteX1-3" fmla="*/ 254000 w 1615017"/>
              <a:gd name="connsiteY1-4" fmla="*/ 658283 h 2572284"/>
              <a:gd name="connsiteX2-5" fmla="*/ 38100 w 1615017"/>
              <a:gd name="connsiteY2-6" fmla="*/ 1178983 h 2572284"/>
              <a:gd name="connsiteX3-7" fmla="*/ 482600 w 1615017"/>
              <a:gd name="connsiteY3-8" fmla="*/ 2207683 h 2572284"/>
              <a:gd name="connsiteX4-9" fmla="*/ 1016000 w 1615017"/>
              <a:gd name="connsiteY4-10" fmla="*/ 2499783 h 2572284"/>
              <a:gd name="connsiteX5-11" fmla="*/ 1411258 w 1615017"/>
              <a:gd name="connsiteY5-12" fmla="*/ 1772679 h 2572284"/>
              <a:gd name="connsiteX6-13" fmla="*/ 1600200 w 1615017"/>
              <a:gd name="connsiteY6-14" fmla="*/ 1293283 h 2572284"/>
              <a:gd name="connsiteX7-15" fmla="*/ 1485900 w 1615017"/>
              <a:gd name="connsiteY7-16" fmla="*/ 366183 h 2572284"/>
              <a:gd name="connsiteX8" fmla="*/ 825500 w 1615017"/>
              <a:gd name="connsiteY8" fmla="*/ 48683 h 2572284"/>
              <a:gd name="connsiteX0-17" fmla="*/ 825500 w 1615017"/>
              <a:gd name="connsiteY0-18" fmla="*/ 48683 h 2273030"/>
              <a:gd name="connsiteX1-19" fmla="*/ 254000 w 1615017"/>
              <a:gd name="connsiteY1-20" fmla="*/ 658283 h 2273030"/>
              <a:gd name="connsiteX2-21" fmla="*/ 38100 w 1615017"/>
              <a:gd name="connsiteY2-22" fmla="*/ 1178983 h 2273030"/>
              <a:gd name="connsiteX3-23" fmla="*/ 482600 w 1615017"/>
              <a:gd name="connsiteY3-24" fmla="*/ 2207683 h 2273030"/>
              <a:gd name="connsiteX4-25" fmla="*/ 801654 w 1615017"/>
              <a:gd name="connsiteY4-26" fmla="*/ 1571065 h 2273030"/>
              <a:gd name="connsiteX5-27" fmla="*/ 1411258 w 1615017"/>
              <a:gd name="connsiteY5-28" fmla="*/ 1772679 h 2273030"/>
              <a:gd name="connsiteX6-29" fmla="*/ 1600200 w 1615017"/>
              <a:gd name="connsiteY6-30" fmla="*/ 1293283 h 2273030"/>
              <a:gd name="connsiteX7-31" fmla="*/ 1485900 w 1615017"/>
              <a:gd name="connsiteY7-32" fmla="*/ 366183 h 2273030"/>
              <a:gd name="connsiteX8-33" fmla="*/ 825500 w 1615017"/>
              <a:gd name="connsiteY8-34" fmla="*/ 48683 h 2273030"/>
              <a:gd name="connsiteX0-35" fmla="*/ 825500 w 1615017"/>
              <a:gd name="connsiteY0-36" fmla="*/ 48683 h 1915816"/>
              <a:gd name="connsiteX1-37" fmla="*/ 254000 w 1615017"/>
              <a:gd name="connsiteY1-38" fmla="*/ 658283 h 1915816"/>
              <a:gd name="connsiteX2-39" fmla="*/ 38100 w 1615017"/>
              <a:gd name="connsiteY2-40" fmla="*/ 1178983 h 1915816"/>
              <a:gd name="connsiteX3-41" fmla="*/ 482600 w 1615017"/>
              <a:gd name="connsiteY3-42" fmla="*/ 1850469 h 1915816"/>
              <a:gd name="connsiteX4-43" fmla="*/ 801654 w 1615017"/>
              <a:gd name="connsiteY4-44" fmla="*/ 1571065 h 1915816"/>
              <a:gd name="connsiteX5-45" fmla="*/ 1411258 w 1615017"/>
              <a:gd name="connsiteY5-46" fmla="*/ 1772679 h 1915816"/>
              <a:gd name="connsiteX6-47" fmla="*/ 1600200 w 1615017"/>
              <a:gd name="connsiteY6-48" fmla="*/ 1293283 h 1915816"/>
              <a:gd name="connsiteX7-49" fmla="*/ 1485900 w 1615017"/>
              <a:gd name="connsiteY7-50" fmla="*/ 366183 h 1915816"/>
              <a:gd name="connsiteX8-51" fmla="*/ 825500 w 1615017"/>
              <a:gd name="connsiteY8-52" fmla="*/ 48683 h 1915816"/>
              <a:gd name="connsiteX0-53" fmla="*/ 825500 w 1615017"/>
              <a:gd name="connsiteY0-54" fmla="*/ 48683 h 1818976"/>
              <a:gd name="connsiteX1-55" fmla="*/ 254000 w 1615017"/>
              <a:gd name="connsiteY1-56" fmla="*/ 658283 h 1818976"/>
              <a:gd name="connsiteX2-57" fmla="*/ 38100 w 1615017"/>
              <a:gd name="connsiteY2-58" fmla="*/ 1178983 h 1818976"/>
              <a:gd name="connsiteX3-59" fmla="*/ 482600 w 1615017"/>
              <a:gd name="connsiteY3-60" fmla="*/ 1636131 h 1818976"/>
              <a:gd name="connsiteX4-61" fmla="*/ 801654 w 1615017"/>
              <a:gd name="connsiteY4-62" fmla="*/ 1571065 h 1818976"/>
              <a:gd name="connsiteX5-63" fmla="*/ 1411258 w 1615017"/>
              <a:gd name="connsiteY5-64" fmla="*/ 1772679 h 1818976"/>
              <a:gd name="connsiteX6-65" fmla="*/ 1600200 w 1615017"/>
              <a:gd name="connsiteY6-66" fmla="*/ 1293283 h 1818976"/>
              <a:gd name="connsiteX7-67" fmla="*/ 1485900 w 1615017"/>
              <a:gd name="connsiteY7-68" fmla="*/ 366183 h 1818976"/>
              <a:gd name="connsiteX8-69" fmla="*/ 825500 w 1615017"/>
              <a:gd name="connsiteY8-70" fmla="*/ 48683 h 1818976"/>
              <a:gd name="connsiteX0-71" fmla="*/ 682656 w 1472173"/>
              <a:gd name="connsiteY0-72" fmla="*/ 48683 h 1818976"/>
              <a:gd name="connsiteX1-73" fmla="*/ 111156 w 1472173"/>
              <a:gd name="connsiteY1-74" fmla="*/ 658283 h 1818976"/>
              <a:gd name="connsiteX2-75" fmla="*/ 38100 w 1472173"/>
              <a:gd name="connsiteY2-76" fmla="*/ 1178983 h 1818976"/>
              <a:gd name="connsiteX3-77" fmla="*/ 339756 w 1472173"/>
              <a:gd name="connsiteY3-78" fmla="*/ 1636131 h 1818976"/>
              <a:gd name="connsiteX4-79" fmla="*/ 658810 w 1472173"/>
              <a:gd name="connsiteY4-80" fmla="*/ 1571065 h 1818976"/>
              <a:gd name="connsiteX5-81" fmla="*/ 1268414 w 1472173"/>
              <a:gd name="connsiteY5-82" fmla="*/ 1772679 h 1818976"/>
              <a:gd name="connsiteX6-83" fmla="*/ 1457356 w 1472173"/>
              <a:gd name="connsiteY6-84" fmla="*/ 1293283 h 1818976"/>
              <a:gd name="connsiteX7-85" fmla="*/ 1343056 w 1472173"/>
              <a:gd name="connsiteY7-86" fmla="*/ 366183 h 1818976"/>
              <a:gd name="connsiteX8-87" fmla="*/ 682656 w 1472173"/>
              <a:gd name="connsiteY8-88" fmla="*/ 48683 h 1818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472173" h="1818976">
                <a:moveTo>
                  <a:pt x="682656" y="48683"/>
                </a:moveTo>
                <a:cubicBezTo>
                  <a:pt x="477339" y="97366"/>
                  <a:pt x="218582" y="469900"/>
                  <a:pt x="111156" y="658283"/>
                </a:cubicBezTo>
                <a:cubicBezTo>
                  <a:pt x="3730" y="846666"/>
                  <a:pt x="0" y="1016008"/>
                  <a:pt x="38100" y="1178983"/>
                </a:cubicBezTo>
                <a:cubicBezTo>
                  <a:pt x="76200" y="1341958"/>
                  <a:pt x="236304" y="1570784"/>
                  <a:pt x="339756" y="1636131"/>
                </a:cubicBezTo>
                <a:cubicBezTo>
                  <a:pt x="443208" y="1701478"/>
                  <a:pt x="504034" y="1548307"/>
                  <a:pt x="658810" y="1571065"/>
                </a:cubicBezTo>
                <a:cubicBezTo>
                  <a:pt x="813586" y="1593823"/>
                  <a:pt x="1135323" y="1818976"/>
                  <a:pt x="1268414" y="1772679"/>
                </a:cubicBezTo>
                <a:cubicBezTo>
                  <a:pt x="1401505" y="1726382"/>
                  <a:pt x="1444916" y="1527699"/>
                  <a:pt x="1457356" y="1293283"/>
                </a:cubicBezTo>
                <a:cubicBezTo>
                  <a:pt x="1469796" y="1058867"/>
                  <a:pt x="1472173" y="573616"/>
                  <a:pt x="1343056" y="366183"/>
                </a:cubicBezTo>
                <a:cubicBezTo>
                  <a:pt x="1213939" y="158750"/>
                  <a:pt x="887973" y="0"/>
                  <a:pt x="682656" y="48683"/>
                </a:cubicBezTo>
                <a:close/>
              </a:path>
            </a:pathLst>
          </a:custGeom>
          <a:solidFill>
            <a:schemeClr val="bg1">
              <a:lumMod val="50000"/>
              <a:alpha val="20000"/>
            </a:schemeClr>
          </a:solidFill>
          <a:ln w="19050" cap="flat" cmpd="sng">
            <a:solidFill>
              <a:schemeClr val="bg1">
                <a:lumMod val="50000"/>
                <a:alpha val="50000"/>
              </a:schemeClr>
            </a:solidFill>
            <a:prstDash val="dash"/>
            <a:round/>
            <a:headEnd type="none" w="med" len="med"/>
            <a:tailEnd type="none" w="med" len="lg"/>
          </a:ln>
          <a:effectLst/>
        </p:spPr>
        <p:txBody>
          <a:bodyPr wrap="none" rtlCol="0" anchor="ctr"/>
          <a:p>
            <a:pPr algn="ctr"/>
            <a:endParaRPr lang="zh-CN" altLang="en-US">
              <a:latin typeface="Consolas" panose="020B0609020204030204" pitchFamily="49" charset="0"/>
              <a:cs typeface="Consolas" panose="020B0609020204030204" pitchFamily="49" charset="0"/>
            </a:endParaRPr>
          </a:p>
        </p:txBody>
      </p:sp>
      <p:sp>
        <p:nvSpPr>
          <p:cNvPr id="4" name="文本框 3"/>
          <p:cNvSpPr txBox="1"/>
          <p:nvPr>
            <p:custDataLst>
              <p:tags r:id="rId4"/>
            </p:custDataLst>
          </p:nvPr>
        </p:nvSpPr>
        <p:spPr>
          <a:xfrm>
            <a:off x="0" y="719822"/>
            <a:ext cx="8010525"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普里姆</a:t>
            </a:r>
            <a:r>
              <a:rPr kumimoji="1" lang="en-US" altLang="zh-CN" sz="2000" b="1" dirty="0">
                <a:solidFill>
                  <a:srgbClr val="0099BC"/>
                </a:solidFill>
                <a:latin typeface="+mn-ea"/>
                <a:cs typeface="Consolas" panose="020B0609020204030204" pitchFamily="49" charset="0"/>
              </a:rPr>
              <a:t>(Prim)</a:t>
            </a:r>
            <a:r>
              <a:rPr kumimoji="1" lang="zh-CN" altLang="en-US" sz="2000" b="1" dirty="0">
                <a:solidFill>
                  <a:srgbClr val="0099BC"/>
                </a:solidFill>
                <a:latin typeface="+mn-ea"/>
                <a:cs typeface="Consolas" panose="020B0609020204030204" pitchFamily="49" charset="0"/>
              </a:rPr>
              <a:t>算法是一种构造性算法，用于构造最小生成树</a:t>
            </a:r>
            <a:endParaRPr lang="zh-CN" altLang="en-US" sz="2000" b="1" dirty="0">
              <a:solidFill>
                <a:srgbClr val="0099BC"/>
              </a:solidFill>
              <a:latin typeface="+mn-ea"/>
            </a:endParaRPr>
          </a:p>
        </p:txBody>
      </p:sp>
      <p:sp>
        <p:nvSpPr>
          <p:cNvPr id="6" name="文本框 5"/>
          <p:cNvSpPr txBox="1"/>
          <p:nvPr>
            <p:custDataLst>
              <p:tags r:id="rId5"/>
            </p:custDataLst>
          </p:nvPr>
        </p:nvSpPr>
        <p:spPr>
          <a:xfrm>
            <a:off x="0" y="1110365"/>
            <a:ext cx="9144000" cy="2095510"/>
          </a:xfrm>
          <a:prstGeom prst="rect">
            <a:avLst/>
          </a:prstGeom>
          <a:noFill/>
        </p:spPr>
        <p:txBody>
          <a:bodyPr wrap="square">
            <a:spAutoFit/>
          </a:bodyPr>
          <a:p>
            <a:pPr>
              <a:lnSpc>
                <a:spcPct val="120000"/>
              </a:lnSpc>
            </a:pPr>
            <a:r>
              <a:rPr lang="zh-CN" altLang="en-US" sz="2000" b="1" dirty="0"/>
              <a:t>普里姆算法的步骤如下 </a:t>
            </a:r>
            <a:r>
              <a:rPr lang="en-US" altLang="zh-CN" sz="2000" b="1" dirty="0"/>
              <a:t>-&gt;</a:t>
            </a:r>
            <a:r>
              <a:rPr lang="en-US" altLang="zh-CN" sz="2000" b="1" dirty="0">
                <a:sym typeface="Wingdings" panose="05000000000000000000" pitchFamily="2" charset="2"/>
              </a:rPr>
              <a:t> </a:t>
            </a:r>
            <a:r>
              <a:rPr lang="en-US" altLang="zh-CN" sz="2000" b="1" dirty="0">
                <a:solidFill>
                  <a:srgbClr val="B50988"/>
                </a:solidFill>
                <a:sym typeface="Wingdings" panose="05000000000000000000" pitchFamily="2" charset="2"/>
              </a:rPr>
              <a:t>U:</a:t>
            </a:r>
            <a:r>
              <a:rPr lang="zh-CN" altLang="en-US" sz="2000" b="1" dirty="0">
                <a:solidFill>
                  <a:srgbClr val="B50988"/>
                </a:solidFill>
                <a:sym typeface="Wingdings" panose="05000000000000000000" pitchFamily="2" charset="2"/>
              </a:rPr>
              <a:t> 生成树集合</a:t>
            </a:r>
            <a:r>
              <a:rPr lang="zh-CN" altLang="en-US" sz="2000" b="1" dirty="0">
                <a:sym typeface="Wingdings" panose="05000000000000000000" pitchFamily="2" charset="2"/>
              </a:rPr>
              <a:t>；</a:t>
            </a:r>
            <a:r>
              <a:rPr lang="en-US" altLang="zh-CN" sz="2000" b="1" dirty="0">
                <a:solidFill>
                  <a:schemeClr val="tx1">
                    <a:lumMod val="65000"/>
                    <a:lumOff val="35000"/>
                  </a:schemeClr>
                </a:solidFill>
                <a:sym typeface="Wingdings" panose="05000000000000000000" pitchFamily="2" charset="2"/>
              </a:rPr>
              <a:t>V-U: </a:t>
            </a:r>
            <a:r>
              <a:rPr lang="zh-CN" altLang="en-US" sz="2000" b="1" dirty="0">
                <a:solidFill>
                  <a:schemeClr val="tx1">
                    <a:lumMod val="65000"/>
                    <a:lumOff val="35000"/>
                  </a:schemeClr>
                </a:solidFill>
                <a:sym typeface="Wingdings" panose="05000000000000000000" pitchFamily="2" charset="2"/>
              </a:rPr>
              <a:t>未生成树集合</a:t>
            </a:r>
            <a:endParaRPr lang="en-US" altLang="zh-CN" sz="2000" b="1" dirty="0">
              <a:solidFill>
                <a:schemeClr val="tx1">
                  <a:lumMod val="65000"/>
                  <a:lumOff val="35000"/>
                </a:schemeClr>
              </a:solidFill>
            </a:endParaRPr>
          </a:p>
          <a:p>
            <a:pPr marL="285750" indent="-285750">
              <a:lnSpc>
                <a:spcPct val="120000"/>
              </a:lnSpc>
              <a:buFont typeface="Wingdings" panose="05000000000000000000" pitchFamily="2" charset="2"/>
              <a:buChar char="n"/>
            </a:pPr>
            <a:r>
              <a:rPr lang="zh-CN" altLang="en-US" dirty="0"/>
              <a:t>选择权值最小边的一个顶点</a:t>
            </a:r>
            <a:r>
              <a:rPr lang="en-US" altLang="zh-CN" dirty="0"/>
              <a:t>u</a:t>
            </a:r>
            <a:r>
              <a:rPr lang="zh-CN" altLang="en-US" dirty="0"/>
              <a:t>，初始化</a:t>
            </a:r>
            <a:r>
              <a:rPr lang="en-US" altLang="zh-CN" b="1" dirty="0">
                <a:solidFill>
                  <a:srgbClr val="B50988"/>
                </a:solidFill>
              </a:rPr>
              <a:t>U={u}</a:t>
            </a:r>
            <a:endParaRPr lang="zh-CN" altLang="en-US" b="1" dirty="0">
              <a:solidFill>
                <a:srgbClr val="B50988"/>
              </a:solidFill>
            </a:endParaRPr>
          </a:p>
          <a:p>
            <a:pPr marL="285750" indent="-285750">
              <a:lnSpc>
                <a:spcPct val="120000"/>
              </a:lnSpc>
              <a:buFont typeface="Wingdings" panose="05000000000000000000" pitchFamily="2" charset="2"/>
              <a:buChar char="n"/>
            </a:pPr>
            <a:r>
              <a:rPr lang="zh-CN" altLang="en-US" dirty="0"/>
              <a:t>在所有连接在</a:t>
            </a:r>
            <a:r>
              <a:rPr lang="en-US" altLang="zh-CN" b="1" dirty="0">
                <a:solidFill>
                  <a:srgbClr val="B50988"/>
                </a:solidFill>
              </a:rPr>
              <a:t>u</a:t>
            </a:r>
            <a:r>
              <a:rPr lang="zh-CN" altLang="en-US" dirty="0"/>
              <a:t>的边中挑选权值最小的边，设该边在</a:t>
            </a:r>
            <a:r>
              <a:rPr lang="en-US" altLang="zh-CN" b="1" dirty="0">
                <a:solidFill>
                  <a:schemeClr val="tx1">
                    <a:lumMod val="65000"/>
                    <a:lumOff val="35000"/>
                  </a:schemeClr>
                </a:solidFill>
              </a:rPr>
              <a:t>V-U</a:t>
            </a:r>
            <a:r>
              <a:rPr lang="zh-CN" altLang="en-US" dirty="0"/>
              <a:t>中的顶点是</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，将</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加入</a:t>
            </a:r>
            <a:r>
              <a:rPr lang="en-US" altLang="zh-CN" b="1" dirty="0">
                <a:solidFill>
                  <a:srgbClr val="B50988"/>
                </a:solidFill>
              </a:rPr>
              <a:t>U</a:t>
            </a:r>
            <a:r>
              <a:rPr lang="zh-CN" altLang="en-US" dirty="0"/>
              <a:t>中</a:t>
            </a:r>
            <a:endParaRPr lang="zh-CN" altLang="en-US" dirty="0"/>
          </a:p>
          <a:p>
            <a:pPr marL="285750" indent="-285750">
              <a:lnSpc>
                <a:spcPct val="120000"/>
              </a:lnSpc>
              <a:buFont typeface="Wingdings" panose="05000000000000000000" pitchFamily="2" charset="2"/>
              <a:buChar char="n"/>
            </a:pPr>
            <a:r>
              <a:rPr lang="zh-CN" altLang="en-US" b="1" dirty="0">
                <a:solidFill>
                  <a:srgbClr val="B50988"/>
                </a:solidFill>
                <a:latin typeface="+mn-ea"/>
              </a:rPr>
              <a:t>在所有的</a:t>
            </a:r>
            <a:r>
              <a:rPr lang="en-US" altLang="zh-CN" b="1" dirty="0">
                <a:solidFill>
                  <a:srgbClr val="B50988"/>
                </a:solidFill>
                <a:latin typeface="+mn-ea"/>
              </a:rPr>
              <a:t>U</a:t>
            </a:r>
            <a:r>
              <a:rPr lang="zh-CN" altLang="en-US" b="1" dirty="0">
                <a:solidFill>
                  <a:srgbClr val="B50988"/>
                </a:solidFill>
                <a:latin typeface="+mn-ea"/>
              </a:rPr>
              <a:t>中顶点</a:t>
            </a:r>
            <a:r>
              <a:rPr lang="zh-CN" altLang="en-US" dirty="0">
                <a:latin typeface="+mn-ea"/>
              </a:rPr>
              <a:t>和</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中顶点</a:t>
            </a:r>
            <a:r>
              <a:rPr lang="zh-CN" altLang="en-US" dirty="0">
                <a:latin typeface="+mn-ea"/>
              </a:rPr>
              <a:t>的边选取权值最小的边，</a:t>
            </a:r>
            <a:r>
              <a:rPr lang="zh-CN" altLang="en-US" dirty="0"/>
              <a:t>设该边在</a:t>
            </a:r>
            <a:r>
              <a:rPr lang="en-US" altLang="zh-CN" b="1" dirty="0">
                <a:solidFill>
                  <a:schemeClr val="tx1">
                    <a:lumMod val="65000"/>
                    <a:lumOff val="35000"/>
                  </a:schemeClr>
                </a:solidFill>
              </a:rPr>
              <a:t>V-U</a:t>
            </a:r>
            <a:r>
              <a:rPr lang="zh-CN" altLang="en-US" dirty="0"/>
              <a:t>中的顶点是</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，将</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加入</a:t>
            </a:r>
            <a:r>
              <a:rPr lang="en-US" altLang="zh-CN" b="1" dirty="0">
                <a:solidFill>
                  <a:srgbClr val="B50988"/>
                </a:solidFill>
              </a:rPr>
              <a:t>U</a:t>
            </a:r>
            <a:r>
              <a:rPr lang="zh-CN" altLang="en-US" dirty="0"/>
              <a:t>中</a:t>
            </a:r>
            <a:endParaRPr lang="en-US" altLang="zh-CN" b="1" dirty="0">
              <a:solidFill>
                <a:srgbClr val="FF0000"/>
              </a:solidFill>
              <a:latin typeface="+mn-ea"/>
            </a:endParaRPr>
          </a:p>
          <a:p>
            <a:pPr marL="285750" indent="-285750">
              <a:lnSpc>
                <a:spcPct val="120000"/>
              </a:lnSpc>
              <a:buFont typeface="Wingdings" panose="05000000000000000000" pitchFamily="2" charset="2"/>
              <a:buChar char="n"/>
            </a:pPr>
            <a:r>
              <a:rPr lang="zh-CN" altLang="en-US" dirty="0">
                <a:latin typeface="+mn-ea"/>
              </a:rPr>
              <a:t>一直持续上述操作直到</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集合</a:t>
            </a:r>
            <a:r>
              <a:rPr lang="zh-CN" altLang="en-US" dirty="0">
                <a:latin typeface="+mn-ea"/>
              </a:rPr>
              <a:t>为空</a:t>
            </a:r>
            <a:endParaRPr lang="zh-CN" altLang="en-US" dirty="0"/>
          </a:p>
        </p:txBody>
      </p:sp>
      <p:sp>
        <p:nvSpPr>
          <p:cNvPr id="7" name="文本框 6"/>
          <p:cNvSpPr txBox="1"/>
          <p:nvPr>
            <p:custDataLst>
              <p:tags r:id="rId6"/>
            </p:custDataLst>
          </p:nvPr>
        </p:nvSpPr>
        <p:spPr>
          <a:xfrm>
            <a:off x="2027723" y="3523764"/>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28</a:t>
            </a:r>
            <a:endParaRPr lang="zh-CN" altLang="en-US" sz="1600" dirty="0">
              <a:solidFill>
                <a:schemeClr val="tx1">
                  <a:lumMod val="50000"/>
                  <a:lumOff val="50000"/>
                </a:schemeClr>
              </a:solidFill>
            </a:endParaRPr>
          </a:p>
        </p:txBody>
      </p:sp>
      <p:sp>
        <p:nvSpPr>
          <p:cNvPr id="8" name="文本框 7"/>
          <p:cNvSpPr txBox="1"/>
          <p:nvPr>
            <p:custDataLst>
              <p:tags r:id="rId7"/>
            </p:custDataLst>
          </p:nvPr>
        </p:nvSpPr>
        <p:spPr>
          <a:xfrm>
            <a:off x="946615" y="3887500"/>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10</a:t>
            </a:r>
            <a:endParaRPr lang="zh-CN" altLang="en-US" sz="1600" dirty="0">
              <a:solidFill>
                <a:schemeClr val="tx1">
                  <a:lumMod val="50000"/>
                  <a:lumOff val="50000"/>
                </a:schemeClr>
              </a:solidFill>
            </a:endParaRPr>
          </a:p>
        </p:txBody>
      </p:sp>
      <p:sp>
        <p:nvSpPr>
          <p:cNvPr id="9" name="文本框 8"/>
          <p:cNvSpPr txBox="1"/>
          <p:nvPr>
            <p:custDataLst>
              <p:tags r:id="rId8"/>
            </p:custDataLst>
          </p:nvPr>
        </p:nvSpPr>
        <p:spPr>
          <a:xfrm>
            <a:off x="969206"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25</a:t>
            </a:r>
            <a:endParaRPr lang="zh-CN" altLang="en-US" sz="1600" dirty="0">
              <a:solidFill>
                <a:schemeClr val="tx1">
                  <a:lumMod val="50000"/>
                  <a:lumOff val="50000"/>
                </a:schemeClr>
              </a:solidFill>
            </a:endParaRPr>
          </a:p>
        </p:txBody>
      </p:sp>
      <p:sp>
        <p:nvSpPr>
          <p:cNvPr id="10" name="文本框 9"/>
          <p:cNvSpPr txBox="1"/>
          <p:nvPr>
            <p:custDataLst>
              <p:tags r:id="rId9"/>
            </p:custDataLst>
          </p:nvPr>
        </p:nvSpPr>
        <p:spPr>
          <a:xfrm>
            <a:off x="1628848" y="471981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24</a:t>
            </a:r>
            <a:endParaRPr lang="zh-CN" altLang="en-US" sz="1600" dirty="0">
              <a:solidFill>
                <a:schemeClr val="tx1">
                  <a:lumMod val="50000"/>
                  <a:lumOff val="50000"/>
                </a:schemeClr>
              </a:solidFill>
            </a:endParaRPr>
          </a:p>
        </p:txBody>
      </p:sp>
      <p:sp>
        <p:nvSpPr>
          <p:cNvPr id="11" name="文本框 10"/>
          <p:cNvSpPr txBox="1"/>
          <p:nvPr>
            <p:custDataLst>
              <p:tags r:id="rId10"/>
            </p:custDataLst>
          </p:nvPr>
        </p:nvSpPr>
        <p:spPr>
          <a:xfrm>
            <a:off x="2108438" y="397786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14</a:t>
            </a:r>
            <a:endParaRPr lang="zh-CN" altLang="en-US" sz="1600" dirty="0">
              <a:solidFill>
                <a:schemeClr val="tx1">
                  <a:lumMod val="50000"/>
                  <a:lumOff val="50000"/>
                </a:schemeClr>
              </a:solidFill>
            </a:endParaRPr>
          </a:p>
        </p:txBody>
      </p:sp>
      <p:sp>
        <p:nvSpPr>
          <p:cNvPr id="13" name="文本框 12"/>
          <p:cNvSpPr txBox="1"/>
          <p:nvPr>
            <p:custDataLst>
              <p:tags r:id="rId11"/>
            </p:custDataLst>
          </p:nvPr>
        </p:nvSpPr>
        <p:spPr>
          <a:xfrm>
            <a:off x="3000901" y="396717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16</a:t>
            </a:r>
            <a:endParaRPr lang="zh-CN" altLang="en-US" sz="1600" dirty="0">
              <a:solidFill>
                <a:schemeClr val="tx1">
                  <a:lumMod val="50000"/>
                  <a:lumOff val="50000"/>
                </a:schemeClr>
              </a:solidFill>
            </a:endParaRPr>
          </a:p>
        </p:txBody>
      </p:sp>
      <p:sp>
        <p:nvSpPr>
          <p:cNvPr id="14" name="文本框 13"/>
          <p:cNvSpPr txBox="1"/>
          <p:nvPr>
            <p:custDataLst>
              <p:tags r:id="rId12"/>
            </p:custDataLst>
          </p:nvPr>
        </p:nvSpPr>
        <p:spPr>
          <a:xfrm>
            <a:off x="3019402"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12</a:t>
            </a:r>
            <a:endParaRPr lang="zh-CN" altLang="en-US" sz="1600" dirty="0">
              <a:solidFill>
                <a:schemeClr val="tx1">
                  <a:lumMod val="50000"/>
                  <a:lumOff val="50000"/>
                </a:schemeClr>
              </a:solidFill>
            </a:endParaRPr>
          </a:p>
        </p:txBody>
      </p:sp>
      <p:sp>
        <p:nvSpPr>
          <p:cNvPr id="15" name="文本框 14"/>
          <p:cNvSpPr txBox="1"/>
          <p:nvPr>
            <p:custDataLst>
              <p:tags r:id="rId13"/>
            </p:custDataLst>
          </p:nvPr>
        </p:nvSpPr>
        <p:spPr>
          <a:xfrm>
            <a:off x="2528517" y="474783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18</a:t>
            </a:r>
            <a:endParaRPr lang="zh-CN" altLang="en-US" sz="1600" dirty="0">
              <a:solidFill>
                <a:schemeClr val="tx1">
                  <a:lumMod val="50000"/>
                  <a:lumOff val="50000"/>
                </a:schemeClr>
              </a:solidFill>
            </a:endParaRPr>
          </a:p>
        </p:txBody>
      </p:sp>
      <p:sp>
        <p:nvSpPr>
          <p:cNvPr id="16" name="文本框 15"/>
          <p:cNvSpPr txBox="1"/>
          <p:nvPr>
            <p:custDataLst>
              <p:tags r:id="rId14"/>
            </p:custDataLst>
          </p:nvPr>
        </p:nvSpPr>
        <p:spPr>
          <a:xfrm>
            <a:off x="2040910" y="5353272"/>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22</a:t>
            </a:r>
            <a:endParaRPr lang="zh-CN" altLang="en-US" sz="1600" dirty="0">
              <a:solidFill>
                <a:schemeClr val="tx1">
                  <a:lumMod val="50000"/>
                  <a:lumOff val="50000"/>
                </a:schemeClr>
              </a:solidFill>
            </a:endParaRPr>
          </a:p>
        </p:txBody>
      </p:sp>
      <p:sp>
        <p:nvSpPr>
          <p:cNvPr id="17" name="Oval 31"/>
          <p:cNvSpPr>
            <a:spLocks noChangeArrowheads="1"/>
          </p:cNvSpPr>
          <p:nvPr>
            <p:custDataLst>
              <p:tags r:id="rId15"/>
            </p:custDataLst>
          </p:nvPr>
        </p:nvSpPr>
        <p:spPr bwMode="auto">
          <a:xfrm>
            <a:off x="145661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8" name="Oval 31"/>
          <p:cNvSpPr>
            <a:spLocks noChangeArrowheads="1"/>
          </p:cNvSpPr>
          <p:nvPr>
            <p:custDataLst>
              <p:tags r:id="rId16"/>
            </p:custDataLst>
          </p:nvPr>
        </p:nvSpPr>
        <p:spPr bwMode="auto">
          <a:xfrm>
            <a:off x="89464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9" name="Oval 31"/>
          <p:cNvSpPr>
            <a:spLocks noChangeArrowheads="1"/>
          </p:cNvSpPr>
          <p:nvPr>
            <p:custDataLst>
              <p:tags r:id="rId17"/>
            </p:custDataLst>
          </p:nvPr>
        </p:nvSpPr>
        <p:spPr bwMode="auto">
          <a:xfrm>
            <a:off x="154234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0" name="Oval 31"/>
          <p:cNvSpPr>
            <a:spLocks noChangeArrowheads="1"/>
          </p:cNvSpPr>
          <p:nvPr>
            <p:custDataLst>
              <p:tags r:id="rId18"/>
            </p:custDataLst>
          </p:nvPr>
        </p:nvSpPr>
        <p:spPr bwMode="auto">
          <a:xfrm>
            <a:off x="251389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1" name="Oval 31"/>
          <p:cNvSpPr>
            <a:spLocks noChangeArrowheads="1"/>
          </p:cNvSpPr>
          <p:nvPr>
            <p:custDataLst>
              <p:tags r:id="rId19"/>
            </p:custDataLst>
          </p:nvPr>
        </p:nvSpPr>
        <p:spPr bwMode="auto">
          <a:xfrm>
            <a:off x="209605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2" name="Oval 31"/>
          <p:cNvSpPr>
            <a:spLocks noChangeArrowheads="1"/>
          </p:cNvSpPr>
          <p:nvPr>
            <p:custDataLst>
              <p:tags r:id="rId20"/>
            </p:custDataLst>
          </p:nvPr>
        </p:nvSpPr>
        <p:spPr bwMode="auto">
          <a:xfrm>
            <a:off x="296659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3" name="Oval 31"/>
          <p:cNvSpPr>
            <a:spLocks noChangeArrowheads="1"/>
          </p:cNvSpPr>
          <p:nvPr>
            <p:custDataLst>
              <p:tags r:id="rId21"/>
            </p:custDataLst>
          </p:nvPr>
        </p:nvSpPr>
        <p:spPr bwMode="auto">
          <a:xfrm>
            <a:off x="258237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4" name="直接连接符 23"/>
          <p:cNvCxnSpPr>
            <a:stCxn id="23" idx="2"/>
            <a:endCxn id="17" idx="6"/>
          </p:cNvCxnSpPr>
          <p:nvPr>
            <p:custDataLst>
              <p:tags r:id="rId22"/>
            </p:custDataLst>
          </p:nvPr>
        </p:nvCxnSpPr>
        <p:spPr>
          <a:xfrm flipH="1" flipV="1">
            <a:off x="1909324" y="3836222"/>
            <a:ext cx="673049" cy="345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3" idx="5"/>
            <a:endCxn id="22" idx="0"/>
          </p:cNvCxnSpPr>
          <p:nvPr>
            <p:custDataLst>
              <p:tags r:id="rId23"/>
            </p:custDataLst>
          </p:nvPr>
        </p:nvCxnSpPr>
        <p:spPr>
          <a:xfrm>
            <a:off x="2968781" y="3999732"/>
            <a:ext cx="224171"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2" idx="4"/>
            <a:endCxn id="20" idx="6"/>
          </p:cNvCxnSpPr>
          <p:nvPr>
            <p:custDataLst>
              <p:tags r:id="rId24"/>
            </p:custDataLst>
          </p:nvPr>
        </p:nvCxnSpPr>
        <p:spPr>
          <a:xfrm flipH="1">
            <a:off x="2966599" y="4877426"/>
            <a:ext cx="226353" cy="54947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1" idx="5"/>
            <a:endCxn id="20" idx="0"/>
          </p:cNvCxnSpPr>
          <p:nvPr>
            <p:custDataLst>
              <p:tags r:id="rId25"/>
            </p:custDataLst>
          </p:nvPr>
        </p:nvCxnSpPr>
        <p:spPr>
          <a:xfrm>
            <a:off x="2482462" y="4811129"/>
            <a:ext cx="257785"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3" idx="3"/>
            <a:endCxn id="21" idx="0"/>
          </p:cNvCxnSpPr>
          <p:nvPr>
            <p:custDataLst>
              <p:tags r:id="rId26"/>
            </p:custDataLst>
          </p:nvPr>
        </p:nvCxnSpPr>
        <p:spPr>
          <a:xfrm flipH="1">
            <a:off x="2322407" y="3999732"/>
            <a:ext cx="326263"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1" idx="3"/>
            <a:endCxn id="19" idx="0"/>
          </p:cNvCxnSpPr>
          <p:nvPr>
            <p:custDataLst>
              <p:tags r:id="rId27"/>
            </p:custDataLst>
          </p:nvPr>
        </p:nvCxnSpPr>
        <p:spPr>
          <a:xfrm flipH="1">
            <a:off x="1768697" y="4811129"/>
            <a:ext cx="393654"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9" idx="2"/>
            <a:endCxn id="18" idx="4"/>
          </p:cNvCxnSpPr>
          <p:nvPr>
            <p:custDataLst>
              <p:tags r:id="rId28"/>
            </p:custDataLst>
          </p:nvPr>
        </p:nvCxnSpPr>
        <p:spPr>
          <a:xfrm flipH="1" flipV="1">
            <a:off x="1120997" y="4929349"/>
            <a:ext cx="421347" cy="497548"/>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0" idx="2"/>
            <a:endCxn id="19" idx="6"/>
          </p:cNvCxnSpPr>
          <p:nvPr>
            <p:custDataLst>
              <p:tags r:id="rId29"/>
            </p:custDataLst>
          </p:nvPr>
        </p:nvCxnSpPr>
        <p:spPr>
          <a:xfrm flipH="1">
            <a:off x="1995049" y="5426897"/>
            <a:ext cx="518845"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7" idx="2"/>
            <a:endCxn id="18" idx="0"/>
          </p:cNvCxnSpPr>
          <p:nvPr>
            <p:custDataLst>
              <p:tags r:id="rId30"/>
            </p:custDataLst>
          </p:nvPr>
        </p:nvCxnSpPr>
        <p:spPr>
          <a:xfrm flipH="1">
            <a:off x="1120997" y="3836222"/>
            <a:ext cx="335622" cy="64042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Oval 31"/>
          <p:cNvSpPr>
            <a:spLocks noChangeArrowheads="1"/>
          </p:cNvSpPr>
          <p:nvPr>
            <p:custDataLst>
              <p:tags r:id="rId31"/>
            </p:custDataLst>
          </p:nvPr>
        </p:nvSpPr>
        <p:spPr bwMode="auto">
          <a:xfrm>
            <a:off x="595104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4" name="Oval 31"/>
          <p:cNvSpPr>
            <a:spLocks noChangeArrowheads="1"/>
          </p:cNvSpPr>
          <p:nvPr>
            <p:custDataLst>
              <p:tags r:id="rId32"/>
            </p:custDataLst>
          </p:nvPr>
        </p:nvSpPr>
        <p:spPr bwMode="auto">
          <a:xfrm>
            <a:off x="538907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5" name="Oval 31"/>
          <p:cNvSpPr>
            <a:spLocks noChangeArrowheads="1"/>
          </p:cNvSpPr>
          <p:nvPr>
            <p:custDataLst>
              <p:tags r:id="rId33"/>
            </p:custDataLst>
          </p:nvPr>
        </p:nvSpPr>
        <p:spPr bwMode="auto">
          <a:xfrm>
            <a:off x="603677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6" name="Oval 31"/>
          <p:cNvSpPr>
            <a:spLocks noChangeArrowheads="1"/>
          </p:cNvSpPr>
          <p:nvPr>
            <p:custDataLst>
              <p:tags r:id="rId34"/>
            </p:custDataLst>
          </p:nvPr>
        </p:nvSpPr>
        <p:spPr bwMode="auto">
          <a:xfrm>
            <a:off x="7008324" y="520054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7" name="Oval 31"/>
          <p:cNvSpPr>
            <a:spLocks noChangeArrowheads="1"/>
          </p:cNvSpPr>
          <p:nvPr>
            <p:custDataLst>
              <p:tags r:id="rId35"/>
            </p:custDataLst>
          </p:nvPr>
        </p:nvSpPr>
        <p:spPr bwMode="auto">
          <a:xfrm>
            <a:off x="659048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8" name="Oval 31"/>
          <p:cNvSpPr>
            <a:spLocks noChangeArrowheads="1"/>
          </p:cNvSpPr>
          <p:nvPr>
            <p:custDataLst>
              <p:tags r:id="rId36"/>
            </p:custDataLst>
          </p:nvPr>
        </p:nvSpPr>
        <p:spPr bwMode="auto">
          <a:xfrm>
            <a:off x="746102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9" name="Oval 31"/>
          <p:cNvSpPr>
            <a:spLocks noChangeArrowheads="1"/>
          </p:cNvSpPr>
          <p:nvPr>
            <p:custDataLst>
              <p:tags r:id="rId37"/>
            </p:custDataLst>
          </p:nvPr>
        </p:nvSpPr>
        <p:spPr bwMode="auto">
          <a:xfrm>
            <a:off x="707680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0" name="文本框 39"/>
          <p:cNvSpPr txBox="1"/>
          <p:nvPr>
            <p:custDataLst>
              <p:tags r:id="rId38"/>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sym typeface="Wingdings" panose="05000000000000000000" pitchFamily="2" charset="2"/>
              </a:rPr>
              <a:t>         U	={ 0, 5, 4, 3 }</a:t>
            </a:r>
            <a:endParaRPr lang="en-US" altLang="zh-CN" sz="2000" b="1" dirty="0">
              <a:solidFill>
                <a:srgbClr val="B50988"/>
              </a:solidFill>
              <a:sym typeface="Wingdings" panose="05000000000000000000" pitchFamily="2" charset="2"/>
            </a:endParaRPr>
          </a:p>
          <a:p>
            <a:pPr>
              <a:lnSpc>
                <a:spcPct val="110000"/>
              </a:lnSpc>
            </a:pPr>
            <a:r>
              <a:rPr lang="en-US" altLang="zh-CN" sz="2000" b="1" dirty="0">
                <a:solidFill>
                  <a:schemeClr val="tx1">
                    <a:lumMod val="65000"/>
                    <a:lumOff val="35000"/>
                  </a:schemeClr>
                </a:solidFill>
                <a:sym typeface="Wingdings" panose="05000000000000000000" pitchFamily="2" charset="2"/>
              </a:rPr>
              <a:t>     V-U	={ 1, 2, 6 }</a:t>
            </a:r>
            <a:endParaRPr lang="zh-CN" altLang="en-US" sz="2000" dirty="0"/>
          </a:p>
        </p:txBody>
      </p:sp>
      <p:cxnSp>
        <p:nvCxnSpPr>
          <p:cNvPr id="41" name="直接连接符 40"/>
          <p:cNvCxnSpPr>
            <a:stCxn id="33" idx="2"/>
            <a:endCxn id="34" idx="0"/>
          </p:cNvCxnSpPr>
          <p:nvPr>
            <p:custDataLst>
              <p:tags r:id="rId39"/>
            </p:custDataLst>
          </p:nvPr>
        </p:nvCxnSpPr>
        <p:spPr>
          <a:xfrm flipH="1">
            <a:off x="5615427" y="3836222"/>
            <a:ext cx="335622" cy="640422"/>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5" idx="2"/>
            <a:endCxn id="34" idx="4"/>
          </p:cNvCxnSpPr>
          <p:nvPr>
            <p:custDataLst>
              <p:tags r:id="rId40"/>
            </p:custDataLst>
          </p:nvPr>
        </p:nvCxnSpPr>
        <p:spPr>
          <a:xfrm flipH="1" flipV="1">
            <a:off x="5615427" y="4929349"/>
            <a:ext cx="421347" cy="497548"/>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36" idx="2"/>
            <a:endCxn id="35" idx="6"/>
          </p:cNvCxnSpPr>
          <p:nvPr>
            <p:custDataLst>
              <p:tags r:id="rId41"/>
            </p:custDataLst>
          </p:nvPr>
        </p:nvCxnSpPr>
        <p:spPr>
          <a:xfrm flipH="1">
            <a:off x="6489479" y="5426897"/>
            <a:ext cx="518845" cy="0"/>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sp>
        <p:nvSpPr>
          <p:cNvPr id="47" name="矩形: 圆角 46"/>
          <p:cNvSpPr/>
          <p:nvPr>
            <p:custDataLst>
              <p:tags r:id="rId42"/>
            </p:custDataLst>
          </p:nvPr>
        </p:nvSpPr>
        <p:spPr>
          <a:xfrm>
            <a:off x="342528" y="2218748"/>
            <a:ext cx="8622178" cy="619426"/>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矩形: 圆角 47"/>
          <p:cNvSpPr/>
          <p:nvPr>
            <p:custDataLst>
              <p:tags r:id="rId43"/>
            </p:custDataLst>
          </p:nvPr>
        </p:nvSpPr>
        <p:spPr>
          <a:xfrm>
            <a:off x="342528" y="2872811"/>
            <a:ext cx="3791867" cy="270000"/>
          </a:xfrm>
          <a:prstGeom prst="roundRect">
            <a:avLst>
              <a:gd name="adj" fmla="val 4150"/>
            </a:avLst>
          </a:prstGeom>
          <a:solidFill>
            <a:srgbClr val="B50988">
              <a:alpha val="21000"/>
            </a:srgbClr>
          </a:solidFill>
          <a:ln>
            <a:solidFill>
              <a:srgbClr val="B50988">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22" presetClass="entr" presetSubtype="8"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wipe(left)">
                                      <p:cBhvr>
                                        <p:cTn id="13" dur="500"/>
                                        <p:tgtEl>
                                          <p:spTgt spid="43"/>
                                        </p:tgtEl>
                                      </p:cBhvr>
                                    </p:animEffect>
                                  </p:childTnLst>
                                </p:cTn>
                              </p:par>
                            </p:childTnLst>
                          </p:cTn>
                        </p:par>
                        <p:par>
                          <p:cTn id="14" fill="hold">
                            <p:stCondLst>
                              <p:cond delay="500"/>
                            </p:stCondLst>
                            <p:childTnLst>
                              <p:par>
                                <p:cTn id="15" presetID="1" presetClass="emph" presetSubtype="2" fill="hold" nodeType="afterEffect">
                                  <p:stCondLst>
                                    <p:cond delay="0"/>
                                  </p:stCondLst>
                                  <p:childTnLst>
                                    <p:animClr clrSpc="rgb" dir="cw">
                                      <p:cBhvr>
                                        <p:cTn id="16" dur="500" fill="hold"/>
                                        <p:tgtEl>
                                          <p:spTgt spid="36"/>
                                        </p:tgtEl>
                                        <p:attrNameLst>
                                          <p:attrName>fillcolor</p:attrName>
                                        </p:attrNameLst>
                                      </p:cBhvr>
                                      <p:to>
                                        <a:srgbClr val="B50988"/>
                                      </p:to>
                                    </p:animClr>
                                    <p:set>
                                      <p:cBhvr>
                                        <p:cTn id="17" dur="500" fill="hold"/>
                                        <p:tgtEl>
                                          <p:spTgt spid="36"/>
                                        </p:tgtEl>
                                        <p:attrNameLst>
                                          <p:attrName>fill.type</p:attrName>
                                        </p:attrNameLst>
                                      </p:cBhvr>
                                      <p:to>
                                        <p:strVal val="solid"/>
                                      </p:to>
                                    </p:set>
                                    <p:set>
                                      <p:cBhvr>
                                        <p:cTn id="18" dur="500" fill="hold"/>
                                        <p:tgtEl>
                                          <p:spTgt spid="36"/>
                                        </p:tgtEl>
                                        <p:attrNameLst>
                                          <p:attrName>fill.on</p:attrName>
                                        </p:attrNameLst>
                                      </p:cBhvr>
                                      <p:to>
                                        <p:strVal val="true"/>
                                      </p:to>
                                    </p:set>
                                  </p:childTnLst>
                                </p:cTn>
                              </p:par>
                              <p:par>
                                <p:cTn id="19" presetID="10"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mph" presetSubtype="0" fill="hold" grpId="0" nodeType="clickEffect">
                                  <p:stCondLst>
                                    <p:cond delay="0"/>
                                  </p:stCondLst>
                                  <p:childTnLst>
                                    <p:animEffect transition="out" filter="fade">
                                      <p:cBhvr>
                                        <p:cTn id="25" dur="500" tmFilter="0, 0; .2, .5; .8, .5; 1, 0"/>
                                        <p:tgtEl>
                                          <p:spTgt spid="47"/>
                                        </p:tgtEl>
                                      </p:cBhvr>
                                    </p:animEffect>
                                    <p:animScale>
                                      <p:cBhvr>
                                        <p:cTn id="26" dur="250" autoRev="1" fill="hold"/>
                                        <p:tgtEl>
                                          <p:spTgt spid="47"/>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7" presetClass="emph" presetSubtype="2" fill="hold" nodeType="clickEffect">
                                  <p:stCondLst>
                                    <p:cond delay="0"/>
                                  </p:stCondLst>
                                  <p:childTnLst>
                                    <p:animClr clrSpc="rgb" dir="cw">
                                      <p:cBhvr>
                                        <p:cTn id="30" dur="500" fill="hold"/>
                                        <p:tgtEl>
                                          <p:spTgt spid="29"/>
                                        </p:tgtEl>
                                        <p:attrNameLst>
                                          <p:attrName>stroke.color</p:attrName>
                                        </p:attrNameLst>
                                      </p:cBhvr>
                                      <p:to>
                                        <a:srgbClr val="CC00FF"/>
                                      </p:to>
                                    </p:animClr>
                                    <p:set>
                                      <p:cBhvr>
                                        <p:cTn id="31" dur="500" fill="hold"/>
                                        <p:tgtEl>
                                          <p:spTgt spid="29"/>
                                        </p:tgtEl>
                                        <p:attrNameLst>
                                          <p:attrName>stroke.on</p:attrName>
                                        </p:attrNameLst>
                                      </p:cBhvr>
                                      <p:to>
                                        <p:strVal val="true"/>
                                      </p:to>
                                    </p:set>
                                  </p:childTnLst>
                                </p:cTn>
                              </p:par>
                              <p:par>
                                <p:cTn id="32" presetID="7" presetClass="emph" presetSubtype="2" fill="hold" nodeType="withEffect">
                                  <p:stCondLst>
                                    <p:cond delay="0"/>
                                  </p:stCondLst>
                                  <p:childTnLst>
                                    <p:animClr clrSpc="rgb" dir="cw">
                                      <p:cBhvr>
                                        <p:cTn id="33" dur="500" fill="hold"/>
                                        <p:tgtEl>
                                          <p:spTgt spid="27"/>
                                        </p:tgtEl>
                                        <p:attrNameLst>
                                          <p:attrName>stroke.color</p:attrName>
                                        </p:attrNameLst>
                                      </p:cBhvr>
                                      <p:to>
                                        <a:srgbClr val="CC00FF"/>
                                      </p:to>
                                    </p:animClr>
                                    <p:set>
                                      <p:cBhvr>
                                        <p:cTn id="34" dur="500" fill="hold"/>
                                        <p:tgtEl>
                                          <p:spTgt spid="27"/>
                                        </p:tgtEl>
                                        <p:attrNameLst>
                                          <p:attrName>stroke.on</p:attrName>
                                        </p:attrNameLst>
                                      </p:cBhvr>
                                      <p:to>
                                        <p:strVal val="true"/>
                                      </p:to>
                                    </p:set>
                                  </p:childTnLst>
                                </p:cTn>
                              </p:par>
                              <p:par>
                                <p:cTn id="35" presetID="7" presetClass="emph" presetSubtype="2" fill="hold" nodeType="withEffect">
                                  <p:stCondLst>
                                    <p:cond delay="0"/>
                                  </p:stCondLst>
                                  <p:childTnLst>
                                    <p:animClr clrSpc="rgb" dir="cw">
                                      <p:cBhvr>
                                        <p:cTn id="36" dur="500" fill="hold"/>
                                        <p:tgtEl>
                                          <p:spTgt spid="26"/>
                                        </p:tgtEl>
                                        <p:attrNameLst>
                                          <p:attrName>stroke.color</p:attrName>
                                        </p:attrNameLst>
                                      </p:cBhvr>
                                      <p:to>
                                        <a:srgbClr val="CC00FF"/>
                                      </p:to>
                                    </p:animClr>
                                    <p:set>
                                      <p:cBhvr>
                                        <p:cTn id="37" dur="500" fill="hold"/>
                                        <p:tgtEl>
                                          <p:spTgt spid="26"/>
                                        </p:tgtEl>
                                        <p:attrNameLst>
                                          <p:attrName>stroke.on</p:attrName>
                                        </p:attrNameLst>
                                      </p:cBhvr>
                                      <p:to>
                                        <p:strVal val="true"/>
                                      </p:to>
                                    </p:set>
                                  </p:childTnLst>
                                </p:cTn>
                              </p:par>
                              <p:par>
                                <p:cTn id="38" presetID="7" presetClass="emph" presetSubtype="2" fill="hold" nodeType="withEffect">
                                  <p:stCondLst>
                                    <p:cond delay="0"/>
                                  </p:stCondLst>
                                  <p:childTnLst>
                                    <p:animClr clrSpc="rgb" dir="cw">
                                      <p:cBhvr>
                                        <p:cTn id="39" dur="500" fill="hold"/>
                                        <p:tgtEl>
                                          <p:spTgt spid="24"/>
                                        </p:tgtEl>
                                        <p:attrNameLst>
                                          <p:attrName>stroke.color</p:attrName>
                                        </p:attrNameLst>
                                      </p:cBhvr>
                                      <p:to>
                                        <a:srgbClr val="CC00FF"/>
                                      </p:to>
                                    </p:animClr>
                                    <p:set>
                                      <p:cBhvr>
                                        <p:cTn id="40" dur="500" fill="hold"/>
                                        <p:tgtEl>
                                          <p:spTgt spid="24"/>
                                        </p:tgtEl>
                                        <p:attrNameLst>
                                          <p:attrName>stroke.on</p:attrName>
                                        </p:attrNameLst>
                                      </p:cBhvr>
                                      <p:to>
                                        <p:strVal val="true"/>
                                      </p:to>
                                    </p:set>
                                  </p:childTnLst>
                                </p:cTn>
                              </p:par>
                              <p:par>
                                <p:cTn id="41" presetID="3" presetClass="emph" presetSubtype="2" fill="hold" grpId="0" nodeType="withEffect">
                                  <p:stCondLst>
                                    <p:cond delay="0"/>
                                  </p:stCondLst>
                                  <p:childTnLst>
                                    <p:animClr clrSpc="rgb" dir="cw">
                                      <p:cBhvr override="childStyle">
                                        <p:cTn id="42" dur="500" fill="hold"/>
                                        <p:tgtEl>
                                          <p:spTgt spid="7"/>
                                        </p:tgtEl>
                                        <p:attrNameLst>
                                          <p:attrName>style.color</p:attrName>
                                        </p:attrNameLst>
                                      </p:cBhvr>
                                      <p:to>
                                        <a:srgbClr val="CC00FF"/>
                                      </p:to>
                                    </p:animClr>
                                  </p:childTnLst>
                                </p:cTn>
                              </p:par>
                              <p:par>
                                <p:cTn id="43" presetID="3" presetClass="emph" presetSubtype="2" fill="hold" grpId="0" nodeType="withEffect">
                                  <p:stCondLst>
                                    <p:cond delay="0"/>
                                  </p:stCondLst>
                                  <p:childTnLst>
                                    <p:animClr clrSpc="rgb" dir="cw">
                                      <p:cBhvr override="childStyle">
                                        <p:cTn id="44" dur="500" fill="hold"/>
                                        <p:tgtEl>
                                          <p:spTgt spid="10"/>
                                        </p:tgtEl>
                                        <p:attrNameLst>
                                          <p:attrName>style.color</p:attrName>
                                        </p:attrNameLst>
                                      </p:cBhvr>
                                      <p:to>
                                        <a:srgbClr val="CC00FF"/>
                                      </p:to>
                                    </p:animClr>
                                  </p:childTnLst>
                                </p:cTn>
                              </p:par>
                              <p:par>
                                <p:cTn id="45" presetID="3" presetClass="emph" presetSubtype="2" fill="hold" grpId="0" nodeType="withEffect">
                                  <p:stCondLst>
                                    <p:cond delay="0"/>
                                  </p:stCondLst>
                                  <p:childTnLst>
                                    <p:animClr clrSpc="rgb" dir="cw">
                                      <p:cBhvr override="childStyle">
                                        <p:cTn id="46" dur="500" fill="hold"/>
                                        <p:tgtEl>
                                          <p:spTgt spid="15"/>
                                        </p:tgtEl>
                                        <p:attrNameLst>
                                          <p:attrName>style.color</p:attrName>
                                        </p:attrNameLst>
                                      </p:cBhvr>
                                      <p:to>
                                        <a:srgbClr val="CC00FF"/>
                                      </p:to>
                                    </p:animClr>
                                  </p:childTnLst>
                                </p:cTn>
                              </p:par>
                              <p:par>
                                <p:cTn id="47" presetID="3" presetClass="emph" presetSubtype="2" fill="hold" grpId="0" nodeType="withEffect">
                                  <p:stCondLst>
                                    <p:cond delay="0"/>
                                  </p:stCondLst>
                                  <p:childTnLst>
                                    <p:animClr clrSpc="rgb" dir="cw">
                                      <p:cBhvr override="childStyle">
                                        <p:cTn id="48" dur="500" fill="hold"/>
                                        <p:tgtEl>
                                          <p:spTgt spid="14"/>
                                        </p:tgtEl>
                                        <p:attrNameLst>
                                          <p:attrName>style.color</p:attrName>
                                        </p:attrNameLst>
                                      </p:cBhvr>
                                      <p:to>
                                        <a:srgbClr val="CC00FF"/>
                                      </p:to>
                                    </p:animClr>
                                  </p:childTnLst>
                                </p:cTn>
                              </p:par>
                            </p:childTnLst>
                          </p:cTn>
                        </p:par>
                      </p:childTnLst>
                    </p:cTn>
                  </p:par>
                  <p:par>
                    <p:cTn id="49" fill="hold">
                      <p:stCondLst>
                        <p:cond delay="indefinite"/>
                      </p:stCondLst>
                      <p:childTnLst>
                        <p:par>
                          <p:cTn id="50" fill="hold">
                            <p:stCondLst>
                              <p:cond delay="0"/>
                            </p:stCondLst>
                            <p:childTnLst>
                              <p:par>
                                <p:cTn id="51" presetID="26" presetClass="emph" presetSubtype="0" fill="hold" nodeType="clickEffect">
                                  <p:stCondLst>
                                    <p:cond delay="0"/>
                                  </p:stCondLst>
                                  <p:childTnLst>
                                    <p:animEffect transition="out" filter="fade">
                                      <p:cBhvr>
                                        <p:cTn id="52" dur="500" tmFilter="0, 0; .2, .5; .8, .5; 1, 0"/>
                                        <p:tgtEl>
                                          <p:spTgt spid="26"/>
                                        </p:tgtEl>
                                      </p:cBhvr>
                                    </p:animEffect>
                                    <p:animScale>
                                      <p:cBhvr>
                                        <p:cTn id="53" dur="250" autoRev="1" fill="hold"/>
                                        <p:tgtEl>
                                          <p:spTgt spid="26"/>
                                        </p:tgtEl>
                                      </p:cBhvr>
                                      <p:by x="105000" y="105000"/>
                                    </p:animScale>
                                  </p:childTnLst>
                                </p:cTn>
                              </p:par>
                              <p:par>
                                <p:cTn id="54" presetID="26" presetClass="emph" presetSubtype="0" fill="hold" grpId="2" nodeType="withEffect">
                                  <p:stCondLst>
                                    <p:cond delay="0"/>
                                  </p:stCondLst>
                                  <p:childTnLst>
                                    <p:animEffect transition="out" filter="fade">
                                      <p:cBhvr>
                                        <p:cTn id="55" dur="500" tmFilter="0, 0; .2, .5; .8, .5; 1, 0"/>
                                        <p:tgtEl>
                                          <p:spTgt spid="14"/>
                                        </p:tgtEl>
                                      </p:cBhvr>
                                    </p:animEffect>
                                    <p:animScale>
                                      <p:cBhvr>
                                        <p:cTn id="56" dur="250" autoRev="1" fill="hold"/>
                                        <p:tgtEl>
                                          <p:spTgt spid="14"/>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7" presetClass="emph" presetSubtype="2" fill="hold" nodeType="clickEffect">
                                  <p:stCondLst>
                                    <p:cond delay="0"/>
                                  </p:stCondLst>
                                  <p:childTnLst>
                                    <p:animClr clrSpc="rgb" dir="cw">
                                      <p:cBhvr>
                                        <p:cTn id="60" dur="500" fill="hold"/>
                                        <p:tgtEl>
                                          <p:spTgt spid="26"/>
                                        </p:tgtEl>
                                        <p:attrNameLst>
                                          <p:attrName>stroke.color</p:attrName>
                                        </p:attrNameLst>
                                      </p:cBhvr>
                                      <p:to>
                                        <a:srgbClr val="B50988"/>
                                      </p:to>
                                    </p:animClr>
                                    <p:set>
                                      <p:cBhvr>
                                        <p:cTn id="61" dur="500" fill="hold"/>
                                        <p:tgtEl>
                                          <p:spTgt spid="26"/>
                                        </p:tgtEl>
                                        <p:attrNameLst>
                                          <p:attrName>stroke.on</p:attrName>
                                        </p:attrNameLst>
                                      </p:cBhvr>
                                      <p:to>
                                        <p:strVal val="true"/>
                                      </p:to>
                                    </p:set>
                                  </p:childTnLst>
                                </p:cTn>
                              </p:par>
                              <p:par>
                                <p:cTn id="62" presetID="7" presetClass="emph" presetSubtype="2" fill="hold" nodeType="withEffect">
                                  <p:stCondLst>
                                    <p:cond delay="0"/>
                                  </p:stCondLst>
                                  <p:childTnLst>
                                    <p:animClr clrSpc="rgb" dir="cw">
                                      <p:cBhvr>
                                        <p:cTn id="63" dur="10" fill="hold"/>
                                        <p:tgtEl>
                                          <p:spTgt spid="29"/>
                                        </p:tgtEl>
                                        <p:attrNameLst>
                                          <p:attrName>stroke.color</p:attrName>
                                        </p:attrNameLst>
                                      </p:cBhvr>
                                      <p:to>
                                        <a:srgbClr val="7F7F7F"/>
                                      </p:to>
                                    </p:animClr>
                                    <p:set>
                                      <p:cBhvr>
                                        <p:cTn id="64" dur="10" fill="hold"/>
                                        <p:tgtEl>
                                          <p:spTgt spid="29"/>
                                        </p:tgtEl>
                                        <p:attrNameLst>
                                          <p:attrName>stroke.on</p:attrName>
                                        </p:attrNameLst>
                                      </p:cBhvr>
                                      <p:to>
                                        <p:strVal val="true"/>
                                      </p:to>
                                    </p:set>
                                  </p:childTnLst>
                                </p:cTn>
                              </p:par>
                              <p:par>
                                <p:cTn id="65" presetID="7" presetClass="emph" presetSubtype="2" fill="hold" nodeType="withEffect">
                                  <p:stCondLst>
                                    <p:cond delay="0"/>
                                  </p:stCondLst>
                                  <p:childTnLst>
                                    <p:animClr clrSpc="rgb" dir="cw">
                                      <p:cBhvr>
                                        <p:cTn id="66" dur="10" fill="hold"/>
                                        <p:tgtEl>
                                          <p:spTgt spid="27"/>
                                        </p:tgtEl>
                                        <p:attrNameLst>
                                          <p:attrName>stroke.color</p:attrName>
                                        </p:attrNameLst>
                                      </p:cBhvr>
                                      <p:to>
                                        <a:srgbClr val="7F7F7F"/>
                                      </p:to>
                                    </p:animClr>
                                    <p:set>
                                      <p:cBhvr>
                                        <p:cTn id="67" dur="10" fill="hold"/>
                                        <p:tgtEl>
                                          <p:spTgt spid="27"/>
                                        </p:tgtEl>
                                        <p:attrNameLst>
                                          <p:attrName>stroke.on</p:attrName>
                                        </p:attrNameLst>
                                      </p:cBhvr>
                                      <p:to>
                                        <p:strVal val="true"/>
                                      </p:to>
                                    </p:set>
                                  </p:childTnLst>
                                </p:cTn>
                              </p:par>
                              <p:par>
                                <p:cTn id="68" presetID="7" presetClass="emph" presetSubtype="2" fill="hold" nodeType="withEffect">
                                  <p:stCondLst>
                                    <p:cond delay="0"/>
                                  </p:stCondLst>
                                  <p:childTnLst>
                                    <p:animClr clrSpc="rgb" dir="cw">
                                      <p:cBhvr>
                                        <p:cTn id="69" dur="10" fill="hold"/>
                                        <p:tgtEl>
                                          <p:spTgt spid="24"/>
                                        </p:tgtEl>
                                        <p:attrNameLst>
                                          <p:attrName>stroke.color</p:attrName>
                                        </p:attrNameLst>
                                      </p:cBhvr>
                                      <p:to>
                                        <a:srgbClr val="7F7F7F"/>
                                      </p:to>
                                    </p:animClr>
                                    <p:set>
                                      <p:cBhvr>
                                        <p:cTn id="70" dur="10" fill="hold"/>
                                        <p:tgtEl>
                                          <p:spTgt spid="24"/>
                                        </p:tgtEl>
                                        <p:attrNameLst>
                                          <p:attrName>stroke.on</p:attrName>
                                        </p:attrNameLst>
                                      </p:cBhvr>
                                      <p:to>
                                        <p:strVal val="true"/>
                                      </p:to>
                                    </p:set>
                                  </p:childTnLst>
                                </p:cTn>
                              </p:par>
                              <p:par>
                                <p:cTn id="71" presetID="3" presetClass="emph" presetSubtype="2" fill="hold" grpId="1" nodeType="withEffect">
                                  <p:stCondLst>
                                    <p:cond delay="0"/>
                                  </p:stCondLst>
                                  <p:childTnLst>
                                    <p:animClr clrSpc="rgb" dir="cw">
                                      <p:cBhvr override="childStyle">
                                        <p:cTn id="72" dur="10" fill="hold"/>
                                        <p:tgtEl>
                                          <p:spTgt spid="7"/>
                                        </p:tgtEl>
                                        <p:attrNameLst>
                                          <p:attrName>style.color</p:attrName>
                                        </p:attrNameLst>
                                      </p:cBhvr>
                                      <p:to>
                                        <a:srgbClr val="7F7F7F"/>
                                      </p:to>
                                    </p:animClr>
                                  </p:childTnLst>
                                </p:cTn>
                              </p:par>
                              <p:par>
                                <p:cTn id="73" presetID="3" presetClass="emph" presetSubtype="2" fill="hold" grpId="1" nodeType="withEffect">
                                  <p:stCondLst>
                                    <p:cond delay="0"/>
                                  </p:stCondLst>
                                  <p:childTnLst>
                                    <p:animClr clrSpc="rgb" dir="cw">
                                      <p:cBhvr override="childStyle">
                                        <p:cTn id="74" dur="10" fill="hold"/>
                                        <p:tgtEl>
                                          <p:spTgt spid="10"/>
                                        </p:tgtEl>
                                        <p:attrNameLst>
                                          <p:attrName>style.color</p:attrName>
                                        </p:attrNameLst>
                                      </p:cBhvr>
                                      <p:to>
                                        <a:srgbClr val="7F7F7F"/>
                                      </p:to>
                                    </p:animClr>
                                  </p:childTnLst>
                                </p:cTn>
                              </p:par>
                              <p:par>
                                <p:cTn id="75" presetID="3" presetClass="emph" presetSubtype="2" fill="hold" grpId="1" nodeType="withEffect">
                                  <p:stCondLst>
                                    <p:cond delay="0"/>
                                  </p:stCondLst>
                                  <p:childTnLst>
                                    <p:animClr clrSpc="rgb" dir="cw">
                                      <p:cBhvr override="childStyle">
                                        <p:cTn id="76" dur="10" fill="hold"/>
                                        <p:tgtEl>
                                          <p:spTgt spid="15"/>
                                        </p:tgtEl>
                                        <p:attrNameLst>
                                          <p:attrName>style.color</p:attrName>
                                        </p:attrNameLst>
                                      </p:cBhvr>
                                      <p:to>
                                        <a:srgbClr val="7F7F7F"/>
                                      </p:to>
                                    </p:animClr>
                                  </p:childTnLst>
                                </p:cTn>
                              </p:par>
                              <p:par>
                                <p:cTn id="77" presetID="3" presetClass="emph" presetSubtype="2" fill="hold" grpId="1" nodeType="withEffect">
                                  <p:stCondLst>
                                    <p:cond delay="0"/>
                                  </p:stCondLst>
                                  <p:childTnLst>
                                    <p:animClr clrSpc="rgb" dir="cw">
                                      <p:cBhvr override="childStyle">
                                        <p:cTn id="78" dur="500" fill="hold"/>
                                        <p:tgtEl>
                                          <p:spTgt spid="14"/>
                                        </p:tgtEl>
                                        <p:attrNameLst>
                                          <p:attrName>style.color</p:attrName>
                                        </p:attrNameLst>
                                      </p:cBhvr>
                                      <p:to>
                                        <a:srgbClr val="B50988"/>
                                      </p:to>
                                    </p:animClr>
                                  </p:childTnLst>
                                </p:cTn>
                              </p:par>
                            </p:childTnLst>
                          </p:cTn>
                        </p:par>
                        <p:par>
                          <p:cTn id="79" fill="hold">
                            <p:stCondLst>
                              <p:cond delay="500"/>
                            </p:stCondLst>
                            <p:childTnLst>
                              <p:par>
                                <p:cTn id="80" presetID="1" presetClass="emph" presetSubtype="2" fill="hold" nodeType="afterEffect">
                                  <p:stCondLst>
                                    <p:cond delay="0"/>
                                  </p:stCondLst>
                                  <p:childTnLst>
                                    <p:animClr clrSpc="rgb" dir="cw">
                                      <p:cBhvr>
                                        <p:cTn id="81" dur="500" fill="hold"/>
                                        <p:tgtEl>
                                          <p:spTgt spid="22"/>
                                        </p:tgtEl>
                                        <p:attrNameLst>
                                          <p:attrName>fillcolor</p:attrName>
                                        </p:attrNameLst>
                                      </p:cBhvr>
                                      <p:to>
                                        <a:srgbClr val="B50988"/>
                                      </p:to>
                                    </p:animClr>
                                    <p:set>
                                      <p:cBhvr>
                                        <p:cTn id="82" dur="500" fill="hold"/>
                                        <p:tgtEl>
                                          <p:spTgt spid="22"/>
                                        </p:tgtEl>
                                        <p:attrNameLst>
                                          <p:attrName>fill.type</p:attrName>
                                        </p:attrNameLst>
                                      </p:cBhvr>
                                      <p:to>
                                        <p:strVal val="solid"/>
                                      </p:to>
                                    </p:set>
                                    <p:set>
                                      <p:cBhvr>
                                        <p:cTn id="83" dur="500" fill="hold"/>
                                        <p:tgtEl>
                                          <p:spTgt spid="2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46" grpId="0" bldLvl="0" animBg="1"/>
      <p:bldP spid="7" grpId="0"/>
      <p:bldP spid="7" grpId="1"/>
      <p:bldP spid="10" grpId="0"/>
      <p:bldP spid="10" grpId="1"/>
      <p:bldP spid="14" grpId="0"/>
      <p:bldP spid="14" grpId="1"/>
      <p:bldP spid="14" grpId="2"/>
      <p:bldP spid="15" grpId="0"/>
      <p:bldP spid="15" grpId="1"/>
      <p:bldP spid="40" grpId="0" bldLvl="0" animBg="1"/>
      <p:bldP spid="47"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46" name="任意多边形 49"/>
          <p:cNvSpPr/>
          <p:nvPr>
            <p:custDataLst>
              <p:tags r:id="rId2"/>
            </p:custDataLst>
          </p:nvPr>
        </p:nvSpPr>
        <p:spPr bwMode="auto">
          <a:xfrm>
            <a:off x="1972854" y="3429049"/>
            <a:ext cx="1146798" cy="1739882"/>
          </a:xfrm>
          <a:custGeom>
            <a:avLst/>
            <a:gdLst>
              <a:gd name="connsiteX0" fmla="*/ 825500 w 1678517"/>
              <a:gd name="connsiteY0" fmla="*/ 48683 h 2652183"/>
              <a:gd name="connsiteX1" fmla="*/ 254000 w 1678517"/>
              <a:gd name="connsiteY1" fmla="*/ 658283 h 2652183"/>
              <a:gd name="connsiteX2" fmla="*/ 38100 w 1678517"/>
              <a:gd name="connsiteY2" fmla="*/ 1178983 h 2652183"/>
              <a:gd name="connsiteX3" fmla="*/ 482600 w 1678517"/>
              <a:gd name="connsiteY3" fmla="*/ 2207683 h 2652183"/>
              <a:gd name="connsiteX4" fmla="*/ 1016000 w 1678517"/>
              <a:gd name="connsiteY4" fmla="*/ 2499783 h 2652183"/>
              <a:gd name="connsiteX5" fmla="*/ 1600200 w 1678517"/>
              <a:gd name="connsiteY5" fmla="*/ 1293283 h 2652183"/>
              <a:gd name="connsiteX6" fmla="*/ 1485900 w 1678517"/>
              <a:gd name="connsiteY6" fmla="*/ 366183 h 2652183"/>
              <a:gd name="connsiteX7" fmla="*/ 825500 w 1678517"/>
              <a:gd name="connsiteY7" fmla="*/ 48683 h 2652183"/>
              <a:gd name="connsiteX0-1" fmla="*/ 825500 w 1615017"/>
              <a:gd name="connsiteY0-2" fmla="*/ 48683 h 2572284"/>
              <a:gd name="connsiteX1-3" fmla="*/ 254000 w 1615017"/>
              <a:gd name="connsiteY1-4" fmla="*/ 658283 h 2572284"/>
              <a:gd name="connsiteX2-5" fmla="*/ 38100 w 1615017"/>
              <a:gd name="connsiteY2-6" fmla="*/ 1178983 h 2572284"/>
              <a:gd name="connsiteX3-7" fmla="*/ 482600 w 1615017"/>
              <a:gd name="connsiteY3-8" fmla="*/ 2207683 h 2572284"/>
              <a:gd name="connsiteX4-9" fmla="*/ 1016000 w 1615017"/>
              <a:gd name="connsiteY4-10" fmla="*/ 2499783 h 2572284"/>
              <a:gd name="connsiteX5-11" fmla="*/ 1411258 w 1615017"/>
              <a:gd name="connsiteY5-12" fmla="*/ 1772679 h 2572284"/>
              <a:gd name="connsiteX6-13" fmla="*/ 1600200 w 1615017"/>
              <a:gd name="connsiteY6-14" fmla="*/ 1293283 h 2572284"/>
              <a:gd name="connsiteX7-15" fmla="*/ 1485900 w 1615017"/>
              <a:gd name="connsiteY7-16" fmla="*/ 366183 h 2572284"/>
              <a:gd name="connsiteX8" fmla="*/ 825500 w 1615017"/>
              <a:gd name="connsiteY8" fmla="*/ 48683 h 2572284"/>
              <a:gd name="connsiteX0-17" fmla="*/ 825500 w 1615017"/>
              <a:gd name="connsiteY0-18" fmla="*/ 48683 h 2273030"/>
              <a:gd name="connsiteX1-19" fmla="*/ 254000 w 1615017"/>
              <a:gd name="connsiteY1-20" fmla="*/ 658283 h 2273030"/>
              <a:gd name="connsiteX2-21" fmla="*/ 38100 w 1615017"/>
              <a:gd name="connsiteY2-22" fmla="*/ 1178983 h 2273030"/>
              <a:gd name="connsiteX3-23" fmla="*/ 482600 w 1615017"/>
              <a:gd name="connsiteY3-24" fmla="*/ 2207683 h 2273030"/>
              <a:gd name="connsiteX4-25" fmla="*/ 801654 w 1615017"/>
              <a:gd name="connsiteY4-26" fmla="*/ 1571065 h 2273030"/>
              <a:gd name="connsiteX5-27" fmla="*/ 1411258 w 1615017"/>
              <a:gd name="connsiteY5-28" fmla="*/ 1772679 h 2273030"/>
              <a:gd name="connsiteX6-29" fmla="*/ 1600200 w 1615017"/>
              <a:gd name="connsiteY6-30" fmla="*/ 1293283 h 2273030"/>
              <a:gd name="connsiteX7-31" fmla="*/ 1485900 w 1615017"/>
              <a:gd name="connsiteY7-32" fmla="*/ 366183 h 2273030"/>
              <a:gd name="connsiteX8-33" fmla="*/ 825500 w 1615017"/>
              <a:gd name="connsiteY8-34" fmla="*/ 48683 h 2273030"/>
              <a:gd name="connsiteX0-35" fmla="*/ 825500 w 1615017"/>
              <a:gd name="connsiteY0-36" fmla="*/ 48683 h 1915816"/>
              <a:gd name="connsiteX1-37" fmla="*/ 254000 w 1615017"/>
              <a:gd name="connsiteY1-38" fmla="*/ 658283 h 1915816"/>
              <a:gd name="connsiteX2-39" fmla="*/ 38100 w 1615017"/>
              <a:gd name="connsiteY2-40" fmla="*/ 1178983 h 1915816"/>
              <a:gd name="connsiteX3-41" fmla="*/ 482600 w 1615017"/>
              <a:gd name="connsiteY3-42" fmla="*/ 1850469 h 1915816"/>
              <a:gd name="connsiteX4-43" fmla="*/ 801654 w 1615017"/>
              <a:gd name="connsiteY4-44" fmla="*/ 1571065 h 1915816"/>
              <a:gd name="connsiteX5-45" fmla="*/ 1411258 w 1615017"/>
              <a:gd name="connsiteY5-46" fmla="*/ 1772679 h 1915816"/>
              <a:gd name="connsiteX6-47" fmla="*/ 1600200 w 1615017"/>
              <a:gd name="connsiteY6-48" fmla="*/ 1293283 h 1915816"/>
              <a:gd name="connsiteX7-49" fmla="*/ 1485900 w 1615017"/>
              <a:gd name="connsiteY7-50" fmla="*/ 366183 h 1915816"/>
              <a:gd name="connsiteX8-51" fmla="*/ 825500 w 1615017"/>
              <a:gd name="connsiteY8-52" fmla="*/ 48683 h 1915816"/>
              <a:gd name="connsiteX0-53" fmla="*/ 825500 w 1615017"/>
              <a:gd name="connsiteY0-54" fmla="*/ 48683 h 1818976"/>
              <a:gd name="connsiteX1-55" fmla="*/ 254000 w 1615017"/>
              <a:gd name="connsiteY1-56" fmla="*/ 658283 h 1818976"/>
              <a:gd name="connsiteX2-57" fmla="*/ 38100 w 1615017"/>
              <a:gd name="connsiteY2-58" fmla="*/ 1178983 h 1818976"/>
              <a:gd name="connsiteX3-59" fmla="*/ 482600 w 1615017"/>
              <a:gd name="connsiteY3-60" fmla="*/ 1636131 h 1818976"/>
              <a:gd name="connsiteX4-61" fmla="*/ 801654 w 1615017"/>
              <a:gd name="connsiteY4-62" fmla="*/ 1571065 h 1818976"/>
              <a:gd name="connsiteX5-63" fmla="*/ 1411258 w 1615017"/>
              <a:gd name="connsiteY5-64" fmla="*/ 1772679 h 1818976"/>
              <a:gd name="connsiteX6-65" fmla="*/ 1600200 w 1615017"/>
              <a:gd name="connsiteY6-66" fmla="*/ 1293283 h 1818976"/>
              <a:gd name="connsiteX7-67" fmla="*/ 1485900 w 1615017"/>
              <a:gd name="connsiteY7-68" fmla="*/ 366183 h 1818976"/>
              <a:gd name="connsiteX8-69" fmla="*/ 825500 w 1615017"/>
              <a:gd name="connsiteY8-70" fmla="*/ 48683 h 1818976"/>
              <a:gd name="connsiteX0-71" fmla="*/ 682656 w 1472173"/>
              <a:gd name="connsiteY0-72" fmla="*/ 48683 h 1818976"/>
              <a:gd name="connsiteX1-73" fmla="*/ 111156 w 1472173"/>
              <a:gd name="connsiteY1-74" fmla="*/ 658283 h 1818976"/>
              <a:gd name="connsiteX2-75" fmla="*/ 38100 w 1472173"/>
              <a:gd name="connsiteY2-76" fmla="*/ 1178983 h 1818976"/>
              <a:gd name="connsiteX3-77" fmla="*/ 339756 w 1472173"/>
              <a:gd name="connsiteY3-78" fmla="*/ 1636131 h 1818976"/>
              <a:gd name="connsiteX4-79" fmla="*/ 658810 w 1472173"/>
              <a:gd name="connsiteY4-80" fmla="*/ 1571065 h 1818976"/>
              <a:gd name="connsiteX5-81" fmla="*/ 1268414 w 1472173"/>
              <a:gd name="connsiteY5-82" fmla="*/ 1772679 h 1818976"/>
              <a:gd name="connsiteX6-83" fmla="*/ 1457356 w 1472173"/>
              <a:gd name="connsiteY6-84" fmla="*/ 1293283 h 1818976"/>
              <a:gd name="connsiteX7-85" fmla="*/ 1343056 w 1472173"/>
              <a:gd name="connsiteY7-86" fmla="*/ 366183 h 1818976"/>
              <a:gd name="connsiteX8-87" fmla="*/ 682656 w 1472173"/>
              <a:gd name="connsiteY8-88" fmla="*/ 48683 h 1818976"/>
              <a:gd name="connsiteX0-89" fmla="*/ 682656 w 1388823"/>
              <a:gd name="connsiteY0-90" fmla="*/ 48683 h 1890418"/>
              <a:gd name="connsiteX1-91" fmla="*/ 111156 w 1388823"/>
              <a:gd name="connsiteY1-92" fmla="*/ 658283 h 1890418"/>
              <a:gd name="connsiteX2-93" fmla="*/ 38100 w 1388823"/>
              <a:gd name="connsiteY2-94" fmla="*/ 1178983 h 1890418"/>
              <a:gd name="connsiteX3-95" fmla="*/ 339756 w 1388823"/>
              <a:gd name="connsiteY3-96" fmla="*/ 1636131 h 1890418"/>
              <a:gd name="connsiteX4-97" fmla="*/ 658810 w 1388823"/>
              <a:gd name="connsiteY4-98" fmla="*/ 1571065 h 1890418"/>
              <a:gd name="connsiteX5-99" fmla="*/ 1268414 w 1388823"/>
              <a:gd name="connsiteY5-100" fmla="*/ 1772679 h 1890418"/>
              <a:gd name="connsiteX6-101" fmla="*/ 957258 w 1388823"/>
              <a:gd name="connsiteY6-102" fmla="*/ 864631 h 1890418"/>
              <a:gd name="connsiteX7-103" fmla="*/ 1343056 w 1388823"/>
              <a:gd name="connsiteY7-104" fmla="*/ 366183 h 1890418"/>
              <a:gd name="connsiteX8-105" fmla="*/ 682656 w 1388823"/>
              <a:gd name="connsiteY8-106" fmla="*/ 48683 h 1890418"/>
              <a:gd name="connsiteX0-107" fmla="*/ 682656 w 1388823"/>
              <a:gd name="connsiteY0-108" fmla="*/ 48683 h 1701478"/>
              <a:gd name="connsiteX1-109" fmla="*/ 111156 w 1388823"/>
              <a:gd name="connsiteY1-110" fmla="*/ 658283 h 1701478"/>
              <a:gd name="connsiteX2-111" fmla="*/ 38100 w 1388823"/>
              <a:gd name="connsiteY2-112" fmla="*/ 1178983 h 1701478"/>
              <a:gd name="connsiteX3-113" fmla="*/ 339756 w 1388823"/>
              <a:gd name="connsiteY3-114" fmla="*/ 1636131 h 1701478"/>
              <a:gd name="connsiteX4-115" fmla="*/ 658810 w 1388823"/>
              <a:gd name="connsiteY4-116" fmla="*/ 1571065 h 1701478"/>
              <a:gd name="connsiteX5-117" fmla="*/ 625440 w 1388823"/>
              <a:gd name="connsiteY5-118" fmla="*/ 1272589 h 1701478"/>
              <a:gd name="connsiteX6-119" fmla="*/ 957258 w 1388823"/>
              <a:gd name="connsiteY6-120" fmla="*/ 864631 h 1701478"/>
              <a:gd name="connsiteX7-121" fmla="*/ 1343056 w 1388823"/>
              <a:gd name="connsiteY7-122" fmla="*/ 366183 h 1701478"/>
              <a:gd name="connsiteX8-123" fmla="*/ 682656 w 1388823"/>
              <a:gd name="connsiteY8-124" fmla="*/ 48683 h 1701478"/>
              <a:gd name="connsiteX0-125" fmla="*/ 682656 w 1174477"/>
              <a:gd name="connsiteY0-126" fmla="*/ 48683 h 1701478"/>
              <a:gd name="connsiteX1-127" fmla="*/ 111156 w 1174477"/>
              <a:gd name="connsiteY1-128" fmla="*/ 658283 h 1701478"/>
              <a:gd name="connsiteX2-129" fmla="*/ 38100 w 1174477"/>
              <a:gd name="connsiteY2-130" fmla="*/ 1178983 h 1701478"/>
              <a:gd name="connsiteX3-131" fmla="*/ 339756 w 1174477"/>
              <a:gd name="connsiteY3-132" fmla="*/ 1636131 h 1701478"/>
              <a:gd name="connsiteX4-133" fmla="*/ 658810 w 1174477"/>
              <a:gd name="connsiteY4-134" fmla="*/ 1571065 h 1701478"/>
              <a:gd name="connsiteX5-135" fmla="*/ 625440 w 1174477"/>
              <a:gd name="connsiteY5-136" fmla="*/ 1272589 h 1701478"/>
              <a:gd name="connsiteX6-137" fmla="*/ 957258 w 1174477"/>
              <a:gd name="connsiteY6-138" fmla="*/ 864631 h 1701478"/>
              <a:gd name="connsiteX7-139" fmla="*/ 1128710 w 1174477"/>
              <a:gd name="connsiteY7-140" fmla="*/ 366183 h 1701478"/>
              <a:gd name="connsiteX8-141" fmla="*/ 682656 w 1174477"/>
              <a:gd name="connsiteY8-142" fmla="*/ 48683 h 1701478"/>
              <a:gd name="connsiteX0-143" fmla="*/ 682656 w 1174477"/>
              <a:gd name="connsiteY0-144" fmla="*/ 48683 h 1701478"/>
              <a:gd name="connsiteX1-145" fmla="*/ 111156 w 1174477"/>
              <a:gd name="connsiteY1-146" fmla="*/ 658283 h 1701478"/>
              <a:gd name="connsiteX2-147" fmla="*/ 38100 w 1174477"/>
              <a:gd name="connsiteY2-148" fmla="*/ 1178983 h 1701478"/>
              <a:gd name="connsiteX3-149" fmla="*/ 339756 w 1174477"/>
              <a:gd name="connsiteY3-150" fmla="*/ 1636131 h 1701478"/>
              <a:gd name="connsiteX4-151" fmla="*/ 444464 w 1174477"/>
              <a:gd name="connsiteY4-152" fmla="*/ 1571065 h 1701478"/>
              <a:gd name="connsiteX5-153" fmla="*/ 625440 w 1174477"/>
              <a:gd name="connsiteY5-154" fmla="*/ 1272589 h 1701478"/>
              <a:gd name="connsiteX6-155" fmla="*/ 957258 w 1174477"/>
              <a:gd name="connsiteY6-156" fmla="*/ 864631 h 1701478"/>
              <a:gd name="connsiteX7-157" fmla="*/ 1128710 w 1174477"/>
              <a:gd name="connsiteY7-158" fmla="*/ 366183 h 1701478"/>
              <a:gd name="connsiteX8-159" fmla="*/ 682656 w 1174477"/>
              <a:gd name="connsiteY8-160" fmla="*/ 48683 h 1701478"/>
              <a:gd name="connsiteX0-161" fmla="*/ 682656 w 1146798"/>
              <a:gd name="connsiteY0-162" fmla="*/ 87087 h 1739882"/>
              <a:gd name="connsiteX1-163" fmla="*/ 111156 w 1146798"/>
              <a:gd name="connsiteY1-164" fmla="*/ 696687 h 1739882"/>
              <a:gd name="connsiteX2-165" fmla="*/ 38100 w 1146798"/>
              <a:gd name="connsiteY2-166" fmla="*/ 1217387 h 1739882"/>
              <a:gd name="connsiteX3-167" fmla="*/ 339756 w 1146798"/>
              <a:gd name="connsiteY3-168" fmla="*/ 1674535 h 1739882"/>
              <a:gd name="connsiteX4-169" fmla="*/ 444464 w 1146798"/>
              <a:gd name="connsiteY4-170" fmla="*/ 1609469 h 1739882"/>
              <a:gd name="connsiteX5-171" fmla="*/ 625440 w 1146798"/>
              <a:gd name="connsiteY5-172" fmla="*/ 1310993 h 1739882"/>
              <a:gd name="connsiteX6-173" fmla="*/ 957258 w 1146798"/>
              <a:gd name="connsiteY6-174" fmla="*/ 903035 h 1739882"/>
              <a:gd name="connsiteX7-175" fmla="*/ 1128710 w 1146798"/>
              <a:gd name="connsiteY7-176" fmla="*/ 404587 h 1739882"/>
              <a:gd name="connsiteX8-177" fmla="*/ 1065784 w 1146798"/>
              <a:gd name="connsiteY8-178" fmla="*/ 174164 h 1739882"/>
              <a:gd name="connsiteX9" fmla="*/ 682656 w 1146798"/>
              <a:gd name="connsiteY9" fmla="*/ 87087 h 17398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 ang="0">
                <a:pos x="connsiteX9" y="connsiteY9"/>
              </a:cxn>
            </a:cxnLst>
            <a:rect l="l" t="t" r="r" b="b"/>
            <a:pathLst>
              <a:path w="1146798" h="1739882">
                <a:moveTo>
                  <a:pt x="682656" y="87087"/>
                </a:moveTo>
                <a:cubicBezTo>
                  <a:pt x="513064" y="135770"/>
                  <a:pt x="218582" y="508304"/>
                  <a:pt x="111156" y="696687"/>
                </a:cubicBezTo>
                <a:cubicBezTo>
                  <a:pt x="3730" y="885070"/>
                  <a:pt x="0" y="1054412"/>
                  <a:pt x="38100" y="1217387"/>
                </a:cubicBezTo>
                <a:cubicBezTo>
                  <a:pt x="76200" y="1380362"/>
                  <a:pt x="272029" y="1609188"/>
                  <a:pt x="339756" y="1674535"/>
                </a:cubicBezTo>
                <a:cubicBezTo>
                  <a:pt x="407483" y="1739882"/>
                  <a:pt x="396850" y="1670059"/>
                  <a:pt x="444464" y="1609469"/>
                </a:cubicBezTo>
                <a:cubicBezTo>
                  <a:pt x="492078" y="1548879"/>
                  <a:pt x="539974" y="1428732"/>
                  <a:pt x="625440" y="1310993"/>
                </a:cubicBezTo>
                <a:cubicBezTo>
                  <a:pt x="710906" y="1193254"/>
                  <a:pt x="873380" y="1054103"/>
                  <a:pt x="957258" y="903035"/>
                </a:cubicBezTo>
                <a:cubicBezTo>
                  <a:pt x="1041136" y="751967"/>
                  <a:pt x="1110622" y="526066"/>
                  <a:pt x="1128710" y="404587"/>
                </a:cubicBezTo>
                <a:cubicBezTo>
                  <a:pt x="1146798" y="283109"/>
                  <a:pt x="1140126" y="227081"/>
                  <a:pt x="1065784" y="174164"/>
                </a:cubicBezTo>
                <a:cubicBezTo>
                  <a:pt x="991442" y="121247"/>
                  <a:pt x="817953" y="0"/>
                  <a:pt x="682656" y="87087"/>
                </a:cubicBezTo>
                <a:close/>
              </a:path>
            </a:pathLst>
          </a:custGeom>
          <a:solidFill>
            <a:schemeClr val="bg1">
              <a:lumMod val="50000"/>
              <a:alpha val="20000"/>
            </a:schemeClr>
          </a:solidFill>
          <a:ln w="19050" cap="flat" cmpd="sng">
            <a:solidFill>
              <a:schemeClr val="bg1">
                <a:lumMod val="50000"/>
                <a:alpha val="50000"/>
              </a:schemeClr>
            </a:solidFill>
            <a:prstDash val="dash"/>
            <a:round/>
            <a:headEnd type="none" w="med" len="med"/>
            <a:tailEnd type="none" w="med" len="lg"/>
          </a:ln>
          <a:effectLst/>
        </p:spPr>
        <p:txBody>
          <a:bodyPr wrap="none" rtlCol="0" anchor="ctr"/>
          <a:p>
            <a:pPr algn="ctr"/>
            <a:endParaRPr lang="zh-CN" altLang="en-US">
              <a:latin typeface="Consolas" panose="020B0609020204030204" pitchFamily="49" charset="0"/>
              <a:cs typeface="Consolas" panose="020B0609020204030204" pitchFamily="49" charset="0"/>
            </a:endParaRPr>
          </a:p>
        </p:txBody>
      </p:sp>
      <p:sp>
        <p:nvSpPr>
          <p:cNvPr id="47" name="任意多边形 54"/>
          <p:cNvSpPr/>
          <p:nvPr>
            <p:custDataLst>
              <p:tags r:id="rId3"/>
            </p:custDataLst>
          </p:nvPr>
        </p:nvSpPr>
        <p:spPr bwMode="auto">
          <a:xfrm>
            <a:off x="744184" y="3429000"/>
            <a:ext cx="2836333" cy="2565400"/>
          </a:xfrm>
          <a:custGeom>
            <a:avLst/>
            <a:gdLst>
              <a:gd name="connsiteX0" fmla="*/ 704850 w 2836333"/>
              <a:gd name="connsiteY0" fmla="*/ 124883 h 2565400"/>
              <a:gd name="connsiteX1" fmla="*/ 184150 w 2836333"/>
              <a:gd name="connsiteY1" fmla="*/ 759883 h 2565400"/>
              <a:gd name="connsiteX2" fmla="*/ 120650 w 2836333"/>
              <a:gd name="connsiteY2" fmla="*/ 1534583 h 2565400"/>
              <a:gd name="connsiteX3" fmla="*/ 908050 w 2836333"/>
              <a:gd name="connsiteY3" fmla="*/ 2360083 h 2565400"/>
              <a:gd name="connsiteX4" fmla="*/ 2101850 w 2836333"/>
              <a:gd name="connsiteY4" fmla="*/ 2398183 h 2565400"/>
              <a:gd name="connsiteX5" fmla="*/ 2749550 w 2836333"/>
              <a:gd name="connsiteY5" fmla="*/ 1356783 h 2565400"/>
              <a:gd name="connsiteX6" fmla="*/ 2622550 w 2836333"/>
              <a:gd name="connsiteY6" fmla="*/ 886883 h 2565400"/>
              <a:gd name="connsiteX7" fmla="*/ 2216150 w 2836333"/>
              <a:gd name="connsiteY7" fmla="*/ 950383 h 2565400"/>
              <a:gd name="connsiteX8" fmla="*/ 2165350 w 2836333"/>
              <a:gd name="connsiteY8" fmla="*/ 1432983 h 2565400"/>
              <a:gd name="connsiteX9" fmla="*/ 1746250 w 2836333"/>
              <a:gd name="connsiteY9" fmla="*/ 1788583 h 2565400"/>
              <a:gd name="connsiteX10" fmla="*/ 908050 w 2836333"/>
              <a:gd name="connsiteY10" fmla="*/ 1559983 h 2565400"/>
              <a:gd name="connsiteX11" fmla="*/ 781050 w 2836333"/>
              <a:gd name="connsiteY11" fmla="*/ 1166283 h 2565400"/>
              <a:gd name="connsiteX12" fmla="*/ 1022350 w 2836333"/>
              <a:gd name="connsiteY12" fmla="*/ 772583 h 2565400"/>
              <a:gd name="connsiteX13" fmla="*/ 1339850 w 2836333"/>
              <a:gd name="connsiteY13" fmla="*/ 315383 h 2565400"/>
              <a:gd name="connsiteX14" fmla="*/ 1238250 w 2836333"/>
              <a:gd name="connsiteY14" fmla="*/ 35983 h 2565400"/>
              <a:gd name="connsiteX15" fmla="*/ 704850 w 2836333"/>
              <a:gd name="connsiteY15" fmla="*/ 124883 h 256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36333" h="2565400">
                <a:moveTo>
                  <a:pt x="704850" y="124883"/>
                </a:moveTo>
                <a:cubicBezTo>
                  <a:pt x="529167" y="245533"/>
                  <a:pt x="281517" y="524933"/>
                  <a:pt x="184150" y="759883"/>
                </a:cubicBezTo>
                <a:cubicBezTo>
                  <a:pt x="86783" y="994833"/>
                  <a:pt x="0" y="1267883"/>
                  <a:pt x="120650" y="1534583"/>
                </a:cubicBezTo>
                <a:cubicBezTo>
                  <a:pt x="241300" y="1801283"/>
                  <a:pt x="577850" y="2216150"/>
                  <a:pt x="908050" y="2360083"/>
                </a:cubicBezTo>
                <a:cubicBezTo>
                  <a:pt x="1238250" y="2504016"/>
                  <a:pt x="1794933" y="2565400"/>
                  <a:pt x="2101850" y="2398183"/>
                </a:cubicBezTo>
                <a:cubicBezTo>
                  <a:pt x="2408767" y="2230966"/>
                  <a:pt x="2662767" y="1608666"/>
                  <a:pt x="2749550" y="1356783"/>
                </a:cubicBezTo>
                <a:cubicBezTo>
                  <a:pt x="2836333" y="1104900"/>
                  <a:pt x="2711450" y="954616"/>
                  <a:pt x="2622550" y="886883"/>
                </a:cubicBezTo>
                <a:cubicBezTo>
                  <a:pt x="2533650" y="819150"/>
                  <a:pt x="2292350" y="859366"/>
                  <a:pt x="2216150" y="950383"/>
                </a:cubicBezTo>
                <a:cubicBezTo>
                  <a:pt x="2139950" y="1041400"/>
                  <a:pt x="2243667" y="1293283"/>
                  <a:pt x="2165350" y="1432983"/>
                </a:cubicBezTo>
                <a:cubicBezTo>
                  <a:pt x="2087033" y="1572683"/>
                  <a:pt x="1955800" y="1767416"/>
                  <a:pt x="1746250" y="1788583"/>
                </a:cubicBezTo>
                <a:cubicBezTo>
                  <a:pt x="1536700" y="1809750"/>
                  <a:pt x="1068917" y="1663700"/>
                  <a:pt x="908050" y="1559983"/>
                </a:cubicBezTo>
                <a:cubicBezTo>
                  <a:pt x="747183" y="1456266"/>
                  <a:pt x="762000" y="1297516"/>
                  <a:pt x="781050" y="1166283"/>
                </a:cubicBezTo>
                <a:cubicBezTo>
                  <a:pt x="800100" y="1035050"/>
                  <a:pt x="929217" y="914400"/>
                  <a:pt x="1022350" y="772583"/>
                </a:cubicBezTo>
                <a:cubicBezTo>
                  <a:pt x="1115483" y="630766"/>
                  <a:pt x="1303867" y="438150"/>
                  <a:pt x="1339850" y="315383"/>
                </a:cubicBezTo>
                <a:cubicBezTo>
                  <a:pt x="1375833" y="192616"/>
                  <a:pt x="1344083" y="71966"/>
                  <a:pt x="1238250" y="35983"/>
                </a:cubicBezTo>
                <a:cubicBezTo>
                  <a:pt x="1132417" y="0"/>
                  <a:pt x="880533" y="4233"/>
                  <a:pt x="704850" y="124883"/>
                </a:cubicBezTo>
                <a:close/>
              </a:path>
            </a:pathLst>
          </a:custGeom>
          <a:solidFill>
            <a:srgbClr val="B50988">
              <a:alpha val="20000"/>
            </a:srgbClr>
          </a:solidFill>
          <a:ln w="19050" cap="flat" cmpd="sng">
            <a:solidFill>
              <a:srgbClr val="B50988">
                <a:alpha val="50000"/>
              </a:srgbClr>
            </a:solidFill>
            <a:prstDash val="dash"/>
            <a:round/>
            <a:headEnd type="none" w="med" len="med"/>
            <a:tailEnd type="none" w="med" len="lg"/>
          </a:ln>
          <a:effectLst/>
        </p:spPr>
        <p:txBody>
          <a:bodyPr wrap="none" rtlCol="0" anchor="ctr"/>
          <a:p>
            <a:pPr algn="ctr"/>
            <a:endParaRPr lang="zh-CN" altLang="en-US" dirty="0">
              <a:latin typeface="Consolas" panose="020B0609020204030204" pitchFamily="49" charset="0"/>
              <a:cs typeface="Consolas" panose="020B0609020204030204" pitchFamily="49" charset="0"/>
            </a:endParaRPr>
          </a:p>
        </p:txBody>
      </p:sp>
      <p:sp>
        <p:nvSpPr>
          <p:cNvPr id="4" name="文本框 3"/>
          <p:cNvSpPr txBox="1"/>
          <p:nvPr>
            <p:custDataLst>
              <p:tags r:id="rId4"/>
            </p:custDataLst>
          </p:nvPr>
        </p:nvSpPr>
        <p:spPr>
          <a:xfrm>
            <a:off x="0" y="719822"/>
            <a:ext cx="8010525"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普里姆</a:t>
            </a:r>
            <a:r>
              <a:rPr kumimoji="1" lang="en-US" altLang="zh-CN" sz="2000" b="1" dirty="0">
                <a:solidFill>
                  <a:srgbClr val="0099BC"/>
                </a:solidFill>
                <a:latin typeface="+mn-ea"/>
                <a:cs typeface="Consolas" panose="020B0609020204030204" pitchFamily="49" charset="0"/>
              </a:rPr>
              <a:t>(Prim)</a:t>
            </a:r>
            <a:r>
              <a:rPr kumimoji="1" lang="zh-CN" altLang="en-US" sz="2000" b="1" dirty="0">
                <a:solidFill>
                  <a:srgbClr val="0099BC"/>
                </a:solidFill>
                <a:latin typeface="+mn-ea"/>
                <a:cs typeface="Consolas" panose="020B0609020204030204" pitchFamily="49" charset="0"/>
              </a:rPr>
              <a:t>算法是一种构造性算法，用于构造最小生成树</a:t>
            </a:r>
            <a:endParaRPr lang="zh-CN" altLang="en-US" sz="2000" b="1" dirty="0">
              <a:solidFill>
                <a:srgbClr val="0099BC"/>
              </a:solidFill>
              <a:latin typeface="+mn-ea"/>
            </a:endParaRPr>
          </a:p>
        </p:txBody>
      </p:sp>
      <p:sp>
        <p:nvSpPr>
          <p:cNvPr id="6" name="文本框 5"/>
          <p:cNvSpPr txBox="1"/>
          <p:nvPr>
            <p:custDataLst>
              <p:tags r:id="rId5"/>
            </p:custDataLst>
          </p:nvPr>
        </p:nvSpPr>
        <p:spPr>
          <a:xfrm>
            <a:off x="0" y="1110365"/>
            <a:ext cx="9144000" cy="2095510"/>
          </a:xfrm>
          <a:prstGeom prst="rect">
            <a:avLst/>
          </a:prstGeom>
          <a:noFill/>
        </p:spPr>
        <p:txBody>
          <a:bodyPr wrap="square">
            <a:spAutoFit/>
          </a:bodyPr>
          <a:p>
            <a:pPr>
              <a:lnSpc>
                <a:spcPct val="120000"/>
              </a:lnSpc>
            </a:pPr>
            <a:r>
              <a:rPr lang="zh-CN" altLang="en-US" sz="2000" b="1" dirty="0"/>
              <a:t>普里姆算法的步骤如下 </a:t>
            </a:r>
            <a:r>
              <a:rPr lang="en-US" altLang="zh-CN" sz="2000" b="1" dirty="0"/>
              <a:t>-&gt;</a:t>
            </a:r>
            <a:r>
              <a:rPr lang="en-US" altLang="zh-CN" sz="2000" b="1" dirty="0">
                <a:sym typeface="Wingdings" panose="05000000000000000000" pitchFamily="2" charset="2"/>
              </a:rPr>
              <a:t> </a:t>
            </a:r>
            <a:r>
              <a:rPr lang="en-US" altLang="zh-CN" sz="2000" b="1" dirty="0">
                <a:solidFill>
                  <a:srgbClr val="B50988"/>
                </a:solidFill>
                <a:sym typeface="Wingdings" panose="05000000000000000000" pitchFamily="2" charset="2"/>
              </a:rPr>
              <a:t>U:</a:t>
            </a:r>
            <a:r>
              <a:rPr lang="zh-CN" altLang="en-US" sz="2000" b="1" dirty="0">
                <a:solidFill>
                  <a:srgbClr val="B50988"/>
                </a:solidFill>
                <a:sym typeface="Wingdings" panose="05000000000000000000" pitchFamily="2" charset="2"/>
              </a:rPr>
              <a:t> 生成树集合</a:t>
            </a:r>
            <a:r>
              <a:rPr lang="zh-CN" altLang="en-US" sz="2000" b="1" dirty="0">
                <a:sym typeface="Wingdings" panose="05000000000000000000" pitchFamily="2" charset="2"/>
              </a:rPr>
              <a:t>；</a:t>
            </a:r>
            <a:r>
              <a:rPr lang="en-US" altLang="zh-CN" sz="2000" b="1" dirty="0">
                <a:solidFill>
                  <a:schemeClr val="tx1">
                    <a:lumMod val="65000"/>
                    <a:lumOff val="35000"/>
                  </a:schemeClr>
                </a:solidFill>
                <a:sym typeface="Wingdings" panose="05000000000000000000" pitchFamily="2" charset="2"/>
              </a:rPr>
              <a:t>V-U: </a:t>
            </a:r>
            <a:r>
              <a:rPr lang="zh-CN" altLang="en-US" sz="2000" b="1" dirty="0">
                <a:solidFill>
                  <a:schemeClr val="tx1">
                    <a:lumMod val="65000"/>
                    <a:lumOff val="35000"/>
                  </a:schemeClr>
                </a:solidFill>
                <a:sym typeface="Wingdings" panose="05000000000000000000" pitchFamily="2" charset="2"/>
              </a:rPr>
              <a:t>未生成树集合</a:t>
            </a:r>
            <a:endParaRPr lang="en-US" altLang="zh-CN" sz="2000" b="1" dirty="0">
              <a:solidFill>
                <a:schemeClr val="tx1">
                  <a:lumMod val="65000"/>
                  <a:lumOff val="35000"/>
                </a:schemeClr>
              </a:solidFill>
            </a:endParaRPr>
          </a:p>
          <a:p>
            <a:pPr marL="285750" indent="-285750">
              <a:lnSpc>
                <a:spcPct val="120000"/>
              </a:lnSpc>
              <a:buFont typeface="Wingdings" panose="05000000000000000000" pitchFamily="2" charset="2"/>
              <a:buChar char="n"/>
            </a:pPr>
            <a:r>
              <a:rPr lang="zh-CN" altLang="en-US" dirty="0"/>
              <a:t>选择权值最小边的一个顶点</a:t>
            </a:r>
            <a:r>
              <a:rPr lang="en-US" altLang="zh-CN" dirty="0"/>
              <a:t>u</a:t>
            </a:r>
            <a:r>
              <a:rPr lang="zh-CN" altLang="en-US" dirty="0"/>
              <a:t>，初始化</a:t>
            </a:r>
            <a:r>
              <a:rPr lang="en-US" altLang="zh-CN" b="1" dirty="0">
                <a:solidFill>
                  <a:srgbClr val="B50988"/>
                </a:solidFill>
              </a:rPr>
              <a:t>U={u}</a:t>
            </a:r>
            <a:endParaRPr lang="zh-CN" altLang="en-US" b="1" dirty="0">
              <a:solidFill>
                <a:srgbClr val="B50988"/>
              </a:solidFill>
            </a:endParaRPr>
          </a:p>
          <a:p>
            <a:pPr marL="285750" indent="-285750">
              <a:lnSpc>
                <a:spcPct val="120000"/>
              </a:lnSpc>
              <a:buFont typeface="Wingdings" panose="05000000000000000000" pitchFamily="2" charset="2"/>
              <a:buChar char="n"/>
            </a:pPr>
            <a:r>
              <a:rPr lang="zh-CN" altLang="en-US" dirty="0"/>
              <a:t>在所有连接在</a:t>
            </a:r>
            <a:r>
              <a:rPr lang="en-US" altLang="zh-CN" b="1" dirty="0">
                <a:solidFill>
                  <a:srgbClr val="B50988"/>
                </a:solidFill>
              </a:rPr>
              <a:t>u</a:t>
            </a:r>
            <a:r>
              <a:rPr lang="zh-CN" altLang="en-US" dirty="0"/>
              <a:t>的边中挑选权值最小的边，设该边在</a:t>
            </a:r>
            <a:r>
              <a:rPr lang="en-US" altLang="zh-CN" b="1" dirty="0">
                <a:solidFill>
                  <a:schemeClr val="tx1">
                    <a:lumMod val="65000"/>
                    <a:lumOff val="35000"/>
                  </a:schemeClr>
                </a:solidFill>
              </a:rPr>
              <a:t>V-U</a:t>
            </a:r>
            <a:r>
              <a:rPr lang="zh-CN" altLang="en-US" dirty="0"/>
              <a:t>中的顶点是</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，将</a:t>
            </a:r>
            <a:r>
              <a:rPr lang="en-US" altLang="zh-CN" b="1" dirty="0">
                <a:solidFill>
                  <a:schemeClr val="tx1">
                    <a:lumMod val="65000"/>
                    <a:lumOff val="35000"/>
                  </a:schemeClr>
                </a:solidFill>
              </a:rPr>
              <a:t>v</a:t>
            </a:r>
            <a:r>
              <a:rPr lang="en-US" altLang="zh-CN" b="1" baseline="-25000" dirty="0">
                <a:solidFill>
                  <a:schemeClr val="tx1">
                    <a:lumMod val="65000"/>
                    <a:lumOff val="35000"/>
                  </a:schemeClr>
                </a:solidFill>
              </a:rPr>
              <a:t>1</a:t>
            </a:r>
            <a:r>
              <a:rPr lang="zh-CN" altLang="en-US" dirty="0"/>
              <a:t>加入</a:t>
            </a:r>
            <a:r>
              <a:rPr lang="en-US" altLang="zh-CN" b="1" dirty="0">
                <a:solidFill>
                  <a:srgbClr val="B50988"/>
                </a:solidFill>
              </a:rPr>
              <a:t>U</a:t>
            </a:r>
            <a:r>
              <a:rPr lang="zh-CN" altLang="en-US" dirty="0"/>
              <a:t>中</a:t>
            </a:r>
            <a:endParaRPr lang="zh-CN" altLang="en-US" dirty="0"/>
          </a:p>
          <a:p>
            <a:pPr marL="285750" indent="-285750">
              <a:lnSpc>
                <a:spcPct val="120000"/>
              </a:lnSpc>
              <a:buFont typeface="Wingdings" panose="05000000000000000000" pitchFamily="2" charset="2"/>
              <a:buChar char="n"/>
            </a:pPr>
            <a:r>
              <a:rPr lang="zh-CN" altLang="en-US" b="1" dirty="0">
                <a:solidFill>
                  <a:srgbClr val="B50988"/>
                </a:solidFill>
                <a:latin typeface="+mn-ea"/>
              </a:rPr>
              <a:t>在所有的</a:t>
            </a:r>
            <a:r>
              <a:rPr lang="en-US" altLang="zh-CN" b="1" dirty="0">
                <a:solidFill>
                  <a:srgbClr val="B50988"/>
                </a:solidFill>
                <a:latin typeface="+mn-ea"/>
              </a:rPr>
              <a:t>U</a:t>
            </a:r>
            <a:r>
              <a:rPr lang="zh-CN" altLang="en-US" b="1" dirty="0">
                <a:solidFill>
                  <a:srgbClr val="B50988"/>
                </a:solidFill>
                <a:latin typeface="+mn-ea"/>
              </a:rPr>
              <a:t>中顶点</a:t>
            </a:r>
            <a:r>
              <a:rPr lang="zh-CN" altLang="en-US" dirty="0">
                <a:latin typeface="+mn-ea"/>
              </a:rPr>
              <a:t>和</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中顶点</a:t>
            </a:r>
            <a:r>
              <a:rPr lang="zh-CN" altLang="en-US" dirty="0">
                <a:latin typeface="+mn-ea"/>
              </a:rPr>
              <a:t>的边选取权值最小的边，</a:t>
            </a:r>
            <a:r>
              <a:rPr lang="zh-CN" altLang="en-US" dirty="0"/>
              <a:t>设该边在</a:t>
            </a:r>
            <a:r>
              <a:rPr lang="en-US" altLang="zh-CN" b="1" dirty="0">
                <a:solidFill>
                  <a:schemeClr val="tx1">
                    <a:lumMod val="65000"/>
                    <a:lumOff val="35000"/>
                  </a:schemeClr>
                </a:solidFill>
              </a:rPr>
              <a:t>V-U</a:t>
            </a:r>
            <a:r>
              <a:rPr lang="zh-CN" altLang="en-US" dirty="0"/>
              <a:t>中的顶点是</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，将</a:t>
            </a:r>
            <a:r>
              <a:rPr lang="en-US" altLang="zh-CN" b="1" dirty="0" err="1">
                <a:solidFill>
                  <a:schemeClr val="tx1">
                    <a:lumMod val="65000"/>
                    <a:lumOff val="35000"/>
                  </a:schemeClr>
                </a:solidFill>
              </a:rPr>
              <a:t>v</a:t>
            </a:r>
            <a:r>
              <a:rPr lang="en-US" altLang="zh-CN" b="1" baseline="-25000" dirty="0" err="1">
                <a:solidFill>
                  <a:schemeClr val="tx1">
                    <a:lumMod val="65000"/>
                    <a:lumOff val="35000"/>
                  </a:schemeClr>
                </a:solidFill>
              </a:rPr>
              <a:t>n</a:t>
            </a:r>
            <a:r>
              <a:rPr lang="zh-CN" altLang="en-US" dirty="0"/>
              <a:t>加入</a:t>
            </a:r>
            <a:r>
              <a:rPr lang="en-US" altLang="zh-CN" b="1" dirty="0">
                <a:solidFill>
                  <a:srgbClr val="B50988"/>
                </a:solidFill>
              </a:rPr>
              <a:t>U</a:t>
            </a:r>
            <a:r>
              <a:rPr lang="zh-CN" altLang="en-US" dirty="0"/>
              <a:t>中</a:t>
            </a:r>
            <a:endParaRPr lang="en-US" altLang="zh-CN" b="1" dirty="0">
              <a:solidFill>
                <a:srgbClr val="FF0000"/>
              </a:solidFill>
              <a:latin typeface="+mn-ea"/>
            </a:endParaRPr>
          </a:p>
          <a:p>
            <a:pPr marL="285750" indent="-285750">
              <a:lnSpc>
                <a:spcPct val="120000"/>
              </a:lnSpc>
              <a:buFont typeface="Wingdings" panose="05000000000000000000" pitchFamily="2" charset="2"/>
              <a:buChar char="n"/>
            </a:pPr>
            <a:r>
              <a:rPr lang="zh-CN" altLang="en-US" dirty="0">
                <a:latin typeface="+mn-ea"/>
              </a:rPr>
              <a:t>一直持续上述操作直到</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集合</a:t>
            </a:r>
            <a:r>
              <a:rPr lang="zh-CN" altLang="en-US" dirty="0">
                <a:latin typeface="+mn-ea"/>
              </a:rPr>
              <a:t>为空</a:t>
            </a:r>
            <a:endParaRPr lang="zh-CN" altLang="en-US" dirty="0"/>
          </a:p>
        </p:txBody>
      </p:sp>
      <p:sp>
        <p:nvSpPr>
          <p:cNvPr id="7" name="文本框 6"/>
          <p:cNvSpPr txBox="1"/>
          <p:nvPr>
            <p:custDataLst>
              <p:tags r:id="rId6"/>
            </p:custDataLst>
          </p:nvPr>
        </p:nvSpPr>
        <p:spPr>
          <a:xfrm>
            <a:off x="2027723" y="3523764"/>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28</a:t>
            </a:r>
            <a:endParaRPr lang="zh-CN" altLang="en-US" sz="1600" dirty="0">
              <a:solidFill>
                <a:schemeClr val="tx1">
                  <a:lumMod val="50000"/>
                  <a:lumOff val="50000"/>
                </a:schemeClr>
              </a:solidFill>
            </a:endParaRPr>
          </a:p>
        </p:txBody>
      </p:sp>
      <p:sp>
        <p:nvSpPr>
          <p:cNvPr id="8" name="文本框 7"/>
          <p:cNvSpPr txBox="1"/>
          <p:nvPr>
            <p:custDataLst>
              <p:tags r:id="rId7"/>
            </p:custDataLst>
          </p:nvPr>
        </p:nvSpPr>
        <p:spPr>
          <a:xfrm>
            <a:off x="946615" y="3887500"/>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10</a:t>
            </a:r>
            <a:endParaRPr lang="zh-CN" altLang="en-US" sz="1600" dirty="0">
              <a:solidFill>
                <a:schemeClr val="tx1">
                  <a:lumMod val="50000"/>
                  <a:lumOff val="50000"/>
                </a:schemeClr>
              </a:solidFill>
            </a:endParaRPr>
          </a:p>
        </p:txBody>
      </p:sp>
      <p:sp>
        <p:nvSpPr>
          <p:cNvPr id="9" name="文本框 8"/>
          <p:cNvSpPr txBox="1"/>
          <p:nvPr>
            <p:custDataLst>
              <p:tags r:id="rId8"/>
            </p:custDataLst>
          </p:nvPr>
        </p:nvSpPr>
        <p:spPr>
          <a:xfrm>
            <a:off x="969206"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25</a:t>
            </a:r>
            <a:endParaRPr lang="zh-CN" altLang="en-US" sz="1600" dirty="0">
              <a:solidFill>
                <a:schemeClr val="tx1">
                  <a:lumMod val="50000"/>
                  <a:lumOff val="50000"/>
                </a:schemeClr>
              </a:solidFill>
            </a:endParaRPr>
          </a:p>
        </p:txBody>
      </p:sp>
      <p:sp>
        <p:nvSpPr>
          <p:cNvPr id="10" name="文本框 9"/>
          <p:cNvSpPr txBox="1"/>
          <p:nvPr>
            <p:custDataLst>
              <p:tags r:id="rId9"/>
            </p:custDataLst>
          </p:nvPr>
        </p:nvSpPr>
        <p:spPr>
          <a:xfrm>
            <a:off x="1628848" y="471981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24</a:t>
            </a:r>
            <a:endParaRPr lang="zh-CN" altLang="en-US" sz="1600" dirty="0">
              <a:solidFill>
                <a:schemeClr val="tx1">
                  <a:lumMod val="50000"/>
                  <a:lumOff val="50000"/>
                </a:schemeClr>
              </a:solidFill>
            </a:endParaRPr>
          </a:p>
        </p:txBody>
      </p:sp>
      <p:sp>
        <p:nvSpPr>
          <p:cNvPr id="11" name="文本框 10"/>
          <p:cNvSpPr txBox="1"/>
          <p:nvPr>
            <p:custDataLst>
              <p:tags r:id="rId10"/>
            </p:custDataLst>
          </p:nvPr>
        </p:nvSpPr>
        <p:spPr>
          <a:xfrm>
            <a:off x="2108438" y="397786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14</a:t>
            </a:r>
            <a:endParaRPr lang="zh-CN" altLang="en-US" sz="1600" dirty="0">
              <a:solidFill>
                <a:schemeClr val="tx1">
                  <a:lumMod val="50000"/>
                  <a:lumOff val="50000"/>
                </a:schemeClr>
              </a:solidFill>
            </a:endParaRPr>
          </a:p>
        </p:txBody>
      </p:sp>
      <p:sp>
        <p:nvSpPr>
          <p:cNvPr id="13" name="文本框 12"/>
          <p:cNvSpPr txBox="1"/>
          <p:nvPr>
            <p:custDataLst>
              <p:tags r:id="rId11"/>
            </p:custDataLst>
          </p:nvPr>
        </p:nvSpPr>
        <p:spPr>
          <a:xfrm>
            <a:off x="3000901" y="396717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16</a:t>
            </a:r>
            <a:endParaRPr lang="zh-CN" altLang="en-US" sz="1600" dirty="0">
              <a:solidFill>
                <a:schemeClr val="tx1">
                  <a:lumMod val="50000"/>
                  <a:lumOff val="50000"/>
                </a:schemeClr>
              </a:solidFill>
            </a:endParaRPr>
          </a:p>
        </p:txBody>
      </p:sp>
      <p:sp>
        <p:nvSpPr>
          <p:cNvPr id="14" name="文本框 13"/>
          <p:cNvSpPr txBox="1"/>
          <p:nvPr>
            <p:custDataLst>
              <p:tags r:id="rId12"/>
            </p:custDataLst>
          </p:nvPr>
        </p:nvSpPr>
        <p:spPr>
          <a:xfrm>
            <a:off x="3019402"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12</a:t>
            </a:r>
            <a:endParaRPr lang="zh-CN" altLang="en-US" sz="1600" dirty="0">
              <a:solidFill>
                <a:schemeClr val="tx1">
                  <a:lumMod val="50000"/>
                  <a:lumOff val="50000"/>
                </a:schemeClr>
              </a:solidFill>
            </a:endParaRPr>
          </a:p>
        </p:txBody>
      </p:sp>
      <p:sp>
        <p:nvSpPr>
          <p:cNvPr id="15" name="文本框 14"/>
          <p:cNvSpPr txBox="1"/>
          <p:nvPr>
            <p:custDataLst>
              <p:tags r:id="rId13"/>
            </p:custDataLst>
          </p:nvPr>
        </p:nvSpPr>
        <p:spPr>
          <a:xfrm>
            <a:off x="2528517" y="474783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18</a:t>
            </a:r>
            <a:endParaRPr lang="zh-CN" altLang="en-US" sz="1600" dirty="0">
              <a:solidFill>
                <a:schemeClr val="tx1">
                  <a:lumMod val="50000"/>
                  <a:lumOff val="50000"/>
                </a:schemeClr>
              </a:solidFill>
            </a:endParaRPr>
          </a:p>
        </p:txBody>
      </p:sp>
      <p:sp>
        <p:nvSpPr>
          <p:cNvPr id="16" name="文本框 15"/>
          <p:cNvSpPr txBox="1"/>
          <p:nvPr>
            <p:custDataLst>
              <p:tags r:id="rId14"/>
            </p:custDataLst>
          </p:nvPr>
        </p:nvSpPr>
        <p:spPr>
          <a:xfrm>
            <a:off x="2040910" y="5353272"/>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rPr>
              <a:t>22</a:t>
            </a:r>
            <a:endParaRPr lang="zh-CN" altLang="en-US" sz="1600" dirty="0">
              <a:solidFill>
                <a:schemeClr val="tx1">
                  <a:lumMod val="50000"/>
                  <a:lumOff val="50000"/>
                </a:schemeClr>
              </a:solidFill>
            </a:endParaRPr>
          </a:p>
        </p:txBody>
      </p:sp>
      <p:sp>
        <p:nvSpPr>
          <p:cNvPr id="17" name="Oval 31"/>
          <p:cNvSpPr>
            <a:spLocks noChangeArrowheads="1"/>
          </p:cNvSpPr>
          <p:nvPr>
            <p:custDataLst>
              <p:tags r:id="rId15"/>
            </p:custDataLst>
          </p:nvPr>
        </p:nvSpPr>
        <p:spPr bwMode="auto">
          <a:xfrm>
            <a:off x="145661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8" name="Oval 31"/>
          <p:cNvSpPr>
            <a:spLocks noChangeArrowheads="1"/>
          </p:cNvSpPr>
          <p:nvPr>
            <p:custDataLst>
              <p:tags r:id="rId16"/>
            </p:custDataLst>
          </p:nvPr>
        </p:nvSpPr>
        <p:spPr bwMode="auto">
          <a:xfrm>
            <a:off x="89464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9" name="Oval 31"/>
          <p:cNvSpPr>
            <a:spLocks noChangeArrowheads="1"/>
          </p:cNvSpPr>
          <p:nvPr>
            <p:custDataLst>
              <p:tags r:id="rId17"/>
            </p:custDataLst>
          </p:nvPr>
        </p:nvSpPr>
        <p:spPr bwMode="auto">
          <a:xfrm>
            <a:off x="154234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0" name="Oval 31"/>
          <p:cNvSpPr>
            <a:spLocks noChangeArrowheads="1"/>
          </p:cNvSpPr>
          <p:nvPr>
            <p:custDataLst>
              <p:tags r:id="rId18"/>
            </p:custDataLst>
          </p:nvPr>
        </p:nvSpPr>
        <p:spPr bwMode="auto">
          <a:xfrm>
            <a:off x="251389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1" name="Oval 31"/>
          <p:cNvSpPr>
            <a:spLocks noChangeArrowheads="1"/>
          </p:cNvSpPr>
          <p:nvPr>
            <p:custDataLst>
              <p:tags r:id="rId19"/>
            </p:custDataLst>
          </p:nvPr>
        </p:nvSpPr>
        <p:spPr bwMode="auto">
          <a:xfrm>
            <a:off x="209605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2" name="Oval 31"/>
          <p:cNvSpPr>
            <a:spLocks noChangeArrowheads="1"/>
          </p:cNvSpPr>
          <p:nvPr>
            <p:custDataLst>
              <p:tags r:id="rId20"/>
            </p:custDataLst>
          </p:nvPr>
        </p:nvSpPr>
        <p:spPr bwMode="auto">
          <a:xfrm>
            <a:off x="2966599" y="4424721"/>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3" name="Oval 31"/>
          <p:cNvSpPr>
            <a:spLocks noChangeArrowheads="1"/>
          </p:cNvSpPr>
          <p:nvPr>
            <p:custDataLst>
              <p:tags r:id="rId21"/>
            </p:custDataLst>
          </p:nvPr>
        </p:nvSpPr>
        <p:spPr bwMode="auto">
          <a:xfrm>
            <a:off x="258237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4" name="直接连接符 23"/>
          <p:cNvCxnSpPr>
            <a:stCxn id="23" idx="2"/>
            <a:endCxn id="17" idx="6"/>
          </p:cNvCxnSpPr>
          <p:nvPr>
            <p:custDataLst>
              <p:tags r:id="rId22"/>
            </p:custDataLst>
          </p:nvPr>
        </p:nvCxnSpPr>
        <p:spPr>
          <a:xfrm flipH="1" flipV="1">
            <a:off x="1909324" y="3836222"/>
            <a:ext cx="673049" cy="345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3" idx="5"/>
            <a:endCxn id="22" idx="0"/>
          </p:cNvCxnSpPr>
          <p:nvPr>
            <p:custDataLst>
              <p:tags r:id="rId23"/>
            </p:custDataLst>
          </p:nvPr>
        </p:nvCxnSpPr>
        <p:spPr>
          <a:xfrm>
            <a:off x="2968781" y="3999732"/>
            <a:ext cx="224171"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2" idx="4"/>
            <a:endCxn id="20" idx="6"/>
          </p:cNvCxnSpPr>
          <p:nvPr>
            <p:custDataLst>
              <p:tags r:id="rId24"/>
            </p:custDataLst>
          </p:nvPr>
        </p:nvCxnSpPr>
        <p:spPr>
          <a:xfrm flipH="1">
            <a:off x="2966599" y="4877426"/>
            <a:ext cx="226353" cy="54947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1" idx="5"/>
            <a:endCxn id="20" idx="0"/>
          </p:cNvCxnSpPr>
          <p:nvPr>
            <p:custDataLst>
              <p:tags r:id="rId25"/>
            </p:custDataLst>
          </p:nvPr>
        </p:nvCxnSpPr>
        <p:spPr>
          <a:xfrm>
            <a:off x="2482462" y="4811129"/>
            <a:ext cx="257785"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3" idx="3"/>
            <a:endCxn id="21" idx="0"/>
          </p:cNvCxnSpPr>
          <p:nvPr>
            <p:custDataLst>
              <p:tags r:id="rId26"/>
            </p:custDataLst>
          </p:nvPr>
        </p:nvCxnSpPr>
        <p:spPr>
          <a:xfrm flipH="1">
            <a:off x="2322407" y="3999732"/>
            <a:ext cx="326263"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1" idx="3"/>
            <a:endCxn id="19" idx="0"/>
          </p:cNvCxnSpPr>
          <p:nvPr>
            <p:custDataLst>
              <p:tags r:id="rId27"/>
            </p:custDataLst>
          </p:nvPr>
        </p:nvCxnSpPr>
        <p:spPr>
          <a:xfrm flipH="1">
            <a:off x="1768697" y="4811129"/>
            <a:ext cx="393654"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9" idx="2"/>
            <a:endCxn id="18" idx="4"/>
          </p:cNvCxnSpPr>
          <p:nvPr>
            <p:custDataLst>
              <p:tags r:id="rId28"/>
            </p:custDataLst>
          </p:nvPr>
        </p:nvCxnSpPr>
        <p:spPr>
          <a:xfrm flipH="1" flipV="1">
            <a:off x="1120997" y="4929349"/>
            <a:ext cx="421347" cy="497548"/>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0" idx="2"/>
            <a:endCxn id="19" idx="6"/>
          </p:cNvCxnSpPr>
          <p:nvPr>
            <p:custDataLst>
              <p:tags r:id="rId29"/>
            </p:custDataLst>
          </p:nvPr>
        </p:nvCxnSpPr>
        <p:spPr>
          <a:xfrm flipH="1">
            <a:off x="1995049" y="5426897"/>
            <a:ext cx="518845"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7" idx="2"/>
            <a:endCxn id="18" idx="0"/>
          </p:cNvCxnSpPr>
          <p:nvPr>
            <p:custDataLst>
              <p:tags r:id="rId30"/>
            </p:custDataLst>
          </p:nvPr>
        </p:nvCxnSpPr>
        <p:spPr>
          <a:xfrm flipH="1">
            <a:off x="1120997" y="3836222"/>
            <a:ext cx="335622" cy="64042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Oval 31"/>
          <p:cNvSpPr>
            <a:spLocks noChangeArrowheads="1"/>
          </p:cNvSpPr>
          <p:nvPr>
            <p:custDataLst>
              <p:tags r:id="rId31"/>
            </p:custDataLst>
          </p:nvPr>
        </p:nvSpPr>
        <p:spPr bwMode="auto">
          <a:xfrm>
            <a:off x="595104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4" name="Oval 31"/>
          <p:cNvSpPr>
            <a:spLocks noChangeArrowheads="1"/>
          </p:cNvSpPr>
          <p:nvPr>
            <p:custDataLst>
              <p:tags r:id="rId32"/>
            </p:custDataLst>
          </p:nvPr>
        </p:nvSpPr>
        <p:spPr bwMode="auto">
          <a:xfrm>
            <a:off x="538907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5" name="Oval 31"/>
          <p:cNvSpPr>
            <a:spLocks noChangeArrowheads="1"/>
          </p:cNvSpPr>
          <p:nvPr>
            <p:custDataLst>
              <p:tags r:id="rId33"/>
            </p:custDataLst>
          </p:nvPr>
        </p:nvSpPr>
        <p:spPr bwMode="auto">
          <a:xfrm>
            <a:off x="603677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6" name="Oval 31"/>
          <p:cNvSpPr>
            <a:spLocks noChangeArrowheads="1"/>
          </p:cNvSpPr>
          <p:nvPr>
            <p:custDataLst>
              <p:tags r:id="rId34"/>
            </p:custDataLst>
          </p:nvPr>
        </p:nvSpPr>
        <p:spPr bwMode="auto">
          <a:xfrm>
            <a:off x="700832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7" name="Oval 31"/>
          <p:cNvSpPr>
            <a:spLocks noChangeArrowheads="1"/>
          </p:cNvSpPr>
          <p:nvPr>
            <p:custDataLst>
              <p:tags r:id="rId35"/>
            </p:custDataLst>
          </p:nvPr>
        </p:nvSpPr>
        <p:spPr bwMode="auto">
          <a:xfrm>
            <a:off x="659048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8" name="Oval 31"/>
          <p:cNvSpPr>
            <a:spLocks noChangeArrowheads="1"/>
          </p:cNvSpPr>
          <p:nvPr>
            <p:custDataLst>
              <p:tags r:id="rId36"/>
            </p:custDataLst>
          </p:nvPr>
        </p:nvSpPr>
        <p:spPr bwMode="auto">
          <a:xfrm>
            <a:off x="7461029"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9" name="Oval 31"/>
          <p:cNvSpPr>
            <a:spLocks noChangeArrowheads="1"/>
          </p:cNvSpPr>
          <p:nvPr>
            <p:custDataLst>
              <p:tags r:id="rId37"/>
            </p:custDataLst>
          </p:nvPr>
        </p:nvSpPr>
        <p:spPr bwMode="auto">
          <a:xfrm>
            <a:off x="707680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0" name="文本框 39"/>
          <p:cNvSpPr txBox="1"/>
          <p:nvPr>
            <p:custDataLst>
              <p:tags r:id="rId38"/>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sym typeface="Wingdings" panose="05000000000000000000" pitchFamily="2" charset="2"/>
              </a:rPr>
              <a:t>         U	={ 0, 5, 4, 3, 2 }</a:t>
            </a:r>
            <a:endParaRPr lang="en-US" altLang="zh-CN" sz="2000" b="1" dirty="0">
              <a:solidFill>
                <a:srgbClr val="B50988"/>
              </a:solidFill>
              <a:sym typeface="Wingdings" panose="05000000000000000000" pitchFamily="2" charset="2"/>
            </a:endParaRPr>
          </a:p>
          <a:p>
            <a:pPr>
              <a:lnSpc>
                <a:spcPct val="110000"/>
              </a:lnSpc>
            </a:pPr>
            <a:r>
              <a:rPr lang="en-US" altLang="zh-CN" sz="2000" b="1" dirty="0">
                <a:solidFill>
                  <a:schemeClr val="tx1">
                    <a:lumMod val="65000"/>
                    <a:lumOff val="35000"/>
                  </a:schemeClr>
                </a:solidFill>
                <a:sym typeface="Wingdings" panose="05000000000000000000" pitchFamily="2" charset="2"/>
              </a:rPr>
              <a:t>     V-U	={ 1, 6 }</a:t>
            </a:r>
            <a:endParaRPr lang="zh-CN" altLang="en-US" sz="2000" dirty="0"/>
          </a:p>
        </p:txBody>
      </p:sp>
      <p:cxnSp>
        <p:nvCxnSpPr>
          <p:cNvPr id="41" name="直接连接符 40"/>
          <p:cNvCxnSpPr>
            <a:stCxn id="33" idx="2"/>
            <a:endCxn id="34" idx="0"/>
          </p:cNvCxnSpPr>
          <p:nvPr>
            <p:custDataLst>
              <p:tags r:id="rId39"/>
            </p:custDataLst>
          </p:nvPr>
        </p:nvCxnSpPr>
        <p:spPr>
          <a:xfrm flipH="1">
            <a:off x="5615427" y="3836222"/>
            <a:ext cx="335622" cy="640422"/>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5" idx="2"/>
            <a:endCxn id="34" idx="4"/>
          </p:cNvCxnSpPr>
          <p:nvPr>
            <p:custDataLst>
              <p:tags r:id="rId40"/>
            </p:custDataLst>
          </p:nvPr>
        </p:nvCxnSpPr>
        <p:spPr>
          <a:xfrm flipH="1" flipV="1">
            <a:off x="5615427" y="4929349"/>
            <a:ext cx="421347" cy="497548"/>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36" idx="2"/>
            <a:endCxn id="35" idx="6"/>
          </p:cNvCxnSpPr>
          <p:nvPr>
            <p:custDataLst>
              <p:tags r:id="rId41"/>
            </p:custDataLst>
          </p:nvPr>
        </p:nvCxnSpPr>
        <p:spPr>
          <a:xfrm flipH="1">
            <a:off x="6489479" y="5426897"/>
            <a:ext cx="518845" cy="0"/>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8" idx="4"/>
            <a:endCxn id="36" idx="6"/>
          </p:cNvCxnSpPr>
          <p:nvPr>
            <p:custDataLst>
              <p:tags r:id="rId42"/>
            </p:custDataLst>
          </p:nvPr>
        </p:nvCxnSpPr>
        <p:spPr>
          <a:xfrm flipH="1">
            <a:off x="7461029" y="4877426"/>
            <a:ext cx="226353" cy="549471"/>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sp>
        <p:nvSpPr>
          <p:cNvPr id="48" name="矩形: 圆角 47"/>
          <p:cNvSpPr/>
          <p:nvPr>
            <p:custDataLst>
              <p:tags r:id="rId43"/>
            </p:custDataLst>
          </p:nvPr>
        </p:nvSpPr>
        <p:spPr>
          <a:xfrm>
            <a:off x="342528" y="2218748"/>
            <a:ext cx="8622085" cy="619426"/>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矩形: 圆角 48"/>
          <p:cNvSpPr/>
          <p:nvPr>
            <p:custDataLst>
              <p:tags r:id="rId44"/>
            </p:custDataLst>
          </p:nvPr>
        </p:nvSpPr>
        <p:spPr>
          <a:xfrm>
            <a:off x="342528" y="2872811"/>
            <a:ext cx="3791867" cy="270000"/>
          </a:xfrm>
          <a:prstGeom prst="roundRect">
            <a:avLst>
              <a:gd name="adj" fmla="val 4150"/>
            </a:avLst>
          </a:prstGeom>
          <a:solidFill>
            <a:srgbClr val="B50988">
              <a:alpha val="21000"/>
            </a:srgbClr>
          </a:solidFill>
          <a:ln>
            <a:solidFill>
              <a:srgbClr val="B50988">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22" presetClass="entr" presetSubtype="4"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wipe(down)">
                                      <p:cBhvr>
                                        <p:cTn id="13" dur="500"/>
                                        <p:tgtEl>
                                          <p:spTgt spid="44"/>
                                        </p:tgtEl>
                                      </p:cBhvr>
                                    </p:animEffect>
                                  </p:childTnLst>
                                </p:cTn>
                              </p:par>
                            </p:childTnLst>
                          </p:cTn>
                        </p:par>
                        <p:par>
                          <p:cTn id="14" fill="hold">
                            <p:stCondLst>
                              <p:cond delay="500"/>
                            </p:stCondLst>
                            <p:childTnLst>
                              <p:par>
                                <p:cTn id="15" presetID="1" presetClass="emph" presetSubtype="2" fill="hold" nodeType="afterEffect">
                                  <p:stCondLst>
                                    <p:cond delay="0"/>
                                  </p:stCondLst>
                                  <p:childTnLst>
                                    <p:animClr clrSpc="rgb" dir="cw">
                                      <p:cBhvr>
                                        <p:cTn id="16" dur="500" fill="hold"/>
                                        <p:tgtEl>
                                          <p:spTgt spid="38"/>
                                        </p:tgtEl>
                                        <p:attrNameLst>
                                          <p:attrName>fillcolor</p:attrName>
                                        </p:attrNameLst>
                                      </p:cBhvr>
                                      <p:to>
                                        <a:srgbClr val="B50988"/>
                                      </p:to>
                                    </p:animClr>
                                    <p:set>
                                      <p:cBhvr>
                                        <p:cTn id="17" dur="500" fill="hold"/>
                                        <p:tgtEl>
                                          <p:spTgt spid="38"/>
                                        </p:tgtEl>
                                        <p:attrNameLst>
                                          <p:attrName>fill.type</p:attrName>
                                        </p:attrNameLst>
                                      </p:cBhvr>
                                      <p:to>
                                        <p:strVal val="solid"/>
                                      </p:to>
                                    </p:set>
                                    <p:set>
                                      <p:cBhvr>
                                        <p:cTn id="18" dur="500" fill="hold"/>
                                        <p:tgtEl>
                                          <p:spTgt spid="38"/>
                                        </p:tgtEl>
                                        <p:attrNameLst>
                                          <p:attrName>fill.on</p:attrName>
                                        </p:attrNameLst>
                                      </p:cBhvr>
                                      <p:to>
                                        <p:strVal val="true"/>
                                      </p:to>
                                    </p:set>
                                  </p:childTnLst>
                                </p:cTn>
                              </p:par>
                              <p:par>
                                <p:cTn id="19" presetID="10"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mph" presetSubtype="0" fill="hold" grpId="0" nodeType="clickEffect">
                                  <p:stCondLst>
                                    <p:cond delay="0"/>
                                  </p:stCondLst>
                                  <p:childTnLst>
                                    <p:animEffect transition="out" filter="fade">
                                      <p:cBhvr>
                                        <p:cTn id="25" dur="500" tmFilter="0, 0; .2, .5; .8, .5; 1, 0"/>
                                        <p:tgtEl>
                                          <p:spTgt spid="48"/>
                                        </p:tgtEl>
                                      </p:cBhvr>
                                    </p:animEffect>
                                    <p:animScale>
                                      <p:cBhvr>
                                        <p:cTn id="26" dur="250" autoRev="1" fill="hold"/>
                                        <p:tgtEl>
                                          <p:spTgt spid="48"/>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7" presetClass="emph" presetSubtype="2" fill="hold" nodeType="clickEffect">
                                  <p:stCondLst>
                                    <p:cond delay="0"/>
                                  </p:stCondLst>
                                  <p:childTnLst>
                                    <p:animClr clrSpc="rgb" dir="cw">
                                      <p:cBhvr>
                                        <p:cTn id="30" dur="500" fill="hold"/>
                                        <p:tgtEl>
                                          <p:spTgt spid="25"/>
                                        </p:tgtEl>
                                        <p:attrNameLst>
                                          <p:attrName>stroke.color</p:attrName>
                                        </p:attrNameLst>
                                      </p:cBhvr>
                                      <p:to>
                                        <a:srgbClr val="CC00FF"/>
                                      </p:to>
                                    </p:animClr>
                                    <p:set>
                                      <p:cBhvr>
                                        <p:cTn id="31" dur="500" fill="hold"/>
                                        <p:tgtEl>
                                          <p:spTgt spid="25"/>
                                        </p:tgtEl>
                                        <p:attrNameLst>
                                          <p:attrName>stroke.on</p:attrName>
                                        </p:attrNameLst>
                                      </p:cBhvr>
                                      <p:to>
                                        <p:strVal val="true"/>
                                      </p:to>
                                    </p:set>
                                  </p:childTnLst>
                                </p:cTn>
                              </p:par>
                              <p:par>
                                <p:cTn id="32" presetID="7" presetClass="emph" presetSubtype="2" fill="hold" nodeType="withEffect">
                                  <p:stCondLst>
                                    <p:cond delay="0"/>
                                  </p:stCondLst>
                                  <p:childTnLst>
                                    <p:animClr clrSpc="rgb" dir="cw">
                                      <p:cBhvr>
                                        <p:cTn id="33" dur="500" fill="hold"/>
                                        <p:tgtEl>
                                          <p:spTgt spid="27"/>
                                        </p:tgtEl>
                                        <p:attrNameLst>
                                          <p:attrName>stroke.color</p:attrName>
                                        </p:attrNameLst>
                                      </p:cBhvr>
                                      <p:to>
                                        <a:srgbClr val="CC00FF"/>
                                      </p:to>
                                    </p:animClr>
                                    <p:set>
                                      <p:cBhvr>
                                        <p:cTn id="34" dur="500" fill="hold"/>
                                        <p:tgtEl>
                                          <p:spTgt spid="27"/>
                                        </p:tgtEl>
                                        <p:attrNameLst>
                                          <p:attrName>stroke.on</p:attrName>
                                        </p:attrNameLst>
                                      </p:cBhvr>
                                      <p:to>
                                        <p:strVal val="true"/>
                                      </p:to>
                                    </p:set>
                                  </p:childTnLst>
                                </p:cTn>
                              </p:par>
                              <p:par>
                                <p:cTn id="35" presetID="7" presetClass="emph" presetSubtype="2" fill="hold" nodeType="withEffect">
                                  <p:stCondLst>
                                    <p:cond delay="0"/>
                                  </p:stCondLst>
                                  <p:childTnLst>
                                    <p:animClr clrSpc="rgb" dir="cw">
                                      <p:cBhvr>
                                        <p:cTn id="36" dur="500" fill="hold"/>
                                        <p:tgtEl>
                                          <p:spTgt spid="29"/>
                                        </p:tgtEl>
                                        <p:attrNameLst>
                                          <p:attrName>stroke.color</p:attrName>
                                        </p:attrNameLst>
                                      </p:cBhvr>
                                      <p:to>
                                        <a:srgbClr val="CC00FF"/>
                                      </p:to>
                                    </p:animClr>
                                    <p:set>
                                      <p:cBhvr>
                                        <p:cTn id="37" dur="500" fill="hold"/>
                                        <p:tgtEl>
                                          <p:spTgt spid="29"/>
                                        </p:tgtEl>
                                        <p:attrNameLst>
                                          <p:attrName>stroke.on</p:attrName>
                                        </p:attrNameLst>
                                      </p:cBhvr>
                                      <p:to>
                                        <p:strVal val="true"/>
                                      </p:to>
                                    </p:set>
                                  </p:childTnLst>
                                </p:cTn>
                              </p:par>
                              <p:par>
                                <p:cTn id="38" presetID="7" presetClass="emph" presetSubtype="2" fill="hold" nodeType="withEffect">
                                  <p:stCondLst>
                                    <p:cond delay="0"/>
                                  </p:stCondLst>
                                  <p:childTnLst>
                                    <p:animClr clrSpc="rgb" dir="cw">
                                      <p:cBhvr>
                                        <p:cTn id="39" dur="500" fill="hold"/>
                                        <p:tgtEl>
                                          <p:spTgt spid="24"/>
                                        </p:tgtEl>
                                        <p:attrNameLst>
                                          <p:attrName>stroke.color</p:attrName>
                                        </p:attrNameLst>
                                      </p:cBhvr>
                                      <p:to>
                                        <a:srgbClr val="CC00FF"/>
                                      </p:to>
                                    </p:animClr>
                                    <p:set>
                                      <p:cBhvr>
                                        <p:cTn id="40" dur="500" fill="hold"/>
                                        <p:tgtEl>
                                          <p:spTgt spid="24"/>
                                        </p:tgtEl>
                                        <p:attrNameLst>
                                          <p:attrName>stroke.on</p:attrName>
                                        </p:attrNameLst>
                                      </p:cBhvr>
                                      <p:to>
                                        <p:strVal val="true"/>
                                      </p:to>
                                    </p:set>
                                  </p:childTnLst>
                                </p:cTn>
                              </p:par>
                              <p:par>
                                <p:cTn id="41" presetID="3" presetClass="emph" presetSubtype="2" fill="hold" grpId="0" nodeType="withEffect">
                                  <p:stCondLst>
                                    <p:cond delay="0"/>
                                  </p:stCondLst>
                                  <p:childTnLst>
                                    <p:animClr clrSpc="rgb" dir="cw">
                                      <p:cBhvr override="childStyle">
                                        <p:cTn id="42" dur="500" fill="hold"/>
                                        <p:tgtEl>
                                          <p:spTgt spid="13"/>
                                        </p:tgtEl>
                                        <p:attrNameLst>
                                          <p:attrName>style.color</p:attrName>
                                        </p:attrNameLst>
                                      </p:cBhvr>
                                      <p:to>
                                        <a:srgbClr val="CC00FF"/>
                                      </p:to>
                                    </p:animClr>
                                  </p:childTnLst>
                                </p:cTn>
                              </p:par>
                              <p:par>
                                <p:cTn id="43" presetID="3" presetClass="emph" presetSubtype="2" fill="hold" grpId="0" nodeType="withEffect">
                                  <p:stCondLst>
                                    <p:cond delay="0"/>
                                  </p:stCondLst>
                                  <p:childTnLst>
                                    <p:animClr clrSpc="rgb" dir="cw">
                                      <p:cBhvr override="childStyle">
                                        <p:cTn id="44" dur="500" fill="hold"/>
                                        <p:tgtEl>
                                          <p:spTgt spid="15"/>
                                        </p:tgtEl>
                                        <p:attrNameLst>
                                          <p:attrName>style.color</p:attrName>
                                        </p:attrNameLst>
                                      </p:cBhvr>
                                      <p:to>
                                        <a:srgbClr val="CC00FF"/>
                                      </p:to>
                                    </p:animClr>
                                  </p:childTnLst>
                                </p:cTn>
                              </p:par>
                              <p:par>
                                <p:cTn id="45" presetID="3" presetClass="emph" presetSubtype="2" fill="hold" grpId="0" nodeType="withEffect">
                                  <p:stCondLst>
                                    <p:cond delay="0"/>
                                  </p:stCondLst>
                                  <p:childTnLst>
                                    <p:animClr clrSpc="rgb" dir="cw">
                                      <p:cBhvr override="childStyle">
                                        <p:cTn id="46" dur="500" fill="hold"/>
                                        <p:tgtEl>
                                          <p:spTgt spid="10"/>
                                        </p:tgtEl>
                                        <p:attrNameLst>
                                          <p:attrName>style.color</p:attrName>
                                        </p:attrNameLst>
                                      </p:cBhvr>
                                      <p:to>
                                        <a:srgbClr val="CC00FF"/>
                                      </p:to>
                                    </p:animClr>
                                  </p:childTnLst>
                                </p:cTn>
                              </p:par>
                              <p:par>
                                <p:cTn id="47" presetID="3" presetClass="emph" presetSubtype="2" fill="hold" grpId="0" nodeType="withEffect">
                                  <p:stCondLst>
                                    <p:cond delay="0"/>
                                  </p:stCondLst>
                                  <p:childTnLst>
                                    <p:animClr clrSpc="rgb" dir="cw">
                                      <p:cBhvr override="childStyle">
                                        <p:cTn id="48" dur="500" fill="hold"/>
                                        <p:tgtEl>
                                          <p:spTgt spid="7"/>
                                        </p:tgtEl>
                                        <p:attrNameLst>
                                          <p:attrName>style.color</p:attrName>
                                        </p:attrNameLst>
                                      </p:cBhvr>
                                      <p:to>
                                        <a:srgbClr val="CC00FF"/>
                                      </p:to>
                                    </p:animClr>
                                  </p:childTnLst>
                                </p:cTn>
                              </p:par>
                            </p:childTnLst>
                          </p:cTn>
                        </p:par>
                      </p:childTnLst>
                    </p:cTn>
                  </p:par>
                  <p:par>
                    <p:cTn id="49" fill="hold">
                      <p:stCondLst>
                        <p:cond delay="indefinite"/>
                      </p:stCondLst>
                      <p:childTnLst>
                        <p:par>
                          <p:cTn id="50" fill="hold">
                            <p:stCondLst>
                              <p:cond delay="0"/>
                            </p:stCondLst>
                            <p:childTnLst>
                              <p:par>
                                <p:cTn id="51" presetID="26" presetClass="emph" presetSubtype="0" fill="hold" nodeType="clickEffect">
                                  <p:stCondLst>
                                    <p:cond delay="0"/>
                                  </p:stCondLst>
                                  <p:childTnLst>
                                    <p:animEffect transition="out" filter="fade">
                                      <p:cBhvr>
                                        <p:cTn id="52" dur="500" tmFilter="0, 0; .2, .5; .8, .5; 1, 0"/>
                                        <p:tgtEl>
                                          <p:spTgt spid="25"/>
                                        </p:tgtEl>
                                      </p:cBhvr>
                                    </p:animEffect>
                                    <p:animScale>
                                      <p:cBhvr>
                                        <p:cTn id="53" dur="250" autoRev="1" fill="hold"/>
                                        <p:tgtEl>
                                          <p:spTgt spid="25"/>
                                        </p:tgtEl>
                                      </p:cBhvr>
                                      <p:by x="105000" y="105000"/>
                                    </p:animScale>
                                  </p:childTnLst>
                                </p:cTn>
                              </p:par>
                              <p:par>
                                <p:cTn id="54" presetID="26" presetClass="emph" presetSubtype="0" fill="hold" grpId="1" nodeType="withEffect">
                                  <p:stCondLst>
                                    <p:cond delay="0"/>
                                  </p:stCondLst>
                                  <p:childTnLst>
                                    <p:animEffect transition="out" filter="fade">
                                      <p:cBhvr>
                                        <p:cTn id="55" dur="500" tmFilter="0, 0; .2, .5; .8, .5; 1, 0"/>
                                        <p:tgtEl>
                                          <p:spTgt spid="13"/>
                                        </p:tgtEl>
                                      </p:cBhvr>
                                    </p:animEffect>
                                    <p:animScale>
                                      <p:cBhvr>
                                        <p:cTn id="56" dur="250" autoRev="1" fill="hold"/>
                                        <p:tgtEl>
                                          <p:spTgt spid="13"/>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7" presetClass="emph" presetSubtype="2" fill="hold" nodeType="clickEffect">
                                  <p:stCondLst>
                                    <p:cond delay="0"/>
                                  </p:stCondLst>
                                  <p:childTnLst>
                                    <p:animClr clrSpc="rgb" dir="cw">
                                      <p:cBhvr>
                                        <p:cTn id="60" dur="500" fill="hold"/>
                                        <p:tgtEl>
                                          <p:spTgt spid="25"/>
                                        </p:tgtEl>
                                        <p:attrNameLst>
                                          <p:attrName>stroke.color</p:attrName>
                                        </p:attrNameLst>
                                      </p:cBhvr>
                                      <p:to>
                                        <a:srgbClr val="B50988"/>
                                      </p:to>
                                    </p:animClr>
                                    <p:set>
                                      <p:cBhvr>
                                        <p:cTn id="61" dur="500" fill="hold"/>
                                        <p:tgtEl>
                                          <p:spTgt spid="25"/>
                                        </p:tgtEl>
                                        <p:attrNameLst>
                                          <p:attrName>stroke.on</p:attrName>
                                        </p:attrNameLst>
                                      </p:cBhvr>
                                      <p:to>
                                        <p:strVal val="true"/>
                                      </p:to>
                                    </p:set>
                                  </p:childTnLst>
                                </p:cTn>
                              </p:par>
                              <p:par>
                                <p:cTn id="62" presetID="3" presetClass="emph" presetSubtype="2" fill="hold" grpId="2" nodeType="withEffect">
                                  <p:stCondLst>
                                    <p:cond delay="0"/>
                                  </p:stCondLst>
                                  <p:childTnLst>
                                    <p:animClr clrSpc="rgb" dir="cw">
                                      <p:cBhvr override="childStyle">
                                        <p:cTn id="63" dur="500" fill="hold"/>
                                        <p:tgtEl>
                                          <p:spTgt spid="13"/>
                                        </p:tgtEl>
                                        <p:attrNameLst>
                                          <p:attrName>style.color</p:attrName>
                                        </p:attrNameLst>
                                      </p:cBhvr>
                                      <p:to>
                                        <a:srgbClr val="B50988"/>
                                      </p:to>
                                    </p:animClr>
                                  </p:childTnLst>
                                </p:cTn>
                              </p:par>
                              <p:par>
                                <p:cTn id="64" presetID="7" presetClass="emph" presetSubtype="2" fill="hold" nodeType="withEffect">
                                  <p:stCondLst>
                                    <p:cond delay="0"/>
                                  </p:stCondLst>
                                  <p:childTnLst>
                                    <p:animClr clrSpc="rgb" dir="cw">
                                      <p:cBhvr>
                                        <p:cTn id="65" dur="10" fill="hold"/>
                                        <p:tgtEl>
                                          <p:spTgt spid="27"/>
                                        </p:tgtEl>
                                        <p:attrNameLst>
                                          <p:attrName>stroke.color</p:attrName>
                                        </p:attrNameLst>
                                      </p:cBhvr>
                                      <p:to>
                                        <a:srgbClr val="7F7F7F"/>
                                      </p:to>
                                    </p:animClr>
                                    <p:set>
                                      <p:cBhvr>
                                        <p:cTn id="66" dur="10" fill="hold"/>
                                        <p:tgtEl>
                                          <p:spTgt spid="27"/>
                                        </p:tgtEl>
                                        <p:attrNameLst>
                                          <p:attrName>stroke.on</p:attrName>
                                        </p:attrNameLst>
                                      </p:cBhvr>
                                      <p:to>
                                        <p:strVal val="true"/>
                                      </p:to>
                                    </p:set>
                                  </p:childTnLst>
                                </p:cTn>
                              </p:par>
                              <p:par>
                                <p:cTn id="67" presetID="7" presetClass="emph" presetSubtype="2" fill="hold" nodeType="withEffect">
                                  <p:stCondLst>
                                    <p:cond delay="0"/>
                                  </p:stCondLst>
                                  <p:childTnLst>
                                    <p:animClr clrSpc="rgb" dir="cw">
                                      <p:cBhvr>
                                        <p:cTn id="68" dur="10" fill="hold"/>
                                        <p:tgtEl>
                                          <p:spTgt spid="29"/>
                                        </p:tgtEl>
                                        <p:attrNameLst>
                                          <p:attrName>stroke.color</p:attrName>
                                        </p:attrNameLst>
                                      </p:cBhvr>
                                      <p:to>
                                        <a:srgbClr val="7F7F7F"/>
                                      </p:to>
                                    </p:animClr>
                                    <p:set>
                                      <p:cBhvr>
                                        <p:cTn id="69" dur="10" fill="hold"/>
                                        <p:tgtEl>
                                          <p:spTgt spid="29"/>
                                        </p:tgtEl>
                                        <p:attrNameLst>
                                          <p:attrName>stroke.on</p:attrName>
                                        </p:attrNameLst>
                                      </p:cBhvr>
                                      <p:to>
                                        <p:strVal val="true"/>
                                      </p:to>
                                    </p:set>
                                  </p:childTnLst>
                                </p:cTn>
                              </p:par>
                              <p:par>
                                <p:cTn id="70" presetID="7" presetClass="emph" presetSubtype="2" fill="hold" nodeType="withEffect">
                                  <p:stCondLst>
                                    <p:cond delay="0"/>
                                  </p:stCondLst>
                                  <p:childTnLst>
                                    <p:animClr clrSpc="rgb" dir="cw">
                                      <p:cBhvr>
                                        <p:cTn id="71" dur="10" fill="hold"/>
                                        <p:tgtEl>
                                          <p:spTgt spid="24"/>
                                        </p:tgtEl>
                                        <p:attrNameLst>
                                          <p:attrName>stroke.color</p:attrName>
                                        </p:attrNameLst>
                                      </p:cBhvr>
                                      <p:to>
                                        <a:srgbClr val="7F7F7F"/>
                                      </p:to>
                                    </p:animClr>
                                    <p:set>
                                      <p:cBhvr>
                                        <p:cTn id="72" dur="10" fill="hold"/>
                                        <p:tgtEl>
                                          <p:spTgt spid="24"/>
                                        </p:tgtEl>
                                        <p:attrNameLst>
                                          <p:attrName>stroke.on</p:attrName>
                                        </p:attrNameLst>
                                      </p:cBhvr>
                                      <p:to>
                                        <p:strVal val="true"/>
                                      </p:to>
                                    </p:set>
                                  </p:childTnLst>
                                </p:cTn>
                              </p:par>
                              <p:par>
                                <p:cTn id="73" presetID="3" presetClass="emph" presetSubtype="2" fill="hold" grpId="1" nodeType="withEffect">
                                  <p:stCondLst>
                                    <p:cond delay="0"/>
                                  </p:stCondLst>
                                  <p:childTnLst>
                                    <p:animClr clrSpc="rgb" dir="cw">
                                      <p:cBhvr override="childStyle">
                                        <p:cTn id="74" dur="10" fill="hold"/>
                                        <p:tgtEl>
                                          <p:spTgt spid="15"/>
                                        </p:tgtEl>
                                        <p:attrNameLst>
                                          <p:attrName>style.color</p:attrName>
                                        </p:attrNameLst>
                                      </p:cBhvr>
                                      <p:to>
                                        <a:srgbClr val="7F7F7F"/>
                                      </p:to>
                                    </p:animClr>
                                  </p:childTnLst>
                                </p:cTn>
                              </p:par>
                              <p:par>
                                <p:cTn id="75" presetID="3" presetClass="emph" presetSubtype="2" fill="hold" grpId="1" nodeType="withEffect">
                                  <p:stCondLst>
                                    <p:cond delay="0"/>
                                  </p:stCondLst>
                                  <p:childTnLst>
                                    <p:animClr clrSpc="rgb" dir="cw">
                                      <p:cBhvr override="childStyle">
                                        <p:cTn id="76" dur="10" fill="hold"/>
                                        <p:tgtEl>
                                          <p:spTgt spid="10"/>
                                        </p:tgtEl>
                                        <p:attrNameLst>
                                          <p:attrName>style.color</p:attrName>
                                        </p:attrNameLst>
                                      </p:cBhvr>
                                      <p:to>
                                        <a:srgbClr val="7F7F7F"/>
                                      </p:to>
                                    </p:animClr>
                                  </p:childTnLst>
                                </p:cTn>
                              </p:par>
                              <p:par>
                                <p:cTn id="77" presetID="3" presetClass="emph" presetSubtype="2" fill="hold" grpId="1" nodeType="withEffect">
                                  <p:stCondLst>
                                    <p:cond delay="0"/>
                                  </p:stCondLst>
                                  <p:childTnLst>
                                    <p:animClr clrSpc="rgb" dir="cw">
                                      <p:cBhvr override="childStyle">
                                        <p:cTn id="78" dur="10" fill="hold"/>
                                        <p:tgtEl>
                                          <p:spTgt spid="7"/>
                                        </p:tgtEl>
                                        <p:attrNameLst>
                                          <p:attrName>style.color</p:attrName>
                                        </p:attrNameLst>
                                      </p:cBhvr>
                                      <p:to>
                                        <a:srgbClr val="7F7F7F"/>
                                      </p:to>
                                    </p:animClr>
                                  </p:childTnLst>
                                </p:cTn>
                              </p:par>
                            </p:childTnLst>
                          </p:cTn>
                        </p:par>
                        <p:par>
                          <p:cTn id="79" fill="hold">
                            <p:stCondLst>
                              <p:cond delay="500"/>
                            </p:stCondLst>
                            <p:childTnLst>
                              <p:par>
                                <p:cTn id="80" presetID="1" presetClass="emph" presetSubtype="2" fill="hold" nodeType="afterEffect">
                                  <p:stCondLst>
                                    <p:cond delay="0"/>
                                  </p:stCondLst>
                                  <p:childTnLst>
                                    <p:animClr clrSpc="rgb" dir="cw">
                                      <p:cBhvr>
                                        <p:cTn id="81" dur="500" fill="hold"/>
                                        <p:tgtEl>
                                          <p:spTgt spid="23"/>
                                        </p:tgtEl>
                                        <p:attrNameLst>
                                          <p:attrName>fillcolor</p:attrName>
                                        </p:attrNameLst>
                                      </p:cBhvr>
                                      <p:to>
                                        <a:srgbClr val="B50988"/>
                                      </p:to>
                                    </p:animClr>
                                    <p:set>
                                      <p:cBhvr>
                                        <p:cTn id="82" dur="500" fill="hold"/>
                                        <p:tgtEl>
                                          <p:spTgt spid="23"/>
                                        </p:tgtEl>
                                        <p:attrNameLst>
                                          <p:attrName>fill.type</p:attrName>
                                        </p:attrNameLst>
                                      </p:cBhvr>
                                      <p:to>
                                        <p:strVal val="solid"/>
                                      </p:to>
                                    </p:set>
                                    <p:set>
                                      <p:cBhvr>
                                        <p:cTn id="83" dur="500" fill="hold"/>
                                        <p:tgtEl>
                                          <p:spTgt spid="2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bldLvl="0" animBg="1"/>
      <p:bldP spid="7" grpId="0"/>
      <p:bldP spid="7" grpId="1"/>
      <p:bldP spid="10" grpId="0"/>
      <p:bldP spid="10" grpId="1"/>
      <p:bldP spid="13" grpId="0"/>
      <p:bldP spid="13" grpId="1"/>
      <p:bldP spid="13" grpId="2"/>
      <p:bldP spid="15" grpId="0"/>
      <p:bldP spid="15" grpId="1"/>
      <p:bldP spid="40" grpId="0" bldLvl="0" animBg="1"/>
      <p:bldP spid="48"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5" name="文本框 4"/>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45" name="椭圆 44"/>
          <p:cNvSpPr/>
          <p:nvPr>
            <p:custDataLst>
              <p:tags r:id="rId2"/>
            </p:custDataLst>
          </p:nvPr>
        </p:nvSpPr>
        <p:spPr bwMode="auto">
          <a:xfrm>
            <a:off x="1795279" y="4166483"/>
            <a:ext cx="1000132" cy="857256"/>
          </a:xfrm>
          <a:prstGeom prst="ellipse">
            <a:avLst/>
          </a:prstGeom>
          <a:solidFill>
            <a:schemeClr val="bg1">
              <a:lumMod val="50000"/>
              <a:alpha val="20000"/>
            </a:schemeClr>
          </a:solidFill>
          <a:ln w="19050" cap="flat" cmpd="sng">
            <a:solidFill>
              <a:schemeClr val="bg1">
                <a:lumMod val="50000"/>
                <a:alpha val="50000"/>
              </a:schemeClr>
            </a:solidFill>
            <a:prstDash val="dash"/>
            <a:round/>
            <a:headEnd type="none" w="med" len="med"/>
            <a:tailEnd type="none" w="med" len="lg"/>
          </a:ln>
          <a:effectLst/>
        </p:spPr>
        <p:txBody>
          <a:bodyPr wrap="none" rtlCol="0" anchor="ctr"/>
          <a:p>
            <a:pPr algn="ctr"/>
            <a:endParaRPr lang="zh-CN" altLang="en-US" dirty="0">
              <a:latin typeface="+mn-ea"/>
              <a:cs typeface="Consolas" panose="020B0609020204030204" pitchFamily="49" charset="0"/>
            </a:endParaRPr>
          </a:p>
        </p:txBody>
      </p:sp>
      <p:sp>
        <p:nvSpPr>
          <p:cNvPr id="4" name="文本框 3"/>
          <p:cNvSpPr txBox="1"/>
          <p:nvPr>
            <p:custDataLst>
              <p:tags r:id="rId3"/>
            </p:custDataLst>
          </p:nvPr>
        </p:nvSpPr>
        <p:spPr>
          <a:xfrm>
            <a:off x="0" y="719822"/>
            <a:ext cx="8010525"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普里姆</a:t>
            </a:r>
            <a:r>
              <a:rPr kumimoji="1" lang="en-US" altLang="zh-CN" sz="2000" b="1" dirty="0">
                <a:solidFill>
                  <a:srgbClr val="0099BC"/>
                </a:solidFill>
                <a:latin typeface="+mn-ea"/>
                <a:cs typeface="Consolas" panose="020B0609020204030204" pitchFamily="49" charset="0"/>
              </a:rPr>
              <a:t>(Prim)</a:t>
            </a:r>
            <a:r>
              <a:rPr kumimoji="1" lang="zh-CN" altLang="en-US" sz="2000" b="1" dirty="0">
                <a:solidFill>
                  <a:srgbClr val="0099BC"/>
                </a:solidFill>
                <a:latin typeface="+mn-ea"/>
                <a:cs typeface="Consolas" panose="020B0609020204030204" pitchFamily="49" charset="0"/>
              </a:rPr>
              <a:t>算法是一种构造性算法，用于构造最小生成树</a:t>
            </a:r>
            <a:endParaRPr lang="zh-CN" altLang="en-US" sz="2000" b="1" dirty="0">
              <a:solidFill>
                <a:srgbClr val="0099BC"/>
              </a:solidFill>
              <a:latin typeface="+mn-ea"/>
            </a:endParaRPr>
          </a:p>
        </p:txBody>
      </p:sp>
      <p:sp>
        <p:nvSpPr>
          <p:cNvPr id="6" name="文本框 5"/>
          <p:cNvSpPr txBox="1"/>
          <p:nvPr>
            <p:custDataLst>
              <p:tags r:id="rId4"/>
            </p:custDataLst>
          </p:nvPr>
        </p:nvSpPr>
        <p:spPr>
          <a:xfrm>
            <a:off x="0" y="1110365"/>
            <a:ext cx="9144000" cy="2095510"/>
          </a:xfrm>
          <a:prstGeom prst="rect">
            <a:avLst/>
          </a:prstGeom>
          <a:noFill/>
        </p:spPr>
        <p:txBody>
          <a:bodyPr wrap="square">
            <a:spAutoFit/>
          </a:bodyPr>
          <a:p>
            <a:pPr>
              <a:lnSpc>
                <a:spcPct val="120000"/>
              </a:lnSpc>
            </a:pPr>
            <a:r>
              <a:rPr lang="zh-CN" altLang="en-US" sz="2000" b="1" dirty="0">
                <a:latin typeface="+mn-ea"/>
              </a:rPr>
              <a:t>普里姆算法的步骤如下 </a:t>
            </a:r>
            <a:r>
              <a:rPr lang="en-US" altLang="zh-CN" sz="2000" b="1" dirty="0">
                <a:latin typeface="+mn-ea"/>
              </a:rPr>
              <a:t>-&gt;</a:t>
            </a:r>
            <a:r>
              <a:rPr lang="en-US" altLang="zh-CN" sz="2000" b="1" dirty="0">
                <a:latin typeface="+mn-ea"/>
                <a:sym typeface="Wingdings" panose="05000000000000000000" pitchFamily="2" charset="2"/>
              </a:rPr>
              <a:t> </a:t>
            </a:r>
            <a:r>
              <a:rPr lang="en-US" altLang="zh-CN" sz="2000" b="1" dirty="0">
                <a:solidFill>
                  <a:srgbClr val="B50988"/>
                </a:solidFill>
                <a:latin typeface="+mn-ea"/>
                <a:sym typeface="Wingdings" panose="05000000000000000000" pitchFamily="2" charset="2"/>
              </a:rPr>
              <a:t>U:</a:t>
            </a:r>
            <a:r>
              <a:rPr lang="zh-CN" altLang="en-US" sz="2000" b="1" dirty="0">
                <a:solidFill>
                  <a:srgbClr val="B50988"/>
                </a:solidFill>
                <a:latin typeface="+mn-ea"/>
                <a:sym typeface="Wingdings" panose="05000000000000000000" pitchFamily="2" charset="2"/>
              </a:rPr>
              <a:t> 生成树集合</a:t>
            </a:r>
            <a:r>
              <a:rPr lang="zh-CN" altLang="en-US" sz="2000" b="1" dirty="0">
                <a:latin typeface="+mn-ea"/>
                <a:sym typeface="Wingdings" panose="05000000000000000000" pitchFamily="2" charset="2"/>
              </a:rPr>
              <a:t>；</a:t>
            </a:r>
            <a:r>
              <a:rPr lang="en-US" altLang="zh-CN" sz="2000" b="1" dirty="0">
                <a:solidFill>
                  <a:schemeClr val="tx1">
                    <a:lumMod val="65000"/>
                    <a:lumOff val="35000"/>
                  </a:schemeClr>
                </a:solidFill>
                <a:latin typeface="+mn-ea"/>
                <a:sym typeface="Wingdings" panose="05000000000000000000" pitchFamily="2" charset="2"/>
              </a:rPr>
              <a:t>V-U: </a:t>
            </a:r>
            <a:r>
              <a:rPr lang="zh-CN" altLang="en-US" sz="2000" b="1" dirty="0">
                <a:solidFill>
                  <a:schemeClr val="tx1">
                    <a:lumMod val="65000"/>
                    <a:lumOff val="35000"/>
                  </a:schemeClr>
                </a:solidFill>
                <a:latin typeface="+mn-ea"/>
                <a:sym typeface="Wingdings" panose="05000000000000000000" pitchFamily="2" charset="2"/>
              </a:rPr>
              <a:t>未生成树集合</a:t>
            </a:r>
            <a:endParaRPr lang="en-US" altLang="zh-CN" sz="2000" b="1" dirty="0">
              <a:solidFill>
                <a:schemeClr val="tx1">
                  <a:lumMod val="65000"/>
                  <a:lumOff val="35000"/>
                </a:schemeClr>
              </a:solidFill>
              <a:latin typeface="+mn-ea"/>
            </a:endParaRPr>
          </a:p>
          <a:p>
            <a:pPr marL="285750" indent="-285750">
              <a:lnSpc>
                <a:spcPct val="120000"/>
              </a:lnSpc>
              <a:buFont typeface="Wingdings" panose="05000000000000000000" pitchFamily="2" charset="2"/>
              <a:buChar char="n"/>
            </a:pPr>
            <a:r>
              <a:rPr lang="zh-CN" altLang="en-US" dirty="0">
                <a:latin typeface="+mn-ea"/>
              </a:rPr>
              <a:t>选择权值最小边的一个顶点</a:t>
            </a:r>
            <a:r>
              <a:rPr lang="en-US" altLang="zh-CN" dirty="0">
                <a:latin typeface="+mn-ea"/>
              </a:rPr>
              <a:t>u</a:t>
            </a:r>
            <a:r>
              <a:rPr lang="zh-CN" altLang="en-US" dirty="0">
                <a:latin typeface="+mn-ea"/>
              </a:rPr>
              <a:t>，初始化</a:t>
            </a:r>
            <a:r>
              <a:rPr lang="en-US" altLang="zh-CN" b="1" dirty="0">
                <a:solidFill>
                  <a:srgbClr val="B50988"/>
                </a:solidFill>
                <a:latin typeface="+mn-ea"/>
              </a:rPr>
              <a:t>U={u}</a:t>
            </a:r>
            <a:endParaRPr lang="zh-CN" altLang="en-US" b="1" dirty="0">
              <a:solidFill>
                <a:srgbClr val="B50988"/>
              </a:solidFill>
              <a:latin typeface="+mn-ea"/>
            </a:endParaRPr>
          </a:p>
          <a:p>
            <a:pPr marL="285750" indent="-285750">
              <a:lnSpc>
                <a:spcPct val="120000"/>
              </a:lnSpc>
              <a:buFont typeface="Wingdings" panose="05000000000000000000" pitchFamily="2" charset="2"/>
              <a:buChar char="n"/>
            </a:pPr>
            <a:r>
              <a:rPr lang="zh-CN" altLang="en-US" dirty="0">
                <a:latin typeface="+mn-ea"/>
              </a:rPr>
              <a:t>在所有连接在</a:t>
            </a:r>
            <a:r>
              <a:rPr lang="en-US" altLang="zh-CN" b="1" dirty="0">
                <a:solidFill>
                  <a:srgbClr val="B50988"/>
                </a:solidFill>
                <a:latin typeface="+mn-ea"/>
              </a:rPr>
              <a:t>u</a:t>
            </a:r>
            <a:r>
              <a:rPr lang="zh-CN" altLang="en-US" dirty="0">
                <a:latin typeface="+mn-ea"/>
              </a:rPr>
              <a:t>的边中挑选权值最小的边，设该边在</a:t>
            </a:r>
            <a:r>
              <a:rPr lang="en-US" altLang="zh-CN" b="1" dirty="0">
                <a:solidFill>
                  <a:schemeClr val="tx1">
                    <a:lumMod val="65000"/>
                    <a:lumOff val="35000"/>
                  </a:schemeClr>
                </a:solidFill>
                <a:latin typeface="+mn-ea"/>
              </a:rPr>
              <a:t>V-U</a:t>
            </a:r>
            <a:r>
              <a:rPr lang="zh-CN" altLang="en-US" dirty="0">
                <a:latin typeface="+mn-ea"/>
              </a:rPr>
              <a:t>中的顶点是</a:t>
            </a:r>
            <a:r>
              <a:rPr lang="en-US" altLang="zh-CN" b="1" dirty="0">
                <a:solidFill>
                  <a:schemeClr val="tx1">
                    <a:lumMod val="65000"/>
                    <a:lumOff val="35000"/>
                  </a:schemeClr>
                </a:solidFill>
                <a:latin typeface="+mn-ea"/>
              </a:rPr>
              <a:t>v</a:t>
            </a:r>
            <a:r>
              <a:rPr lang="en-US" altLang="zh-CN" b="1" baseline="-25000" dirty="0">
                <a:solidFill>
                  <a:schemeClr val="tx1">
                    <a:lumMod val="65000"/>
                    <a:lumOff val="35000"/>
                  </a:schemeClr>
                </a:solidFill>
                <a:latin typeface="+mn-ea"/>
              </a:rPr>
              <a:t>1</a:t>
            </a:r>
            <a:r>
              <a:rPr lang="zh-CN" altLang="en-US" dirty="0">
                <a:latin typeface="+mn-ea"/>
              </a:rPr>
              <a:t>，将</a:t>
            </a:r>
            <a:r>
              <a:rPr lang="en-US" altLang="zh-CN" b="1" dirty="0">
                <a:solidFill>
                  <a:schemeClr val="tx1">
                    <a:lumMod val="65000"/>
                    <a:lumOff val="35000"/>
                  </a:schemeClr>
                </a:solidFill>
                <a:latin typeface="+mn-ea"/>
              </a:rPr>
              <a:t>v</a:t>
            </a:r>
            <a:r>
              <a:rPr lang="en-US" altLang="zh-CN" b="1" baseline="-25000" dirty="0">
                <a:solidFill>
                  <a:schemeClr val="tx1">
                    <a:lumMod val="65000"/>
                    <a:lumOff val="35000"/>
                  </a:schemeClr>
                </a:solidFill>
                <a:latin typeface="+mn-ea"/>
              </a:rPr>
              <a:t>1</a:t>
            </a:r>
            <a:r>
              <a:rPr lang="zh-CN" altLang="en-US" dirty="0">
                <a:latin typeface="+mn-ea"/>
              </a:rPr>
              <a:t>加入</a:t>
            </a:r>
            <a:r>
              <a:rPr lang="en-US" altLang="zh-CN" b="1" dirty="0">
                <a:solidFill>
                  <a:srgbClr val="B50988"/>
                </a:solidFill>
                <a:latin typeface="+mn-ea"/>
              </a:rPr>
              <a:t>U</a:t>
            </a:r>
            <a:r>
              <a:rPr lang="zh-CN" altLang="en-US" dirty="0">
                <a:latin typeface="+mn-ea"/>
              </a:rPr>
              <a:t>中</a:t>
            </a:r>
            <a:endParaRPr lang="zh-CN" altLang="en-US" dirty="0">
              <a:latin typeface="+mn-ea"/>
            </a:endParaRPr>
          </a:p>
          <a:p>
            <a:pPr marL="285750" indent="-285750">
              <a:lnSpc>
                <a:spcPct val="120000"/>
              </a:lnSpc>
              <a:buFont typeface="Wingdings" panose="05000000000000000000" pitchFamily="2" charset="2"/>
              <a:buChar char="n"/>
            </a:pPr>
            <a:r>
              <a:rPr lang="zh-CN" altLang="en-US" b="1" dirty="0">
                <a:solidFill>
                  <a:srgbClr val="B50988"/>
                </a:solidFill>
                <a:latin typeface="+mn-ea"/>
              </a:rPr>
              <a:t>在所有的</a:t>
            </a:r>
            <a:r>
              <a:rPr lang="en-US" altLang="zh-CN" b="1" dirty="0">
                <a:solidFill>
                  <a:srgbClr val="B50988"/>
                </a:solidFill>
                <a:latin typeface="+mn-ea"/>
              </a:rPr>
              <a:t>U</a:t>
            </a:r>
            <a:r>
              <a:rPr lang="zh-CN" altLang="en-US" b="1" dirty="0">
                <a:solidFill>
                  <a:srgbClr val="B50988"/>
                </a:solidFill>
                <a:latin typeface="+mn-ea"/>
              </a:rPr>
              <a:t>中顶点</a:t>
            </a:r>
            <a:r>
              <a:rPr lang="zh-CN" altLang="en-US" dirty="0">
                <a:latin typeface="+mn-ea"/>
              </a:rPr>
              <a:t>和</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中顶点</a:t>
            </a:r>
            <a:r>
              <a:rPr lang="zh-CN" altLang="en-US" dirty="0">
                <a:latin typeface="+mn-ea"/>
              </a:rPr>
              <a:t>的边选取权值最小的边，设该边在</a:t>
            </a:r>
            <a:r>
              <a:rPr lang="en-US" altLang="zh-CN" b="1" dirty="0">
                <a:solidFill>
                  <a:schemeClr val="tx1">
                    <a:lumMod val="65000"/>
                    <a:lumOff val="35000"/>
                  </a:schemeClr>
                </a:solidFill>
                <a:latin typeface="+mn-ea"/>
              </a:rPr>
              <a:t>V-U</a:t>
            </a:r>
            <a:r>
              <a:rPr lang="zh-CN" altLang="en-US" dirty="0">
                <a:latin typeface="+mn-ea"/>
              </a:rPr>
              <a:t>中的顶点是</a:t>
            </a:r>
            <a:r>
              <a:rPr lang="en-US" altLang="zh-CN" b="1" dirty="0" err="1">
                <a:solidFill>
                  <a:schemeClr val="tx1">
                    <a:lumMod val="65000"/>
                    <a:lumOff val="35000"/>
                  </a:schemeClr>
                </a:solidFill>
                <a:latin typeface="+mn-ea"/>
              </a:rPr>
              <a:t>v</a:t>
            </a:r>
            <a:r>
              <a:rPr lang="en-US" altLang="zh-CN" b="1" baseline="-25000" dirty="0" err="1">
                <a:solidFill>
                  <a:schemeClr val="tx1">
                    <a:lumMod val="65000"/>
                    <a:lumOff val="35000"/>
                  </a:schemeClr>
                </a:solidFill>
                <a:latin typeface="+mn-ea"/>
              </a:rPr>
              <a:t>n</a:t>
            </a:r>
            <a:r>
              <a:rPr lang="zh-CN" altLang="en-US" dirty="0">
                <a:latin typeface="+mn-ea"/>
              </a:rPr>
              <a:t>，将</a:t>
            </a:r>
            <a:r>
              <a:rPr lang="en-US" altLang="zh-CN" b="1" dirty="0" err="1">
                <a:solidFill>
                  <a:schemeClr val="tx1">
                    <a:lumMod val="65000"/>
                    <a:lumOff val="35000"/>
                  </a:schemeClr>
                </a:solidFill>
                <a:latin typeface="+mn-ea"/>
              </a:rPr>
              <a:t>v</a:t>
            </a:r>
            <a:r>
              <a:rPr lang="en-US" altLang="zh-CN" b="1" baseline="-25000" dirty="0" err="1">
                <a:solidFill>
                  <a:schemeClr val="tx1">
                    <a:lumMod val="65000"/>
                    <a:lumOff val="35000"/>
                  </a:schemeClr>
                </a:solidFill>
                <a:latin typeface="+mn-ea"/>
              </a:rPr>
              <a:t>n</a:t>
            </a:r>
            <a:r>
              <a:rPr lang="zh-CN" altLang="en-US" dirty="0">
                <a:latin typeface="+mn-ea"/>
              </a:rPr>
              <a:t>加入</a:t>
            </a:r>
            <a:r>
              <a:rPr lang="en-US" altLang="zh-CN" b="1" dirty="0">
                <a:solidFill>
                  <a:srgbClr val="B50988"/>
                </a:solidFill>
                <a:latin typeface="+mn-ea"/>
              </a:rPr>
              <a:t>U</a:t>
            </a:r>
            <a:r>
              <a:rPr lang="zh-CN" altLang="en-US" dirty="0">
                <a:latin typeface="+mn-ea"/>
              </a:rPr>
              <a:t>中</a:t>
            </a:r>
            <a:endParaRPr lang="en-US" altLang="zh-CN" b="1" dirty="0">
              <a:solidFill>
                <a:srgbClr val="FF0000"/>
              </a:solidFill>
              <a:latin typeface="+mn-ea"/>
            </a:endParaRPr>
          </a:p>
          <a:p>
            <a:pPr marL="285750" indent="-285750">
              <a:lnSpc>
                <a:spcPct val="120000"/>
              </a:lnSpc>
              <a:buFont typeface="Wingdings" panose="05000000000000000000" pitchFamily="2" charset="2"/>
              <a:buChar char="n"/>
            </a:pPr>
            <a:r>
              <a:rPr lang="zh-CN" altLang="en-US" dirty="0">
                <a:latin typeface="+mn-ea"/>
              </a:rPr>
              <a:t>一直持续上述操作直到</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集合</a:t>
            </a:r>
            <a:r>
              <a:rPr lang="zh-CN" altLang="en-US" dirty="0">
                <a:latin typeface="+mn-ea"/>
              </a:rPr>
              <a:t>为空</a:t>
            </a:r>
            <a:endParaRPr lang="zh-CN" altLang="en-US" dirty="0">
              <a:latin typeface="+mn-ea"/>
            </a:endParaRPr>
          </a:p>
        </p:txBody>
      </p:sp>
      <p:sp>
        <p:nvSpPr>
          <p:cNvPr id="7" name="文本框 6"/>
          <p:cNvSpPr txBox="1"/>
          <p:nvPr>
            <p:custDataLst>
              <p:tags r:id="rId5"/>
            </p:custDataLst>
          </p:nvPr>
        </p:nvSpPr>
        <p:spPr>
          <a:xfrm>
            <a:off x="2027723" y="3523764"/>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28</a:t>
            </a:r>
            <a:endParaRPr lang="zh-CN" altLang="en-US" sz="1600" dirty="0">
              <a:solidFill>
                <a:schemeClr val="tx1">
                  <a:lumMod val="50000"/>
                  <a:lumOff val="50000"/>
                </a:schemeClr>
              </a:solidFill>
              <a:latin typeface="+mn-ea"/>
            </a:endParaRPr>
          </a:p>
        </p:txBody>
      </p:sp>
      <p:sp>
        <p:nvSpPr>
          <p:cNvPr id="8" name="文本框 7"/>
          <p:cNvSpPr txBox="1"/>
          <p:nvPr>
            <p:custDataLst>
              <p:tags r:id="rId6"/>
            </p:custDataLst>
          </p:nvPr>
        </p:nvSpPr>
        <p:spPr>
          <a:xfrm>
            <a:off x="946615" y="3887500"/>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10</a:t>
            </a:r>
            <a:endParaRPr lang="zh-CN" altLang="en-US" sz="1600" dirty="0">
              <a:solidFill>
                <a:schemeClr val="tx1">
                  <a:lumMod val="50000"/>
                  <a:lumOff val="50000"/>
                </a:schemeClr>
              </a:solidFill>
              <a:latin typeface="+mn-ea"/>
            </a:endParaRPr>
          </a:p>
        </p:txBody>
      </p:sp>
      <p:sp>
        <p:nvSpPr>
          <p:cNvPr id="9" name="文本框 8"/>
          <p:cNvSpPr txBox="1"/>
          <p:nvPr>
            <p:custDataLst>
              <p:tags r:id="rId7"/>
            </p:custDataLst>
          </p:nvPr>
        </p:nvSpPr>
        <p:spPr>
          <a:xfrm>
            <a:off x="969206"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25</a:t>
            </a:r>
            <a:endParaRPr lang="zh-CN" altLang="en-US" sz="1600" dirty="0">
              <a:solidFill>
                <a:schemeClr val="tx1">
                  <a:lumMod val="50000"/>
                  <a:lumOff val="50000"/>
                </a:schemeClr>
              </a:solidFill>
              <a:latin typeface="+mn-ea"/>
            </a:endParaRPr>
          </a:p>
        </p:txBody>
      </p:sp>
      <p:sp>
        <p:nvSpPr>
          <p:cNvPr id="10" name="文本框 9"/>
          <p:cNvSpPr txBox="1"/>
          <p:nvPr>
            <p:custDataLst>
              <p:tags r:id="rId8"/>
            </p:custDataLst>
          </p:nvPr>
        </p:nvSpPr>
        <p:spPr>
          <a:xfrm>
            <a:off x="1628848" y="471981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24</a:t>
            </a:r>
            <a:endParaRPr lang="zh-CN" altLang="en-US" sz="1600" dirty="0">
              <a:solidFill>
                <a:schemeClr val="tx1">
                  <a:lumMod val="50000"/>
                  <a:lumOff val="50000"/>
                </a:schemeClr>
              </a:solidFill>
              <a:latin typeface="+mn-ea"/>
            </a:endParaRPr>
          </a:p>
        </p:txBody>
      </p:sp>
      <p:sp>
        <p:nvSpPr>
          <p:cNvPr id="11" name="文本框 10"/>
          <p:cNvSpPr txBox="1"/>
          <p:nvPr>
            <p:custDataLst>
              <p:tags r:id="rId9"/>
            </p:custDataLst>
          </p:nvPr>
        </p:nvSpPr>
        <p:spPr>
          <a:xfrm>
            <a:off x="2108438" y="397786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14</a:t>
            </a:r>
            <a:endParaRPr lang="zh-CN" altLang="en-US" sz="1600" dirty="0">
              <a:solidFill>
                <a:schemeClr val="tx1">
                  <a:lumMod val="50000"/>
                  <a:lumOff val="50000"/>
                </a:schemeClr>
              </a:solidFill>
              <a:latin typeface="+mn-ea"/>
            </a:endParaRPr>
          </a:p>
        </p:txBody>
      </p:sp>
      <p:sp>
        <p:nvSpPr>
          <p:cNvPr id="13" name="文本框 12"/>
          <p:cNvSpPr txBox="1"/>
          <p:nvPr>
            <p:custDataLst>
              <p:tags r:id="rId10"/>
            </p:custDataLst>
          </p:nvPr>
        </p:nvSpPr>
        <p:spPr>
          <a:xfrm>
            <a:off x="3000901" y="396717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16</a:t>
            </a:r>
            <a:endParaRPr lang="zh-CN" altLang="en-US" sz="1600" dirty="0">
              <a:solidFill>
                <a:schemeClr val="tx1">
                  <a:lumMod val="50000"/>
                  <a:lumOff val="50000"/>
                </a:schemeClr>
              </a:solidFill>
              <a:latin typeface="+mn-ea"/>
            </a:endParaRPr>
          </a:p>
        </p:txBody>
      </p:sp>
      <p:sp>
        <p:nvSpPr>
          <p:cNvPr id="14" name="文本框 13"/>
          <p:cNvSpPr txBox="1"/>
          <p:nvPr>
            <p:custDataLst>
              <p:tags r:id="rId11"/>
            </p:custDataLst>
          </p:nvPr>
        </p:nvSpPr>
        <p:spPr>
          <a:xfrm>
            <a:off x="3019402" y="5022506"/>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12</a:t>
            </a:r>
            <a:endParaRPr lang="zh-CN" altLang="en-US" sz="1600" dirty="0">
              <a:solidFill>
                <a:schemeClr val="tx1">
                  <a:lumMod val="50000"/>
                  <a:lumOff val="50000"/>
                </a:schemeClr>
              </a:solidFill>
              <a:latin typeface="+mn-ea"/>
            </a:endParaRPr>
          </a:p>
        </p:txBody>
      </p:sp>
      <p:sp>
        <p:nvSpPr>
          <p:cNvPr id="15" name="文本框 14"/>
          <p:cNvSpPr txBox="1"/>
          <p:nvPr>
            <p:custDataLst>
              <p:tags r:id="rId12"/>
            </p:custDataLst>
          </p:nvPr>
        </p:nvSpPr>
        <p:spPr>
          <a:xfrm>
            <a:off x="2528517" y="4747839"/>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18</a:t>
            </a:r>
            <a:endParaRPr lang="zh-CN" altLang="en-US" sz="1600" dirty="0">
              <a:solidFill>
                <a:schemeClr val="tx1">
                  <a:lumMod val="50000"/>
                  <a:lumOff val="50000"/>
                </a:schemeClr>
              </a:solidFill>
              <a:latin typeface="+mn-ea"/>
            </a:endParaRPr>
          </a:p>
        </p:txBody>
      </p:sp>
      <p:sp>
        <p:nvSpPr>
          <p:cNvPr id="16" name="文本框 15"/>
          <p:cNvSpPr txBox="1"/>
          <p:nvPr>
            <p:custDataLst>
              <p:tags r:id="rId13"/>
            </p:custDataLst>
          </p:nvPr>
        </p:nvSpPr>
        <p:spPr>
          <a:xfrm>
            <a:off x="2040910" y="5353272"/>
            <a:ext cx="479380" cy="362792"/>
          </a:xfrm>
          <a:prstGeom prst="rect">
            <a:avLst/>
          </a:prstGeom>
          <a:noFill/>
        </p:spPr>
        <p:txBody>
          <a:bodyPr wrap="square">
            <a:spAutoFit/>
          </a:bodyPr>
          <a:p>
            <a:pPr>
              <a:lnSpc>
                <a:spcPct val="120000"/>
              </a:lnSpc>
            </a:pPr>
            <a:r>
              <a:rPr lang="en-US" altLang="zh-CN" sz="1600" b="1" dirty="0">
                <a:solidFill>
                  <a:schemeClr val="tx1">
                    <a:lumMod val="50000"/>
                    <a:lumOff val="50000"/>
                  </a:schemeClr>
                </a:solidFill>
                <a:latin typeface="+mn-ea"/>
              </a:rPr>
              <a:t>22</a:t>
            </a:r>
            <a:endParaRPr lang="zh-CN" altLang="en-US" sz="1600" dirty="0">
              <a:solidFill>
                <a:schemeClr val="tx1">
                  <a:lumMod val="50000"/>
                  <a:lumOff val="50000"/>
                </a:schemeClr>
              </a:solidFill>
              <a:latin typeface="+mn-ea"/>
            </a:endParaRPr>
          </a:p>
        </p:txBody>
      </p:sp>
      <p:sp>
        <p:nvSpPr>
          <p:cNvPr id="17" name="Oval 31"/>
          <p:cNvSpPr>
            <a:spLocks noChangeArrowheads="1"/>
          </p:cNvSpPr>
          <p:nvPr>
            <p:custDataLst>
              <p:tags r:id="rId14"/>
            </p:custDataLst>
          </p:nvPr>
        </p:nvSpPr>
        <p:spPr bwMode="auto">
          <a:xfrm>
            <a:off x="145661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8" name="Oval 31"/>
          <p:cNvSpPr>
            <a:spLocks noChangeArrowheads="1"/>
          </p:cNvSpPr>
          <p:nvPr>
            <p:custDataLst>
              <p:tags r:id="rId15"/>
            </p:custDataLst>
          </p:nvPr>
        </p:nvSpPr>
        <p:spPr bwMode="auto">
          <a:xfrm>
            <a:off x="89464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9" name="Oval 31"/>
          <p:cNvSpPr>
            <a:spLocks noChangeArrowheads="1"/>
          </p:cNvSpPr>
          <p:nvPr>
            <p:custDataLst>
              <p:tags r:id="rId16"/>
            </p:custDataLst>
          </p:nvPr>
        </p:nvSpPr>
        <p:spPr bwMode="auto">
          <a:xfrm>
            <a:off x="154234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0" name="Oval 31"/>
          <p:cNvSpPr>
            <a:spLocks noChangeArrowheads="1"/>
          </p:cNvSpPr>
          <p:nvPr>
            <p:custDataLst>
              <p:tags r:id="rId17"/>
            </p:custDataLst>
          </p:nvPr>
        </p:nvSpPr>
        <p:spPr bwMode="auto">
          <a:xfrm>
            <a:off x="251389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1" name="Oval 31"/>
          <p:cNvSpPr>
            <a:spLocks noChangeArrowheads="1"/>
          </p:cNvSpPr>
          <p:nvPr>
            <p:custDataLst>
              <p:tags r:id="rId18"/>
            </p:custDataLst>
          </p:nvPr>
        </p:nvSpPr>
        <p:spPr bwMode="auto">
          <a:xfrm>
            <a:off x="209605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2" name="Oval 31"/>
          <p:cNvSpPr>
            <a:spLocks noChangeArrowheads="1"/>
          </p:cNvSpPr>
          <p:nvPr>
            <p:custDataLst>
              <p:tags r:id="rId19"/>
            </p:custDataLst>
          </p:nvPr>
        </p:nvSpPr>
        <p:spPr bwMode="auto">
          <a:xfrm>
            <a:off x="2966599" y="4424721"/>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23" name="Oval 31"/>
          <p:cNvSpPr>
            <a:spLocks noChangeArrowheads="1"/>
          </p:cNvSpPr>
          <p:nvPr>
            <p:custDataLst>
              <p:tags r:id="rId20"/>
            </p:custDataLst>
          </p:nvPr>
        </p:nvSpPr>
        <p:spPr bwMode="auto">
          <a:xfrm>
            <a:off x="2582373" y="361332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24" name="直接连接符 23"/>
          <p:cNvCxnSpPr>
            <a:stCxn id="23" idx="2"/>
            <a:endCxn id="17" idx="6"/>
          </p:cNvCxnSpPr>
          <p:nvPr>
            <p:custDataLst>
              <p:tags r:id="rId21"/>
            </p:custDataLst>
          </p:nvPr>
        </p:nvCxnSpPr>
        <p:spPr>
          <a:xfrm flipH="1" flipV="1">
            <a:off x="1909324" y="3836222"/>
            <a:ext cx="673049" cy="345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3" idx="5"/>
            <a:endCxn id="22" idx="0"/>
          </p:cNvCxnSpPr>
          <p:nvPr>
            <p:custDataLst>
              <p:tags r:id="rId22"/>
            </p:custDataLst>
          </p:nvPr>
        </p:nvCxnSpPr>
        <p:spPr>
          <a:xfrm>
            <a:off x="2968781" y="3999732"/>
            <a:ext cx="224171"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2" idx="4"/>
            <a:endCxn id="20" idx="6"/>
          </p:cNvCxnSpPr>
          <p:nvPr>
            <p:custDataLst>
              <p:tags r:id="rId23"/>
            </p:custDataLst>
          </p:nvPr>
        </p:nvCxnSpPr>
        <p:spPr>
          <a:xfrm flipH="1">
            <a:off x="2966599" y="4877426"/>
            <a:ext cx="226353" cy="549471"/>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1" idx="5"/>
            <a:endCxn id="20" idx="0"/>
          </p:cNvCxnSpPr>
          <p:nvPr>
            <p:custDataLst>
              <p:tags r:id="rId24"/>
            </p:custDataLst>
          </p:nvPr>
        </p:nvCxnSpPr>
        <p:spPr>
          <a:xfrm>
            <a:off x="2482462" y="4811129"/>
            <a:ext cx="257785"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3" idx="3"/>
            <a:endCxn id="21" idx="0"/>
          </p:cNvCxnSpPr>
          <p:nvPr>
            <p:custDataLst>
              <p:tags r:id="rId25"/>
            </p:custDataLst>
          </p:nvPr>
        </p:nvCxnSpPr>
        <p:spPr>
          <a:xfrm flipH="1">
            <a:off x="2322407" y="3999732"/>
            <a:ext cx="326263" cy="424989"/>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1" idx="3"/>
            <a:endCxn id="19" idx="0"/>
          </p:cNvCxnSpPr>
          <p:nvPr>
            <p:custDataLst>
              <p:tags r:id="rId26"/>
            </p:custDataLst>
          </p:nvPr>
        </p:nvCxnSpPr>
        <p:spPr>
          <a:xfrm flipH="1">
            <a:off x="1768697" y="4811129"/>
            <a:ext cx="393654" cy="389415"/>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9" idx="2"/>
            <a:endCxn id="18" idx="4"/>
          </p:cNvCxnSpPr>
          <p:nvPr>
            <p:custDataLst>
              <p:tags r:id="rId27"/>
            </p:custDataLst>
          </p:nvPr>
        </p:nvCxnSpPr>
        <p:spPr>
          <a:xfrm flipH="1" flipV="1">
            <a:off x="1120997" y="4929349"/>
            <a:ext cx="421347" cy="497548"/>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0" idx="2"/>
            <a:endCxn id="19" idx="6"/>
          </p:cNvCxnSpPr>
          <p:nvPr>
            <p:custDataLst>
              <p:tags r:id="rId28"/>
            </p:custDataLst>
          </p:nvPr>
        </p:nvCxnSpPr>
        <p:spPr>
          <a:xfrm flipH="1">
            <a:off x="1995049" y="5426897"/>
            <a:ext cx="518845"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7" idx="2"/>
            <a:endCxn id="18" idx="0"/>
          </p:cNvCxnSpPr>
          <p:nvPr>
            <p:custDataLst>
              <p:tags r:id="rId29"/>
            </p:custDataLst>
          </p:nvPr>
        </p:nvCxnSpPr>
        <p:spPr>
          <a:xfrm flipH="1">
            <a:off x="1120997" y="3836222"/>
            <a:ext cx="335622" cy="640422"/>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Oval 31"/>
          <p:cNvSpPr>
            <a:spLocks noChangeArrowheads="1"/>
          </p:cNvSpPr>
          <p:nvPr>
            <p:custDataLst>
              <p:tags r:id="rId30"/>
            </p:custDataLst>
          </p:nvPr>
        </p:nvSpPr>
        <p:spPr bwMode="auto">
          <a:xfrm>
            <a:off x="5951049" y="3609869"/>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4" name="Oval 31"/>
          <p:cNvSpPr>
            <a:spLocks noChangeArrowheads="1"/>
          </p:cNvSpPr>
          <p:nvPr>
            <p:custDataLst>
              <p:tags r:id="rId31"/>
            </p:custDataLst>
          </p:nvPr>
        </p:nvSpPr>
        <p:spPr bwMode="auto">
          <a:xfrm>
            <a:off x="5389074" y="44766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5" name="Oval 31"/>
          <p:cNvSpPr>
            <a:spLocks noChangeArrowheads="1"/>
          </p:cNvSpPr>
          <p:nvPr>
            <p:custDataLst>
              <p:tags r:id="rId32"/>
            </p:custDataLst>
          </p:nvPr>
        </p:nvSpPr>
        <p:spPr bwMode="auto">
          <a:xfrm>
            <a:off x="603677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6" name="Oval 31"/>
          <p:cNvSpPr>
            <a:spLocks noChangeArrowheads="1"/>
          </p:cNvSpPr>
          <p:nvPr>
            <p:custDataLst>
              <p:tags r:id="rId33"/>
            </p:custDataLst>
          </p:nvPr>
        </p:nvSpPr>
        <p:spPr bwMode="auto">
          <a:xfrm>
            <a:off x="7008324" y="5200544"/>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7" name="Oval 31"/>
          <p:cNvSpPr>
            <a:spLocks noChangeArrowheads="1"/>
          </p:cNvSpPr>
          <p:nvPr>
            <p:custDataLst>
              <p:tags r:id="rId34"/>
            </p:custDataLst>
          </p:nvPr>
        </p:nvSpPr>
        <p:spPr bwMode="auto">
          <a:xfrm>
            <a:off x="6590484" y="4424721"/>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8" name="Oval 31"/>
          <p:cNvSpPr>
            <a:spLocks noChangeArrowheads="1"/>
          </p:cNvSpPr>
          <p:nvPr>
            <p:custDataLst>
              <p:tags r:id="rId35"/>
            </p:custDataLst>
          </p:nvPr>
        </p:nvSpPr>
        <p:spPr bwMode="auto">
          <a:xfrm>
            <a:off x="7461029" y="4424721"/>
            <a:ext cx="452705" cy="452705"/>
          </a:xfrm>
          <a:prstGeom prst="ellipse">
            <a:avLst/>
          </a:prstGeom>
          <a:solidFill>
            <a:srgbClr val="B50988">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9" name="Oval 31"/>
          <p:cNvSpPr>
            <a:spLocks noChangeArrowheads="1"/>
          </p:cNvSpPr>
          <p:nvPr>
            <p:custDataLst>
              <p:tags r:id="rId36"/>
            </p:custDataLst>
          </p:nvPr>
        </p:nvSpPr>
        <p:spPr bwMode="auto">
          <a:xfrm>
            <a:off x="7076803" y="3613324"/>
            <a:ext cx="452705" cy="452705"/>
          </a:xfrm>
          <a:prstGeom prst="ellipse">
            <a:avLst/>
          </a:prstGeom>
          <a:solidFill>
            <a:schemeClr val="bg1">
              <a:lumMod val="50000"/>
              <a:alpha val="57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0" name="文本框 39"/>
          <p:cNvSpPr txBox="1"/>
          <p:nvPr>
            <p:custDataLst>
              <p:tags r:id="rId37"/>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U	={ 0, 5, 4, 3, 2, 1 }</a:t>
            </a:r>
            <a:endParaRPr lang="en-US" altLang="zh-CN" sz="2000" b="1" dirty="0">
              <a:solidFill>
                <a:srgbClr val="B50988"/>
              </a:solidFill>
              <a:latin typeface="+mn-ea"/>
              <a:sym typeface="Wingdings" panose="05000000000000000000" pitchFamily="2" charset="2"/>
            </a:endParaRPr>
          </a:p>
          <a:p>
            <a:pPr>
              <a:lnSpc>
                <a:spcPct val="110000"/>
              </a:lnSpc>
            </a:pPr>
            <a:r>
              <a:rPr lang="en-US" altLang="zh-CN" sz="2000" b="1" dirty="0">
                <a:solidFill>
                  <a:schemeClr val="tx1">
                    <a:lumMod val="65000"/>
                    <a:lumOff val="35000"/>
                  </a:schemeClr>
                </a:solidFill>
                <a:latin typeface="+mn-ea"/>
                <a:sym typeface="Wingdings" panose="05000000000000000000" pitchFamily="2" charset="2"/>
              </a:rPr>
              <a:t>     V-U	={ 6 }</a:t>
            </a:r>
            <a:endParaRPr lang="zh-CN" altLang="en-US" sz="2000" dirty="0">
              <a:latin typeface="+mn-ea"/>
            </a:endParaRPr>
          </a:p>
        </p:txBody>
      </p:sp>
      <p:cxnSp>
        <p:nvCxnSpPr>
          <p:cNvPr id="41" name="直接连接符 40"/>
          <p:cNvCxnSpPr>
            <a:stCxn id="33" idx="2"/>
            <a:endCxn id="34" idx="0"/>
          </p:cNvCxnSpPr>
          <p:nvPr>
            <p:custDataLst>
              <p:tags r:id="rId38"/>
            </p:custDataLst>
          </p:nvPr>
        </p:nvCxnSpPr>
        <p:spPr>
          <a:xfrm flipH="1">
            <a:off x="5615427" y="3836222"/>
            <a:ext cx="335622" cy="640422"/>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5" idx="2"/>
            <a:endCxn id="34" idx="4"/>
          </p:cNvCxnSpPr>
          <p:nvPr>
            <p:custDataLst>
              <p:tags r:id="rId39"/>
            </p:custDataLst>
          </p:nvPr>
        </p:nvCxnSpPr>
        <p:spPr>
          <a:xfrm flipH="1" flipV="1">
            <a:off x="5615427" y="4929349"/>
            <a:ext cx="421347" cy="497548"/>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36" idx="2"/>
            <a:endCxn id="35" idx="6"/>
          </p:cNvCxnSpPr>
          <p:nvPr>
            <p:custDataLst>
              <p:tags r:id="rId40"/>
            </p:custDataLst>
          </p:nvPr>
        </p:nvCxnSpPr>
        <p:spPr>
          <a:xfrm flipH="1">
            <a:off x="6489479" y="5426897"/>
            <a:ext cx="518845" cy="0"/>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8" idx="4"/>
            <a:endCxn id="36" idx="6"/>
          </p:cNvCxnSpPr>
          <p:nvPr>
            <p:custDataLst>
              <p:tags r:id="rId41"/>
            </p:custDataLst>
          </p:nvPr>
        </p:nvCxnSpPr>
        <p:spPr>
          <a:xfrm flipH="1">
            <a:off x="7461029" y="4877426"/>
            <a:ext cx="226353" cy="549471"/>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39" idx="5"/>
            <a:endCxn id="38" idx="0"/>
          </p:cNvCxnSpPr>
          <p:nvPr>
            <p:custDataLst>
              <p:tags r:id="rId42"/>
            </p:custDataLst>
          </p:nvPr>
        </p:nvCxnSpPr>
        <p:spPr>
          <a:xfrm>
            <a:off x="7463211" y="3999732"/>
            <a:ext cx="224171" cy="424989"/>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sp>
        <p:nvSpPr>
          <p:cNvPr id="48" name="矩形: 圆角 47"/>
          <p:cNvSpPr/>
          <p:nvPr>
            <p:custDataLst>
              <p:tags r:id="rId43"/>
            </p:custDataLst>
          </p:nvPr>
        </p:nvSpPr>
        <p:spPr>
          <a:xfrm>
            <a:off x="342528" y="2218748"/>
            <a:ext cx="8622085" cy="619426"/>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9" name="矩形: 圆角 48"/>
          <p:cNvSpPr/>
          <p:nvPr>
            <p:custDataLst>
              <p:tags r:id="rId44"/>
            </p:custDataLst>
          </p:nvPr>
        </p:nvSpPr>
        <p:spPr>
          <a:xfrm>
            <a:off x="342528" y="2872811"/>
            <a:ext cx="3791867" cy="270000"/>
          </a:xfrm>
          <a:prstGeom prst="roundRect">
            <a:avLst>
              <a:gd name="adj" fmla="val 4150"/>
            </a:avLst>
          </a:prstGeom>
          <a:solidFill>
            <a:srgbClr val="B50988">
              <a:alpha val="21000"/>
            </a:srgbClr>
          </a:solidFill>
          <a:ln>
            <a:solidFill>
              <a:srgbClr val="B50988">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cxnSp>
        <p:nvCxnSpPr>
          <p:cNvPr id="50" name="直接连接符 49"/>
          <p:cNvCxnSpPr>
            <a:stCxn id="39" idx="3"/>
            <a:endCxn id="37" idx="0"/>
          </p:cNvCxnSpPr>
          <p:nvPr>
            <p:custDataLst>
              <p:tags r:id="rId45"/>
            </p:custDataLst>
          </p:nvPr>
        </p:nvCxnSpPr>
        <p:spPr>
          <a:xfrm flipH="1">
            <a:off x="6816837" y="3999732"/>
            <a:ext cx="326263" cy="424989"/>
          </a:xfrm>
          <a:prstGeom prst="line">
            <a:avLst/>
          </a:prstGeom>
          <a:ln w="31750">
            <a:solidFill>
              <a:srgbClr val="B50988"/>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custDataLst>
              <p:tags r:id="rId46"/>
            </p:custDataLst>
          </p:nvPr>
        </p:nvSpPr>
        <p:spPr>
          <a:xfrm>
            <a:off x="5006616" y="5808623"/>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U	={ 0, 5, 4, 3, 2, 1, 6 }</a:t>
            </a:r>
            <a:endParaRPr lang="en-US" altLang="zh-CN" sz="2000" b="1" dirty="0">
              <a:solidFill>
                <a:srgbClr val="B50988"/>
              </a:solidFill>
              <a:latin typeface="+mn-ea"/>
              <a:sym typeface="Wingdings" panose="05000000000000000000" pitchFamily="2" charset="2"/>
            </a:endParaRPr>
          </a:p>
          <a:p>
            <a:pPr>
              <a:lnSpc>
                <a:spcPct val="110000"/>
              </a:lnSpc>
            </a:pPr>
            <a:r>
              <a:rPr lang="en-US" altLang="zh-CN" sz="2000" b="1" dirty="0">
                <a:solidFill>
                  <a:schemeClr val="tx1">
                    <a:lumMod val="65000"/>
                    <a:lumOff val="35000"/>
                  </a:schemeClr>
                </a:solidFill>
                <a:latin typeface="+mn-ea"/>
                <a:sym typeface="Wingdings" panose="05000000000000000000" pitchFamily="2" charset="2"/>
              </a:rPr>
              <a:t>     V-U	={  }</a:t>
            </a:r>
            <a:endParaRPr lang="zh-CN" altLang="en-US" sz="2000" dirty="0">
              <a:latin typeface="+mn-ea"/>
            </a:endParaRPr>
          </a:p>
        </p:txBody>
      </p:sp>
      <p:sp>
        <p:nvSpPr>
          <p:cNvPr id="54" name="Text Box 2"/>
          <p:cNvSpPr txBox="1">
            <a:spLocks noChangeArrowheads="1"/>
          </p:cNvSpPr>
          <p:nvPr>
            <p:custDataLst>
              <p:tags r:id="rId47"/>
            </p:custDataLst>
          </p:nvPr>
        </p:nvSpPr>
        <p:spPr bwMode="auto">
          <a:xfrm>
            <a:off x="5367164" y="3100067"/>
            <a:ext cx="2569905" cy="407291"/>
          </a:xfrm>
          <a:prstGeom prst="rect">
            <a:avLst/>
          </a:prstGeom>
          <a:noFill/>
          <a:ln w="9525">
            <a:noFill/>
            <a:miter lim="800000"/>
          </a:ln>
          <a:effectLst/>
        </p:spPr>
        <p:txBody>
          <a:bodyPr wrap="square">
            <a:spAutoFit/>
          </a:bodyPr>
          <a:p>
            <a:pPr algn="ctr">
              <a:lnSpc>
                <a:spcPct val="110000"/>
              </a:lnSpc>
            </a:pPr>
            <a:r>
              <a:rPr kumimoji="1" lang="en-US" altLang="zh-CN" sz="2000" b="1" dirty="0">
                <a:latin typeface="+mn-ea"/>
                <a:cs typeface="Consolas" panose="020B0609020204030204" pitchFamily="49" charset="0"/>
              </a:rPr>
              <a:t>Prim</a:t>
            </a:r>
            <a:r>
              <a:rPr kumimoji="1" lang="zh-CN" altLang="en-US" sz="2000" b="1" dirty="0">
                <a:latin typeface="+mn-ea"/>
                <a:cs typeface="Consolas" panose="020B0609020204030204" pitchFamily="49" charset="0"/>
              </a:rPr>
              <a:t>最小生成树</a:t>
            </a:r>
            <a:endParaRPr kumimoji="1" lang="zh-CN" altLang="en-US" dirty="0">
              <a:solidFill>
                <a:srgbClr val="0070C0"/>
              </a:solidFill>
              <a:latin typeface="+mn-ea"/>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22" presetClass="entr" presetSubtype="4"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down)">
                                      <p:cBhvr>
                                        <p:cTn id="10" dur="500"/>
                                        <p:tgtEl>
                                          <p:spTgt spid="46"/>
                                        </p:tgtEl>
                                      </p:cBhvr>
                                    </p:animEffect>
                                  </p:childTnLst>
                                </p:cTn>
                              </p:par>
                            </p:childTnLst>
                          </p:cTn>
                        </p:par>
                        <p:par>
                          <p:cTn id="11" fill="hold">
                            <p:stCondLst>
                              <p:cond delay="500"/>
                            </p:stCondLst>
                            <p:childTnLst>
                              <p:par>
                                <p:cTn id="12" presetID="1" presetClass="emph" presetSubtype="2" fill="hold" nodeType="afterEffect">
                                  <p:stCondLst>
                                    <p:cond delay="0"/>
                                  </p:stCondLst>
                                  <p:childTnLst>
                                    <p:animClr clrSpc="rgb" dir="cw">
                                      <p:cBhvr>
                                        <p:cTn id="13" dur="500" fill="hold"/>
                                        <p:tgtEl>
                                          <p:spTgt spid="39"/>
                                        </p:tgtEl>
                                        <p:attrNameLst>
                                          <p:attrName>fillcolor</p:attrName>
                                        </p:attrNameLst>
                                      </p:cBhvr>
                                      <p:to>
                                        <a:srgbClr val="B50988"/>
                                      </p:to>
                                    </p:animClr>
                                    <p:set>
                                      <p:cBhvr>
                                        <p:cTn id="14" dur="500" fill="hold"/>
                                        <p:tgtEl>
                                          <p:spTgt spid="39"/>
                                        </p:tgtEl>
                                        <p:attrNameLst>
                                          <p:attrName>fill.type</p:attrName>
                                        </p:attrNameLst>
                                      </p:cBhvr>
                                      <p:to>
                                        <p:strVal val="solid"/>
                                      </p:to>
                                    </p:set>
                                    <p:set>
                                      <p:cBhvr>
                                        <p:cTn id="15" dur="500" fill="hold"/>
                                        <p:tgtEl>
                                          <p:spTgt spid="39"/>
                                        </p:tgtEl>
                                        <p:attrNameLst>
                                          <p:attrName>fill.on</p:attrName>
                                        </p:attrNameLst>
                                      </p:cBhvr>
                                      <p:to>
                                        <p:strVal val="true"/>
                                      </p:to>
                                    </p:set>
                                  </p:childTnLst>
                                </p:cTn>
                              </p:par>
                              <p:par>
                                <p:cTn id="16" presetID="10" presetClass="entr" presetSubtype="0" fill="hold" grpId="0"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48"/>
                                        </p:tgtEl>
                                      </p:cBhvr>
                                    </p:animEffect>
                                    <p:animScale>
                                      <p:cBhvr>
                                        <p:cTn id="23" dur="250" autoRev="1" fill="hold"/>
                                        <p:tgtEl>
                                          <p:spTgt spid="48"/>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7" presetClass="emph" presetSubtype="2" fill="hold" nodeType="clickEffect">
                                  <p:stCondLst>
                                    <p:cond delay="0"/>
                                  </p:stCondLst>
                                  <p:childTnLst>
                                    <p:animClr clrSpc="rgb" dir="cw">
                                      <p:cBhvr>
                                        <p:cTn id="27" dur="500" fill="hold"/>
                                        <p:tgtEl>
                                          <p:spTgt spid="28"/>
                                        </p:tgtEl>
                                        <p:attrNameLst>
                                          <p:attrName>stroke.color</p:attrName>
                                        </p:attrNameLst>
                                      </p:cBhvr>
                                      <p:to>
                                        <a:srgbClr val="CC00FF"/>
                                      </p:to>
                                    </p:animClr>
                                    <p:set>
                                      <p:cBhvr>
                                        <p:cTn id="28" dur="500" fill="hold"/>
                                        <p:tgtEl>
                                          <p:spTgt spid="28"/>
                                        </p:tgtEl>
                                        <p:attrNameLst>
                                          <p:attrName>stroke.on</p:attrName>
                                        </p:attrNameLst>
                                      </p:cBhvr>
                                      <p:to>
                                        <p:strVal val="true"/>
                                      </p:to>
                                    </p:set>
                                  </p:childTnLst>
                                </p:cTn>
                              </p:par>
                              <p:par>
                                <p:cTn id="29" presetID="7" presetClass="emph" presetSubtype="2" fill="hold" nodeType="withEffect">
                                  <p:stCondLst>
                                    <p:cond delay="0"/>
                                  </p:stCondLst>
                                  <p:childTnLst>
                                    <p:animClr clrSpc="rgb" dir="cw">
                                      <p:cBhvr>
                                        <p:cTn id="30" dur="500" fill="hold"/>
                                        <p:tgtEl>
                                          <p:spTgt spid="27"/>
                                        </p:tgtEl>
                                        <p:attrNameLst>
                                          <p:attrName>stroke.color</p:attrName>
                                        </p:attrNameLst>
                                      </p:cBhvr>
                                      <p:to>
                                        <a:srgbClr val="CC00FF"/>
                                      </p:to>
                                    </p:animClr>
                                    <p:set>
                                      <p:cBhvr>
                                        <p:cTn id="31" dur="500" fill="hold"/>
                                        <p:tgtEl>
                                          <p:spTgt spid="27"/>
                                        </p:tgtEl>
                                        <p:attrNameLst>
                                          <p:attrName>stroke.on</p:attrName>
                                        </p:attrNameLst>
                                      </p:cBhvr>
                                      <p:to>
                                        <p:strVal val="true"/>
                                      </p:to>
                                    </p:set>
                                  </p:childTnLst>
                                </p:cTn>
                              </p:par>
                              <p:par>
                                <p:cTn id="32" presetID="7" presetClass="emph" presetSubtype="2" fill="hold" nodeType="withEffect">
                                  <p:stCondLst>
                                    <p:cond delay="0"/>
                                  </p:stCondLst>
                                  <p:childTnLst>
                                    <p:animClr clrSpc="rgb" dir="cw">
                                      <p:cBhvr>
                                        <p:cTn id="33" dur="500" fill="hold"/>
                                        <p:tgtEl>
                                          <p:spTgt spid="29"/>
                                        </p:tgtEl>
                                        <p:attrNameLst>
                                          <p:attrName>stroke.color</p:attrName>
                                        </p:attrNameLst>
                                      </p:cBhvr>
                                      <p:to>
                                        <a:srgbClr val="CC00FF"/>
                                      </p:to>
                                    </p:animClr>
                                    <p:set>
                                      <p:cBhvr>
                                        <p:cTn id="34" dur="500" fill="hold"/>
                                        <p:tgtEl>
                                          <p:spTgt spid="29"/>
                                        </p:tgtEl>
                                        <p:attrNameLst>
                                          <p:attrName>stroke.on</p:attrName>
                                        </p:attrNameLst>
                                      </p:cBhvr>
                                      <p:to>
                                        <p:strVal val="true"/>
                                      </p:to>
                                    </p:set>
                                  </p:childTnLst>
                                </p:cTn>
                              </p:par>
                              <p:par>
                                <p:cTn id="35" presetID="3" presetClass="emph" presetSubtype="2" fill="hold" grpId="0" nodeType="withEffect">
                                  <p:stCondLst>
                                    <p:cond delay="0"/>
                                  </p:stCondLst>
                                  <p:childTnLst>
                                    <p:animClr clrSpc="rgb" dir="cw">
                                      <p:cBhvr override="childStyle">
                                        <p:cTn id="36" dur="500" fill="hold"/>
                                        <p:tgtEl>
                                          <p:spTgt spid="11"/>
                                        </p:tgtEl>
                                        <p:attrNameLst>
                                          <p:attrName>style.color</p:attrName>
                                        </p:attrNameLst>
                                      </p:cBhvr>
                                      <p:to>
                                        <a:srgbClr val="CC00FF"/>
                                      </p:to>
                                    </p:animClr>
                                  </p:childTnLst>
                                </p:cTn>
                              </p:par>
                              <p:par>
                                <p:cTn id="37" presetID="3" presetClass="emph" presetSubtype="2" fill="hold" grpId="0" nodeType="withEffect">
                                  <p:stCondLst>
                                    <p:cond delay="0"/>
                                  </p:stCondLst>
                                  <p:childTnLst>
                                    <p:animClr clrSpc="rgb" dir="cw">
                                      <p:cBhvr override="childStyle">
                                        <p:cTn id="38" dur="500" fill="hold"/>
                                        <p:tgtEl>
                                          <p:spTgt spid="15"/>
                                        </p:tgtEl>
                                        <p:attrNameLst>
                                          <p:attrName>style.color</p:attrName>
                                        </p:attrNameLst>
                                      </p:cBhvr>
                                      <p:to>
                                        <a:srgbClr val="CC00FF"/>
                                      </p:to>
                                    </p:animClr>
                                  </p:childTnLst>
                                </p:cTn>
                              </p:par>
                              <p:par>
                                <p:cTn id="39" presetID="3" presetClass="emph" presetSubtype="2" fill="hold" grpId="0" nodeType="withEffect">
                                  <p:stCondLst>
                                    <p:cond delay="0"/>
                                  </p:stCondLst>
                                  <p:childTnLst>
                                    <p:animClr clrSpc="rgb" dir="cw">
                                      <p:cBhvr override="childStyle">
                                        <p:cTn id="40" dur="500" fill="hold"/>
                                        <p:tgtEl>
                                          <p:spTgt spid="10"/>
                                        </p:tgtEl>
                                        <p:attrNameLst>
                                          <p:attrName>style.color</p:attrName>
                                        </p:attrNameLst>
                                      </p:cBhvr>
                                      <p:to>
                                        <a:srgbClr val="CC00FF"/>
                                      </p:to>
                                    </p:animClr>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nodeType="clickEffect">
                                  <p:stCondLst>
                                    <p:cond delay="0"/>
                                  </p:stCondLst>
                                  <p:childTnLst>
                                    <p:animEffect transition="out" filter="fade">
                                      <p:cBhvr>
                                        <p:cTn id="44" dur="500" tmFilter="0, 0; .2, .5; .8, .5; 1, 0"/>
                                        <p:tgtEl>
                                          <p:spTgt spid="28"/>
                                        </p:tgtEl>
                                      </p:cBhvr>
                                    </p:animEffect>
                                    <p:animScale>
                                      <p:cBhvr>
                                        <p:cTn id="45" dur="250" autoRev="1" fill="hold"/>
                                        <p:tgtEl>
                                          <p:spTgt spid="28"/>
                                        </p:tgtEl>
                                      </p:cBhvr>
                                      <p:by x="105000" y="105000"/>
                                    </p:animScale>
                                  </p:childTnLst>
                                </p:cTn>
                              </p:par>
                              <p:par>
                                <p:cTn id="46" presetID="26" presetClass="emph" presetSubtype="0" fill="hold" grpId="1" nodeType="withEffect">
                                  <p:stCondLst>
                                    <p:cond delay="0"/>
                                  </p:stCondLst>
                                  <p:childTnLst>
                                    <p:animEffect transition="out" filter="fade">
                                      <p:cBhvr>
                                        <p:cTn id="47" dur="500" tmFilter="0, 0; .2, .5; .8, .5; 1, 0"/>
                                        <p:tgtEl>
                                          <p:spTgt spid="11"/>
                                        </p:tgtEl>
                                      </p:cBhvr>
                                    </p:animEffect>
                                    <p:animScale>
                                      <p:cBhvr>
                                        <p:cTn id="48" dur="250" autoRev="1" fill="hold"/>
                                        <p:tgtEl>
                                          <p:spTgt spid="11"/>
                                        </p:tgtEl>
                                      </p:cBhvr>
                                      <p:by x="105000" y="105000"/>
                                    </p:animScale>
                                  </p:childTnLst>
                                </p:cTn>
                              </p:par>
                            </p:childTnLst>
                          </p:cTn>
                        </p:par>
                      </p:childTnLst>
                    </p:cTn>
                  </p:par>
                  <p:par>
                    <p:cTn id="49" fill="hold">
                      <p:stCondLst>
                        <p:cond delay="indefinite"/>
                      </p:stCondLst>
                      <p:childTnLst>
                        <p:par>
                          <p:cTn id="50" fill="hold">
                            <p:stCondLst>
                              <p:cond delay="0"/>
                            </p:stCondLst>
                            <p:childTnLst>
                              <p:par>
                                <p:cTn id="51" presetID="7" presetClass="emph" presetSubtype="2" fill="hold" nodeType="clickEffect">
                                  <p:stCondLst>
                                    <p:cond delay="0"/>
                                  </p:stCondLst>
                                  <p:childTnLst>
                                    <p:animClr clrSpc="rgb" dir="cw">
                                      <p:cBhvr>
                                        <p:cTn id="52" dur="500" fill="hold"/>
                                        <p:tgtEl>
                                          <p:spTgt spid="28"/>
                                        </p:tgtEl>
                                        <p:attrNameLst>
                                          <p:attrName>stroke.color</p:attrName>
                                        </p:attrNameLst>
                                      </p:cBhvr>
                                      <p:to>
                                        <a:srgbClr val="B50988"/>
                                      </p:to>
                                    </p:animClr>
                                    <p:set>
                                      <p:cBhvr>
                                        <p:cTn id="53" dur="500" fill="hold"/>
                                        <p:tgtEl>
                                          <p:spTgt spid="28"/>
                                        </p:tgtEl>
                                        <p:attrNameLst>
                                          <p:attrName>stroke.on</p:attrName>
                                        </p:attrNameLst>
                                      </p:cBhvr>
                                      <p:to>
                                        <p:strVal val="true"/>
                                      </p:to>
                                    </p:set>
                                  </p:childTnLst>
                                </p:cTn>
                              </p:par>
                              <p:par>
                                <p:cTn id="54" presetID="3" presetClass="emph" presetSubtype="2" fill="hold" grpId="2" nodeType="withEffect">
                                  <p:stCondLst>
                                    <p:cond delay="0"/>
                                  </p:stCondLst>
                                  <p:childTnLst>
                                    <p:animClr clrSpc="rgb" dir="cw">
                                      <p:cBhvr override="childStyle">
                                        <p:cTn id="55" dur="500" fill="hold"/>
                                        <p:tgtEl>
                                          <p:spTgt spid="11"/>
                                        </p:tgtEl>
                                        <p:attrNameLst>
                                          <p:attrName>style.color</p:attrName>
                                        </p:attrNameLst>
                                      </p:cBhvr>
                                      <p:to>
                                        <a:srgbClr val="B50988"/>
                                      </p:to>
                                    </p:animClr>
                                  </p:childTnLst>
                                </p:cTn>
                              </p:par>
                              <p:par>
                                <p:cTn id="56" presetID="7" presetClass="emph" presetSubtype="2" fill="hold" nodeType="withEffect">
                                  <p:stCondLst>
                                    <p:cond delay="0"/>
                                  </p:stCondLst>
                                  <p:childTnLst>
                                    <p:animClr clrSpc="rgb" dir="cw">
                                      <p:cBhvr>
                                        <p:cTn id="57" dur="10" fill="hold"/>
                                        <p:tgtEl>
                                          <p:spTgt spid="27"/>
                                        </p:tgtEl>
                                        <p:attrNameLst>
                                          <p:attrName>stroke.color</p:attrName>
                                        </p:attrNameLst>
                                      </p:cBhvr>
                                      <p:to>
                                        <a:srgbClr val="7F7F7F"/>
                                      </p:to>
                                    </p:animClr>
                                    <p:set>
                                      <p:cBhvr>
                                        <p:cTn id="58" dur="10" fill="hold"/>
                                        <p:tgtEl>
                                          <p:spTgt spid="27"/>
                                        </p:tgtEl>
                                        <p:attrNameLst>
                                          <p:attrName>stroke.on</p:attrName>
                                        </p:attrNameLst>
                                      </p:cBhvr>
                                      <p:to>
                                        <p:strVal val="true"/>
                                      </p:to>
                                    </p:set>
                                  </p:childTnLst>
                                </p:cTn>
                              </p:par>
                              <p:par>
                                <p:cTn id="59" presetID="7" presetClass="emph" presetSubtype="2" fill="hold" nodeType="withEffect">
                                  <p:stCondLst>
                                    <p:cond delay="0"/>
                                  </p:stCondLst>
                                  <p:childTnLst>
                                    <p:animClr clrSpc="rgb" dir="cw">
                                      <p:cBhvr>
                                        <p:cTn id="60" dur="10" fill="hold"/>
                                        <p:tgtEl>
                                          <p:spTgt spid="29"/>
                                        </p:tgtEl>
                                        <p:attrNameLst>
                                          <p:attrName>stroke.color</p:attrName>
                                        </p:attrNameLst>
                                      </p:cBhvr>
                                      <p:to>
                                        <a:srgbClr val="7F7F7F"/>
                                      </p:to>
                                    </p:animClr>
                                    <p:set>
                                      <p:cBhvr>
                                        <p:cTn id="61" dur="10" fill="hold"/>
                                        <p:tgtEl>
                                          <p:spTgt spid="29"/>
                                        </p:tgtEl>
                                        <p:attrNameLst>
                                          <p:attrName>stroke.on</p:attrName>
                                        </p:attrNameLst>
                                      </p:cBhvr>
                                      <p:to>
                                        <p:strVal val="true"/>
                                      </p:to>
                                    </p:set>
                                  </p:childTnLst>
                                </p:cTn>
                              </p:par>
                              <p:par>
                                <p:cTn id="62" presetID="3" presetClass="emph" presetSubtype="2" fill="hold" grpId="1" nodeType="withEffect">
                                  <p:stCondLst>
                                    <p:cond delay="0"/>
                                  </p:stCondLst>
                                  <p:childTnLst>
                                    <p:animClr clrSpc="rgb" dir="cw">
                                      <p:cBhvr override="childStyle">
                                        <p:cTn id="63" dur="10" fill="hold"/>
                                        <p:tgtEl>
                                          <p:spTgt spid="15"/>
                                        </p:tgtEl>
                                        <p:attrNameLst>
                                          <p:attrName>style.color</p:attrName>
                                        </p:attrNameLst>
                                      </p:cBhvr>
                                      <p:to>
                                        <a:srgbClr val="7F7F7F"/>
                                      </p:to>
                                    </p:animClr>
                                  </p:childTnLst>
                                </p:cTn>
                              </p:par>
                              <p:par>
                                <p:cTn id="64" presetID="3" presetClass="emph" presetSubtype="2" fill="hold" grpId="1" nodeType="withEffect">
                                  <p:stCondLst>
                                    <p:cond delay="0"/>
                                  </p:stCondLst>
                                  <p:childTnLst>
                                    <p:animClr clrSpc="rgb" dir="cw">
                                      <p:cBhvr override="childStyle">
                                        <p:cTn id="65" dur="10" fill="hold"/>
                                        <p:tgtEl>
                                          <p:spTgt spid="10"/>
                                        </p:tgtEl>
                                        <p:attrNameLst>
                                          <p:attrName>style.color</p:attrName>
                                        </p:attrNameLst>
                                      </p:cBhvr>
                                      <p:to>
                                        <a:srgbClr val="7F7F7F"/>
                                      </p:to>
                                    </p:animClr>
                                  </p:childTnLst>
                                </p:cTn>
                              </p:par>
                            </p:childTnLst>
                          </p:cTn>
                        </p:par>
                        <p:par>
                          <p:cTn id="66" fill="hold">
                            <p:stCondLst>
                              <p:cond delay="500"/>
                            </p:stCondLst>
                            <p:childTnLst>
                              <p:par>
                                <p:cTn id="67" presetID="1" presetClass="emph" presetSubtype="2" fill="hold" nodeType="afterEffect">
                                  <p:stCondLst>
                                    <p:cond delay="0"/>
                                  </p:stCondLst>
                                  <p:childTnLst>
                                    <p:animClr clrSpc="rgb" dir="cw">
                                      <p:cBhvr>
                                        <p:cTn id="68" dur="500" fill="hold"/>
                                        <p:tgtEl>
                                          <p:spTgt spid="21"/>
                                        </p:tgtEl>
                                        <p:attrNameLst>
                                          <p:attrName>fillcolor</p:attrName>
                                        </p:attrNameLst>
                                      </p:cBhvr>
                                      <p:to>
                                        <a:srgbClr val="B50988"/>
                                      </p:to>
                                    </p:animClr>
                                    <p:set>
                                      <p:cBhvr>
                                        <p:cTn id="69" dur="500" fill="hold"/>
                                        <p:tgtEl>
                                          <p:spTgt spid="21"/>
                                        </p:tgtEl>
                                        <p:attrNameLst>
                                          <p:attrName>fill.type</p:attrName>
                                        </p:attrNameLst>
                                      </p:cBhvr>
                                      <p:to>
                                        <p:strVal val="solid"/>
                                      </p:to>
                                    </p:set>
                                    <p:set>
                                      <p:cBhvr>
                                        <p:cTn id="70" dur="500" fill="hold"/>
                                        <p:tgtEl>
                                          <p:spTgt spid="21"/>
                                        </p:tgtEl>
                                        <p:attrNameLst>
                                          <p:attrName>fill.on</p:attrName>
                                        </p:attrNameLst>
                                      </p:cBhvr>
                                      <p:to>
                                        <p:strVal val="tru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40"/>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45"/>
                                        </p:tgtEl>
                                        <p:attrNameLst>
                                          <p:attrName>style.visibility</p:attrName>
                                        </p:attrNameLst>
                                      </p:cBhvr>
                                      <p:to>
                                        <p:strVal val="hidden"/>
                                      </p:to>
                                    </p:set>
                                  </p:childTnLst>
                                </p:cTn>
                              </p:par>
                              <p:par>
                                <p:cTn id="77" presetID="3" presetClass="emph" presetSubtype="2" fill="hold" grpId="3" nodeType="withEffect">
                                  <p:stCondLst>
                                    <p:cond delay="0"/>
                                  </p:stCondLst>
                                  <p:childTnLst>
                                    <p:animClr clrSpc="rgb" dir="cw">
                                      <p:cBhvr override="childStyle">
                                        <p:cTn id="78" dur="10" fill="hold"/>
                                        <p:tgtEl>
                                          <p:spTgt spid="11"/>
                                        </p:tgtEl>
                                        <p:attrNameLst>
                                          <p:attrName>style.color</p:attrName>
                                        </p:attrNameLst>
                                      </p:cBhvr>
                                      <p:to>
                                        <a:srgbClr val="7F7F7F"/>
                                      </p:to>
                                    </p:animClr>
                                  </p:childTnLst>
                                </p:cTn>
                              </p:par>
                              <p:par>
                                <p:cTn id="79" presetID="7" presetClass="emph" presetSubtype="2" fill="hold" nodeType="withEffect">
                                  <p:stCondLst>
                                    <p:cond delay="0"/>
                                  </p:stCondLst>
                                  <p:childTnLst>
                                    <p:animClr clrSpc="rgb" dir="cw">
                                      <p:cBhvr>
                                        <p:cTn id="80" dur="10" fill="hold"/>
                                        <p:tgtEl>
                                          <p:spTgt spid="28"/>
                                        </p:tgtEl>
                                        <p:attrNameLst>
                                          <p:attrName>stroke.color</p:attrName>
                                        </p:attrNameLst>
                                      </p:cBhvr>
                                      <p:to>
                                        <a:srgbClr val="7F7F7F"/>
                                      </p:to>
                                    </p:animClr>
                                    <p:set>
                                      <p:cBhvr>
                                        <p:cTn id="81" dur="10" fill="hold"/>
                                        <p:tgtEl>
                                          <p:spTgt spid="28"/>
                                        </p:tgtEl>
                                        <p:attrNameLst>
                                          <p:attrName>stroke.on</p:attrName>
                                        </p:attrNameLst>
                                      </p:cBhvr>
                                      <p:to>
                                        <p:strVal val="true"/>
                                      </p:to>
                                    </p:set>
                                  </p:childTnLst>
                                </p:cTn>
                              </p:par>
                              <p:par>
                                <p:cTn id="82" presetID="22" presetClass="entr" presetSubtype="1" fill="hold" nodeType="withEffect">
                                  <p:stCondLst>
                                    <p:cond delay="0"/>
                                  </p:stCondLst>
                                  <p:childTnLst>
                                    <p:set>
                                      <p:cBhvr>
                                        <p:cTn id="83" dur="1" fill="hold">
                                          <p:stCondLst>
                                            <p:cond delay="0"/>
                                          </p:stCondLst>
                                        </p:cTn>
                                        <p:tgtEl>
                                          <p:spTgt spid="50"/>
                                        </p:tgtEl>
                                        <p:attrNameLst>
                                          <p:attrName>style.visibility</p:attrName>
                                        </p:attrNameLst>
                                      </p:cBhvr>
                                      <p:to>
                                        <p:strVal val="visible"/>
                                      </p:to>
                                    </p:set>
                                    <p:animEffect transition="in" filter="wipe(up)">
                                      <p:cBhvr>
                                        <p:cTn id="84" dur="500"/>
                                        <p:tgtEl>
                                          <p:spTgt spid="50"/>
                                        </p:tgtEl>
                                      </p:cBhvr>
                                    </p:animEffect>
                                  </p:childTnLst>
                                </p:cTn>
                              </p:par>
                            </p:childTnLst>
                          </p:cTn>
                        </p:par>
                        <p:par>
                          <p:cTn id="85" fill="hold">
                            <p:stCondLst>
                              <p:cond delay="0"/>
                            </p:stCondLst>
                            <p:childTnLst>
                              <p:par>
                                <p:cTn id="86" presetID="1" presetClass="emph" presetSubtype="2" fill="hold" nodeType="afterEffect">
                                  <p:stCondLst>
                                    <p:cond delay="0"/>
                                  </p:stCondLst>
                                  <p:childTnLst>
                                    <p:animClr clrSpc="rgb" dir="cw">
                                      <p:cBhvr>
                                        <p:cTn id="87" dur="500" fill="hold"/>
                                        <p:tgtEl>
                                          <p:spTgt spid="37"/>
                                        </p:tgtEl>
                                        <p:attrNameLst>
                                          <p:attrName>fillcolor</p:attrName>
                                        </p:attrNameLst>
                                      </p:cBhvr>
                                      <p:to>
                                        <a:srgbClr val="B50988"/>
                                      </p:to>
                                    </p:animClr>
                                    <p:set>
                                      <p:cBhvr>
                                        <p:cTn id="88" dur="500" fill="hold"/>
                                        <p:tgtEl>
                                          <p:spTgt spid="37"/>
                                        </p:tgtEl>
                                        <p:attrNameLst>
                                          <p:attrName>fill.type</p:attrName>
                                        </p:attrNameLst>
                                      </p:cBhvr>
                                      <p:to>
                                        <p:strVal val="solid"/>
                                      </p:to>
                                    </p:set>
                                    <p:set>
                                      <p:cBhvr>
                                        <p:cTn id="89" dur="500" fill="hold"/>
                                        <p:tgtEl>
                                          <p:spTgt spid="37"/>
                                        </p:tgtEl>
                                        <p:attrNameLst>
                                          <p:attrName>fill.on</p:attrName>
                                        </p:attrNameLst>
                                      </p:cBhvr>
                                      <p:to>
                                        <p:strVal val="true"/>
                                      </p:to>
                                    </p:set>
                                  </p:childTnLst>
                                </p:cTn>
                              </p:par>
                              <p:par>
                                <p:cTn id="90" presetID="10" presetClass="entr" presetSubtype="0" fill="hold" grpId="0" nodeType="with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500"/>
                                        <p:tgtEl>
                                          <p:spTgt spid="53"/>
                                        </p:tgtEl>
                                      </p:cBhvr>
                                    </p:animEffect>
                                  </p:childTnLst>
                                </p:cTn>
                              </p:par>
                            </p:childTnLst>
                          </p:cTn>
                        </p:par>
                      </p:childTnLst>
                    </p:cTn>
                  </p:par>
                  <p:par>
                    <p:cTn id="93" fill="hold">
                      <p:stCondLst>
                        <p:cond delay="indefinite"/>
                      </p:stCondLst>
                      <p:childTnLst>
                        <p:par>
                          <p:cTn id="94" fill="hold">
                            <p:stCondLst>
                              <p:cond delay="0"/>
                            </p:stCondLst>
                            <p:childTnLst>
                              <p:par>
                                <p:cTn id="95" presetID="26" presetClass="emph" presetSubtype="0" fill="hold" grpId="0" nodeType="clickEffect">
                                  <p:stCondLst>
                                    <p:cond delay="0"/>
                                  </p:stCondLst>
                                  <p:childTnLst>
                                    <p:animEffect transition="out" filter="fade">
                                      <p:cBhvr>
                                        <p:cTn id="96" dur="500" tmFilter="0, 0; .2, .5; .8, .5; 1, 0"/>
                                        <p:tgtEl>
                                          <p:spTgt spid="49"/>
                                        </p:tgtEl>
                                      </p:cBhvr>
                                    </p:animEffect>
                                    <p:animScale>
                                      <p:cBhvr>
                                        <p:cTn id="97" dur="250" autoRev="1" fill="hold"/>
                                        <p:tgtEl>
                                          <p:spTgt spid="49"/>
                                        </p:tgtEl>
                                      </p:cBhvr>
                                      <p:by x="105000" y="105000"/>
                                    </p:animScale>
                                  </p:childTnLst>
                                </p:cTn>
                              </p:par>
                              <p:par>
                                <p:cTn id="98" presetID="10" presetClass="exit" presetSubtype="0" fill="hold" grpId="1" nodeType="withEffect">
                                  <p:stCondLst>
                                    <p:cond delay="0"/>
                                  </p:stCondLst>
                                  <p:childTnLst>
                                    <p:animEffect transition="out" filter="fade">
                                      <p:cBhvr>
                                        <p:cTn id="99" dur="500"/>
                                        <p:tgtEl>
                                          <p:spTgt spid="48"/>
                                        </p:tgtEl>
                                      </p:cBhvr>
                                    </p:animEffect>
                                    <p:set>
                                      <p:cBhvr>
                                        <p:cTn id="100" dur="1" fill="hold">
                                          <p:stCondLst>
                                            <p:cond delay="499"/>
                                          </p:stCondLst>
                                        </p:cTn>
                                        <p:tgtEl>
                                          <p:spTgt spid="48"/>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54"/>
                                        </p:tgtEl>
                                        <p:attrNameLst>
                                          <p:attrName>style.visibility</p:attrName>
                                        </p:attrNameLst>
                                      </p:cBhvr>
                                      <p:to>
                                        <p:strVal val="visible"/>
                                      </p:to>
                                    </p:set>
                                    <p:animEffect transition="in" filter="fade">
                                      <p:cBhvr>
                                        <p:cTn id="10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45" grpId="1" bldLvl="0" animBg="1"/>
      <p:bldP spid="10" grpId="0"/>
      <p:bldP spid="10" grpId="1"/>
      <p:bldP spid="11" grpId="0"/>
      <p:bldP spid="11" grpId="1"/>
      <p:bldP spid="11" grpId="2"/>
      <p:bldP spid="11" grpId="3"/>
      <p:bldP spid="15" grpId="0"/>
      <p:bldP spid="15" grpId="1"/>
      <p:bldP spid="40" grpId="0" bldLvl="0" animBg="1"/>
      <p:bldP spid="40" grpId="1" bldLvl="0" animBg="1"/>
      <p:bldP spid="48" grpId="0" bldLvl="0" animBg="1"/>
      <p:bldP spid="48" grpId="1" bldLvl="0" animBg="1"/>
      <p:bldP spid="49" grpId="0" bldLvl="0" animBg="1"/>
      <p:bldP spid="53" grpId="0" bldLvl="0" animBg="1"/>
      <p:bldP spid="54"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12" name="文本框 11"/>
          <p:cNvSpPr txBox="1"/>
          <p:nvPr>
            <p:custDataLst>
              <p:tags r:id="rId2"/>
            </p:custDataLst>
          </p:nvPr>
        </p:nvSpPr>
        <p:spPr>
          <a:xfrm>
            <a:off x="0" y="719822"/>
            <a:ext cx="9027459"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克鲁斯卡尔</a:t>
            </a:r>
            <a:r>
              <a:rPr kumimoji="1" lang="en-US" altLang="zh-CN" sz="2000" b="1" dirty="0">
                <a:solidFill>
                  <a:srgbClr val="0099BC"/>
                </a:solidFill>
                <a:latin typeface="+mn-ea"/>
                <a:cs typeface="Consolas" panose="020B0609020204030204" pitchFamily="49" charset="0"/>
              </a:rPr>
              <a:t>(Kruskal)</a:t>
            </a:r>
            <a:r>
              <a:rPr kumimoji="1" lang="zh-CN" altLang="en-US" sz="2000" b="1" dirty="0">
                <a:solidFill>
                  <a:srgbClr val="0099BC"/>
                </a:solidFill>
                <a:latin typeface="+mn-ea"/>
                <a:cs typeface="Consolas" panose="020B0609020204030204" pitchFamily="49" charset="0"/>
              </a:rPr>
              <a:t>算法也是一种求带权无向图的最小生成树的构造性算法</a:t>
            </a:r>
            <a:endParaRPr lang="zh-CN" altLang="en-US" sz="2000" b="1" dirty="0">
              <a:solidFill>
                <a:srgbClr val="0099BC"/>
              </a:solidFill>
              <a:latin typeface="+mn-ea"/>
            </a:endParaRPr>
          </a:p>
        </p:txBody>
      </p:sp>
      <p:sp>
        <p:nvSpPr>
          <p:cNvPr id="47" name="文本框 46"/>
          <p:cNvSpPr txBox="1"/>
          <p:nvPr>
            <p:custDataLst>
              <p:tags r:id="rId3"/>
            </p:custDataLst>
          </p:nvPr>
        </p:nvSpPr>
        <p:spPr>
          <a:xfrm>
            <a:off x="0" y="1081790"/>
            <a:ext cx="9027459" cy="2427909"/>
          </a:xfrm>
          <a:prstGeom prst="rect">
            <a:avLst/>
          </a:prstGeom>
          <a:noFill/>
        </p:spPr>
        <p:txBody>
          <a:bodyPr wrap="square">
            <a:spAutoFit/>
          </a:bodyPr>
          <a:p>
            <a:pPr>
              <a:lnSpc>
                <a:spcPct val="120000"/>
              </a:lnSpc>
            </a:pPr>
            <a:r>
              <a:rPr kumimoji="1" lang="zh-CN" altLang="en-US" sz="2000" b="1" dirty="0">
                <a:latin typeface="+mn-ea"/>
                <a:cs typeface="Consolas" panose="020B0609020204030204" pitchFamily="49" charset="0"/>
              </a:rPr>
              <a:t>克鲁斯卡尔</a:t>
            </a:r>
            <a:r>
              <a:rPr lang="zh-CN" altLang="en-US" sz="2000" b="1" dirty="0">
                <a:latin typeface="+mn-ea"/>
              </a:rPr>
              <a:t>算法的步骤如下</a:t>
            </a:r>
            <a:r>
              <a:rPr lang="en-US" altLang="zh-CN" sz="2000" b="1" dirty="0">
                <a:latin typeface="+mn-ea"/>
                <a:sym typeface="Wingdings" panose="05000000000000000000" pitchFamily="2" charset="2"/>
              </a:rPr>
              <a:t> -&gt; </a:t>
            </a:r>
            <a:r>
              <a:rPr lang="zh-CN" altLang="en-US" sz="2000" b="1" dirty="0">
                <a:latin typeface="+mn-ea"/>
                <a:sym typeface="Wingdings" panose="05000000000000000000" pitchFamily="2" charset="2"/>
              </a:rPr>
              <a:t>最小生成树</a:t>
            </a:r>
            <a:r>
              <a:rPr lang="en-US" altLang="zh-CN" sz="2000" b="1" dirty="0">
                <a:latin typeface="+mn-ea"/>
                <a:sym typeface="Wingdings" panose="05000000000000000000" pitchFamily="2" charset="2"/>
              </a:rPr>
              <a:t>T=(U, TE)</a:t>
            </a:r>
            <a:endParaRPr lang="en-US" altLang="zh-CN" sz="2000" b="1" dirty="0">
              <a:latin typeface="+mn-ea"/>
            </a:endParaRPr>
          </a:p>
          <a:p>
            <a:pPr>
              <a:lnSpc>
                <a:spcPct val="120000"/>
              </a:lnSpc>
            </a:pPr>
            <a:r>
              <a:rPr lang="zh-CN" altLang="en-US" b="1" dirty="0">
                <a:latin typeface="+mn-ea"/>
              </a:rPr>
              <a:t>初始状态</a:t>
            </a:r>
            <a:endParaRPr lang="en-US" altLang="zh-CN" b="1" dirty="0">
              <a:latin typeface="+mn-ea"/>
              <a:sym typeface="Wingdings" panose="05000000000000000000" pitchFamily="2" charset="2"/>
            </a:endParaRPr>
          </a:p>
          <a:p>
            <a:pPr marL="285750" indent="-285750">
              <a:lnSpc>
                <a:spcPct val="120000"/>
              </a:lnSpc>
              <a:buFont typeface="Wingdings" panose="05000000000000000000" pitchFamily="2" charset="2"/>
              <a:buChar char="n"/>
            </a:pPr>
            <a:r>
              <a:rPr lang="en-US" altLang="zh-CN" b="1" dirty="0">
                <a:latin typeface="+mn-ea"/>
              </a:rPr>
              <a:t>U</a:t>
            </a:r>
            <a:r>
              <a:rPr lang="zh-CN" altLang="en-US" dirty="0">
                <a:latin typeface="+mn-ea"/>
              </a:rPr>
              <a:t>包含连通图</a:t>
            </a:r>
            <a:r>
              <a:rPr lang="en-US" altLang="zh-CN" dirty="0">
                <a:latin typeface="+mn-ea"/>
              </a:rPr>
              <a:t>G</a:t>
            </a:r>
            <a:r>
              <a:rPr lang="zh-CN" altLang="en-US" dirty="0">
                <a:latin typeface="+mn-ea"/>
              </a:rPr>
              <a:t>中的全部顶点</a:t>
            </a:r>
            <a:endParaRPr lang="en-US" altLang="zh-CN" dirty="0">
              <a:latin typeface="+mn-ea"/>
            </a:endParaRPr>
          </a:p>
          <a:p>
            <a:pPr marL="285750" indent="-285750">
              <a:lnSpc>
                <a:spcPct val="120000"/>
              </a:lnSpc>
              <a:buFont typeface="Wingdings" panose="05000000000000000000" pitchFamily="2" charset="2"/>
              <a:buChar char="n"/>
            </a:pPr>
            <a:r>
              <a:rPr lang="en-US" altLang="zh-CN" b="1" dirty="0">
                <a:latin typeface="+mn-ea"/>
              </a:rPr>
              <a:t>TE</a:t>
            </a:r>
            <a:r>
              <a:rPr lang="zh-CN" altLang="en-US" b="1" dirty="0">
                <a:latin typeface="+mn-ea"/>
              </a:rPr>
              <a:t>为空集</a:t>
            </a:r>
            <a:r>
              <a:rPr lang="en-US" altLang="zh-CN" dirty="0">
                <a:latin typeface="+mn-ea"/>
              </a:rPr>
              <a:t>(</a:t>
            </a:r>
            <a:r>
              <a:rPr lang="zh-CN" altLang="en-US" dirty="0">
                <a:latin typeface="+mn-ea"/>
              </a:rPr>
              <a:t>图</a:t>
            </a:r>
            <a:r>
              <a:rPr lang="en-US" altLang="zh-CN" dirty="0">
                <a:latin typeface="+mn-ea"/>
              </a:rPr>
              <a:t>T</a:t>
            </a:r>
            <a:r>
              <a:rPr lang="zh-CN" altLang="en-US" dirty="0">
                <a:latin typeface="+mn-ea"/>
              </a:rPr>
              <a:t>中没有边，每个顶点都构成一个连通分量</a:t>
            </a:r>
            <a:r>
              <a:rPr lang="en-US" altLang="zh-CN" dirty="0">
                <a:latin typeface="+mn-ea"/>
              </a:rPr>
              <a:t>)</a:t>
            </a:r>
            <a:endParaRPr lang="en-US" altLang="zh-CN" dirty="0">
              <a:latin typeface="+mn-ea"/>
            </a:endParaRPr>
          </a:p>
          <a:p>
            <a:pPr>
              <a:lnSpc>
                <a:spcPct val="120000"/>
              </a:lnSpc>
            </a:pPr>
            <a:r>
              <a:rPr lang="zh-CN" altLang="en-US" b="1" dirty="0">
                <a:latin typeface="+mn-ea"/>
              </a:rPr>
              <a:t>有条件加入边</a:t>
            </a:r>
            <a:r>
              <a:rPr lang="en-US" altLang="zh-CN" b="1" dirty="0">
                <a:latin typeface="+mn-ea"/>
                <a:sym typeface="Wingdings" panose="05000000000000000000" pitchFamily="2" charset="2"/>
              </a:rPr>
              <a:t> -&gt; </a:t>
            </a:r>
            <a:r>
              <a:rPr lang="zh-CN" altLang="en-US" dirty="0">
                <a:latin typeface="+mn-ea"/>
              </a:rPr>
              <a:t>将图</a:t>
            </a:r>
            <a:r>
              <a:rPr lang="en-US" altLang="zh-CN" dirty="0">
                <a:latin typeface="+mn-ea"/>
              </a:rPr>
              <a:t>G</a:t>
            </a:r>
            <a:r>
              <a:rPr lang="zh-CN" altLang="en-US" dirty="0">
                <a:latin typeface="+mn-ea"/>
              </a:rPr>
              <a:t>中的边按权值</a:t>
            </a:r>
            <a:r>
              <a:rPr lang="zh-CN" altLang="en-US" b="1" dirty="0">
                <a:latin typeface="+mn-ea"/>
              </a:rPr>
              <a:t>从小到大</a:t>
            </a:r>
            <a:r>
              <a:rPr lang="zh-CN" altLang="en-US" dirty="0">
                <a:latin typeface="+mn-ea"/>
              </a:rPr>
              <a:t>的顺序依次选取</a:t>
            </a:r>
            <a:endParaRPr lang="en-US" altLang="zh-CN" dirty="0">
              <a:latin typeface="+mn-ea"/>
            </a:endParaRPr>
          </a:p>
          <a:p>
            <a:pPr marL="285750" indent="-285750">
              <a:lnSpc>
                <a:spcPct val="120000"/>
              </a:lnSpc>
              <a:buFont typeface="Wingdings" panose="05000000000000000000" pitchFamily="2" charset="2"/>
              <a:buChar char="n"/>
            </a:pPr>
            <a:r>
              <a:rPr lang="zh-CN" altLang="en-US" dirty="0">
                <a:latin typeface="+mn-ea"/>
              </a:rPr>
              <a:t>若选取的边未使生成树</a:t>
            </a:r>
            <a:r>
              <a:rPr lang="en-US" altLang="zh-CN" dirty="0">
                <a:latin typeface="+mn-ea"/>
              </a:rPr>
              <a:t>T</a:t>
            </a:r>
            <a:r>
              <a:rPr lang="zh-CN" altLang="en-US" dirty="0">
                <a:latin typeface="+mn-ea"/>
              </a:rPr>
              <a:t>形成回路则加入</a:t>
            </a:r>
            <a:r>
              <a:rPr lang="en-US" altLang="zh-CN" dirty="0">
                <a:latin typeface="+mn-ea"/>
              </a:rPr>
              <a:t>TE</a:t>
            </a:r>
            <a:r>
              <a:rPr lang="zh-CN" altLang="en-US" dirty="0">
                <a:latin typeface="+mn-ea"/>
              </a:rPr>
              <a:t>，否则舍弃</a:t>
            </a:r>
            <a:endParaRPr lang="en-US" altLang="zh-CN" dirty="0">
              <a:latin typeface="+mn-ea"/>
            </a:endParaRPr>
          </a:p>
          <a:p>
            <a:pPr marL="285750" indent="-285750">
              <a:lnSpc>
                <a:spcPct val="120000"/>
              </a:lnSpc>
              <a:buFont typeface="Wingdings" panose="05000000000000000000" pitchFamily="2" charset="2"/>
              <a:buChar char="n"/>
            </a:pPr>
            <a:r>
              <a:rPr lang="zh-CN" altLang="en-US" dirty="0">
                <a:latin typeface="+mn-ea"/>
              </a:rPr>
              <a:t>直到</a:t>
            </a:r>
            <a:r>
              <a:rPr lang="en-US" altLang="zh-CN" dirty="0">
                <a:latin typeface="+mn-ea"/>
              </a:rPr>
              <a:t>TE</a:t>
            </a:r>
            <a:r>
              <a:rPr lang="zh-CN" altLang="en-US" dirty="0">
                <a:latin typeface="+mn-ea"/>
              </a:rPr>
              <a:t>中包含</a:t>
            </a:r>
            <a:r>
              <a:rPr lang="en-US" altLang="zh-CN" b="1" dirty="0">
                <a:latin typeface="+mn-ea"/>
              </a:rPr>
              <a:t>(n-1)</a:t>
            </a:r>
            <a:r>
              <a:rPr lang="zh-CN" altLang="en-US" dirty="0">
                <a:latin typeface="+mn-ea"/>
              </a:rPr>
              <a:t>条边为止</a:t>
            </a:r>
            <a:endParaRPr lang="zh-CN" altLang="en-US" dirty="0">
              <a:latin typeface="+mn-ea"/>
            </a:endParaRPr>
          </a:p>
        </p:txBody>
      </p:sp>
      <p:sp>
        <p:nvSpPr>
          <p:cNvPr id="51" name="文本框 50"/>
          <p:cNvSpPr txBox="1"/>
          <p:nvPr>
            <p:custDataLst>
              <p:tags r:id="rId4"/>
            </p:custDataLst>
          </p:nvPr>
        </p:nvSpPr>
        <p:spPr>
          <a:xfrm>
            <a:off x="2027723" y="3788786"/>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28</a:t>
            </a:r>
            <a:endParaRPr lang="zh-CN" altLang="en-US" sz="1600" dirty="0">
              <a:solidFill>
                <a:srgbClr val="0070C0"/>
              </a:solidFill>
              <a:latin typeface="+mn-ea"/>
            </a:endParaRPr>
          </a:p>
        </p:txBody>
      </p:sp>
      <p:sp>
        <p:nvSpPr>
          <p:cNvPr id="52" name="文本框 51"/>
          <p:cNvSpPr txBox="1"/>
          <p:nvPr>
            <p:custDataLst>
              <p:tags r:id="rId5"/>
            </p:custDataLst>
          </p:nvPr>
        </p:nvSpPr>
        <p:spPr>
          <a:xfrm>
            <a:off x="946615" y="4152522"/>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10</a:t>
            </a:r>
            <a:endParaRPr lang="zh-CN" altLang="en-US" sz="1600" dirty="0">
              <a:solidFill>
                <a:srgbClr val="0070C0"/>
              </a:solidFill>
              <a:latin typeface="+mn-ea"/>
            </a:endParaRPr>
          </a:p>
        </p:txBody>
      </p:sp>
      <p:sp>
        <p:nvSpPr>
          <p:cNvPr id="55" name="文本框 54"/>
          <p:cNvSpPr txBox="1"/>
          <p:nvPr>
            <p:custDataLst>
              <p:tags r:id="rId6"/>
            </p:custDataLst>
          </p:nvPr>
        </p:nvSpPr>
        <p:spPr>
          <a:xfrm>
            <a:off x="969206" y="5287528"/>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25</a:t>
            </a:r>
            <a:endParaRPr lang="zh-CN" altLang="en-US" sz="1600" dirty="0">
              <a:solidFill>
                <a:srgbClr val="0070C0"/>
              </a:solidFill>
              <a:latin typeface="+mn-ea"/>
            </a:endParaRPr>
          </a:p>
        </p:txBody>
      </p:sp>
      <p:sp>
        <p:nvSpPr>
          <p:cNvPr id="56" name="文本框 55"/>
          <p:cNvSpPr txBox="1"/>
          <p:nvPr>
            <p:custDataLst>
              <p:tags r:id="rId7"/>
            </p:custDataLst>
          </p:nvPr>
        </p:nvSpPr>
        <p:spPr>
          <a:xfrm>
            <a:off x="1628848" y="4984838"/>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24</a:t>
            </a:r>
            <a:endParaRPr lang="zh-CN" altLang="en-US" sz="1600" dirty="0">
              <a:solidFill>
                <a:srgbClr val="0070C0"/>
              </a:solidFill>
              <a:latin typeface="+mn-ea"/>
            </a:endParaRPr>
          </a:p>
        </p:txBody>
      </p:sp>
      <p:sp>
        <p:nvSpPr>
          <p:cNvPr id="57" name="文本框 56"/>
          <p:cNvSpPr txBox="1"/>
          <p:nvPr>
            <p:custDataLst>
              <p:tags r:id="rId8"/>
            </p:custDataLst>
          </p:nvPr>
        </p:nvSpPr>
        <p:spPr>
          <a:xfrm>
            <a:off x="2108438" y="4242891"/>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14</a:t>
            </a:r>
            <a:endParaRPr lang="zh-CN" altLang="en-US" sz="1600" dirty="0">
              <a:solidFill>
                <a:srgbClr val="0070C0"/>
              </a:solidFill>
              <a:latin typeface="+mn-ea"/>
            </a:endParaRPr>
          </a:p>
        </p:txBody>
      </p:sp>
      <p:sp>
        <p:nvSpPr>
          <p:cNvPr id="58" name="文本框 57"/>
          <p:cNvSpPr txBox="1"/>
          <p:nvPr>
            <p:custDataLst>
              <p:tags r:id="rId9"/>
            </p:custDataLst>
          </p:nvPr>
        </p:nvSpPr>
        <p:spPr>
          <a:xfrm>
            <a:off x="3000901" y="4232198"/>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16</a:t>
            </a:r>
            <a:endParaRPr lang="zh-CN" altLang="en-US" sz="1600" dirty="0">
              <a:solidFill>
                <a:srgbClr val="0070C0"/>
              </a:solidFill>
              <a:latin typeface="+mn-ea"/>
            </a:endParaRPr>
          </a:p>
        </p:txBody>
      </p:sp>
      <p:sp>
        <p:nvSpPr>
          <p:cNvPr id="59" name="文本框 58"/>
          <p:cNvSpPr txBox="1"/>
          <p:nvPr>
            <p:custDataLst>
              <p:tags r:id="rId10"/>
            </p:custDataLst>
          </p:nvPr>
        </p:nvSpPr>
        <p:spPr>
          <a:xfrm>
            <a:off x="3019402" y="5287528"/>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12</a:t>
            </a:r>
            <a:endParaRPr lang="zh-CN" altLang="en-US" sz="1600" dirty="0">
              <a:solidFill>
                <a:srgbClr val="0070C0"/>
              </a:solidFill>
              <a:latin typeface="+mn-ea"/>
            </a:endParaRPr>
          </a:p>
        </p:txBody>
      </p:sp>
      <p:sp>
        <p:nvSpPr>
          <p:cNvPr id="60" name="文本框 59"/>
          <p:cNvSpPr txBox="1"/>
          <p:nvPr>
            <p:custDataLst>
              <p:tags r:id="rId11"/>
            </p:custDataLst>
          </p:nvPr>
        </p:nvSpPr>
        <p:spPr>
          <a:xfrm>
            <a:off x="2528517" y="5012861"/>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18</a:t>
            </a:r>
            <a:endParaRPr lang="zh-CN" altLang="en-US" sz="1600" dirty="0">
              <a:solidFill>
                <a:srgbClr val="0070C0"/>
              </a:solidFill>
              <a:latin typeface="+mn-ea"/>
            </a:endParaRPr>
          </a:p>
        </p:txBody>
      </p:sp>
      <p:sp>
        <p:nvSpPr>
          <p:cNvPr id="61" name="文本框 60"/>
          <p:cNvSpPr txBox="1"/>
          <p:nvPr>
            <p:custDataLst>
              <p:tags r:id="rId12"/>
            </p:custDataLst>
          </p:nvPr>
        </p:nvSpPr>
        <p:spPr>
          <a:xfrm>
            <a:off x="2040910" y="5618294"/>
            <a:ext cx="479380" cy="362792"/>
          </a:xfrm>
          <a:prstGeom prst="rect">
            <a:avLst/>
          </a:prstGeom>
          <a:noFill/>
        </p:spPr>
        <p:txBody>
          <a:bodyPr wrap="square">
            <a:spAutoFit/>
          </a:bodyPr>
          <a:p>
            <a:pPr>
              <a:lnSpc>
                <a:spcPct val="120000"/>
              </a:lnSpc>
            </a:pPr>
            <a:r>
              <a:rPr lang="en-US" altLang="zh-CN" sz="1600" b="1" dirty="0">
                <a:solidFill>
                  <a:srgbClr val="0070C0"/>
                </a:solidFill>
                <a:latin typeface="+mn-ea"/>
              </a:rPr>
              <a:t>22</a:t>
            </a:r>
            <a:endParaRPr lang="zh-CN" altLang="en-US" sz="1600" dirty="0">
              <a:solidFill>
                <a:srgbClr val="0070C0"/>
              </a:solidFill>
              <a:latin typeface="+mn-ea"/>
            </a:endParaRPr>
          </a:p>
        </p:txBody>
      </p:sp>
      <p:sp>
        <p:nvSpPr>
          <p:cNvPr id="62" name="Oval 31"/>
          <p:cNvSpPr>
            <a:spLocks noChangeArrowheads="1"/>
          </p:cNvSpPr>
          <p:nvPr>
            <p:custDataLst>
              <p:tags r:id="rId13"/>
            </p:custDataLst>
          </p:nvPr>
        </p:nvSpPr>
        <p:spPr bwMode="auto">
          <a:xfrm>
            <a:off x="1456619" y="3874891"/>
            <a:ext cx="452705" cy="452705"/>
          </a:xfrm>
          <a:prstGeom prst="ellipse">
            <a:avLst/>
          </a:prstGeom>
          <a:solidFill>
            <a:srgbClr val="0070C0">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3" name="Oval 31"/>
          <p:cNvSpPr>
            <a:spLocks noChangeArrowheads="1"/>
          </p:cNvSpPr>
          <p:nvPr>
            <p:custDataLst>
              <p:tags r:id="rId14"/>
            </p:custDataLst>
          </p:nvPr>
        </p:nvSpPr>
        <p:spPr bwMode="auto">
          <a:xfrm>
            <a:off x="894644" y="4741666"/>
            <a:ext cx="452705" cy="452705"/>
          </a:xfrm>
          <a:prstGeom prst="ellipse">
            <a:avLst/>
          </a:prstGeom>
          <a:solidFill>
            <a:srgbClr val="0070C0">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4" name="Oval 31"/>
          <p:cNvSpPr>
            <a:spLocks noChangeArrowheads="1"/>
          </p:cNvSpPr>
          <p:nvPr>
            <p:custDataLst>
              <p:tags r:id="rId15"/>
            </p:custDataLst>
          </p:nvPr>
        </p:nvSpPr>
        <p:spPr bwMode="auto">
          <a:xfrm>
            <a:off x="1542344" y="5465566"/>
            <a:ext cx="452705" cy="452705"/>
          </a:xfrm>
          <a:prstGeom prst="ellipse">
            <a:avLst/>
          </a:prstGeom>
          <a:solidFill>
            <a:srgbClr val="0070C0">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5" name="Oval 31"/>
          <p:cNvSpPr>
            <a:spLocks noChangeArrowheads="1"/>
          </p:cNvSpPr>
          <p:nvPr>
            <p:custDataLst>
              <p:tags r:id="rId16"/>
            </p:custDataLst>
          </p:nvPr>
        </p:nvSpPr>
        <p:spPr bwMode="auto">
          <a:xfrm>
            <a:off x="2513894" y="5465566"/>
            <a:ext cx="452705" cy="452705"/>
          </a:xfrm>
          <a:prstGeom prst="ellipse">
            <a:avLst/>
          </a:prstGeom>
          <a:solidFill>
            <a:srgbClr val="0070C0">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6" name="Oval 31"/>
          <p:cNvSpPr>
            <a:spLocks noChangeArrowheads="1"/>
          </p:cNvSpPr>
          <p:nvPr>
            <p:custDataLst>
              <p:tags r:id="rId17"/>
            </p:custDataLst>
          </p:nvPr>
        </p:nvSpPr>
        <p:spPr bwMode="auto">
          <a:xfrm>
            <a:off x="2096054" y="4689743"/>
            <a:ext cx="452705" cy="452705"/>
          </a:xfrm>
          <a:prstGeom prst="ellipse">
            <a:avLst/>
          </a:prstGeom>
          <a:solidFill>
            <a:srgbClr val="0070C0">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7" name="Oval 31"/>
          <p:cNvSpPr>
            <a:spLocks noChangeArrowheads="1"/>
          </p:cNvSpPr>
          <p:nvPr>
            <p:custDataLst>
              <p:tags r:id="rId18"/>
            </p:custDataLst>
          </p:nvPr>
        </p:nvSpPr>
        <p:spPr bwMode="auto">
          <a:xfrm>
            <a:off x="2966599" y="4689743"/>
            <a:ext cx="452705" cy="452705"/>
          </a:xfrm>
          <a:prstGeom prst="ellipse">
            <a:avLst/>
          </a:prstGeom>
          <a:solidFill>
            <a:srgbClr val="0070C0">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8" name="Oval 31"/>
          <p:cNvSpPr>
            <a:spLocks noChangeArrowheads="1"/>
          </p:cNvSpPr>
          <p:nvPr>
            <p:custDataLst>
              <p:tags r:id="rId19"/>
            </p:custDataLst>
          </p:nvPr>
        </p:nvSpPr>
        <p:spPr bwMode="auto">
          <a:xfrm>
            <a:off x="2582373" y="3878346"/>
            <a:ext cx="452705" cy="452705"/>
          </a:xfrm>
          <a:prstGeom prst="ellipse">
            <a:avLst/>
          </a:prstGeom>
          <a:solidFill>
            <a:srgbClr val="0070C0">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69" name="直接连接符 68"/>
          <p:cNvCxnSpPr>
            <a:stCxn id="68" idx="2"/>
            <a:endCxn id="62" idx="6"/>
          </p:cNvCxnSpPr>
          <p:nvPr>
            <p:custDataLst>
              <p:tags r:id="rId20"/>
            </p:custDataLst>
          </p:nvPr>
        </p:nvCxnSpPr>
        <p:spPr>
          <a:xfrm flipH="1" flipV="1">
            <a:off x="1909324" y="4101244"/>
            <a:ext cx="673049" cy="3455"/>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8" idx="5"/>
            <a:endCxn id="67" idx="0"/>
          </p:cNvCxnSpPr>
          <p:nvPr>
            <p:custDataLst>
              <p:tags r:id="rId21"/>
            </p:custDataLst>
          </p:nvPr>
        </p:nvCxnSpPr>
        <p:spPr>
          <a:xfrm>
            <a:off x="2968781" y="4264754"/>
            <a:ext cx="224171" cy="424989"/>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7" idx="4"/>
            <a:endCxn id="65" idx="6"/>
          </p:cNvCxnSpPr>
          <p:nvPr>
            <p:custDataLst>
              <p:tags r:id="rId22"/>
            </p:custDataLst>
          </p:nvPr>
        </p:nvCxnSpPr>
        <p:spPr>
          <a:xfrm flipH="1">
            <a:off x="2966599" y="5142448"/>
            <a:ext cx="226353" cy="549471"/>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66" idx="5"/>
            <a:endCxn id="65" idx="0"/>
          </p:cNvCxnSpPr>
          <p:nvPr>
            <p:custDataLst>
              <p:tags r:id="rId23"/>
            </p:custDataLst>
          </p:nvPr>
        </p:nvCxnSpPr>
        <p:spPr>
          <a:xfrm>
            <a:off x="2482462" y="5076151"/>
            <a:ext cx="257785" cy="389415"/>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68" idx="3"/>
            <a:endCxn id="66" idx="0"/>
          </p:cNvCxnSpPr>
          <p:nvPr>
            <p:custDataLst>
              <p:tags r:id="rId24"/>
            </p:custDataLst>
          </p:nvPr>
        </p:nvCxnSpPr>
        <p:spPr>
          <a:xfrm flipH="1">
            <a:off x="2322407" y="4264754"/>
            <a:ext cx="326263" cy="424989"/>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66" idx="3"/>
            <a:endCxn id="64" idx="0"/>
          </p:cNvCxnSpPr>
          <p:nvPr>
            <p:custDataLst>
              <p:tags r:id="rId25"/>
            </p:custDataLst>
          </p:nvPr>
        </p:nvCxnSpPr>
        <p:spPr>
          <a:xfrm flipH="1">
            <a:off x="1768697" y="5076151"/>
            <a:ext cx="393654" cy="389415"/>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64" idx="2"/>
            <a:endCxn id="63" idx="4"/>
          </p:cNvCxnSpPr>
          <p:nvPr>
            <p:custDataLst>
              <p:tags r:id="rId26"/>
            </p:custDataLst>
          </p:nvPr>
        </p:nvCxnSpPr>
        <p:spPr>
          <a:xfrm flipH="1" flipV="1">
            <a:off x="1120997" y="5194371"/>
            <a:ext cx="421347" cy="497548"/>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5" idx="2"/>
            <a:endCxn id="64" idx="6"/>
          </p:cNvCxnSpPr>
          <p:nvPr>
            <p:custDataLst>
              <p:tags r:id="rId27"/>
            </p:custDataLst>
          </p:nvPr>
        </p:nvCxnSpPr>
        <p:spPr>
          <a:xfrm flipH="1">
            <a:off x="1995049" y="5691919"/>
            <a:ext cx="518845"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2" idx="2"/>
            <a:endCxn id="63" idx="0"/>
          </p:cNvCxnSpPr>
          <p:nvPr>
            <p:custDataLst>
              <p:tags r:id="rId28"/>
            </p:custDataLst>
          </p:nvPr>
        </p:nvCxnSpPr>
        <p:spPr>
          <a:xfrm flipH="1">
            <a:off x="1120997" y="4101244"/>
            <a:ext cx="335622" cy="640422"/>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78" name="Oval 31"/>
          <p:cNvSpPr>
            <a:spLocks noChangeArrowheads="1"/>
          </p:cNvSpPr>
          <p:nvPr>
            <p:custDataLst>
              <p:tags r:id="rId29"/>
            </p:custDataLst>
          </p:nvPr>
        </p:nvSpPr>
        <p:spPr bwMode="auto">
          <a:xfrm>
            <a:off x="5951049" y="3874891"/>
            <a:ext cx="452705" cy="452705"/>
          </a:xfrm>
          <a:prstGeom prst="ellipse">
            <a:avLst/>
          </a:prstGeom>
          <a:solidFill>
            <a:srgbClr val="CC00FF">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9" name="Oval 31"/>
          <p:cNvSpPr>
            <a:spLocks noChangeArrowheads="1"/>
          </p:cNvSpPr>
          <p:nvPr>
            <p:custDataLst>
              <p:tags r:id="rId30"/>
            </p:custDataLst>
          </p:nvPr>
        </p:nvSpPr>
        <p:spPr bwMode="auto">
          <a:xfrm>
            <a:off x="5389074" y="4741666"/>
            <a:ext cx="452705" cy="452705"/>
          </a:xfrm>
          <a:prstGeom prst="ellipse">
            <a:avLst/>
          </a:prstGeom>
          <a:solidFill>
            <a:srgbClr val="CC00FF">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0" name="Oval 31"/>
          <p:cNvSpPr>
            <a:spLocks noChangeArrowheads="1"/>
          </p:cNvSpPr>
          <p:nvPr>
            <p:custDataLst>
              <p:tags r:id="rId31"/>
            </p:custDataLst>
          </p:nvPr>
        </p:nvSpPr>
        <p:spPr bwMode="auto">
          <a:xfrm>
            <a:off x="6590484" y="4689743"/>
            <a:ext cx="452705" cy="452705"/>
          </a:xfrm>
          <a:prstGeom prst="ellipse">
            <a:avLst/>
          </a:prstGeom>
          <a:solidFill>
            <a:srgbClr val="CC00FF">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1" name="Oval 31"/>
          <p:cNvSpPr>
            <a:spLocks noChangeArrowheads="1"/>
          </p:cNvSpPr>
          <p:nvPr>
            <p:custDataLst>
              <p:tags r:id="rId32"/>
            </p:custDataLst>
          </p:nvPr>
        </p:nvSpPr>
        <p:spPr bwMode="auto">
          <a:xfrm>
            <a:off x="7461029" y="4689743"/>
            <a:ext cx="452705" cy="452705"/>
          </a:xfrm>
          <a:prstGeom prst="ellipse">
            <a:avLst/>
          </a:prstGeom>
          <a:solidFill>
            <a:srgbClr val="CC00FF">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2" name="Oval 31"/>
          <p:cNvSpPr>
            <a:spLocks noChangeArrowheads="1"/>
          </p:cNvSpPr>
          <p:nvPr>
            <p:custDataLst>
              <p:tags r:id="rId33"/>
            </p:custDataLst>
          </p:nvPr>
        </p:nvSpPr>
        <p:spPr bwMode="auto">
          <a:xfrm>
            <a:off x="7076803" y="3878346"/>
            <a:ext cx="452705" cy="452705"/>
          </a:xfrm>
          <a:prstGeom prst="ellipse">
            <a:avLst/>
          </a:prstGeom>
          <a:solidFill>
            <a:srgbClr val="CC00FF">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3" name="矩形: 圆角 46"/>
          <p:cNvSpPr/>
          <p:nvPr>
            <p:custDataLst>
              <p:tags r:id="rId34"/>
            </p:custDataLst>
          </p:nvPr>
        </p:nvSpPr>
        <p:spPr>
          <a:xfrm>
            <a:off x="62755" y="1508029"/>
            <a:ext cx="5974019" cy="966440"/>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84" name="矩形: 圆角 48"/>
          <p:cNvSpPr/>
          <p:nvPr>
            <p:custDataLst>
              <p:tags r:id="rId35"/>
            </p:custDataLst>
          </p:nvPr>
        </p:nvSpPr>
        <p:spPr>
          <a:xfrm>
            <a:off x="62756" y="2505012"/>
            <a:ext cx="6340998" cy="966440"/>
          </a:xfrm>
          <a:prstGeom prst="roundRect">
            <a:avLst>
              <a:gd name="adj" fmla="val 4150"/>
            </a:avLst>
          </a:prstGeom>
          <a:solidFill>
            <a:srgbClr val="0070C0">
              <a:alpha val="21000"/>
            </a:srgbClr>
          </a:solidFill>
          <a:ln>
            <a:solidFill>
              <a:srgbClr val="0070C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cxnSp>
        <p:nvCxnSpPr>
          <p:cNvPr id="85" name="直接连接符 84"/>
          <p:cNvCxnSpPr>
            <a:stCxn id="81" idx="4"/>
            <a:endCxn id="104" idx="6"/>
          </p:cNvCxnSpPr>
          <p:nvPr>
            <p:custDataLst>
              <p:tags r:id="rId36"/>
            </p:custDataLst>
          </p:nvPr>
        </p:nvCxnSpPr>
        <p:spPr>
          <a:xfrm flipH="1">
            <a:off x="7461029" y="5142448"/>
            <a:ext cx="226353" cy="549471"/>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86" name="文本框 85"/>
          <p:cNvSpPr txBox="1"/>
          <p:nvPr>
            <p:custDataLst>
              <p:tags r:id="rId37"/>
            </p:custDataLst>
          </p:nvPr>
        </p:nvSpPr>
        <p:spPr>
          <a:xfrm>
            <a:off x="3784639" y="5956764"/>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a:t>
            </a:r>
            <a:r>
              <a:rPr lang="en-US" altLang="zh-CN" sz="2000" b="1" dirty="0">
                <a:latin typeface="+mn-ea"/>
                <a:sym typeface="Wingdings" panose="05000000000000000000" pitchFamily="2" charset="2"/>
              </a:rPr>
              <a:t>U	={ 0, 1, 2, 3, 4, 5, 6 }</a:t>
            </a:r>
            <a:endParaRPr lang="en-US" altLang="zh-CN" sz="2000" b="1" dirty="0">
              <a:latin typeface="+mn-ea"/>
              <a:sym typeface="Wingdings" panose="05000000000000000000" pitchFamily="2" charset="2"/>
            </a:endParaRPr>
          </a:p>
          <a:p>
            <a:pPr>
              <a:lnSpc>
                <a:spcPct val="110000"/>
              </a:lnSpc>
            </a:pPr>
            <a:r>
              <a:rPr lang="en-US" altLang="zh-CN" sz="2000" b="1" dirty="0">
                <a:latin typeface="+mn-ea"/>
                <a:sym typeface="Wingdings" panose="05000000000000000000" pitchFamily="2" charset="2"/>
              </a:rPr>
              <a:t>        TE	={  }</a:t>
            </a:r>
            <a:endParaRPr lang="zh-CN" altLang="en-US" sz="2000" dirty="0">
              <a:latin typeface="+mn-ea"/>
            </a:endParaRPr>
          </a:p>
        </p:txBody>
      </p:sp>
      <p:cxnSp>
        <p:nvCxnSpPr>
          <p:cNvPr id="87" name="直接连接符 86"/>
          <p:cNvCxnSpPr>
            <a:stCxn id="82" idx="3"/>
            <a:endCxn id="80" idx="0"/>
          </p:cNvCxnSpPr>
          <p:nvPr>
            <p:custDataLst>
              <p:tags r:id="rId38"/>
            </p:custDataLst>
          </p:nvPr>
        </p:nvCxnSpPr>
        <p:spPr>
          <a:xfrm flipH="1">
            <a:off x="6816837" y="4264754"/>
            <a:ext cx="326263" cy="424989"/>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88" name="文本框 87"/>
          <p:cNvSpPr txBox="1"/>
          <p:nvPr>
            <p:custDataLst>
              <p:tags r:id="rId39"/>
            </p:custDataLst>
          </p:nvPr>
        </p:nvSpPr>
        <p:spPr>
          <a:xfrm>
            <a:off x="3784639" y="5956764"/>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a:t>
            </a:r>
            <a:r>
              <a:rPr lang="en-US" altLang="zh-CN" sz="2000" b="1" dirty="0">
                <a:latin typeface="+mn-ea"/>
                <a:sym typeface="Wingdings" panose="05000000000000000000" pitchFamily="2" charset="2"/>
              </a:rPr>
              <a:t>U	={ 0, 1, 2, 3, 4, 5, 6 }</a:t>
            </a:r>
            <a:endParaRPr lang="en-US" altLang="zh-CN" sz="2000" b="1" dirty="0">
              <a:latin typeface="+mn-ea"/>
              <a:sym typeface="Wingdings" panose="05000000000000000000" pitchFamily="2" charset="2"/>
            </a:endParaRPr>
          </a:p>
          <a:p>
            <a:pPr>
              <a:lnSpc>
                <a:spcPct val="110000"/>
              </a:lnSpc>
            </a:pPr>
            <a:r>
              <a:rPr lang="en-US" altLang="zh-CN" sz="2000" b="1" dirty="0">
                <a:latin typeface="+mn-ea"/>
                <a:sym typeface="Wingdings" panose="05000000000000000000" pitchFamily="2" charset="2"/>
              </a:rPr>
              <a:t>        TE	={</a:t>
            </a:r>
            <a:r>
              <a:rPr lang="en-US" altLang="zh-CN" sz="2000" b="1" dirty="0">
                <a:solidFill>
                  <a:srgbClr val="CC00FF"/>
                </a:solidFill>
                <a:latin typeface="+mn-ea"/>
                <a:sym typeface="Wingdings" panose="05000000000000000000" pitchFamily="2" charset="2"/>
              </a:rPr>
              <a:t>(0,5)</a:t>
            </a:r>
            <a:r>
              <a:rPr lang="en-US" altLang="zh-CN" sz="2000" b="1" dirty="0">
                <a:latin typeface="+mn-ea"/>
                <a:sym typeface="Wingdings" panose="05000000000000000000" pitchFamily="2" charset="2"/>
              </a:rPr>
              <a:t>}</a:t>
            </a:r>
            <a:endParaRPr lang="zh-CN" altLang="en-US" sz="2000" dirty="0">
              <a:latin typeface="+mn-ea"/>
            </a:endParaRPr>
          </a:p>
        </p:txBody>
      </p:sp>
      <p:sp>
        <p:nvSpPr>
          <p:cNvPr id="89" name="文本框 88"/>
          <p:cNvSpPr txBox="1"/>
          <p:nvPr>
            <p:custDataLst>
              <p:tags r:id="rId40"/>
            </p:custDataLst>
          </p:nvPr>
        </p:nvSpPr>
        <p:spPr>
          <a:xfrm>
            <a:off x="3784639" y="5956764"/>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a:t>
            </a:r>
            <a:r>
              <a:rPr lang="en-US" altLang="zh-CN" sz="2000" b="1" dirty="0">
                <a:latin typeface="+mn-ea"/>
                <a:sym typeface="Wingdings" panose="05000000000000000000" pitchFamily="2" charset="2"/>
              </a:rPr>
              <a:t>U	={ 0, 1, 2, 3, 4, 5, 6 }</a:t>
            </a:r>
            <a:endParaRPr lang="en-US" altLang="zh-CN" sz="2000" b="1" dirty="0">
              <a:latin typeface="+mn-ea"/>
              <a:sym typeface="Wingdings" panose="05000000000000000000" pitchFamily="2" charset="2"/>
            </a:endParaRPr>
          </a:p>
          <a:p>
            <a:pPr>
              <a:lnSpc>
                <a:spcPct val="110000"/>
              </a:lnSpc>
            </a:pPr>
            <a:r>
              <a:rPr lang="en-US" altLang="zh-CN" sz="2000" b="1" dirty="0">
                <a:latin typeface="+mn-ea"/>
                <a:sym typeface="Wingdings" panose="05000000000000000000" pitchFamily="2" charset="2"/>
              </a:rPr>
              <a:t>        TE	={</a:t>
            </a:r>
            <a:r>
              <a:rPr lang="en-US" altLang="zh-CN" sz="2000" b="1" dirty="0">
                <a:solidFill>
                  <a:srgbClr val="CC00FF"/>
                </a:solidFill>
                <a:latin typeface="+mn-ea"/>
                <a:sym typeface="Wingdings" panose="05000000000000000000" pitchFamily="2" charset="2"/>
              </a:rPr>
              <a:t>(0,5)</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(2,3)</a:t>
            </a:r>
            <a:r>
              <a:rPr lang="en-US" altLang="zh-CN" sz="2000" b="1" dirty="0">
                <a:latin typeface="+mn-ea"/>
                <a:sym typeface="Wingdings" panose="05000000000000000000" pitchFamily="2" charset="2"/>
              </a:rPr>
              <a:t>}</a:t>
            </a:r>
            <a:endParaRPr lang="zh-CN" altLang="en-US" sz="2000" dirty="0">
              <a:latin typeface="+mn-ea"/>
            </a:endParaRPr>
          </a:p>
        </p:txBody>
      </p:sp>
      <p:sp>
        <p:nvSpPr>
          <p:cNvPr id="90" name="文本框 89"/>
          <p:cNvSpPr txBox="1"/>
          <p:nvPr>
            <p:custDataLst>
              <p:tags r:id="rId41"/>
            </p:custDataLst>
          </p:nvPr>
        </p:nvSpPr>
        <p:spPr>
          <a:xfrm>
            <a:off x="3784639" y="5956764"/>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a:t>
            </a:r>
            <a:r>
              <a:rPr lang="en-US" altLang="zh-CN" sz="2000" b="1" dirty="0">
                <a:latin typeface="+mn-ea"/>
                <a:sym typeface="Wingdings" panose="05000000000000000000" pitchFamily="2" charset="2"/>
              </a:rPr>
              <a:t>U	={ 0, 1, 2, 3, 4, 5, 6 }</a:t>
            </a:r>
            <a:endParaRPr lang="en-US" altLang="zh-CN" sz="2000" b="1" dirty="0">
              <a:latin typeface="+mn-ea"/>
              <a:sym typeface="Wingdings" panose="05000000000000000000" pitchFamily="2" charset="2"/>
            </a:endParaRPr>
          </a:p>
          <a:p>
            <a:pPr>
              <a:lnSpc>
                <a:spcPct val="110000"/>
              </a:lnSpc>
            </a:pPr>
            <a:r>
              <a:rPr lang="en-US" altLang="zh-CN" sz="2000" b="1" dirty="0">
                <a:latin typeface="+mn-ea"/>
                <a:sym typeface="Wingdings" panose="05000000000000000000" pitchFamily="2" charset="2"/>
              </a:rPr>
              <a:t>        TE	={</a:t>
            </a:r>
            <a:r>
              <a:rPr lang="en-US" altLang="zh-CN" sz="2000" b="1" dirty="0">
                <a:solidFill>
                  <a:srgbClr val="CC00FF"/>
                </a:solidFill>
                <a:latin typeface="+mn-ea"/>
                <a:sym typeface="Wingdings" panose="05000000000000000000" pitchFamily="2" charset="2"/>
              </a:rPr>
              <a:t>(0,5)</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(2,3)</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(1,6)</a:t>
            </a:r>
            <a:r>
              <a:rPr lang="en-US" altLang="zh-CN" sz="2000" b="1" dirty="0">
                <a:latin typeface="+mn-ea"/>
                <a:sym typeface="Wingdings" panose="05000000000000000000" pitchFamily="2" charset="2"/>
              </a:rPr>
              <a:t>}</a:t>
            </a:r>
            <a:endParaRPr lang="zh-CN" altLang="en-US" sz="2000" dirty="0">
              <a:latin typeface="+mn-ea"/>
            </a:endParaRPr>
          </a:p>
        </p:txBody>
      </p:sp>
      <p:cxnSp>
        <p:nvCxnSpPr>
          <p:cNvPr id="91" name="直接连接符 90"/>
          <p:cNvCxnSpPr>
            <a:stCxn id="78" idx="2"/>
            <a:endCxn id="79" idx="0"/>
          </p:cNvCxnSpPr>
          <p:nvPr>
            <p:custDataLst>
              <p:tags r:id="rId42"/>
            </p:custDataLst>
          </p:nvPr>
        </p:nvCxnSpPr>
        <p:spPr>
          <a:xfrm flipH="1">
            <a:off x="5615427" y="4101244"/>
            <a:ext cx="335622" cy="640422"/>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82" idx="5"/>
            <a:endCxn id="81" idx="0"/>
          </p:cNvCxnSpPr>
          <p:nvPr>
            <p:custDataLst>
              <p:tags r:id="rId43"/>
            </p:custDataLst>
          </p:nvPr>
        </p:nvCxnSpPr>
        <p:spPr>
          <a:xfrm>
            <a:off x="7463211" y="4264754"/>
            <a:ext cx="224171" cy="424989"/>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93" name="文本框 92"/>
          <p:cNvSpPr txBox="1"/>
          <p:nvPr>
            <p:custDataLst>
              <p:tags r:id="rId44"/>
            </p:custDataLst>
          </p:nvPr>
        </p:nvSpPr>
        <p:spPr>
          <a:xfrm>
            <a:off x="3784639" y="5956764"/>
            <a:ext cx="4137384"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a:t>
            </a:r>
            <a:r>
              <a:rPr lang="en-US" altLang="zh-CN" sz="2000" b="1" dirty="0">
                <a:latin typeface="+mn-ea"/>
                <a:sym typeface="Wingdings" panose="05000000000000000000" pitchFamily="2" charset="2"/>
              </a:rPr>
              <a:t>U	={ 0, 1, 2, 3, 4, 5, 6 }</a:t>
            </a:r>
            <a:endParaRPr lang="en-US" altLang="zh-CN" sz="2000" b="1" dirty="0">
              <a:latin typeface="+mn-ea"/>
              <a:sym typeface="Wingdings" panose="05000000000000000000" pitchFamily="2" charset="2"/>
            </a:endParaRPr>
          </a:p>
          <a:p>
            <a:pPr>
              <a:lnSpc>
                <a:spcPct val="110000"/>
              </a:lnSpc>
            </a:pPr>
            <a:r>
              <a:rPr lang="en-US" altLang="zh-CN" sz="2000" b="1" dirty="0">
                <a:latin typeface="+mn-ea"/>
                <a:sym typeface="Wingdings" panose="05000000000000000000" pitchFamily="2" charset="2"/>
              </a:rPr>
              <a:t>        TE	={</a:t>
            </a:r>
            <a:r>
              <a:rPr lang="en-US" altLang="zh-CN" sz="2000" b="1" dirty="0">
                <a:solidFill>
                  <a:srgbClr val="CC00FF"/>
                </a:solidFill>
                <a:latin typeface="+mn-ea"/>
                <a:sym typeface="Wingdings" panose="05000000000000000000" pitchFamily="2" charset="2"/>
              </a:rPr>
              <a:t>(0,5)</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(2,3)</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(1,6)</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(1,2)</a:t>
            </a:r>
            <a:r>
              <a:rPr lang="en-US" altLang="zh-CN" sz="2000" b="1" dirty="0">
                <a:latin typeface="+mn-ea"/>
                <a:sym typeface="Wingdings" panose="05000000000000000000" pitchFamily="2" charset="2"/>
              </a:rPr>
              <a:t>}</a:t>
            </a:r>
            <a:endParaRPr lang="zh-CN" altLang="en-US" sz="2000" dirty="0">
              <a:latin typeface="+mn-ea"/>
            </a:endParaRPr>
          </a:p>
        </p:txBody>
      </p:sp>
      <p:cxnSp>
        <p:nvCxnSpPr>
          <p:cNvPr id="94" name="直接连接符 93"/>
          <p:cNvCxnSpPr>
            <a:stCxn id="104" idx="0"/>
            <a:endCxn id="80" idx="5"/>
          </p:cNvCxnSpPr>
          <p:nvPr>
            <p:custDataLst>
              <p:tags r:id="rId45"/>
            </p:custDataLst>
          </p:nvPr>
        </p:nvCxnSpPr>
        <p:spPr>
          <a:xfrm flipH="1" flipV="1">
            <a:off x="6976892" y="5076151"/>
            <a:ext cx="257785" cy="389415"/>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95" name="矩形: 圆角 68"/>
          <p:cNvSpPr/>
          <p:nvPr>
            <p:custDataLst>
              <p:tags r:id="rId46"/>
            </p:custDataLst>
          </p:nvPr>
        </p:nvSpPr>
        <p:spPr>
          <a:xfrm>
            <a:off x="314473" y="2842570"/>
            <a:ext cx="5527306" cy="2628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cxnSp>
        <p:nvCxnSpPr>
          <p:cNvPr id="96" name="直接连接符 95"/>
          <p:cNvCxnSpPr>
            <a:stCxn id="104" idx="2"/>
            <a:endCxn id="103" idx="6"/>
          </p:cNvCxnSpPr>
          <p:nvPr>
            <p:custDataLst>
              <p:tags r:id="rId47"/>
            </p:custDataLst>
          </p:nvPr>
        </p:nvCxnSpPr>
        <p:spPr>
          <a:xfrm flipH="1">
            <a:off x="6489479" y="5691919"/>
            <a:ext cx="518845"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97" name="文本框 96"/>
          <p:cNvSpPr txBox="1"/>
          <p:nvPr>
            <p:custDataLst>
              <p:tags r:id="rId48"/>
            </p:custDataLst>
          </p:nvPr>
        </p:nvSpPr>
        <p:spPr>
          <a:xfrm>
            <a:off x="3784639" y="5956764"/>
            <a:ext cx="4826221"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a:t>
            </a:r>
            <a:r>
              <a:rPr lang="en-US" altLang="zh-CN" sz="2000" b="1" dirty="0">
                <a:latin typeface="+mn-ea"/>
                <a:sym typeface="Wingdings" panose="05000000000000000000" pitchFamily="2" charset="2"/>
              </a:rPr>
              <a:t>U	={ 0, 1, 2, 3, 4, 5, 6 }</a:t>
            </a:r>
            <a:endParaRPr lang="en-US" altLang="zh-CN" sz="2000" b="1" dirty="0">
              <a:latin typeface="+mn-ea"/>
              <a:sym typeface="Wingdings" panose="05000000000000000000" pitchFamily="2" charset="2"/>
            </a:endParaRPr>
          </a:p>
          <a:p>
            <a:pPr>
              <a:lnSpc>
                <a:spcPct val="110000"/>
              </a:lnSpc>
            </a:pPr>
            <a:r>
              <a:rPr lang="en-US" altLang="zh-CN" sz="2000" b="1" dirty="0">
                <a:latin typeface="+mn-ea"/>
                <a:sym typeface="Wingdings" panose="05000000000000000000" pitchFamily="2" charset="2"/>
              </a:rPr>
              <a:t>        TE	={</a:t>
            </a:r>
            <a:r>
              <a:rPr lang="en-US" altLang="zh-CN" sz="2000" b="1" dirty="0">
                <a:solidFill>
                  <a:srgbClr val="CC00FF"/>
                </a:solidFill>
                <a:latin typeface="+mn-ea"/>
                <a:sym typeface="Wingdings" panose="05000000000000000000" pitchFamily="2" charset="2"/>
              </a:rPr>
              <a:t>(0,5)</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(2,3)</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(1,6)</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(1,2)</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(4,3)</a:t>
            </a:r>
            <a:r>
              <a:rPr lang="en-US" altLang="zh-CN" sz="2000" b="1" dirty="0">
                <a:latin typeface="+mn-ea"/>
                <a:sym typeface="Wingdings" panose="05000000000000000000" pitchFamily="2" charset="2"/>
              </a:rPr>
              <a:t>}</a:t>
            </a:r>
            <a:endParaRPr lang="zh-CN" altLang="en-US" sz="2000" dirty="0">
              <a:latin typeface="+mn-ea"/>
            </a:endParaRPr>
          </a:p>
        </p:txBody>
      </p:sp>
      <p:cxnSp>
        <p:nvCxnSpPr>
          <p:cNvPr id="98" name="直接连接符 97"/>
          <p:cNvCxnSpPr>
            <a:stCxn id="103" idx="0"/>
            <a:endCxn id="80" idx="3"/>
          </p:cNvCxnSpPr>
          <p:nvPr>
            <p:custDataLst>
              <p:tags r:id="rId49"/>
            </p:custDataLst>
          </p:nvPr>
        </p:nvCxnSpPr>
        <p:spPr>
          <a:xfrm flipV="1">
            <a:off x="6263127" y="5076151"/>
            <a:ext cx="393654" cy="389415"/>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103" idx="2"/>
            <a:endCxn id="79" idx="4"/>
          </p:cNvCxnSpPr>
          <p:nvPr>
            <p:custDataLst>
              <p:tags r:id="rId50"/>
            </p:custDataLst>
          </p:nvPr>
        </p:nvCxnSpPr>
        <p:spPr>
          <a:xfrm flipH="1" flipV="1">
            <a:off x="5615427" y="5194371"/>
            <a:ext cx="421347" cy="497548"/>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custDataLst>
              <p:tags r:id="rId51"/>
            </p:custDataLst>
          </p:nvPr>
        </p:nvSpPr>
        <p:spPr>
          <a:xfrm>
            <a:off x="3784639" y="5956764"/>
            <a:ext cx="5354503" cy="745845"/>
          </a:xfrm>
          <a:prstGeom prst="rect">
            <a:avLst/>
          </a:prstGeom>
          <a:solidFill>
            <a:schemeClr val="bg1"/>
          </a:solidFill>
        </p:spPr>
        <p:txBody>
          <a:bodyPr wrap="square">
            <a:spAutoFit/>
          </a:bodyPr>
          <a:p>
            <a:pPr>
              <a:lnSpc>
                <a:spcPct val="110000"/>
              </a:lnSpc>
            </a:pPr>
            <a:r>
              <a:rPr lang="en-US" altLang="zh-CN" sz="2000" b="1" dirty="0">
                <a:solidFill>
                  <a:srgbClr val="B50988"/>
                </a:solidFill>
                <a:latin typeface="+mn-ea"/>
                <a:sym typeface="Wingdings" panose="05000000000000000000" pitchFamily="2" charset="2"/>
              </a:rPr>
              <a:t>         </a:t>
            </a:r>
            <a:r>
              <a:rPr lang="en-US" altLang="zh-CN" sz="2000" b="1" dirty="0">
                <a:latin typeface="+mn-ea"/>
                <a:sym typeface="Wingdings" panose="05000000000000000000" pitchFamily="2" charset="2"/>
              </a:rPr>
              <a:t>U	={ 0, 1, 2, 3, 4, 5, 6 }</a:t>
            </a:r>
            <a:endParaRPr lang="en-US" altLang="zh-CN" sz="2000" b="1" dirty="0">
              <a:latin typeface="+mn-ea"/>
              <a:sym typeface="Wingdings" panose="05000000000000000000" pitchFamily="2" charset="2"/>
            </a:endParaRPr>
          </a:p>
          <a:p>
            <a:pPr>
              <a:lnSpc>
                <a:spcPct val="110000"/>
              </a:lnSpc>
            </a:pPr>
            <a:r>
              <a:rPr lang="en-US" altLang="zh-CN" sz="2000" b="1" dirty="0">
                <a:latin typeface="+mn-ea"/>
                <a:sym typeface="Wingdings" panose="05000000000000000000" pitchFamily="2" charset="2"/>
              </a:rPr>
              <a:t>        TE	={</a:t>
            </a:r>
            <a:r>
              <a:rPr lang="en-US" altLang="zh-CN" sz="2000" b="1" dirty="0">
                <a:solidFill>
                  <a:srgbClr val="CC00FF"/>
                </a:solidFill>
                <a:latin typeface="+mn-ea"/>
                <a:sym typeface="Wingdings" panose="05000000000000000000" pitchFamily="2" charset="2"/>
              </a:rPr>
              <a:t>(0,5)</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(2,3)</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(1,6)</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(1,2)</a:t>
            </a:r>
            <a:r>
              <a:rPr lang="en-US" altLang="zh-CN" sz="2000" b="1" dirty="0">
                <a:latin typeface="+mn-ea"/>
                <a:sym typeface="Wingdings" panose="05000000000000000000" pitchFamily="2" charset="2"/>
              </a:rPr>
              <a:t>,</a:t>
            </a:r>
            <a:r>
              <a:rPr lang="en-US" altLang="zh-CN" sz="2000" b="1" dirty="0">
                <a:solidFill>
                  <a:srgbClr val="CC00FF"/>
                </a:solidFill>
                <a:latin typeface="+mn-ea"/>
                <a:sym typeface="Wingdings" panose="05000000000000000000" pitchFamily="2" charset="2"/>
              </a:rPr>
              <a:t>(4,3),(5,4)</a:t>
            </a:r>
            <a:r>
              <a:rPr lang="en-US" altLang="zh-CN" sz="2000" b="1" dirty="0">
                <a:latin typeface="+mn-ea"/>
                <a:sym typeface="Wingdings" panose="05000000000000000000" pitchFamily="2" charset="2"/>
              </a:rPr>
              <a:t>}</a:t>
            </a:r>
            <a:endParaRPr lang="zh-CN" altLang="en-US" sz="2000" dirty="0">
              <a:latin typeface="+mn-ea"/>
            </a:endParaRPr>
          </a:p>
        </p:txBody>
      </p:sp>
      <p:sp>
        <p:nvSpPr>
          <p:cNvPr id="101" name="矩形: 圆角 80"/>
          <p:cNvSpPr/>
          <p:nvPr>
            <p:custDataLst>
              <p:tags r:id="rId52"/>
            </p:custDataLst>
          </p:nvPr>
        </p:nvSpPr>
        <p:spPr>
          <a:xfrm>
            <a:off x="314473" y="3173606"/>
            <a:ext cx="3026775" cy="262800"/>
          </a:xfrm>
          <a:prstGeom prst="roundRect">
            <a:avLst>
              <a:gd name="adj" fmla="val 7846"/>
            </a:avLst>
          </a:prstGeom>
          <a:solidFill>
            <a:srgbClr val="FF0000">
              <a:alpha val="21000"/>
            </a:srgbClr>
          </a:solidFill>
          <a:ln>
            <a:solidFill>
              <a:srgbClr val="FF000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02" name="Text Box 2"/>
          <p:cNvSpPr txBox="1">
            <a:spLocks noChangeArrowheads="1"/>
          </p:cNvSpPr>
          <p:nvPr>
            <p:custDataLst>
              <p:tags r:id="rId53"/>
            </p:custDataLst>
          </p:nvPr>
        </p:nvSpPr>
        <p:spPr bwMode="auto">
          <a:xfrm>
            <a:off x="5463948" y="3472233"/>
            <a:ext cx="2569905" cy="407291"/>
          </a:xfrm>
          <a:prstGeom prst="rect">
            <a:avLst/>
          </a:prstGeom>
          <a:noFill/>
          <a:ln w="9525">
            <a:noFill/>
            <a:miter lim="800000"/>
          </a:ln>
          <a:effectLst/>
        </p:spPr>
        <p:txBody>
          <a:bodyPr wrap="square">
            <a:spAutoFit/>
          </a:bodyPr>
          <a:p>
            <a:pPr algn="ctr">
              <a:lnSpc>
                <a:spcPct val="110000"/>
              </a:lnSpc>
            </a:pPr>
            <a:r>
              <a:rPr kumimoji="1" lang="en-US" altLang="zh-CN" sz="2000" b="1" dirty="0">
                <a:latin typeface="+mn-ea"/>
                <a:cs typeface="Consolas" panose="020B0609020204030204" pitchFamily="49" charset="0"/>
              </a:rPr>
              <a:t>Kruskal</a:t>
            </a:r>
            <a:r>
              <a:rPr kumimoji="1" lang="zh-CN" altLang="en-US" sz="2000" b="1" dirty="0">
                <a:latin typeface="+mn-ea"/>
                <a:cs typeface="Consolas" panose="020B0609020204030204" pitchFamily="49" charset="0"/>
              </a:rPr>
              <a:t>最小生成树</a:t>
            </a:r>
            <a:endParaRPr kumimoji="1" lang="zh-CN" altLang="en-US" dirty="0">
              <a:solidFill>
                <a:srgbClr val="0070C0"/>
              </a:solidFill>
              <a:latin typeface="+mn-ea"/>
              <a:cs typeface="Consolas" panose="020B0609020204030204" pitchFamily="49" charset="0"/>
            </a:endParaRPr>
          </a:p>
        </p:txBody>
      </p:sp>
      <p:sp>
        <p:nvSpPr>
          <p:cNvPr id="103" name="Oval 31"/>
          <p:cNvSpPr>
            <a:spLocks noChangeArrowheads="1"/>
          </p:cNvSpPr>
          <p:nvPr>
            <p:custDataLst>
              <p:tags r:id="rId54"/>
            </p:custDataLst>
          </p:nvPr>
        </p:nvSpPr>
        <p:spPr bwMode="auto">
          <a:xfrm>
            <a:off x="6036774" y="5465566"/>
            <a:ext cx="452705" cy="452705"/>
          </a:xfrm>
          <a:prstGeom prst="ellipse">
            <a:avLst/>
          </a:prstGeom>
          <a:solidFill>
            <a:srgbClr val="CC00FF">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4" name="Oval 31"/>
          <p:cNvSpPr>
            <a:spLocks noChangeArrowheads="1"/>
          </p:cNvSpPr>
          <p:nvPr>
            <p:custDataLst>
              <p:tags r:id="rId55"/>
            </p:custDataLst>
          </p:nvPr>
        </p:nvSpPr>
        <p:spPr bwMode="auto">
          <a:xfrm>
            <a:off x="7008324" y="5465566"/>
            <a:ext cx="452705" cy="452705"/>
          </a:xfrm>
          <a:prstGeom prst="ellipse">
            <a:avLst/>
          </a:prstGeom>
          <a:solidFill>
            <a:srgbClr val="CC00FF">
              <a:alpha val="57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wipe(left)">
                                      <p:cBhvr>
                                        <p:cTn id="7" dur="5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wipe(left)">
                                      <p:cBhvr>
                                        <p:cTn id="12" dur="500"/>
                                        <p:tgtEl>
                                          <p:spTgt spid="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7">
                                            <p:txEl>
                                              <p:pRg st="2" end="2"/>
                                            </p:txEl>
                                          </p:spTgt>
                                        </p:tgtEl>
                                        <p:attrNameLst>
                                          <p:attrName>style.visibility</p:attrName>
                                        </p:attrNameLst>
                                      </p:cBhvr>
                                      <p:to>
                                        <p:strVal val="visible"/>
                                      </p:to>
                                    </p:set>
                                    <p:animEffect transition="in" filter="wipe(left)">
                                      <p:cBhvr>
                                        <p:cTn id="17" dur="500"/>
                                        <p:tgtEl>
                                          <p:spTgt spid="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
                                            <p:txEl>
                                              <p:pRg st="3" end="3"/>
                                            </p:txEl>
                                          </p:spTgt>
                                        </p:tgtEl>
                                        <p:attrNameLst>
                                          <p:attrName>style.visibility</p:attrName>
                                        </p:attrNameLst>
                                      </p:cBhvr>
                                      <p:to>
                                        <p:strVal val="visible"/>
                                      </p:to>
                                    </p:set>
                                    <p:animEffect transition="in" filter="wipe(left)">
                                      <p:cBhvr>
                                        <p:cTn id="22" dur="500"/>
                                        <p:tgtEl>
                                          <p:spTgt spid="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7">
                                            <p:txEl>
                                              <p:pRg st="4" end="4"/>
                                            </p:txEl>
                                          </p:spTgt>
                                        </p:tgtEl>
                                        <p:attrNameLst>
                                          <p:attrName>style.visibility</p:attrName>
                                        </p:attrNameLst>
                                      </p:cBhvr>
                                      <p:to>
                                        <p:strVal val="visible"/>
                                      </p:to>
                                    </p:set>
                                    <p:animEffect transition="in" filter="wipe(left)">
                                      <p:cBhvr>
                                        <p:cTn id="27" dur="500"/>
                                        <p:tgtEl>
                                          <p:spTgt spid="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
                                            <p:txEl>
                                              <p:pRg st="5" end="5"/>
                                            </p:txEl>
                                          </p:spTgt>
                                        </p:tgtEl>
                                        <p:attrNameLst>
                                          <p:attrName>style.visibility</p:attrName>
                                        </p:attrNameLst>
                                      </p:cBhvr>
                                      <p:to>
                                        <p:strVal val="visible"/>
                                      </p:to>
                                    </p:set>
                                    <p:animEffect transition="in" filter="wipe(left)">
                                      <p:cBhvr>
                                        <p:cTn id="32" dur="500"/>
                                        <p:tgtEl>
                                          <p:spTgt spid="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7">
                                            <p:txEl>
                                              <p:pRg st="6" end="6"/>
                                            </p:txEl>
                                          </p:spTgt>
                                        </p:tgtEl>
                                        <p:attrNameLst>
                                          <p:attrName>style.visibility</p:attrName>
                                        </p:attrNameLst>
                                      </p:cBhvr>
                                      <p:to>
                                        <p:strVal val="visible"/>
                                      </p:to>
                                    </p:set>
                                    <p:animEffect transition="in" filter="wipe(left)">
                                      <p:cBhvr>
                                        <p:cTn id="37" dur="500"/>
                                        <p:tgtEl>
                                          <p:spTgt spid="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fade">
                                      <p:cBhvr>
                                        <p:cTn id="45" dur="500"/>
                                        <p:tgtEl>
                                          <p:spTgt spid="5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fade">
                                      <p:cBhvr>
                                        <p:cTn id="48" dur="500"/>
                                        <p:tgtEl>
                                          <p:spTgt spid="5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500"/>
                                        <p:tgtEl>
                                          <p:spTgt spid="5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500"/>
                                        <p:tgtEl>
                                          <p:spTgt spid="5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9"/>
                                        </p:tgtEl>
                                        <p:attrNameLst>
                                          <p:attrName>style.visibility</p:attrName>
                                        </p:attrNameLst>
                                      </p:cBhvr>
                                      <p:to>
                                        <p:strVal val="visible"/>
                                      </p:to>
                                    </p:set>
                                    <p:animEffect transition="in" filter="fade">
                                      <p:cBhvr>
                                        <p:cTn id="60" dur="500"/>
                                        <p:tgtEl>
                                          <p:spTgt spid="5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animEffect transition="in" filter="fade">
                                      <p:cBhvr>
                                        <p:cTn id="63" dur="500"/>
                                        <p:tgtEl>
                                          <p:spTgt spid="6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1"/>
                                        </p:tgtEl>
                                        <p:attrNameLst>
                                          <p:attrName>style.visibility</p:attrName>
                                        </p:attrNameLst>
                                      </p:cBhvr>
                                      <p:to>
                                        <p:strVal val="visible"/>
                                      </p:to>
                                    </p:set>
                                    <p:animEffect transition="in" filter="fade">
                                      <p:cBhvr>
                                        <p:cTn id="66" dur="500"/>
                                        <p:tgtEl>
                                          <p:spTgt spid="6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animEffect transition="in" filter="fade">
                                      <p:cBhvr>
                                        <p:cTn id="69" dur="500"/>
                                        <p:tgtEl>
                                          <p:spTgt spid="6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3"/>
                                        </p:tgtEl>
                                        <p:attrNameLst>
                                          <p:attrName>style.visibility</p:attrName>
                                        </p:attrNameLst>
                                      </p:cBhvr>
                                      <p:to>
                                        <p:strVal val="visible"/>
                                      </p:to>
                                    </p:set>
                                    <p:animEffect transition="in" filter="fade">
                                      <p:cBhvr>
                                        <p:cTn id="72" dur="500"/>
                                        <p:tgtEl>
                                          <p:spTgt spid="6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fade">
                                      <p:cBhvr>
                                        <p:cTn id="75" dur="500"/>
                                        <p:tgtEl>
                                          <p:spTgt spid="6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5"/>
                                        </p:tgtEl>
                                        <p:attrNameLst>
                                          <p:attrName>style.visibility</p:attrName>
                                        </p:attrNameLst>
                                      </p:cBhvr>
                                      <p:to>
                                        <p:strVal val="visible"/>
                                      </p:to>
                                    </p:set>
                                    <p:animEffect transition="in" filter="fade">
                                      <p:cBhvr>
                                        <p:cTn id="78" dur="500"/>
                                        <p:tgtEl>
                                          <p:spTgt spid="6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6"/>
                                        </p:tgtEl>
                                        <p:attrNameLst>
                                          <p:attrName>style.visibility</p:attrName>
                                        </p:attrNameLst>
                                      </p:cBhvr>
                                      <p:to>
                                        <p:strVal val="visible"/>
                                      </p:to>
                                    </p:set>
                                    <p:animEffect transition="in" filter="fade">
                                      <p:cBhvr>
                                        <p:cTn id="81" dur="500"/>
                                        <p:tgtEl>
                                          <p:spTgt spid="6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fade">
                                      <p:cBhvr>
                                        <p:cTn id="84" dur="500"/>
                                        <p:tgtEl>
                                          <p:spTgt spid="6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8"/>
                                        </p:tgtEl>
                                        <p:attrNameLst>
                                          <p:attrName>style.visibility</p:attrName>
                                        </p:attrNameLst>
                                      </p:cBhvr>
                                      <p:to>
                                        <p:strVal val="visible"/>
                                      </p:to>
                                    </p:set>
                                    <p:animEffect transition="in" filter="fade">
                                      <p:cBhvr>
                                        <p:cTn id="87" dur="500"/>
                                        <p:tgtEl>
                                          <p:spTgt spid="68"/>
                                        </p:tgtEl>
                                      </p:cBhvr>
                                    </p:animEffect>
                                  </p:childTnLst>
                                </p:cTn>
                              </p:par>
                              <p:par>
                                <p:cTn id="88" presetID="10" presetClass="entr" presetSubtype="0" fill="hold" nodeType="with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500"/>
                                        <p:tgtEl>
                                          <p:spTgt spid="69"/>
                                        </p:tgtEl>
                                      </p:cBhvr>
                                    </p:animEffect>
                                  </p:childTnLst>
                                </p:cTn>
                              </p:par>
                              <p:par>
                                <p:cTn id="91" presetID="10" presetClass="entr" presetSubtype="0" fill="hold" nodeType="withEffect">
                                  <p:stCondLst>
                                    <p:cond delay="0"/>
                                  </p:stCondLst>
                                  <p:childTnLst>
                                    <p:set>
                                      <p:cBhvr>
                                        <p:cTn id="92" dur="1" fill="hold">
                                          <p:stCondLst>
                                            <p:cond delay="0"/>
                                          </p:stCondLst>
                                        </p:cTn>
                                        <p:tgtEl>
                                          <p:spTgt spid="70"/>
                                        </p:tgtEl>
                                        <p:attrNameLst>
                                          <p:attrName>style.visibility</p:attrName>
                                        </p:attrNameLst>
                                      </p:cBhvr>
                                      <p:to>
                                        <p:strVal val="visible"/>
                                      </p:to>
                                    </p:set>
                                    <p:animEffect transition="in" filter="fade">
                                      <p:cBhvr>
                                        <p:cTn id="93" dur="500"/>
                                        <p:tgtEl>
                                          <p:spTgt spid="70"/>
                                        </p:tgtEl>
                                      </p:cBhvr>
                                    </p:animEffect>
                                  </p:childTnLst>
                                </p:cTn>
                              </p:par>
                              <p:par>
                                <p:cTn id="94" presetID="10" presetClass="entr" presetSubtype="0" fill="hold" nodeType="withEffect">
                                  <p:stCondLst>
                                    <p:cond delay="0"/>
                                  </p:stCondLst>
                                  <p:childTnLst>
                                    <p:set>
                                      <p:cBhvr>
                                        <p:cTn id="95" dur="1" fill="hold">
                                          <p:stCondLst>
                                            <p:cond delay="0"/>
                                          </p:stCondLst>
                                        </p:cTn>
                                        <p:tgtEl>
                                          <p:spTgt spid="71"/>
                                        </p:tgtEl>
                                        <p:attrNameLst>
                                          <p:attrName>style.visibility</p:attrName>
                                        </p:attrNameLst>
                                      </p:cBhvr>
                                      <p:to>
                                        <p:strVal val="visible"/>
                                      </p:to>
                                    </p:set>
                                    <p:animEffect transition="in" filter="fade">
                                      <p:cBhvr>
                                        <p:cTn id="96" dur="500"/>
                                        <p:tgtEl>
                                          <p:spTgt spid="71"/>
                                        </p:tgtEl>
                                      </p:cBhvr>
                                    </p:animEffect>
                                  </p:childTnLst>
                                </p:cTn>
                              </p:par>
                              <p:par>
                                <p:cTn id="97" presetID="10" presetClass="entr" presetSubtype="0" fill="hold" nodeType="withEffect">
                                  <p:stCondLst>
                                    <p:cond delay="0"/>
                                  </p:stCondLst>
                                  <p:childTnLst>
                                    <p:set>
                                      <p:cBhvr>
                                        <p:cTn id="98" dur="1" fill="hold">
                                          <p:stCondLst>
                                            <p:cond delay="0"/>
                                          </p:stCondLst>
                                        </p:cTn>
                                        <p:tgtEl>
                                          <p:spTgt spid="72"/>
                                        </p:tgtEl>
                                        <p:attrNameLst>
                                          <p:attrName>style.visibility</p:attrName>
                                        </p:attrNameLst>
                                      </p:cBhvr>
                                      <p:to>
                                        <p:strVal val="visible"/>
                                      </p:to>
                                    </p:set>
                                    <p:animEffect transition="in" filter="fade">
                                      <p:cBhvr>
                                        <p:cTn id="99" dur="500"/>
                                        <p:tgtEl>
                                          <p:spTgt spid="72"/>
                                        </p:tgtEl>
                                      </p:cBhvr>
                                    </p:animEffect>
                                  </p:childTnLst>
                                </p:cTn>
                              </p:par>
                              <p:par>
                                <p:cTn id="100" presetID="10" presetClass="entr" presetSubtype="0" fill="hold" nodeType="withEffect">
                                  <p:stCondLst>
                                    <p:cond delay="0"/>
                                  </p:stCondLst>
                                  <p:childTnLst>
                                    <p:set>
                                      <p:cBhvr>
                                        <p:cTn id="101" dur="1" fill="hold">
                                          <p:stCondLst>
                                            <p:cond delay="0"/>
                                          </p:stCondLst>
                                        </p:cTn>
                                        <p:tgtEl>
                                          <p:spTgt spid="73"/>
                                        </p:tgtEl>
                                        <p:attrNameLst>
                                          <p:attrName>style.visibility</p:attrName>
                                        </p:attrNameLst>
                                      </p:cBhvr>
                                      <p:to>
                                        <p:strVal val="visible"/>
                                      </p:to>
                                    </p:set>
                                    <p:animEffect transition="in" filter="fade">
                                      <p:cBhvr>
                                        <p:cTn id="102" dur="500"/>
                                        <p:tgtEl>
                                          <p:spTgt spid="73"/>
                                        </p:tgtEl>
                                      </p:cBhvr>
                                    </p:animEffect>
                                  </p:childTnLst>
                                </p:cTn>
                              </p:par>
                              <p:par>
                                <p:cTn id="103" presetID="10" presetClass="entr" presetSubtype="0" fill="hold" nodeType="withEffect">
                                  <p:stCondLst>
                                    <p:cond delay="0"/>
                                  </p:stCondLst>
                                  <p:childTnLst>
                                    <p:set>
                                      <p:cBhvr>
                                        <p:cTn id="104" dur="1" fill="hold">
                                          <p:stCondLst>
                                            <p:cond delay="0"/>
                                          </p:stCondLst>
                                        </p:cTn>
                                        <p:tgtEl>
                                          <p:spTgt spid="74"/>
                                        </p:tgtEl>
                                        <p:attrNameLst>
                                          <p:attrName>style.visibility</p:attrName>
                                        </p:attrNameLst>
                                      </p:cBhvr>
                                      <p:to>
                                        <p:strVal val="visible"/>
                                      </p:to>
                                    </p:set>
                                    <p:animEffect transition="in" filter="fade">
                                      <p:cBhvr>
                                        <p:cTn id="105" dur="500"/>
                                        <p:tgtEl>
                                          <p:spTgt spid="74"/>
                                        </p:tgtEl>
                                      </p:cBhvr>
                                    </p:animEffect>
                                  </p:childTnLst>
                                </p:cTn>
                              </p:par>
                              <p:par>
                                <p:cTn id="106" presetID="10" presetClass="entr" presetSubtype="0" fill="hold" nodeType="withEffect">
                                  <p:stCondLst>
                                    <p:cond delay="0"/>
                                  </p:stCondLst>
                                  <p:childTnLst>
                                    <p:set>
                                      <p:cBhvr>
                                        <p:cTn id="107" dur="1" fill="hold">
                                          <p:stCondLst>
                                            <p:cond delay="0"/>
                                          </p:stCondLst>
                                        </p:cTn>
                                        <p:tgtEl>
                                          <p:spTgt spid="75"/>
                                        </p:tgtEl>
                                        <p:attrNameLst>
                                          <p:attrName>style.visibility</p:attrName>
                                        </p:attrNameLst>
                                      </p:cBhvr>
                                      <p:to>
                                        <p:strVal val="visible"/>
                                      </p:to>
                                    </p:set>
                                    <p:animEffect transition="in" filter="fade">
                                      <p:cBhvr>
                                        <p:cTn id="108" dur="500"/>
                                        <p:tgtEl>
                                          <p:spTgt spid="75"/>
                                        </p:tgtEl>
                                      </p:cBhvr>
                                    </p:animEffect>
                                  </p:childTnLst>
                                </p:cTn>
                              </p:par>
                              <p:par>
                                <p:cTn id="109" presetID="10" presetClass="entr" presetSubtype="0" fill="hold" nodeType="withEffect">
                                  <p:stCondLst>
                                    <p:cond delay="0"/>
                                  </p:stCondLst>
                                  <p:childTnLst>
                                    <p:set>
                                      <p:cBhvr>
                                        <p:cTn id="110" dur="1" fill="hold">
                                          <p:stCondLst>
                                            <p:cond delay="0"/>
                                          </p:stCondLst>
                                        </p:cTn>
                                        <p:tgtEl>
                                          <p:spTgt spid="76"/>
                                        </p:tgtEl>
                                        <p:attrNameLst>
                                          <p:attrName>style.visibility</p:attrName>
                                        </p:attrNameLst>
                                      </p:cBhvr>
                                      <p:to>
                                        <p:strVal val="visible"/>
                                      </p:to>
                                    </p:set>
                                    <p:animEffect transition="in" filter="fade">
                                      <p:cBhvr>
                                        <p:cTn id="111" dur="500"/>
                                        <p:tgtEl>
                                          <p:spTgt spid="76"/>
                                        </p:tgtEl>
                                      </p:cBhvr>
                                    </p:animEffect>
                                  </p:childTnLst>
                                </p:cTn>
                              </p:par>
                              <p:par>
                                <p:cTn id="112" presetID="10" presetClass="entr" presetSubtype="0" fill="hold" nodeType="withEffect">
                                  <p:stCondLst>
                                    <p:cond delay="0"/>
                                  </p:stCondLst>
                                  <p:childTnLst>
                                    <p:set>
                                      <p:cBhvr>
                                        <p:cTn id="113" dur="1" fill="hold">
                                          <p:stCondLst>
                                            <p:cond delay="0"/>
                                          </p:stCondLst>
                                        </p:cTn>
                                        <p:tgtEl>
                                          <p:spTgt spid="77"/>
                                        </p:tgtEl>
                                        <p:attrNameLst>
                                          <p:attrName>style.visibility</p:attrName>
                                        </p:attrNameLst>
                                      </p:cBhvr>
                                      <p:to>
                                        <p:strVal val="visible"/>
                                      </p:to>
                                    </p:set>
                                    <p:animEffect transition="in" filter="fade">
                                      <p:cBhvr>
                                        <p:cTn id="114" dur="500"/>
                                        <p:tgtEl>
                                          <p:spTgt spid="7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83"/>
                                        </p:tgtEl>
                                        <p:attrNameLst>
                                          <p:attrName>style.visibility</p:attrName>
                                        </p:attrNameLst>
                                      </p:cBhvr>
                                      <p:to>
                                        <p:strVal val="visible"/>
                                      </p:to>
                                    </p:set>
                                    <p:animEffect transition="in" filter="fade">
                                      <p:cBhvr>
                                        <p:cTn id="119" dur="500"/>
                                        <p:tgtEl>
                                          <p:spTgt spid="83"/>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78"/>
                                        </p:tgtEl>
                                        <p:attrNameLst>
                                          <p:attrName>style.visibility</p:attrName>
                                        </p:attrNameLst>
                                      </p:cBhvr>
                                      <p:to>
                                        <p:strVal val="visible"/>
                                      </p:to>
                                    </p:set>
                                    <p:animEffect transition="in" filter="fade">
                                      <p:cBhvr>
                                        <p:cTn id="124" dur="500"/>
                                        <p:tgtEl>
                                          <p:spTgt spid="7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79"/>
                                        </p:tgtEl>
                                        <p:attrNameLst>
                                          <p:attrName>style.visibility</p:attrName>
                                        </p:attrNameLst>
                                      </p:cBhvr>
                                      <p:to>
                                        <p:strVal val="visible"/>
                                      </p:to>
                                    </p:set>
                                    <p:animEffect transition="in" filter="fade">
                                      <p:cBhvr>
                                        <p:cTn id="127" dur="500"/>
                                        <p:tgtEl>
                                          <p:spTgt spid="7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03"/>
                                        </p:tgtEl>
                                        <p:attrNameLst>
                                          <p:attrName>style.visibility</p:attrName>
                                        </p:attrNameLst>
                                      </p:cBhvr>
                                      <p:to>
                                        <p:strVal val="visible"/>
                                      </p:to>
                                    </p:set>
                                    <p:animEffect transition="in" filter="fade">
                                      <p:cBhvr>
                                        <p:cTn id="130" dur="500"/>
                                        <p:tgtEl>
                                          <p:spTgt spid="10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04"/>
                                        </p:tgtEl>
                                        <p:attrNameLst>
                                          <p:attrName>style.visibility</p:attrName>
                                        </p:attrNameLst>
                                      </p:cBhvr>
                                      <p:to>
                                        <p:strVal val="visible"/>
                                      </p:to>
                                    </p:set>
                                    <p:animEffect transition="in" filter="fade">
                                      <p:cBhvr>
                                        <p:cTn id="133" dur="500"/>
                                        <p:tgtEl>
                                          <p:spTgt spid="10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80"/>
                                        </p:tgtEl>
                                        <p:attrNameLst>
                                          <p:attrName>style.visibility</p:attrName>
                                        </p:attrNameLst>
                                      </p:cBhvr>
                                      <p:to>
                                        <p:strVal val="visible"/>
                                      </p:to>
                                    </p:set>
                                    <p:animEffect transition="in" filter="fade">
                                      <p:cBhvr>
                                        <p:cTn id="136" dur="500"/>
                                        <p:tgtEl>
                                          <p:spTgt spid="80"/>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81"/>
                                        </p:tgtEl>
                                        <p:attrNameLst>
                                          <p:attrName>style.visibility</p:attrName>
                                        </p:attrNameLst>
                                      </p:cBhvr>
                                      <p:to>
                                        <p:strVal val="visible"/>
                                      </p:to>
                                    </p:set>
                                    <p:animEffect transition="in" filter="fade">
                                      <p:cBhvr>
                                        <p:cTn id="139" dur="500"/>
                                        <p:tgtEl>
                                          <p:spTgt spid="81"/>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82"/>
                                        </p:tgtEl>
                                        <p:attrNameLst>
                                          <p:attrName>style.visibility</p:attrName>
                                        </p:attrNameLst>
                                      </p:cBhvr>
                                      <p:to>
                                        <p:strVal val="visible"/>
                                      </p:to>
                                    </p:set>
                                    <p:animEffect transition="in" filter="fade">
                                      <p:cBhvr>
                                        <p:cTn id="142" dur="500"/>
                                        <p:tgtEl>
                                          <p:spTgt spid="82"/>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86"/>
                                        </p:tgtEl>
                                        <p:attrNameLst>
                                          <p:attrName>style.visibility</p:attrName>
                                        </p:attrNameLst>
                                      </p:cBhvr>
                                      <p:to>
                                        <p:strVal val="visible"/>
                                      </p:to>
                                    </p:set>
                                    <p:animEffect transition="in" filter="fade">
                                      <p:cBhvr>
                                        <p:cTn id="145" dur="500"/>
                                        <p:tgtEl>
                                          <p:spTgt spid="86"/>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84"/>
                                        </p:tgtEl>
                                        <p:attrNameLst>
                                          <p:attrName>style.visibility</p:attrName>
                                        </p:attrNameLst>
                                      </p:cBhvr>
                                      <p:to>
                                        <p:strVal val="visible"/>
                                      </p:to>
                                    </p:set>
                                    <p:animEffect transition="in" filter="fade">
                                      <p:cBhvr>
                                        <p:cTn id="150" dur="500"/>
                                        <p:tgtEl>
                                          <p:spTgt spid="84"/>
                                        </p:tgtEl>
                                      </p:cBhvr>
                                    </p:animEffect>
                                  </p:childTnLst>
                                </p:cTn>
                              </p:par>
                              <p:par>
                                <p:cTn id="151" presetID="1" presetClass="exit" presetSubtype="0" fill="hold" grpId="1" nodeType="withEffect">
                                  <p:stCondLst>
                                    <p:cond delay="0"/>
                                  </p:stCondLst>
                                  <p:childTnLst>
                                    <p:set>
                                      <p:cBhvr>
                                        <p:cTn id="152" dur="1" fill="hold">
                                          <p:stCondLst>
                                            <p:cond delay="0"/>
                                          </p:stCondLst>
                                        </p:cTn>
                                        <p:tgtEl>
                                          <p:spTgt spid="83"/>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26" presetClass="emph" presetSubtype="0" fill="hold" grpId="1" nodeType="clickEffect">
                                  <p:stCondLst>
                                    <p:cond delay="0"/>
                                  </p:stCondLst>
                                  <p:childTnLst>
                                    <p:animEffect transition="out" filter="fade">
                                      <p:cBhvr>
                                        <p:cTn id="156" dur="500" tmFilter="0, 0; .2, .5; .8, .5; 1, 0"/>
                                        <p:tgtEl>
                                          <p:spTgt spid="52"/>
                                        </p:tgtEl>
                                      </p:cBhvr>
                                    </p:animEffect>
                                    <p:animScale>
                                      <p:cBhvr>
                                        <p:cTn id="157" dur="250" autoRev="1" fill="hold"/>
                                        <p:tgtEl>
                                          <p:spTgt spid="52"/>
                                        </p:tgtEl>
                                      </p:cBhvr>
                                      <p:by x="105000" y="105000"/>
                                    </p:animScale>
                                  </p:childTnLst>
                                </p:cTn>
                              </p:par>
                              <p:par>
                                <p:cTn id="158" presetID="26" presetClass="emph" presetSubtype="0" fill="hold" nodeType="withEffect">
                                  <p:stCondLst>
                                    <p:cond delay="0"/>
                                  </p:stCondLst>
                                  <p:childTnLst>
                                    <p:animEffect transition="out" filter="fade">
                                      <p:cBhvr>
                                        <p:cTn id="159" dur="500" tmFilter="0, 0; .2, .5; .8, .5; 1, 0"/>
                                        <p:tgtEl>
                                          <p:spTgt spid="77"/>
                                        </p:tgtEl>
                                      </p:cBhvr>
                                    </p:animEffect>
                                    <p:animScale>
                                      <p:cBhvr>
                                        <p:cTn id="160" dur="250" autoRev="1" fill="hold"/>
                                        <p:tgtEl>
                                          <p:spTgt spid="77"/>
                                        </p:tgtEl>
                                      </p:cBhvr>
                                      <p:by x="105000" y="105000"/>
                                    </p:animScale>
                                  </p:childTnLst>
                                </p:cTn>
                              </p:par>
                              <p:par>
                                <p:cTn id="161" presetID="7" presetClass="emph" presetSubtype="2" fill="hold" nodeType="withEffect">
                                  <p:stCondLst>
                                    <p:cond delay="0"/>
                                  </p:stCondLst>
                                  <p:childTnLst>
                                    <p:animClr clrSpc="rgb" dir="cw">
                                      <p:cBhvr>
                                        <p:cTn id="162" dur="500" fill="hold"/>
                                        <p:tgtEl>
                                          <p:spTgt spid="77"/>
                                        </p:tgtEl>
                                        <p:attrNameLst>
                                          <p:attrName>stroke.color</p:attrName>
                                        </p:attrNameLst>
                                      </p:cBhvr>
                                      <p:to>
                                        <a:srgbClr val="CC00FF"/>
                                      </p:to>
                                    </p:animClr>
                                    <p:set>
                                      <p:cBhvr>
                                        <p:cTn id="163" dur="500" fill="hold"/>
                                        <p:tgtEl>
                                          <p:spTgt spid="77"/>
                                        </p:tgtEl>
                                        <p:attrNameLst>
                                          <p:attrName>stroke.on</p:attrName>
                                        </p:attrNameLst>
                                      </p:cBhvr>
                                      <p:to>
                                        <p:strVal val="true"/>
                                      </p:to>
                                    </p:set>
                                  </p:childTnLst>
                                </p:cTn>
                              </p:par>
                              <p:par>
                                <p:cTn id="164" presetID="3" presetClass="emph" presetSubtype="2" fill="hold" grpId="2" nodeType="withEffect">
                                  <p:stCondLst>
                                    <p:cond delay="0"/>
                                  </p:stCondLst>
                                  <p:childTnLst>
                                    <p:animClr clrSpc="rgb" dir="cw">
                                      <p:cBhvr override="childStyle">
                                        <p:cTn id="165" dur="500" fill="hold"/>
                                        <p:tgtEl>
                                          <p:spTgt spid="52"/>
                                        </p:tgtEl>
                                        <p:attrNameLst>
                                          <p:attrName>style.color</p:attrName>
                                        </p:attrNameLst>
                                      </p:cBhvr>
                                      <p:to>
                                        <a:srgbClr val="CC00FF"/>
                                      </p:to>
                                    </p:animClr>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nodeType="clickEffect">
                                  <p:stCondLst>
                                    <p:cond delay="0"/>
                                  </p:stCondLst>
                                  <p:childTnLst>
                                    <p:set>
                                      <p:cBhvr>
                                        <p:cTn id="169" dur="1" fill="hold">
                                          <p:stCondLst>
                                            <p:cond delay="0"/>
                                          </p:stCondLst>
                                        </p:cTn>
                                        <p:tgtEl>
                                          <p:spTgt spid="91"/>
                                        </p:tgtEl>
                                        <p:attrNameLst>
                                          <p:attrName>style.visibility</p:attrName>
                                        </p:attrNameLst>
                                      </p:cBhvr>
                                      <p:to>
                                        <p:strVal val="visible"/>
                                      </p:to>
                                    </p:set>
                                    <p:animEffect transition="in" filter="fade">
                                      <p:cBhvr>
                                        <p:cTn id="170" dur="500"/>
                                        <p:tgtEl>
                                          <p:spTgt spid="91"/>
                                        </p:tgtEl>
                                      </p:cBhvr>
                                    </p:animEffect>
                                  </p:childTnLst>
                                </p:cTn>
                              </p:par>
                            </p:childTnLst>
                          </p:cTn>
                        </p:par>
                      </p:childTnLst>
                    </p:cTn>
                  </p:par>
                  <p:par>
                    <p:cTn id="171" fill="hold">
                      <p:stCondLst>
                        <p:cond delay="indefinite"/>
                      </p:stCondLst>
                      <p:childTnLst>
                        <p:par>
                          <p:cTn id="172" fill="hold">
                            <p:stCondLst>
                              <p:cond delay="0"/>
                            </p:stCondLst>
                            <p:childTnLst>
                              <p:par>
                                <p:cTn id="173" presetID="7" presetClass="emph" presetSubtype="2" fill="hold" nodeType="clickEffect">
                                  <p:stCondLst>
                                    <p:cond delay="0"/>
                                  </p:stCondLst>
                                  <p:childTnLst>
                                    <p:animClr clrSpc="rgb" dir="cw">
                                      <p:cBhvr>
                                        <p:cTn id="174" dur="500" fill="hold"/>
                                        <p:tgtEl>
                                          <p:spTgt spid="91"/>
                                        </p:tgtEl>
                                        <p:attrNameLst>
                                          <p:attrName>stroke.color</p:attrName>
                                        </p:attrNameLst>
                                      </p:cBhvr>
                                      <p:to>
                                        <a:srgbClr val="CC00FF"/>
                                      </p:to>
                                    </p:animClr>
                                    <p:set>
                                      <p:cBhvr>
                                        <p:cTn id="175" dur="500" fill="hold"/>
                                        <p:tgtEl>
                                          <p:spTgt spid="91"/>
                                        </p:tgtEl>
                                        <p:attrNameLst>
                                          <p:attrName>stroke.on</p:attrName>
                                        </p:attrNameLst>
                                      </p:cBhvr>
                                      <p:to>
                                        <p:strVal val="true"/>
                                      </p:to>
                                    </p:set>
                                  </p:childTnLst>
                                </p:cTn>
                              </p:par>
                              <p:par>
                                <p:cTn id="176" presetID="10" presetClass="entr" presetSubtype="0" fill="hold" grpId="0" nodeType="withEffect">
                                  <p:stCondLst>
                                    <p:cond delay="0"/>
                                  </p:stCondLst>
                                  <p:childTnLst>
                                    <p:set>
                                      <p:cBhvr>
                                        <p:cTn id="177" dur="1" fill="hold">
                                          <p:stCondLst>
                                            <p:cond delay="0"/>
                                          </p:stCondLst>
                                        </p:cTn>
                                        <p:tgtEl>
                                          <p:spTgt spid="88"/>
                                        </p:tgtEl>
                                        <p:attrNameLst>
                                          <p:attrName>style.visibility</p:attrName>
                                        </p:attrNameLst>
                                      </p:cBhvr>
                                      <p:to>
                                        <p:strVal val="visible"/>
                                      </p:to>
                                    </p:set>
                                    <p:animEffect transition="in" filter="fade">
                                      <p:cBhvr>
                                        <p:cTn id="178" dur="500"/>
                                        <p:tgtEl>
                                          <p:spTgt spid="88"/>
                                        </p:tgtEl>
                                      </p:cBhvr>
                                    </p:animEffect>
                                  </p:childTnLst>
                                </p:cTn>
                              </p:par>
                              <p:par>
                                <p:cTn id="179" presetID="3" presetClass="emph" presetSubtype="2" fill="hold" grpId="3" nodeType="withEffect">
                                  <p:stCondLst>
                                    <p:cond delay="0"/>
                                  </p:stCondLst>
                                  <p:childTnLst>
                                    <p:animClr clrSpc="rgb" dir="cw">
                                      <p:cBhvr override="childStyle">
                                        <p:cTn id="180" dur="10" fill="hold"/>
                                        <p:tgtEl>
                                          <p:spTgt spid="52"/>
                                        </p:tgtEl>
                                        <p:attrNameLst>
                                          <p:attrName>style.color</p:attrName>
                                        </p:attrNameLst>
                                      </p:cBhvr>
                                      <p:to>
                                        <a:srgbClr val="7F7F7F"/>
                                      </p:to>
                                    </p:animClr>
                                  </p:childTnLst>
                                </p:cTn>
                              </p:par>
                              <p:par>
                                <p:cTn id="181" presetID="7" presetClass="emph" presetSubtype="2" fill="hold" nodeType="withEffect">
                                  <p:stCondLst>
                                    <p:cond delay="0"/>
                                  </p:stCondLst>
                                  <p:childTnLst>
                                    <p:animClr clrSpc="rgb" dir="cw">
                                      <p:cBhvr>
                                        <p:cTn id="182" dur="10" fill="hold"/>
                                        <p:tgtEl>
                                          <p:spTgt spid="77"/>
                                        </p:tgtEl>
                                        <p:attrNameLst>
                                          <p:attrName>stroke.color</p:attrName>
                                        </p:attrNameLst>
                                      </p:cBhvr>
                                      <p:to>
                                        <a:srgbClr val="7F7F7F"/>
                                      </p:to>
                                    </p:animClr>
                                    <p:set>
                                      <p:cBhvr>
                                        <p:cTn id="183" dur="10" fill="hold"/>
                                        <p:tgtEl>
                                          <p:spTgt spid="77"/>
                                        </p:tgtEl>
                                        <p:attrNameLst>
                                          <p:attrName>stroke.on</p:attrName>
                                        </p:attrNameLst>
                                      </p:cBhvr>
                                      <p:to>
                                        <p:strVal val="true"/>
                                      </p:to>
                                    </p:set>
                                  </p:childTnLst>
                                </p:cTn>
                              </p:par>
                            </p:childTnLst>
                          </p:cTn>
                        </p:par>
                      </p:childTnLst>
                    </p:cTn>
                  </p:par>
                  <p:par>
                    <p:cTn id="184" fill="hold">
                      <p:stCondLst>
                        <p:cond delay="indefinite"/>
                      </p:stCondLst>
                      <p:childTnLst>
                        <p:par>
                          <p:cTn id="185" fill="hold">
                            <p:stCondLst>
                              <p:cond delay="0"/>
                            </p:stCondLst>
                            <p:childTnLst>
                              <p:par>
                                <p:cTn id="186" presetID="26" presetClass="emph" presetSubtype="0" fill="hold" grpId="1" nodeType="clickEffect">
                                  <p:stCondLst>
                                    <p:cond delay="0"/>
                                  </p:stCondLst>
                                  <p:childTnLst>
                                    <p:animEffect transition="out" filter="fade">
                                      <p:cBhvr>
                                        <p:cTn id="187" dur="500" tmFilter="0, 0; .2, .5; .8, .5; 1, 0"/>
                                        <p:tgtEl>
                                          <p:spTgt spid="59"/>
                                        </p:tgtEl>
                                      </p:cBhvr>
                                    </p:animEffect>
                                    <p:animScale>
                                      <p:cBhvr>
                                        <p:cTn id="188" dur="250" autoRev="1" fill="hold"/>
                                        <p:tgtEl>
                                          <p:spTgt spid="59"/>
                                        </p:tgtEl>
                                      </p:cBhvr>
                                      <p:by x="105000" y="105000"/>
                                    </p:animScale>
                                  </p:childTnLst>
                                </p:cTn>
                              </p:par>
                              <p:par>
                                <p:cTn id="189" presetID="26" presetClass="emph" presetSubtype="0" fill="hold" nodeType="withEffect">
                                  <p:stCondLst>
                                    <p:cond delay="0"/>
                                  </p:stCondLst>
                                  <p:childTnLst>
                                    <p:animEffect transition="out" filter="fade">
                                      <p:cBhvr>
                                        <p:cTn id="190" dur="500" tmFilter="0, 0; .2, .5; .8, .5; 1, 0"/>
                                        <p:tgtEl>
                                          <p:spTgt spid="71"/>
                                        </p:tgtEl>
                                      </p:cBhvr>
                                    </p:animEffect>
                                    <p:animScale>
                                      <p:cBhvr>
                                        <p:cTn id="191" dur="250" autoRev="1" fill="hold"/>
                                        <p:tgtEl>
                                          <p:spTgt spid="71"/>
                                        </p:tgtEl>
                                      </p:cBhvr>
                                      <p:by x="105000" y="105000"/>
                                    </p:animScale>
                                  </p:childTnLst>
                                </p:cTn>
                              </p:par>
                              <p:par>
                                <p:cTn id="192" presetID="7" presetClass="emph" presetSubtype="2" fill="hold" nodeType="withEffect">
                                  <p:stCondLst>
                                    <p:cond delay="0"/>
                                  </p:stCondLst>
                                  <p:childTnLst>
                                    <p:animClr clrSpc="rgb" dir="cw">
                                      <p:cBhvr>
                                        <p:cTn id="193" dur="500" fill="hold"/>
                                        <p:tgtEl>
                                          <p:spTgt spid="71"/>
                                        </p:tgtEl>
                                        <p:attrNameLst>
                                          <p:attrName>stroke.color</p:attrName>
                                        </p:attrNameLst>
                                      </p:cBhvr>
                                      <p:to>
                                        <a:srgbClr val="CC00FF"/>
                                      </p:to>
                                    </p:animClr>
                                    <p:set>
                                      <p:cBhvr>
                                        <p:cTn id="194" dur="500" fill="hold"/>
                                        <p:tgtEl>
                                          <p:spTgt spid="71"/>
                                        </p:tgtEl>
                                        <p:attrNameLst>
                                          <p:attrName>stroke.on</p:attrName>
                                        </p:attrNameLst>
                                      </p:cBhvr>
                                      <p:to>
                                        <p:strVal val="true"/>
                                      </p:to>
                                    </p:set>
                                  </p:childTnLst>
                                </p:cTn>
                              </p:par>
                              <p:par>
                                <p:cTn id="195" presetID="3" presetClass="emph" presetSubtype="2" fill="hold" grpId="2" nodeType="withEffect">
                                  <p:stCondLst>
                                    <p:cond delay="0"/>
                                  </p:stCondLst>
                                  <p:childTnLst>
                                    <p:animClr clrSpc="rgb" dir="cw">
                                      <p:cBhvr override="childStyle">
                                        <p:cTn id="196" dur="500" fill="hold"/>
                                        <p:tgtEl>
                                          <p:spTgt spid="59"/>
                                        </p:tgtEl>
                                        <p:attrNameLst>
                                          <p:attrName>style.color</p:attrName>
                                        </p:attrNameLst>
                                      </p:cBhvr>
                                      <p:to>
                                        <a:srgbClr val="CC00FF"/>
                                      </p:to>
                                    </p:animClr>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nodeType="clickEffect">
                                  <p:stCondLst>
                                    <p:cond delay="0"/>
                                  </p:stCondLst>
                                  <p:childTnLst>
                                    <p:set>
                                      <p:cBhvr>
                                        <p:cTn id="200" dur="1" fill="hold">
                                          <p:stCondLst>
                                            <p:cond delay="0"/>
                                          </p:stCondLst>
                                        </p:cTn>
                                        <p:tgtEl>
                                          <p:spTgt spid="85"/>
                                        </p:tgtEl>
                                        <p:attrNameLst>
                                          <p:attrName>style.visibility</p:attrName>
                                        </p:attrNameLst>
                                      </p:cBhvr>
                                      <p:to>
                                        <p:strVal val="visible"/>
                                      </p:to>
                                    </p:set>
                                    <p:animEffect transition="in" filter="fade">
                                      <p:cBhvr>
                                        <p:cTn id="201" dur="500"/>
                                        <p:tgtEl>
                                          <p:spTgt spid="85"/>
                                        </p:tgtEl>
                                      </p:cBhvr>
                                    </p:animEffect>
                                  </p:childTnLst>
                                </p:cTn>
                              </p:par>
                            </p:childTnLst>
                          </p:cTn>
                        </p:par>
                      </p:childTnLst>
                    </p:cTn>
                  </p:par>
                  <p:par>
                    <p:cTn id="202" fill="hold">
                      <p:stCondLst>
                        <p:cond delay="indefinite"/>
                      </p:stCondLst>
                      <p:childTnLst>
                        <p:par>
                          <p:cTn id="203" fill="hold">
                            <p:stCondLst>
                              <p:cond delay="0"/>
                            </p:stCondLst>
                            <p:childTnLst>
                              <p:par>
                                <p:cTn id="204" presetID="7" presetClass="emph" presetSubtype="2" fill="hold" nodeType="clickEffect">
                                  <p:stCondLst>
                                    <p:cond delay="0"/>
                                  </p:stCondLst>
                                  <p:childTnLst>
                                    <p:animClr clrSpc="rgb" dir="cw">
                                      <p:cBhvr>
                                        <p:cTn id="205" dur="500" fill="hold"/>
                                        <p:tgtEl>
                                          <p:spTgt spid="85"/>
                                        </p:tgtEl>
                                        <p:attrNameLst>
                                          <p:attrName>stroke.color</p:attrName>
                                        </p:attrNameLst>
                                      </p:cBhvr>
                                      <p:to>
                                        <a:srgbClr val="CC00FF"/>
                                      </p:to>
                                    </p:animClr>
                                    <p:set>
                                      <p:cBhvr>
                                        <p:cTn id="206" dur="500" fill="hold"/>
                                        <p:tgtEl>
                                          <p:spTgt spid="85"/>
                                        </p:tgtEl>
                                        <p:attrNameLst>
                                          <p:attrName>stroke.on</p:attrName>
                                        </p:attrNameLst>
                                      </p:cBhvr>
                                      <p:to>
                                        <p:strVal val="true"/>
                                      </p:to>
                                    </p:set>
                                  </p:childTnLst>
                                </p:cTn>
                              </p:par>
                              <p:par>
                                <p:cTn id="207" presetID="10" presetClass="entr" presetSubtype="0" fill="hold" grpId="0" nodeType="withEffect">
                                  <p:stCondLst>
                                    <p:cond delay="0"/>
                                  </p:stCondLst>
                                  <p:childTnLst>
                                    <p:set>
                                      <p:cBhvr>
                                        <p:cTn id="208" dur="1" fill="hold">
                                          <p:stCondLst>
                                            <p:cond delay="0"/>
                                          </p:stCondLst>
                                        </p:cTn>
                                        <p:tgtEl>
                                          <p:spTgt spid="89"/>
                                        </p:tgtEl>
                                        <p:attrNameLst>
                                          <p:attrName>style.visibility</p:attrName>
                                        </p:attrNameLst>
                                      </p:cBhvr>
                                      <p:to>
                                        <p:strVal val="visible"/>
                                      </p:to>
                                    </p:set>
                                    <p:animEffect transition="in" filter="fade">
                                      <p:cBhvr>
                                        <p:cTn id="209" dur="500"/>
                                        <p:tgtEl>
                                          <p:spTgt spid="89"/>
                                        </p:tgtEl>
                                      </p:cBhvr>
                                    </p:animEffect>
                                  </p:childTnLst>
                                </p:cTn>
                              </p:par>
                              <p:par>
                                <p:cTn id="210" presetID="7" presetClass="emph" presetSubtype="2" fill="hold" nodeType="withEffect">
                                  <p:stCondLst>
                                    <p:cond delay="0"/>
                                  </p:stCondLst>
                                  <p:childTnLst>
                                    <p:animClr clrSpc="rgb" dir="cw">
                                      <p:cBhvr>
                                        <p:cTn id="211" dur="10" fill="hold"/>
                                        <p:tgtEl>
                                          <p:spTgt spid="71"/>
                                        </p:tgtEl>
                                        <p:attrNameLst>
                                          <p:attrName>stroke.color</p:attrName>
                                        </p:attrNameLst>
                                      </p:cBhvr>
                                      <p:to>
                                        <a:srgbClr val="7F7F7F"/>
                                      </p:to>
                                    </p:animClr>
                                    <p:set>
                                      <p:cBhvr>
                                        <p:cTn id="212" dur="10" fill="hold"/>
                                        <p:tgtEl>
                                          <p:spTgt spid="71"/>
                                        </p:tgtEl>
                                        <p:attrNameLst>
                                          <p:attrName>stroke.on</p:attrName>
                                        </p:attrNameLst>
                                      </p:cBhvr>
                                      <p:to>
                                        <p:strVal val="true"/>
                                      </p:to>
                                    </p:set>
                                  </p:childTnLst>
                                </p:cTn>
                              </p:par>
                              <p:par>
                                <p:cTn id="213" presetID="3" presetClass="emph" presetSubtype="2" fill="hold" grpId="3" nodeType="withEffect">
                                  <p:stCondLst>
                                    <p:cond delay="0"/>
                                  </p:stCondLst>
                                  <p:childTnLst>
                                    <p:animClr clrSpc="rgb" dir="cw">
                                      <p:cBhvr override="childStyle">
                                        <p:cTn id="214" dur="10" fill="hold"/>
                                        <p:tgtEl>
                                          <p:spTgt spid="59"/>
                                        </p:tgtEl>
                                        <p:attrNameLst>
                                          <p:attrName>style.color</p:attrName>
                                        </p:attrNameLst>
                                      </p:cBhvr>
                                      <p:to>
                                        <a:srgbClr val="7F7F7F"/>
                                      </p:to>
                                    </p:animClr>
                                  </p:childTnLst>
                                </p:cTn>
                              </p:par>
                            </p:childTnLst>
                          </p:cTn>
                        </p:par>
                      </p:childTnLst>
                    </p:cTn>
                  </p:par>
                  <p:par>
                    <p:cTn id="215" fill="hold">
                      <p:stCondLst>
                        <p:cond delay="indefinite"/>
                      </p:stCondLst>
                      <p:childTnLst>
                        <p:par>
                          <p:cTn id="216" fill="hold">
                            <p:stCondLst>
                              <p:cond delay="0"/>
                            </p:stCondLst>
                            <p:childTnLst>
                              <p:par>
                                <p:cTn id="217" presetID="26" presetClass="emph" presetSubtype="0" fill="hold" grpId="1" nodeType="clickEffect">
                                  <p:stCondLst>
                                    <p:cond delay="0"/>
                                  </p:stCondLst>
                                  <p:childTnLst>
                                    <p:animEffect transition="out" filter="fade">
                                      <p:cBhvr>
                                        <p:cTn id="218" dur="500" tmFilter="0, 0; .2, .5; .8, .5; 1, 0"/>
                                        <p:tgtEl>
                                          <p:spTgt spid="57"/>
                                        </p:tgtEl>
                                      </p:cBhvr>
                                    </p:animEffect>
                                    <p:animScale>
                                      <p:cBhvr>
                                        <p:cTn id="219" dur="250" autoRev="1" fill="hold"/>
                                        <p:tgtEl>
                                          <p:spTgt spid="57"/>
                                        </p:tgtEl>
                                      </p:cBhvr>
                                      <p:by x="105000" y="105000"/>
                                    </p:animScale>
                                  </p:childTnLst>
                                </p:cTn>
                              </p:par>
                              <p:par>
                                <p:cTn id="220" presetID="26" presetClass="emph" presetSubtype="0" fill="hold" nodeType="withEffect">
                                  <p:stCondLst>
                                    <p:cond delay="0"/>
                                  </p:stCondLst>
                                  <p:childTnLst>
                                    <p:animEffect transition="out" filter="fade">
                                      <p:cBhvr>
                                        <p:cTn id="221" dur="500" tmFilter="0, 0; .2, .5; .8, .5; 1, 0"/>
                                        <p:tgtEl>
                                          <p:spTgt spid="73"/>
                                        </p:tgtEl>
                                      </p:cBhvr>
                                    </p:animEffect>
                                    <p:animScale>
                                      <p:cBhvr>
                                        <p:cTn id="222" dur="250" autoRev="1" fill="hold"/>
                                        <p:tgtEl>
                                          <p:spTgt spid="73"/>
                                        </p:tgtEl>
                                      </p:cBhvr>
                                      <p:by x="105000" y="105000"/>
                                    </p:animScale>
                                  </p:childTnLst>
                                </p:cTn>
                              </p:par>
                              <p:par>
                                <p:cTn id="223" presetID="3" presetClass="emph" presetSubtype="2" fill="hold" grpId="2" nodeType="withEffect">
                                  <p:stCondLst>
                                    <p:cond delay="0"/>
                                  </p:stCondLst>
                                  <p:childTnLst>
                                    <p:animClr clrSpc="rgb" dir="cw">
                                      <p:cBhvr override="childStyle">
                                        <p:cTn id="224" dur="500" fill="hold"/>
                                        <p:tgtEl>
                                          <p:spTgt spid="57"/>
                                        </p:tgtEl>
                                        <p:attrNameLst>
                                          <p:attrName>style.color</p:attrName>
                                        </p:attrNameLst>
                                      </p:cBhvr>
                                      <p:to>
                                        <a:srgbClr val="CC00FF"/>
                                      </p:to>
                                    </p:animClr>
                                  </p:childTnLst>
                                </p:cTn>
                              </p:par>
                              <p:par>
                                <p:cTn id="225" presetID="7" presetClass="emph" presetSubtype="2" fill="hold" nodeType="withEffect">
                                  <p:stCondLst>
                                    <p:cond delay="0"/>
                                  </p:stCondLst>
                                  <p:childTnLst>
                                    <p:animClr clrSpc="rgb" dir="cw">
                                      <p:cBhvr>
                                        <p:cTn id="226" dur="500" fill="hold"/>
                                        <p:tgtEl>
                                          <p:spTgt spid="73"/>
                                        </p:tgtEl>
                                        <p:attrNameLst>
                                          <p:attrName>stroke.color</p:attrName>
                                        </p:attrNameLst>
                                      </p:cBhvr>
                                      <p:to>
                                        <a:srgbClr val="CC00FF"/>
                                      </p:to>
                                    </p:animClr>
                                    <p:set>
                                      <p:cBhvr>
                                        <p:cTn id="227" dur="500" fill="hold"/>
                                        <p:tgtEl>
                                          <p:spTgt spid="73"/>
                                        </p:tgtEl>
                                        <p:attrNameLst>
                                          <p:attrName>stroke.on</p:attrName>
                                        </p:attrNameLst>
                                      </p:cBhvr>
                                      <p:to>
                                        <p:strVal val="true"/>
                                      </p:to>
                                    </p:set>
                                  </p:childTnLst>
                                </p:cTn>
                              </p:par>
                            </p:childTnLst>
                          </p:cTn>
                        </p:par>
                      </p:childTnLst>
                    </p:cTn>
                  </p:par>
                  <p:par>
                    <p:cTn id="228" fill="hold">
                      <p:stCondLst>
                        <p:cond delay="indefinite"/>
                      </p:stCondLst>
                      <p:childTnLst>
                        <p:par>
                          <p:cTn id="229" fill="hold">
                            <p:stCondLst>
                              <p:cond delay="0"/>
                            </p:stCondLst>
                            <p:childTnLst>
                              <p:par>
                                <p:cTn id="230" presetID="10" presetClass="entr" presetSubtype="0" fill="hold" nodeType="clickEffect">
                                  <p:stCondLst>
                                    <p:cond delay="0"/>
                                  </p:stCondLst>
                                  <p:childTnLst>
                                    <p:set>
                                      <p:cBhvr>
                                        <p:cTn id="231" dur="1" fill="hold">
                                          <p:stCondLst>
                                            <p:cond delay="0"/>
                                          </p:stCondLst>
                                        </p:cTn>
                                        <p:tgtEl>
                                          <p:spTgt spid="87"/>
                                        </p:tgtEl>
                                        <p:attrNameLst>
                                          <p:attrName>style.visibility</p:attrName>
                                        </p:attrNameLst>
                                      </p:cBhvr>
                                      <p:to>
                                        <p:strVal val="visible"/>
                                      </p:to>
                                    </p:set>
                                    <p:animEffect transition="in" filter="fade">
                                      <p:cBhvr>
                                        <p:cTn id="232" dur="500"/>
                                        <p:tgtEl>
                                          <p:spTgt spid="87"/>
                                        </p:tgtEl>
                                      </p:cBhvr>
                                    </p:animEffect>
                                  </p:childTnLst>
                                </p:cTn>
                              </p:par>
                            </p:childTnLst>
                          </p:cTn>
                        </p:par>
                      </p:childTnLst>
                    </p:cTn>
                  </p:par>
                  <p:par>
                    <p:cTn id="233" fill="hold">
                      <p:stCondLst>
                        <p:cond delay="indefinite"/>
                      </p:stCondLst>
                      <p:childTnLst>
                        <p:par>
                          <p:cTn id="234" fill="hold">
                            <p:stCondLst>
                              <p:cond delay="0"/>
                            </p:stCondLst>
                            <p:childTnLst>
                              <p:par>
                                <p:cTn id="235" presetID="7" presetClass="emph" presetSubtype="2" fill="hold" nodeType="clickEffect">
                                  <p:stCondLst>
                                    <p:cond delay="0"/>
                                  </p:stCondLst>
                                  <p:childTnLst>
                                    <p:animClr clrSpc="rgb" dir="cw">
                                      <p:cBhvr>
                                        <p:cTn id="236" dur="500" fill="hold"/>
                                        <p:tgtEl>
                                          <p:spTgt spid="87"/>
                                        </p:tgtEl>
                                        <p:attrNameLst>
                                          <p:attrName>stroke.color</p:attrName>
                                        </p:attrNameLst>
                                      </p:cBhvr>
                                      <p:to>
                                        <a:srgbClr val="CC00FF"/>
                                      </p:to>
                                    </p:animClr>
                                    <p:set>
                                      <p:cBhvr>
                                        <p:cTn id="237" dur="500" fill="hold"/>
                                        <p:tgtEl>
                                          <p:spTgt spid="87"/>
                                        </p:tgtEl>
                                        <p:attrNameLst>
                                          <p:attrName>stroke.on</p:attrName>
                                        </p:attrNameLst>
                                      </p:cBhvr>
                                      <p:to>
                                        <p:strVal val="true"/>
                                      </p:to>
                                    </p:set>
                                  </p:childTnLst>
                                </p:cTn>
                              </p:par>
                              <p:par>
                                <p:cTn id="238" presetID="10" presetClass="entr" presetSubtype="0" fill="hold" grpId="0" nodeType="withEffect">
                                  <p:stCondLst>
                                    <p:cond delay="0"/>
                                  </p:stCondLst>
                                  <p:childTnLst>
                                    <p:set>
                                      <p:cBhvr>
                                        <p:cTn id="239" dur="1" fill="hold">
                                          <p:stCondLst>
                                            <p:cond delay="0"/>
                                          </p:stCondLst>
                                        </p:cTn>
                                        <p:tgtEl>
                                          <p:spTgt spid="90"/>
                                        </p:tgtEl>
                                        <p:attrNameLst>
                                          <p:attrName>style.visibility</p:attrName>
                                        </p:attrNameLst>
                                      </p:cBhvr>
                                      <p:to>
                                        <p:strVal val="visible"/>
                                      </p:to>
                                    </p:set>
                                    <p:animEffect transition="in" filter="fade">
                                      <p:cBhvr>
                                        <p:cTn id="240" dur="500"/>
                                        <p:tgtEl>
                                          <p:spTgt spid="90"/>
                                        </p:tgtEl>
                                      </p:cBhvr>
                                    </p:animEffect>
                                  </p:childTnLst>
                                </p:cTn>
                              </p:par>
                              <p:par>
                                <p:cTn id="241" presetID="7" presetClass="emph" presetSubtype="2" fill="hold" nodeType="withEffect">
                                  <p:stCondLst>
                                    <p:cond delay="0"/>
                                  </p:stCondLst>
                                  <p:childTnLst>
                                    <p:animClr clrSpc="rgb" dir="cw">
                                      <p:cBhvr>
                                        <p:cTn id="242" dur="10" fill="hold"/>
                                        <p:tgtEl>
                                          <p:spTgt spid="73"/>
                                        </p:tgtEl>
                                        <p:attrNameLst>
                                          <p:attrName>stroke.color</p:attrName>
                                        </p:attrNameLst>
                                      </p:cBhvr>
                                      <p:to>
                                        <a:srgbClr val="7F7F7F"/>
                                      </p:to>
                                    </p:animClr>
                                    <p:set>
                                      <p:cBhvr>
                                        <p:cTn id="243" dur="10" fill="hold"/>
                                        <p:tgtEl>
                                          <p:spTgt spid="73"/>
                                        </p:tgtEl>
                                        <p:attrNameLst>
                                          <p:attrName>stroke.on</p:attrName>
                                        </p:attrNameLst>
                                      </p:cBhvr>
                                      <p:to>
                                        <p:strVal val="true"/>
                                      </p:to>
                                    </p:set>
                                  </p:childTnLst>
                                </p:cTn>
                              </p:par>
                              <p:par>
                                <p:cTn id="244" presetID="3" presetClass="emph" presetSubtype="2" fill="hold" grpId="3" nodeType="withEffect">
                                  <p:stCondLst>
                                    <p:cond delay="0"/>
                                  </p:stCondLst>
                                  <p:childTnLst>
                                    <p:animClr clrSpc="rgb" dir="cw">
                                      <p:cBhvr override="childStyle">
                                        <p:cTn id="245" dur="10" fill="hold"/>
                                        <p:tgtEl>
                                          <p:spTgt spid="57"/>
                                        </p:tgtEl>
                                        <p:attrNameLst>
                                          <p:attrName>style.color</p:attrName>
                                        </p:attrNameLst>
                                      </p:cBhvr>
                                      <p:to>
                                        <a:srgbClr val="7F7F7F"/>
                                      </p:to>
                                    </p:animClr>
                                  </p:childTnLst>
                                </p:cTn>
                              </p:par>
                            </p:childTnLst>
                          </p:cTn>
                        </p:par>
                      </p:childTnLst>
                    </p:cTn>
                  </p:par>
                  <p:par>
                    <p:cTn id="246" fill="hold">
                      <p:stCondLst>
                        <p:cond delay="indefinite"/>
                      </p:stCondLst>
                      <p:childTnLst>
                        <p:par>
                          <p:cTn id="247" fill="hold">
                            <p:stCondLst>
                              <p:cond delay="0"/>
                            </p:stCondLst>
                            <p:childTnLst>
                              <p:par>
                                <p:cTn id="248" presetID="26" presetClass="emph" presetSubtype="0" fill="hold" grpId="1" nodeType="clickEffect">
                                  <p:stCondLst>
                                    <p:cond delay="0"/>
                                  </p:stCondLst>
                                  <p:childTnLst>
                                    <p:animEffect transition="out" filter="fade">
                                      <p:cBhvr>
                                        <p:cTn id="249" dur="500" tmFilter="0, 0; .2, .5; .8, .5; 1, 0"/>
                                        <p:tgtEl>
                                          <p:spTgt spid="58"/>
                                        </p:tgtEl>
                                      </p:cBhvr>
                                    </p:animEffect>
                                    <p:animScale>
                                      <p:cBhvr>
                                        <p:cTn id="250" dur="250" autoRev="1" fill="hold"/>
                                        <p:tgtEl>
                                          <p:spTgt spid="58"/>
                                        </p:tgtEl>
                                      </p:cBhvr>
                                      <p:by x="105000" y="105000"/>
                                    </p:animScale>
                                  </p:childTnLst>
                                </p:cTn>
                              </p:par>
                              <p:par>
                                <p:cTn id="251" presetID="26" presetClass="emph" presetSubtype="0" fill="hold" nodeType="withEffect">
                                  <p:stCondLst>
                                    <p:cond delay="0"/>
                                  </p:stCondLst>
                                  <p:childTnLst>
                                    <p:animEffect transition="out" filter="fade">
                                      <p:cBhvr>
                                        <p:cTn id="252" dur="500" tmFilter="0, 0; .2, .5; .8, .5; 1, 0"/>
                                        <p:tgtEl>
                                          <p:spTgt spid="70"/>
                                        </p:tgtEl>
                                      </p:cBhvr>
                                    </p:animEffect>
                                    <p:animScale>
                                      <p:cBhvr>
                                        <p:cTn id="253" dur="250" autoRev="1" fill="hold"/>
                                        <p:tgtEl>
                                          <p:spTgt spid="70"/>
                                        </p:tgtEl>
                                      </p:cBhvr>
                                      <p:by x="105000" y="105000"/>
                                    </p:animScale>
                                  </p:childTnLst>
                                </p:cTn>
                              </p:par>
                              <p:par>
                                <p:cTn id="254" presetID="7" presetClass="emph" presetSubtype="2" fill="hold" nodeType="withEffect">
                                  <p:stCondLst>
                                    <p:cond delay="0"/>
                                  </p:stCondLst>
                                  <p:childTnLst>
                                    <p:animClr clrSpc="rgb" dir="cw">
                                      <p:cBhvr>
                                        <p:cTn id="255" dur="500" fill="hold"/>
                                        <p:tgtEl>
                                          <p:spTgt spid="70"/>
                                        </p:tgtEl>
                                        <p:attrNameLst>
                                          <p:attrName>stroke.color</p:attrName>
                                        </p:attrNameLst>
                                      </p:cBhvr>
                                      <p:to>
                                        <a:srgbClr val="CC00FF"/>
                                      </p:to>
                                    </p:animClr>
                                    <p:set>
                                      <p:cBhvr>
                                        <p:cTn id="256" dur="500" fill="hold"/>
                                        <p:tgtEl>
                                          <p:spTgt spid="70"/>
                                        </p:tgtEl>
                                        <p:attrNameLst>
                                          <p:attrName>stroke.on</p:attrName>
                                        </p:attrNameLst>
                                      </p:cBhvr>
                                      <p:to>
                                        <p:strVal val="true"/>
                                      </p:to>
                                    </p:set>
                                  </p:childTnLst>
                                </p:cTn>
                              </p:par>
                              <p:par>
                                <p:cTn id="257" presetID="3" presetClass="emph" presetSubtype="2" fill="hold" grpId="2" nodeType="withEffect">
                                  <p:stCondLst>
                                    <p:cond delay="0"/>
                                  </p:stCondLst>
                                  <p:childTnLst>
                                    <p:animClr clrSpc="rgb" dir="cw">
                                      <p:cBhvr override="childStyle">
                                        <p:cTn id="258" dur="500" fill="hold"/>
                                        <p:tgtEl>
                                          <p:spTgt spid="58"/>
                                        </p:tgtEl>
                                        <p:attrNameLst>
                                          <p:attrName>style.color</p:attrName>
                                        </p:attrNameLst>
                                      </p:cBhvr>
                                      <p:to>
                                        <a:srgbClr val="CC00FF"/>
                                      </p:to>
                                    </p:animClr>
                                  </p:childTnLst>
                                </p:cTn>
                              </p:par>
                            </p:childTnLst>
                          </p:cTn>
                        </p:par>
                      </p:childTnLst>
                    </p:cTn>
                  </p:par>
                  <p:par>
                    <p:cTn id="259" fill="hold">
                      <p:stCondLst>
                        <p:cond delay="indefinite"/>
                      </p:stCondLst>
                      <p:childTnLst>
                        <p:par>
                          <p:cTn id="260" fill="hold">
                            <p:stCondLst>
                              <p:cond delay="0"/>
                            </p:stCondLst>
                            <p:childTnLst>
                              <p:par>
                                <p:cTn id="261" presetID="10" presetClass="entr" presetSubtype="0" fill="hold" nodeType="clickEffect">
                                  <p:stCondLst>
                                    <p:cond delay="0"/>
                                  </p:stCondLst>
                                  <p:childTnLst>
                                    <p:set>
                                      <p:cBhvr>
                                        <p:cTn id="262" dur="1" fill="hold">
                                          <p:stCondLst>
                                            <p:cond delay="0"/>
                                          </p:stCondLst>
                                        </p:cTn>
                                        <p:tgtEl>
                                          <p:spTgt spid="92"/>
                                        </p:tgtEl>
                                        <p:attrNameLst>
                                          <p:attrName>style.visibility</p:attrName>
                                        </p:attrNameLst>
                                      </p:cBhvr>
                                      <p:to>
                                        <p:strVal val="visible"/>
                                      </p:to>
                                    </p:set>
                                    <p:animEffect transition="in" filter="fade">
                                      <p:cBhvr>
                                        <p:cTn id="263" dur="500"/>
                                        <p:tgtEl>
                                          <p:spTgt spid="92"/>
                                        </p:tgtEl>
                                      </p:cBhvr>
                                    </p:animEffect>
                                  </p:childTnLst>
                                </p:cTn>
                              </p:par>
                            </p:childTnLst>
                          </p:cTn>
                        </p:par>
                      </p:childTnLst>
                    </p:cTn>
                  </p:par>
                  <p:par>
                    <p:cTn id="264" fill="hold">
                      <p:stCondLst>
                        <p:cond delay="indefinite"/>
                      </p:stCondLst>
                      <p:childTnLst>
                        <p:par>
                          <p:cTn id="265" fill="hold">
                            <p:stCondLst>
                              <p:cond delay="0"/>
                            </p:stCondLst>
                            <p:childTnLst>
                              <p:par>
                                <p:cTn id="266" presetID="7" presetClass="emph" presetSubtype="2" fill="hold" nodeType="clickEffect">
                                  <p:stCondLst>
                                    <p:cond delay="0"/>
                                  </p:stCondLst>
                                  <p:childTnLst>
                                    <p:animClr clrSpc="rgb" dir="cw">
                                      <p:cBhvr>
                                        <p:cTn id="267" dur="500" fill="hold"/>
                                        <p:tgtEl>
                                          <p:spTgt spid="92"/>
                                        </p:tgtEl>
                                        <p:attrNameLst>
                                          <p:attrName>stroke.color</p:attrName>
                                        </p:attrNameLst>
                                      </p:cBhvr>
                                      <p:to>
                                        <a:srgbClr val="CC00FF"/>
                                      </p:to>
                                    </p:animClr>
                                    <p:set>
                                      <p:cBhvr>
                                        <p:cTn id="268" dur="500" fill="hold"/>
                                        <p:tgtEl>
                                          <p:spTgt spid="92"/>
                                        </p:tgtEl>
                                        <p:attrNameLst>
                                          <p:attrName>stroke.on</p:attrName>
                                        </p:attrNameLst>
                                      </p:cBhvr>
                                      <p:to>
                                        <p:strVal val="true"/>
                                      </p:to>
                                    </p:set>
                                  </p:childTnLst>
                                </p:cTn>
                              </p:par>
                              <p:par>
                                <p:cTn id="269" presetID="10" presetClass="entr" presetSubtype="0" fill="hold" grpId="0" nodeType="withEffect">
                                  <p:stCondLst>
                                    <p:cond delay="0"/>
                                  </p:stCondLst>
                                  <p:childTnLst>
                                    <p:set>
                                      <p:cBhvr>
                                        <p:cTn id="270" dur="1" fill="hold">
                                          <p:stCondLst>
                                            <p:cond delay="0"/>
                                          </p:stCondLst>
                                        </p:cTn>
                                        <p:tgtEl>
                                          <p:spTgt spid="93"/>
                                        </p:tgtEl>
                                        <p:attrNameLst>
                                          <p:attrName>style.visibility</p:attrName>
                                        </p:attrNameLst>
                                      </p:cBhvr>
                                      <p:to>
                                        <p:strVal val="visible"/>
                                      </p:to>
                                    </p:set>
                                    <p:animEffect transition="in" filter="fade">
                                      <p:cBhvr>
                                        <p:cTn id="271" dur="500"/>
                                        <p:tgtEl>
                                          <p:spTgt spid="93"/>
                                        </p:tgtEl>
                                      </p:cBhvr>
                                    </p:animEffect>
                                  </p:childTnLst>
                                </p:cTn>
                              </p:par>
                              <p:par>
                                <p:cTn id="272" presetID="7" presetClass="emph" presetSubtype="2" fill="hold" nodeType="withEffect">
                                  <p:stCondLst>
                                    <p:cond delay="0"/>
                                  </p:stCondLst>
                                  <p:childTnLst>
                                    <p:animClr clrSpc="rgb" dir="cw">
                                      <p:cBhvr>
                                        <p:cTn id="273" dur="10" fill="hold"/>
                                        <p:tgtEl>
                                          <p:spTgt spid="70"/>
                                        </p:tgtEl>
                                        <p:attrNameLst>
                                          <p:attrName>stroke.color</p:attrName>
                                        </p:attrNameLst>
                                      </p:cBhvr>
                                      <p:to>
                                        <a:srgbClr val="7F7F7F"/>
                                      </p:to>
                                    </p:animClr>
                                    <p:set>
                                      <p:cBhvr>
                                        <p:cTn id="274" dur="10" fill="hold"/>
                                        <p:tgtEl>
                                          <p:spTgt spid="70"/>
                                        </p:tgtEl>
                                        <p:attrNameLst>
                                          <p:attrName>stroke.on</p:attrName>
                                        </p:attrNameLst>
                                      </p:cBhvr>
                                      <p:to>
                                        <p:strVal val="true"/>
                                      </p:to>
                                    </p:set>
                                  </p:childTnLst>
                                </p:cTn>
                              </p:par>
                              <p:par>
                                <p:cTn id="275" presetID="3" presetClass="emph" presetSubtype="2" fill="hold" grpId="3" nodeType="withEffect">
                                  <p:stCondLst>
                                    <p:cond delay="0"/>
                                  </p:stCondLst>
                                  <p:childTnLst>
                                    <p:animClr clrSpc="rgb" dir="cw">
                                      <p:cBhvr override="childStyle">
                                        <p:cTn id="276" dur="10" fill="hold"/>
                                        <p:tgtEl>
                                          <p:spTgt spid="58"/>
                                        </p:tgtEl>
                                        <p:attrNameLst>
                                          <p:attrName>style.color</p:attrName>
                                        </p:attrNameLst>
                                      </p:cBhvr>
                                      <p:to>
                                        <a:srgbClr val="7F7F7F"/>
                                      </p:to>
                                    </p:animClr>
                                  </p:childTnLst>
                                </p:cTn>
                              </p:par>
                            </p:childTnLst>
                          </p:cTn>
                        </p:par>
                      </p:childTnLst>
                    </p:cTn>
                  </p:par>
                  <p:par>
                    <p:cTn id="277" fill="hold">
                      <p:stCondLst>
                        <p:cond delay="indefinite"/>
                      </p:stCondLst>
                      <p:childTnLst>
                        <p:par>
                          <p:cTn id="278" fill="hold">
                            <p:stCondLst>
                              <p:cond delay="0"/>
                            </p:stCondLst>
                            <p:childTnLst>
                              <p:par>
                                <p:cTn id="279" presetID="26" presetClass="emph" presetSubtype="0" fill="hold" grpId="1" nodeType="clickEffect">
                                  <p:stCondLst>
                                    <p:cond delay="0"/>
                                  </p:stCondLst>
                                  <p:childTnLst>
                                    <p:animEffect transition="out" filter="fade">
                                      <p:cBhvr>
                                        <p:cTn id="280" dur="500" tmFilter="0, 0; .2, .5; .8, .5; 1, 0"/>
                                        <p:tgtEl>
                                          <p:spTgt spid="60"/>
                                        </p:tgtEl>
                                      </p:cBhvr>
                                    </p:animEffect>
                                    <p:animScale>
                                      <p:cBhvr>
                                        <p:cTn id="281" dur="250" autoRev="1" fill="hold"/>
                                        <p:tgtEl>
                                          <p:spTgt spid="60"/>
                                        </p:tgtEl>
                                      </p:cBhvr>
                                      <p:by x="105000" y="105000"/>
                                    </p:animScale>
                                  </p:childTnLst>
                                </p:cTn>
                              </p:par>
                              <p:par>
                                <p:cTn id="282" presetID="26" presetClass="emph" presetSubtype="0" fill="hold" nodeType="withEffect">
                                  <p:stCondLst>
                                    <p:cond delay="0"/>
                                  </p:stCondLst>
                                  <p:childTnLst>
                                    <p:animEffect transition="out" filter="fade">
                                      <p:cBhvr>
                                        <p:cTn id="283" dur="500" tmFilter="0, 0; .2, .5; .8, .5; 1, 0"/>
                                        <p:tgtEl>
                                          <p:spTgt spid="72"/>
                                        </p:tgtEl>
                                      </p:cBhvr>
                                    </p:animEffect>
                                    <p:animScale>
                                      <p:cBhvr>
                                        <p:cTn id="284" dur="250" autoRev="1" fill="hold"/>
                                        <p:tgtEl>
                                          <p:spTgt spid="72"/>
                                        </p:tgtEl>
                                      </p:cBhvr>
                                      <p:by x="105000" y="105000"/>
                                    </p:animScale>
                                  </p:childTnLst>
                                </p:cTn>
                              </p:par>
                              <p:par>
                                <p:cTn id="285" presetID="3" presetClass="emph" presetSubtype="2" fill="hold" grpId="2" nodeType="withEffect">
                                  <p:stCondLst>
                                    <p:cond delay="0"/>
                                  </p:stCondLst>
                                  <p:childTnLst>
                                    <p:animClr clrSpc="rgb" dir="cw">
                                      <p:cBhvr override="childStyle">
                                        <p:cTn id="286" dur="500" fill="hold"/>
                                        <p:tgtEl>
                                          <p:spTgt spid="60"/>
                                        </p:tgtEl>
                                        <p:attrNameLst>
                                          <p:attrName>style.color</p:attrName>
                                        </p:attrNameLst>
                                      </p:cBhvr>
                                      <p:to>
                                        <a:srgbClr val="CC00FF"/>
                                      </p:to>
                                    </p:animClr>
                                  </p:childTnLst>
                                </p:cTn>
                              </p:par>
                              <p:par>
                                <p:cTn id="287" presetID="7" presetClass="emph" presetSubtype="2" fill="hold" nodeType="withEffect">
                                  <p:stCondLst>
                                    <p:cond delay="0"/>
                                  </p:stCondLst>
                                  <p:childTnLst>
                                    <p:animClr clrSpc="rgb" dir="cw">
                                      <p:cBhvr>
                                        <p:cTn id="288" dur="500" fill="hold"/>
                                        <p:tgtEl>
                                          <p:spTgt spid="72"/>
                                        </p:tgtEl>
                                        <p:attrNameLst>
                                          <p:attrName>stroke.color</p:attrName>
                                        </p:attrNameLst>
                                      </p:cBhvr>
                                      <p:to>
                                        <a:srgbClr val="CC00FF"/>
                                      </p:to>
                                    </p:animClr>
                                    <p:set>
                                      <p:cBhvr>
                                        <p:cTn id="289" dur="500" fill="hold"/>
                                        <p:tgtEl>
                                          <p:spTgt spid="72"/>
                                        </p:tgtEl>
                                        <p:attrNameLst>
                                          <p:attrName>stroke.on</p:attrName>
                                        </p:attrNameLst>
                                      </p:cBhvr>
                                      <p:to>
                                        <p:strVal val="true"/>
                                      </p:to>
                                    </p:set>
                                  </p:childTnLst>
                                </p:cTn>
                              </p:par>
                            </p:childTnLst>
                          </p:cTn>
                        </p:par>
                      </p:childTnLst>
                    </p:cTn>
                  </p:par>
                  <p:par>
                    <p:cTn id="290" fill="hold">
                      <p:stCondLst>
                        <p:cond delay="indefinite"/>
                      </p:stCondLst>
                      <p:childTnLst>
                        <p:par>
                          <p:cTn id="291" fill="hold">
                            <p:stCondLst>
                              <p:cond delay="0"/>
                            </p:stCondLst>
                            <p:childTnLst>
                              <p:par>
                                <p:cTn id="292" presetID="10" presetClass="entr" presetSubtype="0" fill="hold" nodeType="clickEffect">
                                  <p:stCondLst>
                                    <p:cond delay="0"/>
                                  </p:stCondLst>
                                  <p:childTnLst>
                                    <p:set>
                                      <p:cBhvr>
                                        <p:cTn id="293" dur="1" fill="hold">
                                          <p:stCondLst>
                                            <p:cond delay="0"/>
                                          </p:stCondLst>
                                        </p:cTn>
                                        <p:tgtEl>
                                          <p:spTgt spid="94"/>
                                        </p:tgtEl>
                                        <p:attrNameLst>
                                          <p:attrName>style.visibility</p:attrName>
                                        </p:attrNameLst>
                                      </p:cBhvr>
                                      <p:to>
                                        <p:strVal val="visible"/>
                                      </p:to>
                                    </p:set>
                                    <p:animEffect transition="in" filter="fade">
                                      <p:cBhvr>
                                        <p:cTn id="294" dur="500"/>
                                        <p:tgtEl>
                                          <p:spTgt spid="94"/>
                                        </p:tgtEl>
                                      </p:cBhvr>
                                    </p:animEffect>
                                  </p:childTnLst>
                                </p:cTn>
                              </p:par>
                            </p:childTnLst>
                          </p:cTn>
                        </p:par>
                      </p:childTnLst>
                    </p:cTn>
                  </p:par>
                  <p:par>
                    <p:cTn id="295" fill="hold">
                      <p:stCondLst>
                        <p:cond delay="indefinite"/>
                      </p:stCondLst>
                      <p:childTnLst>
                        <p:par>
                          <p:cTn id="296" fill="hold">
                            <p:stCondLst>
                              <p:cond delay="0"/>
                            </p:stCondLst>
                            <p:childTnLst>
                              <p:par>
                                <p:cTn id="297" presetID="10" presetClass="entr" presetSubtype="0" fill="hold" grpId="0" nodeType="clickEffect">
                                  <p:stCondLst>
                                    <p:cond delay="0"/>
                                  </p:stCondLst>
                                  <p:childTnLst>
                                    <p:set>
                                      <p:cBhvr>
                                        <p:cTn id="298" dur="1" fill="hold">
                                          <p:stCondLst>
                                            <p:cond delay="0"/>
                                          </p:stCondLst>
                                        </p:cTn>
                                        <p:tgtEl>
                                          <p:spTgt spid="95"/>
                                        </p:tgtEl>
                                        <p:attrNameLst>
                                          <p:attrName>style.visibility</p:attrName>
                                        </p:attrNameLst>
                                      </p:cBhvr>
                                      <p:to>
                                        <p:strVal val="visible"/>
                                      </p:to>
                                    </p:set>
                                    <p:animEffect transition="in" filter="fade">
                                      <p:cBhvr>
                                        <p:cTn id="299" dur="500"/>
                                        <p:tgtEl>
                                          <p:spTgt spid="95"/>
                                        </p:tgtEl>
                                      </p:cBhvr>
                                    </p:animEffect>
                                  </p:childTnLst>
                                </p:cTn>
                              </p:par>
                            </p:childTnLst>
                          </p:cTn>
                        </p:par>
                      </p:childTnLst>
                    </p:cTn>
                  </p:par>
                  <p:par>
                    <p:cTn id="300" fill="hold">
                      <p:stCondLst>
                        <p:cond delay="indefinite"/>
                      </p:stCondLst>
                      <p:childTnLst>
                        <p:par>
                          <p:cTn id="301" fill="hold">
                            <p:stCondLst>
                              <p:cond delay="0"/>
                            </p:stCondLst>
                            <p:childTnLst>
                              <p:par>
                                <p:cTn id="302" presetID="10" presetClass="exit" presetSubtype="0" fill="hold" nodeType="clickEffect">
                                  <p:stCondLst>
                                    <p:cond delay="0"/>
                                  </p:stCondLst>
                                  <p:childTnLst>
                                    <p:animEffect transition="out" filter="fade">
                                      <p:cBhvr>
                                        <p:cTn id="303" dur="500"/>
                                        <p:tgtEl>
                                          <p:spTgt spid="94"/>
                                        </p:tgtEl>
                                      </p:cBhvr>
                                    </p:animEffect>
                                    <p:set>
                                      <p:cBhvr>
                                        <p:cTn id="304" dur="1" fill="hold">
                                          <p:stCondLst>
                                            <p:cond delay="499"/>
                                          </p:stCondLst>
                                        </p:cTn>
                                        <p:tgtEl>
                                          <p:spTgt spid="94"/>
                                        </p:tgtEl>
                                        <p:attrNameLst>
                                          <p:attrName>style.visibility</p:attrName>
                                        </p:attrNameLst>
                                      </p:cBhvr>
                                      <p:to>
                                        <p:strVal val="hidden"/>
                                      </p:to>
                                    </p:set>
                                  </p:childTnLst>
                                </p:cTn>
                              </p:par>
                              <p:par>
                                <p:cTn id="305" presetID="7" presetClass="emph" presetSubtype="2" fill="hold" nodeType="withEffect">
                                  <p:stCondLst>
                                    <p:cond delay="0"/>
                                  </p:stCondLst>
                                  <p:childTnLst>
                                    <p:animClr clrSpc="rgb" dir="cw">
                                      <p:cBhvr>
                                        <p:cTn id="306" dur="10" fill="hold"/>
                                        <p:tgtEl>
                                          <p:spTgt spid="72"/>
                                        </p:tgtEl>
                                        <p:attrNameLst>
                                          <p:attrName>stroke.color</p:attrName>
                                        </p:attrNameLst>
                                      </p:cBhvr>
                                      <p:to>
                                        <a:srgbClr val="7F7F7F"/>
                                      </p:to>
                                    </p:animClr>
                                    <p:set>
                                      <p:cBhvr>
                                        <p:cTn id="307" dur="10" fill="hold"/>
                                        <p:tgtEl>
                                          <p:spTgt spid="72"/>
                                        </p:tgtEl>
                                        <p:attrNameLst>
                                          <p:attrName>stroke.on</p:attrName>
                                        </p:attrNameLst>
                                      </p:cBhvr>
                                      <p:to>
                                        <p:strVal val="true"/>
                                      </p:to>
                                    </p:set>
                                  </p:childTnLst>
                                </p:cTn>
                              </p:par>
                              <p:par>
                                <p:cTn id="308" presetID="3" presetClass="emph" presetSubtype="2" fill="hold" grpId="3" nodeType="withEffect">
                                  <p:stCondLst>
                                    <p:cond delay="0"/>
                                  </p:stCondLst>
                                  <p:childTnLst>
                                    <p:animClr clrSpc="rgb" dir="cw">
                                      <p:cBhvr override="childStyle">
                                        <p:cTn id="309" dur="10" fill="hold"/>
                                        <p:tgtEl>
                                          <p:spTgt spid="60"/>
                                        </p:tgtEl>
                                        <p:attrNameLst>
                                          <p:attrName>style.color</p:attrName>
                                        </p:attrNameLst>
                                      </p:cBhvr>
                                      <p:to>
                                        <a:srgbClr val="7F7F7F"/>
                                      </p:to>
                                    </p:animClr>
                                  </p:childTnLst>
                                </p:cTn>
                              </p:par>
                            </p:childTnLst>
                          </p:cTn>
                        </p:par>
                      </p:childTnLst>
                    </p:cTn>
                  </p:par>
                  <p:par>
                    <p:cTn id="310" fill="hold">
                      <p:stCondLst>
                        <p:cond delay="indefinite"/>
                      </p:stCondLst>
                      <p:childTnLst>
                        <p:par>
                          <p:cTn id="311" fill="hold">
                            <p:stCondLst>
                              <p:cond delay="0"/>
                            </p:stCondLst>
                            <p:childTnLst>
                              <p:par>
                                <p:cTn id="312" presetID="26" presetClass="emph" presetSubtype="0" fill="hold" grpId="1" nodeType="clickEffect">
                                  <p:stCondLst>
                                    <p:cond delay="0"/>
                                  </p:stCondLst>
                                  <p:childTnLst>
                                    <p:animEffect transition="out" filter="fade">
                                      <p:cBhvr>
                                        <p:cTn id="313" dur="500" tmFilter="0, 0; .2, .5; .8, .5; 1, 0"/>
                                        <p:tgtEl>
                                          <p:spTgt spid="61"/>
                                        </p:tgtEl>
                                      </p:cBhvr>
                                    </p:animEffect>
                                    <p:animScale>
                                      <p:cBhvr>
                                        <p:cTn id="314" dur="250" autoRev="1" fill="hold"/>
                                        <p:tgtEl>
                                          <p:spTgt spid="61"/>
                                        </p:tgtEl>
                                      </p:cBhvr>
                                      <p:by x="105000" y="105000"/>
                                    </p:animScale>
                                  </p:childTnLst>
                                </p:cTn>
                              </p:par>
                              <p:par>
                                <p:cTn id="315" presetID="26" presetClass="emph" presetSubtype="0" fill="hold" nodeType="withEffect">
                                  <p:stCondLst>
                                    <p:cond delay="0"/>
                                  </p:stCondLst>
                                  <p:childTnLst>
                                    <p:animEffect transition="out" filter="fade">
                                      <p:cBhvr>
                                        <p:cTn id="316" dur="500" tmFilter="0, 0; .2, .5; .8, .5; 1, 0"/>
                                        <p:tgtEl>
                                          <p:spTgt spid="76"/>
                                        </p:tgtEl>
                                      </p:cBhvr>
                                    </p:animEffect>
                                    <p:animScale>
                                      <p:cBhvr>
                                        <p:cTn id="317" dur="250" autoRev="1" fill="hold"/>
                                        <p:tgtEl>
                                          <p:spTgt spid="76"/>
                                        </p:tgtEl>
                                      </p:cBhvr>
                                      <p:by x="105000" y="105000"/>
                                    </p:animScale>
                                  </p:childTnLst>
                                </p:cTn>
                              </p:par>
                              <p:par>
                                <p:cTn id="318" presetID="7" presetClass="emph" presetSubtype="2" fill="hold" nodeType="withEffect">
                                  <p:stCondLst>
                                    <p:cond delay="0"/>
                                  </p:stCondLst>
                                  <p:childTnLst>
                                    <p:animClr clrSpc="rgb" dir="cw">
                                      <p:cBhvr>
                                        <p:cTn id="319" dur="500" fill="hold"/>
                                        <p:tgtEl>
                                          <p:spTgt spid="76"/>
                                        </p:tgtEl>
                                        <p:attrNameLst>
                                          <p:attrName>stroke.color</p:attrName>
                                        </p:attrNameLst>
                                      </p:cBhvr>
                                      <p:to>
                                        <a:srgbClr val="CC00FF"/>
                                      </p:to>
                                    </p:animClr>
                                    <p:set>
                                      <p:cBhvr>
                                        <p:cTn id="320" dur="500" fill="hold"/>
                                        <p:tgtEl>
                                          <p:spTgt spid="76"/>
                                        </p:tgtEl>
                                        <p:attrNameLst>
                                          <p:attrName>stroke.on</p:attrName>
                                        </p:attrNameLst>
                                      </p:cBhvr>
                                      <p:to>
                                        <p:strVal val="true"/>
                                      </p:to>
                                    </p:set>
                                  </p:childTnLst>
                                </p:cTn>
                              </p:par>
                              <p:par>
                                <p:cTn id="321" presetID="3" presetClass="emph" presetSubtype="2" fill="hold" grpId="2" nodeType="withEffect">
                                  <p:stCondLst>
                                    <p:cond delay="0"/>
                                  </p:stCondLst>
                                  <p:childTnLst>
                                    <p:animClr clrSpc="rgb" dir="cw">
                                      <p:cBhvr override="childStyle">
                                        <p:cTn id="322" dur="500" fill="hold"/>
                                        <p:tgtEl>
                                          <p:spTgt spid="61"/>
                                        </p:tgtEl>
                                        <p:attrNameLst>
                                          <p:attrName>style.color</p:attrName>
                                        </p:attrNameLst>
                                      </p:cBhvr>
                                      <p:to>
                                        <a:srgbClr val="CC00FF"/>
                                      </p:to>
                                    </p:animClr>
                                  </p:childTnLst>
                                </p:cTn>
                              </p:par>
                              <p:par>
                                <p:cTn id="323" presetID="1" presetClass="exit" presetSubtype="0" fill="hold" grpId="2" nodeType="withEffect">
                                  <p:stCondLst>
                                    <p:cond delay="0"/>
                                  </p:stCondLst>
                                  <p:childTnLst>
                                    <p:set>
                                      <p:cBhvr>
                                        <p:cTn id="324" dur="1" fill="hold">
                                          <p:stCondLst>
                                            <p:cond delay="0"/>
                                          </p:stCondLst>
                                        </p:cTn>
                                        <p:tgtEl>
                                          <p:spTgt spid="95"/>
                                        </p:tgtEl>
                                        <p:attrNameLst>
                                          <p:attrName>style.visibility</p:attrName>
                                        </p:attrNameLst>
                                      </p:cBhvr>
                                      <p:to>
                                        <p:strVal val="hidden"/>
                                      </p:to>
                                    </p:set>
                                  </p:childTnLst>
                                </p:cTn>
                              </p:par>
                            </p:childTnLst>
                          </p:cTn>
                        </p:par>
                      </p:childTnLst>
                    </p:cTn>
                  </p:par>
                  <p:par>
                    <p:cTn id="325" fill="hold">
                      <p:stCondLst>
                        <p:cond delay="indefinite"/>
                      </p:stCondLst>
                      <p:childTnLst>
                        <p:par>
                          <p:cTn id="326" fill="hold">
                            <p:stCondLst>
                              <p:cond delay="0"/>
                            </p:stCondLst>
                            <p:childTnLst>
                              <p:par>
                                <p:cTn id="327" presetID="10" presetClass="entr" presetSubtype="0" fill="hold" nodeType="clickEffect">
                                  <p:stCondLst>
                                    <p:cond delay="0"/>
                                  </p:stCondLst>
                                  <p:childTnLst>
                                    <p:set>
                                      <p:cBhvr>
                                        <p:cTn id="328" dur="1" fill="hold">
                                          <p:stCondLst>
                                            <p:cond delay="0"/>
                                          </p:stCondLst>
                                        </p:cTn>
                                        <p:tgtEl>
                                          <p:spTgt spid="96"/>
                                        </p:tgtEl>
                                        <p:attrNameLst>
                                          <p:attrName>style.visibility</p:attrName>
                                        </p:attrNameLst>
                                      </p:cBhvr>
                                      <p:to>
                                        <p:strVal val="visible"/>
                                      </p:to>
                                    </p:set>
                                    <p:animEffect transition="in" filter="fade">
                                      <p:cBhvr>
                                        <p:cTn id="329" dur="500"/>
                                        <p:tgtEl>
                                          <p:spTgt spid="96"/>
                                        </p:tgtEl>
                                      </p:cBhvr>
                                    </p:animEffect>
                                  </p:childTnLst>
                                </p:cTn>
                              </p:par>
                            </p:childTnLst>
                          </p:cTn>
                        </p:par>
                      </p:childTnLst>
                    </p:cTn>
                  </p:par>
                  <p:par>
                    <p:cTn id="330" fill="hold">
                      <p:stCondLst>
                        <p:cond delay="indefinite"/>
                      </p:stCondLst>
                      <p:childTnLst>
                        <p:par>
                          <p:cTn id="331" fill="hold">
                            <p:stCondLst>
                              <p:cond delay="0"/>
                            </p:stCondLst>
                            <p:childTnLst>
                              <p:par>
                                <p:cTn id="332" presetID="7" presetClass="emph" presetSubtype="2" fill="hold" nodeType="clickEffect">
                                  <p:stCondLst>
                                    <p:cond delay="0"/>
                                  </p:stCondLst>
                                  <p:childTnLst>
                                    <p:animClr clrSpc="rgb" dir="cw">
                                      <p:cBhvr>
                                        <p:cTn id="333" dur="500" fill="hold"/>
                                        <p:tgtEl>
                                          <p:spTgt spid="96"/>
                                        </p:tgtEl>
                                        <p:attrNameLst>
                                          <p:attrName>stroke.color</p:attrName>
                                        </p:attrNameLst>
                                      </p:cBhvr>
                                      <p:to>
                                        <a:srgbClr val="CC00FF"/>
                                      </p:to>
                                    </p:animClr>
                                    <p:set>
                                      <p:cBhvr>
                                        <p:cTn id="334" dur="500" fill="hold"/>
                                        <p:tgtEl>
                                          <p:spTgt spid="96"/>
                                        </p:tgtEl>
                                        <p:attrNameLst>
                                          <p:attrName>stroke.on</p:attrName>
                                        </p:attrNameLst>
                                      </p:cBhvr>
                                      <p:to>
                                        <p:strVal val="true"/>
                                      </p:to>
                                    </p:set>
                                  </p:childTnLst>
                                </p:cTn>
                              </p:par>
                              <p:par>
                                <p:cTn id="335" presetID="10" presetClass="entr" presetSubtype="0" fill="hold" grpId="0" nodeType="withEffect">
                                  <p:stCondLst>
                                    <p:cond delay="0"/>
                                  </p:stCondLst>
                                  <p:childTnLst>
                                    <p:set>
                                      <p:cBhvr>
                                        <p:cTn id="336" dur="1" fill="hold">
                                          <p:stCondLst>
                                            <p:cond delay="0"/>
                                          </p:stCondLst>
                                        </p:cTn>
                                        <p:tgtEl>
                                          <p:spTgt spid="97"/>
                                        </p:tgtEl>
                                        <p:attrNameLst>
                                          <p:attrName>style.visibility</p:attrName>
                                        </p:attrNameLst>
                                      </p:cBhvr>
                                      <p:to>
                                        <p:strVal val="visible"/>
                                      </p:to>
                                    </p:set>
                                    <p:animEffect transition="in" filter="fade">
                                      <p:cBhvr>
                                        <p:cTn id="337" dur="500"/>
                                        <p:tgtEl>
                                          <p:spTgt spid="97"/>
                                        </p:tgtEl>
                                      </p:cBhvr>
                                    </p:animEffect>
                                  </p:childTnLst>
                                </p:cTn>
                              </p:par>
                              <p:par>
                                <p:cTn id="338" presetID="3" presetClass="emph" presetSubtype="2" fill="hold" grpId="3" nodeType="withEffect">
                                  <p:stCondLst>
                                    <p:cond delay="0"/>
                                  </p:stCondLst>
                                  <p:childTnLst>
                                    <p:animClr clrSpc="rgb" dir="cw">
                                      <p:cBhvr override="childStyle">
                                        <p:cTn id="339" dur="10" fill="hold"/>
                                        <p:tgtEl>
                                          <p:spTgt spid="61"/>
                                        </p:tgtEl>
                                        <p:attrNameLst>
                                          <p:attrName>style.color</p:attrName>
                                        </p:attrNameLst>
                                      </p:cBhvr>
                                      <p:to>
                                        <a:srgbClr val="7F7F7F"/>
                                      </p:to>
                                    </p:animClr>
                                  </p:childTnLst>
                                </p:cTn>
                              </p:par>
                              <p:par>
                                <p:cTn id="340" presetID="7" presetClass="emph" presetSubtype="2" fill="hold" nodeType="withEffect">
                                  <p:stCondLst>
                                    <p:cond delay="0"/>
                                  </p:stCondLst>
                                  <p:childTnLst>
                                    <p:animClr clrSpc="rgb" dir="cw">
                                      <p:cBhvr>
                                        <p:cTn id="341" dur="10" fill="hold"/>
                                        <p:tgtEl>
                                          <p:spTgt spid="76"/>
                                        </p:tgtEl>
                                        <p:attrNameLst>
                                          <p:attrName>stroke.color</p:attrName>
                                        </p:attrNameLst>
                                      </p:cBhvr>
                                      <p:to>
                                        <a:srgbClr val="7F7F7F"/>
                                      </p:to>
                                    </p:animClr>
                                    <p:set>
                                      <p:cBhvr>
                                        <p:cTn id="342" dur="10" fill="hold"/>
                                        <p:tgtEl>
                                          <p:spTgt spid="76"/>
                                        </p:tgtEl>
                                        <p:attrNameLst>
                                          <p:attrName>stroke.on</p:attrName>
                                        </p:attrNameLst>
                                      </p:cBhvr>
                                      <p:to>
                                        <p:strVal val="true"/>
                                      </p:to>
                                    </p:set>
                                  </p:childTnLst>
                                </p:cTn>
                              </p:par>
                            </p:childTnLst>
                          </p:cTn>
                        </p:par>
                      </p:childTnLst>
                    </p:cTn>
                  </p:par>
                  <p:par>
                    <p:cTn id="343" fill="hold">
                      <p:stCondLst>
                        <p:cond delay="indefinite"/>
                      </p:stCondLst>
                      <p:childTnLst>
                        <p:par>
                          <p:cTn id="344" fill="hold">
                            <p:stCondLst>
                              <p:cond delay="0"/>
                            </p:stCondLst>
                            <p:childTnLst>
                              <p:par>
                                <p:cTn id="345" presetID="26" presetClass="emph" presetSubtype="0" fill="hold" grpId="1" nodeType="clickEffect">
                                  <p:stCondLst>
                                    <p:cond delay="0"/>
                                  </p:stCondLst>
                                  <p:childTnLst>
                                    <p:animEffect transition="out" filter="fade">
                                      <p:cBhvr>
                                        <p:cTn id="346" dur="500" tmFilter="0, 0; .2, .5; .8, .5; 1, 0"/>
                                        <p:tgtEl>
                                          <p:spTgt spid="56"/>
                                        </p:tgtEl>
                                      </p:cBhvr>
                                    </p:animEffect>
                                    <p:animScale>
                                      <p:cBhvr>
                                        <p:cTn id="347" dur="250" autoRev="1" fill="hold"/>
                                        <p:tgtEl>
                                          <p:spTgt spid="56"/>
                                        </p:tgtEl>
                                      </p:cBhvr>
                                      <p:by x="105000" y="105000"/>
                                    </p:animScale>
                                  </p:childTnLst>
                                </p:cTn>
                              </p:par>
                              <p:par>
                                <p:cTn id="348" presetID="26" presetClass="emph" presetSubtype="0" fill="hold" nodeType="withEffect">
                                  <p:stCondLst>
                                    <p:cond delay="0"/>
                                  </p:stCondLst>
                                  <p:childTnLst>
                                    <p:animEffect transition="out" filter="fade">
                                      <p:cBhvr>
                                        <p:cTn id="349" dur="500" tmFilter="0, 0; .2, .5; .8, .5; 1, 0"/>
                                        <p:tgtEl>
                                          <p:spTgt spid="74"/>
                                        </p:tgtEl>
                                      </p:cBhvr>
                                    </p:animEffect>
                                    <p:animScale>
                                      <p:cBhvr>
                                        <p:cTn id="350" dur="250" autoRev="1" fill="hold"/>
                                        <p:tgtEl>
                                          <p:spTgt spid="74"/>
                                        </p:tgtEl>
                                      </p:cBhvr>
                                      <p:by x="105000" y="105000"/>
                                    </p:animScale>
                                  </p:childTnLst>
                                </p:cTn>
                              </p:par>
                              <p:par>
                                <p:cTn id="351" presetID="7" presetClass="emph" presetSubtype="2" fill="hold" nodeType="withEffect">
                                  <p:stCondLst>
                                    <p:cond delay="0"/>
                                  </p:stCondLst>
                                  <p:childTnLst>
                                    <p:animClr clrSpc="rgb" dir="cw">
                                      <p:cBhvr>
                                        <p:cTn id="352" dur="500" fill="hold"/>
                                        <p:tgtEl>
                                          <p:spTgt spid="74"/>
                                        </p:tgtEl>
                                        <p:attrNameLst>
                                          <p:attrName>stroke.color</p:attrName>
                                        </p:attrNameLst>
                                      </p:cBhvr>
                                      <p:to>
                                        <a:srgbClr val="CC00FF"/>
                                      </p:to>
                                    </p:animClr>
                                    <p:set>
                                      <p:cBhvr>
                                        <p:cTn id="353" dur="500" fill="hold"/>
                                        <p:tgtEl>
                                          <p:spTgt spid="74"/>
                                        </p:tgtEl>
                                        <p:attrNameLst>
                                          <p:attrName>stroke.on</p:attrName>
                                        </p:attrNameLst>
                                      </p:cBhvr>
                                      <p:to>
                                        <p:strVal val="true"/>
                                      </p:to>
                                    </p:set>
                                  </p:childTnLst>
                                </p:cTn>
                              </p:par>
                              <p:par>
                                <p:cTn id="354" presetID="3" presetClass="emph" presetSubtype="2" fill="hold" grpId="2" nodeType="withEffect">
                                  <p:stCondLst>
                                    <p:cond delay="0"/>
                                  </p:stCondLst>
                                  <p:childTnLst>
                                    <p:animClr clrSpc="rgb" dir="cw">
                                      <p:cBhvr override="childStyle">
                                        <p:cTn id="355" dur="500" fill="hold"/>
                                        <p:tgtEl>
                                          <p:spTgt spid="56"/>
                                        </p:tgtEl>
                                        <p:attrNameLst>
                                          <p:attrName>style.color</p:attrName>
                                        </p:attrNameLst>
                                      </p:cBhvr>
                                      <p:to>
                                        <a:srgbClr val="CC00FF"/>
                                      </p:to>
                                    </p:animClr>
                                  </p:childTnLst>
                                </p:cTn>
                              </p:par>
                            </p:childTnLst>
                          </p:cTn>
                        </p:par>
                      </p:childTnLst>
                    </p:cTn>
                  </p:par>
                  <p:par>
                    <p:cTn id="356" fill="hold">
                      <p:stCondLst>
                        <p:cond delay="indefinite"/>
                      </p:stCondLst>
                      <p:childTnLst>
                        <p:par>
                          <p:cTn id="357" fill="hold">
                            <p:stCondLst>
                              <p:cond delay="0"/>
                            </p:stCondLst>
                            <p:childTnLst>
                              <p:par>
                                <p:cTn id="358" presetID="10" presetClass="entr" presetSubtype="0" fill="hold" nodeType="clickEffect">
                                  <p:stCondLst>
                                    <p:cond delay="0"/>
                                  </p:stCondLst>
                                  <p:childTnLst>
                                    <p:set>
                                      <p:cBhvr>
                                        <p:cTn id="359" dur="1" fill="hold">
                                          <p:stCondLst>
                                            <p:cond delay="0"/>
                                          </p:stCondLst>
                                        </p:cTn>
                                        <p:tgtEl>
                                          <p:spTgt spid="98"/>
                                        </p:tgtEl>
                                        <p:attrNameLst>
                                          <p:attrName>style.visibility</p:attrName>
                                        </p:attrNameLst>
                                      </p:cBhvr>
                                      <p:to>
                                        <p:strVal val="visible"/>
                                      </p:to>
                                    </p:set>
                                    <p:animEffect transition="in" filter="fade">
                                      <p:cBhvr>
                                        <p:cTn id="360" dur="500"/>
                                        <p:tgtEl>
                                          <p:spTgt spid="98"/>
                                        </p:tgtEl>
                                      </p:cBhvr>
                                    </p:animEffect>
                                  </p:childTnLst>
                                </p:cTn>
                              </p:par>
                            </p:childTnLst>
                          </p:cTn>
                        </p:par>
                      </p:childTnLst>
                    </p:cTn>
                  </p:par>
                  <p:par>
                    <p:cTn id="361" fill="hold">
                      <p:stCondLst>
                        <p:cond delay="indefinite"/>
                      </p:stCondLst>
                      <p:childTnLst>
                        <p:par>
                          <p:cTn id="362" fill="hold">
                            <p:stCondLst>
                              <p:cond delay="0"/>
                            </p:stCondLst>
                            <p:childTnLst>
                              <p:par>
                                <p:cTn id="363" presetID="10" presetClass="entr" presetSubtype="0" fill="hold" grpId="1" nodeType="clickEffect">
                                  <p:stCondLst>
                                    <p:cond delay="0"/>
                                  </p:stCondLst>
                                  <p:childTnLst>
                                    <p:set>
                                      <p:cBhvr>
                                        <p:cTn id="364" dur="1" fill="hold">
                                          <p:stCondLst>
                                            <p:cond delay="0"/>
                                          </p:stCondLst>
                                        </p:cTn>
                                        <p:tgtEl>
                                          <p:spTgt spid="95"/>
                                        </p:tgtEl>
                                        <p:attrNameLst>
                                          <p:attrName>style.visibility</p:attrName>
                                        </p:attrNameLst>
                                      </p:cBhvr>
                                      <p:to>
                                        <p:strVal val="visible"/>
                                      </p:to>
                                    </p:set>
                                    <p:animEffect transition="in" filter="fade">
                                      <p:cBhvr>
                                        <p:cTn id="365" dur="500"/>
                                        <p:tgtEl>
                                          <p:spTgt spid="95"/>
                                        </p:tgtEl>
                                      </p:cBhvr>
                                    </p:animEffect>
                                  </p:childTnLst>
                                </p:cTn>
                              </p:par>
                            </p:childTnLst>
                          </p:cTn>
                        </p:par>
                      </p:childTnLst>
                    </p:cTn>
                  </p:par>
                  <p:par>
                    <p:cTn id="366" fill="hold">
                      <p:stCondLst>
                        <p:cond delay="indefinite"/>
                      </p:stCondLst>
                      <p:childTnLst>
                        <p:par>
                          <p:cTn id="367" fill="hold">
                            <p:stCondLst>
                              <p:cond delay="0"/>
                            </p:stCondLst>
                            <p:childTnLst>
                              <p:par>
                                <p:cTn id="368" presetID="10" presetClass="exit" presetSubtype="0" fill="hold" nodeType="clickEffect">
                                  <p:stCondLst>
                                    <p:cond delay="0"/>
                                  </p:stCondLst>
                                  <p:childTnLst>
                                    <p:animEffect transition="out" filter="fade">
                                      <p:cBhvr>
                                        <p:cTn id="369" dur="500"/>
                                        <p:tgtEl>
                                          <p:spTgt spid="98"/>
                                        </p:tgtEl>
                                      </p:cBhvr>
                                    </p:animEffect>
                                    <p:set>
                                      <p:cBhvr>
                                        <p:cTn id="370" dur="1" fill="hold">
                                          <p:stCondLst>
                                            <p:cond delay="499"/>
                                          </p:stCondLst>
                                        </p:cTn>
                                        <p:tgtEl>
                                          <p:spTgt spid="98"/>
                                        </p:tgtEl>
                                        <p:attrNameLst>
                                          <p:attrName>style.visibility</p:attrName>
                                        </p:attrNameLst>
                                      </p:cBhvr>
                                      <p:to>
                                        <p:strVal val="hidden"/>
                                      </p:to>
                                    </p:set>
                                  </p:childTnLst>
                                </p:cTn>
                              </p:par>
                              <p:par>
                                <p:cTn id="371" presetID="7" presetClass="emph" presetSubtype="2" fill="hold" nodeType="withEffect">
                                  <p:stCondLst>
                                    <p:cond delay="0"/>
                                  </p:stCondLst>
                                  <p:childTnLst>
                                    <p:animClr clrSpc="rgb" dir="cw">
                                      <p:cBhvr>
                                        <p:cTn id="372" dur="10" fill="hold"/>
                                        <p:tgtEl>
                                          <p:spTgt spid="74"/>
                                        </p:tgtEl>
                                        <p:attrNameLst>
                                          <p:attrName>stroke.color</p:attrName>
                                        </p:attrNameLst>
                                      </p:cBhvr>
                                      <p:to>
                                        <a:srgbClr val="7F7F7F"/>
                                      </p:to>
                                    </p:animClr>
                                    <p:set>
                                      <p:cBhvr>
                                        <p:cTn id="373" dur="10" fill="hold"/>
                                        <p:tgtEl>
                                          <p:spTgt spid="74"/>
                                        </p:tgtEl>
                                        <p:attrNameLst>
                                          <p:attrName>stroke.on</p:attrName>
                                        </p:attrNameLst>
                                      </p:cBhvr>
                                      <p:to>
                                        <p:strVal val="true"/>
                                      </p:to>
                                    </p:set>
                                  </p:childTnLst>
                                </p:cTn>
                              </p:par>
                              <p:par>
                                <p:cTn id="374" presetID="3" presetClass="emph" presetSubtype="2" fill="hold" grpId="3" nodeType="withEffect">
                                  <p:stCondLst>
                                    <p:cond delay="0"/>
                                  </p:stCondLst>
                                  <p:childTnLst>
                                    <p:animClr clrSpc="rgb" dir="cw">
                                      <p:cBhvr override="childStyle">
                                        <p:cTn id="375" dur="10" fill="hold"/>
                                        <p:tgtEl>
                                          <p:spTgt spid="56"/>
                                        </p:tgtEl>
                                        <p:attrNameLst>
                                          <p:attrName>style.color</p:attrName>
                                        </p:attrNameLst>
                                      </p:cBhvr>
                                      <p:to>
                                        <a:srgbClr val="7F7F7F"/>
                                      </p:to>
                                    </p:animClr>
                                  </p:childTnLst>
                                </p:cTn>
                              </p:par>
                            </p:childTnLst>
                          </p:cTn>
                        </p:par>
                      </p:childTnLst>
                    </p:cTn>
                  </p:par>
                  <p:par>
                    <p:cTn id="376" fill="hold">
                      <p:stCondLst>
                        <p:cond delay="indefinite"/>
                      </p:stCondLst>
                      <p:childTnLst>
                        <p:par>
                          <p:cTn id="377" fill="hold">
                            <p:stCondLst>
                              <p:cond delay="0"/>
                            </p:stCondLst>
                            <p:childTnLst>
                              <p:par>
                                <p:cTn id="378" presetID="26" presetClass="emph" presetSubtype="0" fill="hold" grpId="1" nodeType="clickEffect">
                                  <p:stCondLst>
                                    <p:cond delay="0"/>
                                  </p:stCondLst>
                                  <p:childTnLst>
                                    <p:animEffect transition="out" filter="fade">
                                      <p:cBhvr>
                                        <p:cTn id="379" dur="500" tmFilter="0, 0; .2, .5; .8, .5; 1, 0"/>
                                        <p:tgtEl>
                                          <p:spTgt spid="55"/>
                                        </p:tgtEl>
                                      </p:cBhvr>
                                    </p:animEffect>
                                    <p:animScale>
                                      <p:cBhvr>
                                        <p:cTn id="380" dur="250" autoRev="1" fill="hold"/>
                                        <p:tgtEl>
                                          <p:spTgt spid="55"/>
                                        </p:tgtEl>
                                      </p:cBhvr>
                                      <p:by x="105000" y="105000"/>
                                    </p:animScale>
                                  </p:childTnLst>
                                </p:cTn>
                              </p:par>
                              <p:par>
                                <p:cTn id="381" presetID="26" presetClass="emph" presetSubtype="0" fill="hold" nodeType="withEffect">
                                  <p:stCondLst>
                                    <p:cond delay="0"/>
                                  </p:stCondLst>
                                  <p:childTnLst>
                                    <p:animEffect transition="out" filter="fade">
                                      <p:cBhvr>
                                        <p:cTn id="382" dur="500" tmFilter="0, 0; .2, .5; .8, .5; 1, 0"/>
                                        <p:tgtEl>
                                          <p:spTgt spid="75"/>
                                        </p:tgtEl>
                                      </p:cBhvr>
                                    </p:animEffect>
                                    <p:animScale>
                                      <p:cBhvr>
                                        <p:cTn id="383" dur="250" autoRev="1" fill="hold"/>
                                        <p:tgtEl>
                                          <p:spTgt spid="75"/>
                                        </p:tgtEl>
                                      </p:cBhvr>
                                      <p:by x="105000" y="105000"/>
                                    </p:animScale>
                                  </p:childTnLst>
                                </p:cTn>
                              </p:par>
                              <p:par>
                                <p:cTn id="384" presetID="7" presetClass="emph" presetSubtype="2" fill="hold" nodeType="withEffect">
                                  <p:stCondLst>
                                    <p:cond delay="0"/>
                                  </p:stCondLst>
                                  <p:childTnLst>
                                    <p:animClr clrSpc="rgb" dir="cw">
                                      <p:cBhvr>
                                        <p:cTn id="385" dur="500" fill="hold"/>
                                        <p:tgtEl>
                                          <p:spTgt spid="75"/>
                                        </p:tgtEl>
                                        <p:attrNameLst>
                                          <p:attrName>stroke.color</p:attrName>
                                        </p:attrNameLst>
                                      </p:cBhvr>
                                      <p:to>
                                        <a:srgbClr val="CC00FF"/>
                                      </p:to>
                                    </p:animClr>
                                    <p:set>
                                      <p:cBhvr>
                                        <p:cTn id="386" dur="500" fill="hold"/>
                                        <p:tgtEl>
                                          <p:spTgt spid="75"/>
                                        </p:tgtEl>
                                        <p:attrNameLst>
                                          <p:attrName>stroke.on</p:attrName>
                                        </p:attrNameLst>
                                      </p:cBhvr>
                                      <p:to>
                                        <p:strVal val="true"/>
                                      </p:to>
                                    </p:set>
                                  </p:childTnLst>
                                </p:cTn>
                              </p:par>
                              <p:par>
                                <p:cTn id="387" presetID="3" presetClass="emph" presetSubtype="2" fill="hold" grpId="2" nodeType="withEffect">
                                  <p:stCondLst>
                                    <p:cond delay="0"/>
                                  </p:stCondLst>
                                  <p:childTnLst>
                                    <p:animClr clrSpc="rgb" dir="cw">
                                      <p:cBhvr override="childStyle">
                                        <p:cTn id="388" dur="500" fill="hold"/>
                                        <p:tgtEl>
                                          <p:spTgt spid="55"/>
                                        </p:tgtEl>
                                        <p:attrNameLst>
                                          <p:attrName>style.color</p:attrName>
                                        </p:attrNameLst>
                                      </p:cBhvr>
                                      <p:to>
                                        <a:srgbClr val="CC00FF"/>
                                      </p:to>
                                    </p:animClr>
                                  </p:childTnLst>
                                </p:cTn>
                              </p:par>
                              <p:par>
                                <p:cTn id="389" presetID="1" presetClass="exit" presetSubtype="0" fill="hold" grpId="3" nodeType="withEffect">
                                  <p:stCondLst>
                                    <p:cond delay="0"/>
                                  </p:stCondLst>
                                  <p:childTnLst>
                                    <p:set>
                                      <p:cBhvr>
                                        <p:cTn id="390" dur="1" fill="hold">
                                          <p:stCondLst>
                                            <p:cond delay="0"/>
                                          </p:stCondLst>
                                        </p:cTn>
                                        <p:tgtEl>
                                          <p:spTgt spid="95"/>
                                        </p:tgtEl>
                                        <p:attrNameLst>
                                          <p:attrName>style.visibility</p:attrName>
                                        </p:attrNameLst>
                                      </p:cBhvr>
                                      <p:to>
                                        <p:strVal val="hidden"/>
                                      </p:to>
                                    </p:set>
                                  </p:childTnLst>
                                </p:cTn>
                              </p:par>
                            </p:childTnLst>
                          </p:cTn>
                        </p:par>
                      </p:childTnLst>
                    </p:cTn>
                  </p:par>
                  <p:par>
                    <p:cTn id="391" fill="hold">
                      <p:stCondLst>
                        <p:cond delay="indefinite"/>
                      </p:stCondLst>
                      <p:childTnLst>
                        <p:par>
                          <p:cTn id="392" fill="hold">
                            <p:stCondLst>
                              <p:cond delay="0"/>
                            </p:stCondLst>
                            <p:childTnLst>
                              <p:par>
                                <p:cTn id="393" presetID="10" presetClass="entr" presetSubtype="0" fill="hold" nodeType="clickEffect">
                                  <p:stCondLst>
                                    <p:cond delay="0"/>
                                  </p:stCondLst>
                                  <p:childTnLst>
                                    <p:set>
                                      <p:cBhvr>
                                        <p:cTn id="394" dur="1" fill="hold">
                                          <p:stCondLst>
                                            <p:cond delay="0"/>
                                          </p:stCondLst>
                                        </p:cTn>
                                        <p:tgtEl>
                                          <p:spTgt spid="99"/>
                                        </p:tgtEl>
                                        <p:attrNameLst>
                                          <p:attrName>style.visibility</p:attrName>
                                        </p:attrNameLst>
                                      </p:cBhvr>
                                      <p:to>
                                        <p:strVal val="visible"/>
                                      </p:to>
                                    </p:set>
                                    <p:animEffect transition="in" filter="fade">
                                      <p:cBhvr>
                                        <p:cTn id="395" dur="500"/>
                                        <p:tgtEl>
                                          <p:spTgt spid="99"/>
                                        </p:tgtEl>
                                      </p:cBhvr>
                                    </p:animEffect>
                                  </p:childTnLst>
                                </p:cTn>
                              </p:par>
                            </p:childTnLst>
                          </p:cTn>
                        </p:par>
                      </p:childTnLst>
                    </p:cTn>
                  </p:par>
                  <p:par>
                    <p:cTn id="396" fill="hold">
                      <p:stCondLst>
                        <p:cond delay="indefinite"/>
                      </p:stCondLst>
                      <p:childTnLst>
                        <p:par>
                          <p:cTn id="397" fill="hold">
                            <p:stCondLst>
                              <p:cond delay="0"/>
                            </p:stCondLst>
                            <p:childTnLst>
                              <p:par>
                                <p:cTn id="398" presetID="7" presetClass="emph" presetSubtype="2" fill="hold" nodeType="clickEffect">
                                  <p:stCondLst>
                                    <p:cond delay="0"/>
                                  </p:stCondLst>
                                  <p:childTnLst>
                                    <p:animClr clrSpc="rgb" dir="cw">
                                      <p:cBhvr>
                                        <p:cTn id="399" dur="500" fill="hold"/>
                                        <p:tgtEl>
                                          <p:spTgt spid="99"/>
                                        </p:tgtEl>
                                        <p:attrNameLst>
                                          <p:attrName>stroke.color</p:attrName>
                                        </p:attrNameLst>
                                      </p:cBhvr>
                                      <p:to>
                                        <a:srgbClr val="CC00FF"/>
                                      </p:to>
                                    </p:animClr>
                                    <p:set>
                                      <p:cBhvr>
                                        <p:cTn id="400" dur="500" fill="hold"/>
                                        <p:tgtEl>
                                          <p:spTgt spid="99"/>
                                        </p:tgtEl>
                                        <p:attrNameLst>
                                          <p:attrName>stroke.on</p:attrName>
                                        </p:attrNameLst>
                                      </p:cBhvr>
                                      <p:to>
                                        <p:strVal val="true"/>
                                      </p:to>
                                    </p:set>
                                  </p:childTnLst>
                                </p:cTn>
                              </p:par>
                              <p:par>
                                <p:cTn id="401" presetID="10" presetClass="entr" presetSubtype="0" fill="hold" grpId="0" nodeType="withEffect">
                                  <p:stCondLst>
                                    <p:cond delay="0"/>
                                  </p:stCondLst>
                                  <p:childTnLst>
                                    <p:set>
                                      <p:cBhvr>
                                        <p:cTn id="402" dur="1" fill="hold">
                                          <p:stCondLst>
                                            <p:cond delay="0"/>
                                          </p:stCondLst>
                                        </p:cTn>
                                        <p:tgtEl>
                                          <p:spTgt spid="100"/>
                                        </p:tgtEl>
                                        <p:attrNameLst>
                                          <p:attrName>style.visibility</p:attrName>
                                        </p:attrNameLst>
                                      </p:cBhvr>
                                      <p:to>
                                        <p:strVal val="visible"/>
                                      </p:to>
                                    </p:set>
                                    <p:animEffect transition="in" filter="fade">
                                      <p:cBhvr>
                                        <p:cTn id="403" dur="500"/>
                                        <p:tgtEl>
                                          <p:spTgt spid="100"/>
                                        </p:tgtEl>
                                      </p:cBhvr>
                                    </p:animEffect>
                                  </p:childTnLst>
                                </p:cTn>
                              </p:par>
                              <p:par>
                                <p:cTn id="404" presetID="7" presetClass="emph" presetSubtype="2" fill="hold" nodeType="withEffect">
                                  <p:stCondLst>
                                    <p:cond delay="0"/>
                                  </p:stCondLst>
                                  <p:childTnLst>
                                    <p:animClr clrSpc="rgb" dir="cw">
                                      <p:cBhvr>
                                        <p:cTn id="405" dur="10" fill="hold"/>
                                        <p:tgtEl>
                                          <p:spTgt spid="75"/>
                                        </p:tgtEl>
                                        <p:attrNameLst>
                                          <p:attrName>stroke.color</p:attrName>
                                        </p:attrNameLst>
                                      </p:cBhvr>
                                      <p:to>
                                        <a:srgbClr val="7F7F7F"/>
                                      </p:to>
                                    </p:animClr>
                                    <p:set>
                                      <p:cBhvr>
                                        <p:cTn id="406" dur="10" fill="hold"/>
                                        <p:tgtEl>
                                          <p:spTgt spid="75"/>
                                        </p:tgtEl>
                                        <p:attrNameLst>
                                          <p:attrName>stroke.on</p:attrName>
                                        </p:attrNameLst>
                                      </p:cBhvr>
                                      <p:to>
                                        <p:strVal val="true"/>
                                      </p:to>
                                    </p:set>
                                  </p:childTnLst>
                                </p:cTn>
                              </p:par>
                              <p:par>
                                <p:cTn id="407" presetID="3" presetClass="emph" presetSubtype="2" fill="hold" grpId="3" nodeType="withEffect">
                                  <p:stCondLst>
                                    <p:cond delay="0"/>
                                  </p:stCondLst>
                                  <p:childTnLst>
                                    <p:animClr clrSpc="rgb" dir="cw">
                                      <p:cBhvr override="childStyle">
                                        <p:cTn id="408" dur="10" fill="hold"/>
                                        <p:tgtEl>
                                          <p:spTgt spid="55"/>
                                        </p:tgtEl>
                                        <p:attrNameLst>
                                          <p:attrName>style.color</p:attrName>
                                        </p:attrNameLst>
                                      </p:cBhvr>
                                      <p:to>
                                        <a:srgbClr val="7F7F7F"/>
                                      </p:to>
                                    </p:animClr>
                                  </p:childTnLst>
                                </p:cTn>
                              </p:par>
                            </p:childTnLst>
                          </p:cTn>
                        </p:par>
                      </p:childTnLst>
                    </p:cTn>
                  </p:par>
                  <p:par>
                    <p:cTn id="409" fill="hold">
                      <p:stCondLst>
                        <p:cond delay="indefinite"/>
                      </p:stCondLst>
                      <p:childTnLst>
                        <p:par>
                          <p:cTn id="410" fill="hold">
                            <p:stCondLst>
                              <p:cond delay="0"/>
                            </p:stCondLst>
                            <p:childTnLst>
                              <p:par>
                                <p:cTn id="411" presetID="10" presetClass="entr" presetSubtype="0" fill="hold" grpId="0" nodeType="clickEffect">
                                  <p:stCondLst>
                                    <p:cond delay="0"/>
                                  </p:stCondLst>
                                  <p:childTnLst>
                                    <p:set>
                                      <p:cBhvr>
                                        <p:cTn id="412" dur="1" fill="hold">
                                          <p:stCondLst>
                                            <p:cond delay="0"/>
                                          </p:stCondLst>
                                        </p:cTn>
                                        <p:tgtEl>
                                          <p:spTgt spid="101"/>
                                        </p:tgtEl>
                                        <p:attrNameLst>
                                          <p:attrName>style.visibility</p:attrName>
                                        </p:attrNameLst>
                                      </p:cBhvr>
                                      <p:to>
                                        <p:strVal val="visible"/>
                                      </p:to>
                                    </p:set>
                                    <p:animEffect transition="in" filter="fade">
                                      <p:cBhvr>
                                        <p:cTn id="413" dur="500"/>
                                        <p:tgtEl>
                                          <p:spTgt spid="101"/>
                                        </p:tgtEl>
                                      </p:cBhvr>
                                    </p:animEffect>
                                  </p:childTnLst>
                                </p:cTn>
                              </p:par>
                              <p:par>
                                <p:cTn id="414" presetID="1" presetClass="exit" presetSubtype="0" fill="hold" grpId="1" nodeType="withEffect">
                                  <p:stCondLst>
                                    <p:cond delay="0"/>
                                  </p:stCondLst>
                                  <p:childTnLst>
                                    <p:set>
                                      <p:cBhvr>
                                        <p:cTn id="415" dur="1" fill="hold">
                                          <p:stCondLst>
                                            <p:cond delay="0"/>
                                          </p:stCondLst>
                                        </p:cTn>
                                        <p:tgtEl>
                                          <p:spTgt spid="84"/>
                                        </p:tgtEl>
                                        <p:attrNameLst>
                                          <p:attrName>style.visibility</p:attrName>
                                        </p:attrNameLst>
                                      </p:cBhvr>
                                      <p:to>
                                        <p:strVal val="hidden"/>
                                      </p:to>
                                    </p:set>
                                  </p:childTnLst>
                                </p:cTn>
                              </p:par>
                            </p:childTnLst>
                          </p:cTn>
                        </p:par>
                      </p:childTnLst>
                    </p:cTn>
                  </p:par>
                  <p:par>
                    <p:cTn id="416" fill="hold">
                      <p:stCondLst>
                        <p:cond delay="indefinite"/>
                      </p:stCondLst>
                      <p:childTnLst>
                        <p:par>
                          <p:cTn id="417" fill="hold">
                            <p:stCondLst>
                              <p:cond delay="0"/>
                            </p:stCondLst>
                            <p:childTnLst>
                              <p:par>
                                <p:cTn id="418" presetID="10" presetClass="entr" presetSubtype="0" fill="hold" grpId="0" nodeType="clickEffect">
                                  <p:stCondLst>
                                    <p:cond delay="0"/>
                                  </p:stCondLst>
                                  <p:childTnLst>
                                    <p:set>
                                      <p:cBhvr>
                                        <p:cTn id="419" dur="1" fill="hold">
                                          <p:stCondLst>
                                            <p:cond delay="0"/>
                                          </p:stCondLst>
                                        </p:cTn>
                                        <p:tgtEl>
                                          <p:spTgt spid="102"/>
                                        </p:tgtEl>
                                        <p:attrNameLst>
                                          <p:attrName>style.visibility</p:attrName>
                                        </p:attrNameLst>
                                      </p:cBhvr>
                                      <p:to>
                                        <p:strVal val="visible"/>
                                      </p:to>
                                    </p:set>
                                    <p:animEffect transition="in" filter="fade">
                                      <p:cBhvr>
                                        <p:cTn id="420"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2" grpId="1"/>
      <p:bldP spid="52" grpId="2"/>
      <p:bldP spid="52" grpId="3"/>
      <p:bldP spid="55" grpId="0"/>
      <p:bldP spid="55" grpId="1"/>
      <p:bldP spid="55" grpId="2"/>
      <p:bldP spid="55" grpId="3"/>
      <p:bldP spid="56" grpId="0"/>
      <p:bldP spid="56" grpId="1"/>
      <p:bldP spid="56" grpId="2"/>
      <p:bldP spid="56" grpId="3"/>
      <p:bldP spid="57" grpId="0"/>
      <p:bldP spid="57" grpId="1"/>
      <p:bldP spid="57" grpId="2"/>
      <p:bldP spid="57" grpId="3"/>
      <p:bldP spid="58" grpId="0"/>
      <p:bldP spid="58" grpId="1"/>
      <p:bldP spid="58" grpId="2"/>
      <p:bldP spid="58" grpId="3"/>
      <p:bldP spid="59" grpId="0"/>
      <p:bldP spid="59" grpId="1"/>
      <p:bldP spid="59" grpId="2"/>
      <p:bldP spid="59" grpId="3"/>
      <p:bldP spid="60" grpId="0"/>
      <p:bldP spid="60" grpId="1"/>
      <p:bldP spid="60" grpId="2"/>
      <p:bldP spid="60" grpId="3"/>
      <p:bldP spid="61" grpId="0"/>
      <p:bldP spid="61" grpId="1"/>
      <p:bldP spid="61" grpId="2"/>
      <p:bldP spid="61" grpId="3"/>
      <p:bldP spid="62" grpId="0" bldLvl="0" animBg="1"/>
      <p:bldP spid="63" grpId="0" bldLvl="0" animBg="1"/>
      <p:bldP spid="64" grpId="0" bldLvl="0" animBg="1"/>
      <p:bldP spid="65" grpId="0" bldLvl="0" animBg="1"/>
      <p:bldP spid="66" grpId="0" bldLvl="0" animBg="1"/>
      <p:bldP spid="67" grpId="0" bldLvl="0" animBg="1"/>
      <p:bldP spid="68" grpId="0" bldLvl="0" animBg="1"/>
      <p:bldP spid="78" grpId="0" bldLvl="0" animBg="1"/>
      <p:bldP spid="79" grpId="0" bldLvl="0" animBg="1"/>
      <p:bldP spid="80" grpId="0" bldLvl="0" animBg="1"/>
      <p:bldP spid="81" grpId="0" bldLvl="0" animBg="1"/>
      <p:bldP spid="82" grpId="0" bldLvl="0" animBg="1"/>
      <p:bldP spid="83" grpId="0" bldLvl="0" animBg="1"/>
      <p:bldP spid="83" grpId="1" bldLvl="0" animBg="1"/>
      <p:bldP spid="84" grpId="0" bldLvl="0" animBg="1"/>
      <p:bldP spid="84" grpId="1" bldLvl="0" animBg="1"/>
      <p:bldP spid="86" grpId="0" bldLvl="0" animBg="1"/>
      <p:bldP spid="88" grpId="0" bldLvl="0" animBg="1"/>
      <p:bldP spid="89" grpId="0" bldLvl="0" animBg="1"/>
      <p:bldP spid="90" grpId="0" bldLvl="0" animBg="1"/>
      <p:bldP spid="93" grpId="0" bldLvl="0" animBg="1"/>
      <p:bldP spid="95" grpId="0" bldLvl="0" animBg="1"/>
      <p:bldP spid="95" grpId="1" bldLvl="0" animBg="1"/>
      <p:bldP spid="95" grpId="2" bldLvl="0" animBg="1"/>
      <p:bldP spid="95" grpId="3" bldLvl="0" animBg="1"/>
      <p:bldP spid="97" grpId="0" bldLvl="0" animBg="1"/>
      <p:bldP spid="100" grpId="0" bldLvl="0" animBg="1"/>
      <p:bldP spid="101" grpId="0" bldLvl="0" animBg="1"/>
      <p:bldP spid="102" grpId="0" bldLvl="0" animBg="1"/>
      <p:bldP spid="103" grpId="0" bldLvl="0" animBg="1"/>
      <p:bldP spid="10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2722880" cy="706755"/>
          </a:xfrm>
          <a:prstGeom prst="rect">
            <a:avLst/>
          </a:prstGeom>
          <a:noFill/>
        </p:spPr>
        <p:txBody>
          <a:bodyPr wrap="none" rtlCol="0">
            <a:spAutoFit/>
          </a:bodyPr>
          <a:p>
            <a:r>
              <a:rPr lang="zh-CN" altLang="en-US" sz="4000" b="1" dirty="0">
                <a:solidFill>
                  <a:schemeClr val="accent1">
                    <a:lumMod val="75000"/>
                  </a:schemeClr>
                </a:solidFill>
              </a:rPr>
              <a:t>最小生成树</a:t>
            </a:r>
            <a:endParaRPr lang="zh-CN" altLang="en-US" sz="4000" b="1" dirty="0">
              <a:solidFill>
                <a:schemeClr val="accent1">
                  <a:lumMod val="75000"/>
                </a:schemeClr>
              </a:solidFill>
            </a:endParaRPr>
          </a:p>
        </p:txBody>
      </p:sp>
      <p:sp>
        <p:nvSpPr>
          <p:cNvPr id="2" name="Text Box 2"/>
          <p:cNvSpPr txBox="1">
            <a:spLocks noChangeArrowheads="1"/>
          </p:cNvSpPr>
          <p:nvPr>
            <p:custDataLst>
              <p:tags r:id="rId2"/>
            </p:custDataLst>
          </p:nvPr>
        </p:nvSpPr>
        <p:spPr bwMode="auto">
          <a:xfrm>
            <a:off x="0" y="722491"/>
            <a:ext cx="9144000" cy="1132105"/>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算法思想</a:t>
            </a:r>
            <a:endParaRPr kumimoji="1" lang="en-US" altLang="zh-CN" sz="2000" b="1" dirty="0">
              <a:solidFill>
                <a:srgbClr val="0099BC"/>
              </a:solidFill>
              <a:latin typeface="+mn-ea"/>
              <a:cs typeface="Consolas" panose="020B0609020204030204" pitchFamily="49" charset="0"/>
            </a:endParaRPr>
          </a:p>
          <a:p>
            <a:pPr>
              <a:lnSpc>
                <a:spcPct val="120000"/>
              </a:lnSpc>
            </a:pPr>
            <a:r>
              <a:rPr kumimoji="1" lang="zh-CN" altLang="en-US" b="1" dirty="0">
                <a:solidFill>
                  <a:schemeClr val="accent2">
                    <a:lumMod val="75000"/>
                  </a:schemeClr>
                </a:solidFill>
                <a:latin typeface="+mn-ea"/>
                <a:cs typeface="Consolas" panose="020B0609020204030204" pitchFamily="49" charset="0"/>
              </a:rPr>
              <a:t>普里姆</a:t>
            </a:r>
            <a:r>
              <a:rPr kumimoji="1" lang="en-US" altLang="zh-CN" b="1" dirty="0">
                <a:solidFill>
                  <a:schemeClr val="accent2">
                    <a:lumMod val="75000"/>
                  </a:schemeClr>
                </a:solidFill>
                <a:latin typeface="+mn-ea"/>
                <a:cs typeface="Consolas" panose="020B0609020204030204" pitchFamily="49" charset="0"/>
              </a:rPr>
              <a:t>(Prim)</a:t>
            </a:r>
            <a:r>
              <a:rPr kumimoji="1" lang="zh-CN" altLang="en-US" b="1" dirty="0">
                <a:solidFill>
                  <a:schemeClr val="accent2">
                    <a:lumMod val="75000"/>
                  </a:schemeClr>
                </a:solidFill>
                <a:latin typeface="+mn-ea"/>
                <a:cs typeface="Consolas" panose="020B0609020204030204" pitchFamily="49" charset="0"/>
              </a:rPr>
              <a:t>算法</a:t>
            </a:r>
            <a:r>
              <a:rPr kumimoji="1" lang="en-US" altLang="zh-CN" b="1" dirty="0">
                <a:solidFill>
                  <a:schemeClr val="accent2">
                    <a:lumMod val="75000"/>
                  </a:schemeClr>
                </a:solidFill>
                <a:latin typeface="+mn-ea"/>
                <a:cs typeface="Consolas" panose="020B0609020204030204" pitchFamily="49" charset="0"/>
                <a:sym typeface="Wingdings" panose="05000000000000000000" pitchFamily="2" charset="2"/>
              </a:rPr>
              <a:t> </a:t>
            </a:r>
            <a:r>
              <a:rPr kumimoji="1" lang="en-US" altLang="zh-CN" b="1" dirty="0">
                <a:latin typeface="+mn-ea"/>
                <a:cs typeface="Consolas" panose="020B0609020204030204" pitchFamily="49" charset="0"/>
                <a:sym typeface="Wingdings" panose="05000000000000000000" pitchFamily="2" charset="2"/>
              </a:rPr>
              <a:t>-&gt; </a:t>
            </a:r>
            <a:endParaRPr kumimoji="1" lang="en-US" altLang="zh-CN" b="1" dirty="0">
              <a:solidFill>
                <a:srgbClr val="B50988"/>
              </a:solidFill>
              <a:latin typeface="+mn-ea"/>
              <a:cs typeface="Consolas" panose="020B0609020204030204" pitchFamily="49" charset="0"/>
              <a:sym typeface="Wingdings" panose="05000000000000000000" pitchFamily="2" charset="2"/>
            </a:endParaRPr>
          </a:p>
          <a:p>
            <a:pPr>
              <a:lnSpc>
                <a:spcPct val="120000"/>
              </a:lnSpc>
            </a:pPr>
            <a:r>
              <a:rPr kumimoji="1" lang="zh-CN" altLang="en-US" b="1" dirty="0">
                <a:solidFill>
                  <a:schemeClr val="accent2">
                    <a:lumMod val="75000"/>
                  </a:schemeClr>
                </a:solidFill>
                <a:latin typeface="+mn-ea"/>
                <a:cs typeface="Consolas" panose="020B0609020204030204" pitchFamily="49" charset="0"/>
              </a:rPr>
              <a:t>克鲁斯卡尔</a:t>
            </a:r>
            <a:r>
              <a:rPr kumimoji="1" lang="en-US" altLang="zh-CN" b="1" dirty="0">
                <a:solidFill>
                  <a:schemeClr val="accent2">
                    <a:lumMod val="75000"/>
                  </a:schemeClr>
                </a:solidFill>
                <a:latin typeface="+mn-ea"/>
                <a:cs typeface="Consolas" panose="020B0609020204030204" pitchFamily="49" charset="0"/>
              </a:rPr>
              <a:t>(Kruskal)</a:t>
            </a:r>
            <a:r>
              <a:rPr kumimoji="1" lang="zh-CN" altLang="en-US" b="1" dirty="0">
                <a:solidFill>
                  <a:schemeClr val="accent2">
                    <a:lumMod val="75000"/>
                  </a:schemeClr>
                </a:solidFill>
                <a:latin typeface="+mn-ea"/>
                <a:cs typeface="Consolas" panose="020B0609020204030204" pitchFamily="49" charset="0"/>
              </a:rPr>
              <a:t>算法</a:t>
            </a:r>
            <a:r>
              <a:rPr kumimoji="1" lang="en-US" altLang="zh-CN" b="1" dirty="0">
                <a:latin typeface="+mn-ea"/>
                <a:cs typeface="Consolas" panose="020B0609020204030204" pitchFamily="49" charset="0"/>
                <a:sym typeface="Wingdings" panose="05000000000000000000" pitchFamily="2" charset="2"/>
              </a:rPr>
              <a:t> -&gt; </a:t>
            </a:r>
            <a:endParaRPr kumimoji="1" lang="zh-CN" altLang="en-US" b="1" dirty="0">
              <a:solidFill>
                <a:srgbClr val="CC00FF"/>
              </a:solidFill>
              <a:latin typeface="+mn-ea"/>
              <a:cs typeface="Consolas" panose="020B0609020204030204" pitchFamily="49" charset="0"/>
            </a:endParaRPr>
          </a:p>
        </p:txBody>
      </p:sp>
      <p:sp>
        <p:nvSpPr>
          <p:cNvPr id="4" name="Text Box 2"/>
          <p:cNvSpPr txBox="1">
            <a:spLocks noChangeArrowheads="1"/>
          </p:cNvSpPr>
          <p:nvPr>
            <p:custDataLst>
              <p:tags r:id="rId3"/>
            </p:custDataLst>
          </p:nvPr>
        </p:nvSpPr>
        <p:spPr bwMode="auto">
          <a:xfrm>
            <a:off x="0" y="1911627"/>
            <a:ext cx="9144000" cy="2427459"/>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时间复杂度</a:t>
            </a:r>
            <a:endParaRPr kumimoji="1" lang="en-US" altLang="zh-CN" sz="2000" dirty="0">
              <a:solidFill>
                <a:srgbClr val="0099BC"/>
              </a:solidFill>
              <a:latin typeface="+mn-ea"/>
              <a:cs typeface="Consolas" panose="020B0609020204030204" pitchFamily="49" charset="0"/>
            </a:endParaRPr>
          </a:p>
          <a:p>
            <a:pPr>
              <a:lnSpc>
                <a:spcPct val="120000"/>
              </a:lnSpc>
            </a:pPr>
            <a:r>
              <a:rPr kumimoji="1" lang="zh-CN" altLang="en-US" b="1" dirty="0">
                <a:solidFill>
                  <a:schemeClr val="accent2">
                    <a:lumMod val="75000"/>
                  </a:schemeClr>
                </a:solidFill>
                <a:latin typeface="+mn-ea"/>
                <a:cs typeface="Consolas" panose="020B0609020204030204" pitchFamily="49" charset="0"/>
              </a:rPr>
              <a:t>普里姆</a:t>
            </a:r>
            <a:r>
              <a:rPr kumimoji="1" lang="en-US" altLang="zh-CN" b="1" dirty="0">
                <a:solidFill>
                  <a:schemeClr val="accent2">
                    <a:lumMod val="75000"/>
                  </a:schemeClr>
                </a:solidFill>
                <a:latin typeface="+mn-ea"/>
                <a:cs typeface="Consolas" panose="020B0609020204030204" pitchFamily="49" charset="0"/>
              </a:rPr>
              <a:t>(Prim)</a:t>
            </a:r>
            <a:r>
              <a:rPr kumimoji="1" lang="zh-CN" altLang="en-US" b="1" dirty="0">
                <a:solidFill>
                  <a:schemeClr val="accent2">
                    <a:lumMod val="75000"/>
                  </a:schemeClr>
                </a:solidFill>
                <a:latin typeface="+mn-ea"/>
                <a:cs typeface="Consolas" panose="020B0609020204030204" pitchFamily="49" charset="0"/>
              </a:rPr>
              <a:t>算法</a:t>
            </a:r>
            <a:endParaRPr kumimoji="1" lang="en-US" altLang="zh-CN" b="1" dirty="0">
              <a:solidFill>
                <a:schemeClr val="accent2">
                  <a:lumMod val="75000"/>
                </a:schemeClr>
              </a:solidFill>
              <a:latin typeface="+mn-ea"/>
              <a:cs typeface="Consolas" panose="020B0609020204030204" pitchFamily="49" charset="0"/>
              <a:sym typeface="Wingdings" panose="05000000000000000000" pitchFamily="2" charset="2"/>
            </a:endParaRPr>
          </a:p>
          <a:p>
            <a:pPr marL="285750" indent="-285750">
              <a:lnSpc>
                <a:spcPct val="120000"/>
              </a:lnSpc>
              <a:buFont typeface="Wingdings" panose="05000000000000000000" pitchFamily="2" charset="2"/>
              <a:buChar char="n"/>
            </a:pPr>
            <a:r>
              <a:rPr lang="zh-CN" altLang="en-US" dirty="0">
                <a:latin typeface="+mn-ea"/>
              </a:rPr>
              <a:t>每次循环需要在所有的</a:t>
            </a:r>
            <a:r>
              <a:rPr lang="en-US" altLang="zh-CN" b="1" dirty="0">
                <a:solidFill>
                  <a:srgbClr val="B50988"/>
                </a:solidFill>
                <a:latin typeface="+mn-ea"/>
              </a:rPr>
              <a:t>U</a:t>
            </a:r>
            <a:r>
              <a:rPr lang="zh-CN" altLang="en-US" b="1" dirty="0">
                <a:solidFill>
                  <a:srgbClr val="B50988"/>
                </a:solidFill>
                <a:latin typeface="+mn-ea"/>
              </a:rPr>
              <a:t>中顶点</a:t>
            </a:r>
            <a:r>
              <a:rPr lang="zh-CN" altLang="en-US" dirty="0">
                <a:latin typeface="+mn-ea"/>
              </a:rPr>
              <a:t>和</a:t>
            </a:r>
            <a:r>
              <a:rPr lang="en-US" altLang="zh-CN" b="1" dirty="0">
                <a:solidFill>
                  <a:schemeClr val="tx1">
                    <a:lumMod val="65000"/>
                    <a:lumOff val="35000"/>
                  </a:schemeClr>
                </a:solidFill>
                <a:latin typeface="+mn-ea"/>
              </a:rPr>
              <a:t>V-U</a:t>
            </a:r>
            <a:r>
              <a:rPr lang="zh-CN" altLang="en-US" b="1" dirty="0">
                <a:solidFill>
                  <a:schemeClr val="tx1">
                    <a:lumMod val="65000"/>
                    <a:lumOff val="35000"/>
                  </a:schemeClr>
                </a:solidFill>
                <a:latin typeface="+mn-ea"/>
              </a:rPr>
              <a:t>中顶点</a:t>
            </a:r>
            <a:r>
              <a:rPr lang="zh-CN" altLang="en-US" dirty="0">
                <a:latin typeface="+mn-ea"/>
              </a:rPr>
              <a:t>的边选取权值最小的边</a:t>
            </a:r>
            <a:endParaRPr lang="en-US" altLang="zh-CN" dirty="0">
              <a:latin typeface="+mn-ea"/>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sym typeface="Wingdings" panose="05000000000000000000" pitchFamily="2" charset="2"/>
              </a:rPr>
              <a:t>时间复杂度</a:t>
            </a:r>
            <a:r>
              <a:rPr kumimoji="1" lang="en-US" altLang="zh-CN" b="1" dirty="0">
                <a:latin typeface="+mn-ea"/>
                <a:cs typeface="Consolas" panose="020B0609020204030204" pitchFamily="49" charset="0"/>
                <a:sym typeface="Wingdings" panose="05000000000000000000" pitchFamily="2" charset="2"/>
              </a:rPr>
              <a:t> -&gt;  </a:t>
            </a:r>
            <a:endParaRPr kumimoji="1" lang="en-US" altLang="zh-CN" b="1" dirty="0">
              <a:latin typeface="+mn-ea"/>
              <a:cs typeface="Consolas" panose="020B0609020204030204" pitchFamily="49" charset="0"/>
              <a:sym typeface="Wingdings" panose="05000000000000000000" pitchFamily="2" charset="2"/>
            </a:endParaRPr>
          </a:p>
          <a:p>
            <a:pPr>
              <a:lnSpc>
                <a:spcPct val="120000"/>
              </a:lnSpc>
            </a:pPr>
            <a:r>
              <a:rPr kumimoji="1" lang="zh-CN" altLang="en-US" b="1" dirty="0">
                <a:solidFill>
                  <a:schemeClr val="accent2">
                    <a:lumMod val="75000"/>
                  </a:schemeClr>
                </a:solidFill>
                <a:latin typeface="+mn-ea"/>
                <a:cs typeface="Consolas" panose="020B0609020204030204" pitchFamily="49" charset="0"/>
              </a:rPr>
              <a:t>克鲁斯卡尔</a:t>
            </a:r>
            <a:r>
              <a:rPr kumimoji="1" lang="en-US" altLang="zh-CN" b="1" dirty="0">
                <a:solidFill>
                  <a:schemeClr val="accent2">
                    <a:lumMod val="75000"/>
                  </a:schemeClr>
                </a:solidFill>
                <a:latin typeface="+mn-ea"/>
                <a:cs typeface="Consolas" panose="020B0609020204030204" pitchFamily="49" charset="0"/>
              </a:rPr>
              <a:t>(Kruskal)</a:t>
            </a:r>
            <a:r>
              <a:rPr kumimoji="1" lang="zh-CN" altLang="en-US" b="1" dirty="0">
                <a:solidFill>
                  <a:schemeClr val="accent2">
                    <a:lumMod val="75000"/>
                  </a:schemeClr>
                </a:solidFill>
                <a:latin typeface="+mn-ea"/>
                <a:cs typeface="Consolas" panose="020B0609020204030204" pitchFamily="49" charset="0"/>
              </a:rPr>
              <a:t>算法</a:t>
            </a:r>
            <a:endParaRPr kumimoji="1" lang="en-US" altLang="zh-CN" b="1" dirty="0">
              <a:solidFill>
                <a:schemeClr val="accent2">
                  <a:lumMod val="75000"/>
                </a:schemeClr>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lang="zh-CN" altLang="en-US" dirty="0">
                <a:latin typeface="+mn-ea"/>
              </a:rPr>
              <a:t>每次循环需要在</a:t>
            </a:r>
            <a:r>
              <a:rPr lang="zh-CN" altLang="en-US" b="1" dirty="0">
                <a:solidFill>
                  <a:srgbClr val="CC00FF"/>
                </a:solidFill>
                <a:latin typeface="+mn-ea"/>
              </a:rPr>
              <a:t>剩余的边</a:t>
            </a:r>
            <a:r>
              <a:rPr lang="zh-CN" altLang="en-US" dirty="0">
                <a:latin typeface="+mn-ea"/>
              </a:rPr>
              <a:t>中选取权值最小的边</a:t>
            </a:r>
            <a:endParaRPr lang="en-US" altLang="zh-CN" dirty="0">
              <a:latin typeface="+mn-ea"/>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sym typeface="Wingdings" panose="05000000000000000000" pitchFamily="2" charset="2"/>
              </a:rPr>
              <a:t>时间复杂度</a:t>
            </a:r>
            <a:r>
              <a:rPr kumimoji="1" lang="en-US" altLang="zh-CN" b="1" dirty="0">
                <a:latin typeface="+mn-ea"/>
                <a:cs typeface="Consolas" panose="020B0609020204030204" pitchFamily="49" charset="0"/>
                <a:sym typeface="Wingdings" panose="05000000000000000000" pitchFamily="2" charset="2"/>
              </a:rPr>
              <a:t> -&gt;  </a:t>
            </a:r>
            <a:endParaRPr kumimoji="1" lang="en-US" altLang="zh-CN" b="1" dirty="0">
              <a:latin typeface="+mn-ea"/>
              <a:cs typeface="Consolas" panose="020B0609020204030204" pitchFamily="49" charset="0"/>
              <a:sym typeface="Wingdings" panose="05000000000000000000" pitchFamily="2" charset="2"/>
            </a:endParaRPr>
          </a:p>
        </p:txBody>
      </p:sp>
      <p:sp>
        <p:nvSpPr>
          <p:cNvPr id="5" name="文本框 4"/>
          <p:cNvSpPr txBox="1"/>
          <p:nvPr>
            <p:custDataLst>
              <p:tags r:id="rId4"/>
            </p:custDataLst>
          </p:nvPr>
        </p:nvSpPr>
        <p:spPr>
          <a:xfrm>
            <a:off x="2274256" y="1083901"/>
            <a:ext cx="3421856" cy="396583"/>
          </a:xfrm>
          <a:prstGeom prst="rect">
            <a:avLst/>
          </a:prstGeom>
          <a:noFill/>
        </p:spPr>
        <p:txBody>
          <a:bodyPr wrap="square">
            <a:spAutoFit/>
          </a:bodyPr>
          <a:p>
            <a:pPr>
              <a:lnSpc>
                <a:spcPct val="120000"/>
              </a:lnSpc>
            </a:pPr>
            <a:r>
              <a:rPr kumimoji="1" lang="zh-CN" altLang="en-US" b="1" dirty="0">
                <a:solidFill>
                  <a:srgbClr val="B50988"/>
                </a:solidFill>
                <a:latin typeface="+mn-ea"/>
                <a:cs typeface="Consolas" panose="020B0609020204030204" pitchFamily="49" charset="0"/>
                <a:sym typeface="Wingdings" panose="05000000000000000000" pitchFamily="2" charset="2"/>
              </a:rPr>
              <a:t>每次循环选择一个合适的顶点</a:t>
            </a:r>
            <a:endParaRPr kumimoji="1" lang="en-US" altLang="zh-CN" b="1" dirty="0">
              <a:solidFill>
                <a:srgbClr val="B50988"/>
              </a:solidFill>
              <a:latin typeface="+mn-ea"/>
              <a:cs typeface="Consolas" panose="020B0609020204030204" pitchFamily="49" charset="0"/>
              <a:sym typeface="Wingdings" panose="05000000000000000000" pitchFamily="2" charset="2"/>
            </a:endParaRPr>
          </a:p>
        </p:txBody>
      </p:sp>
      <p:sp>
        <p:nvSpPr>
          <p:cNvPr id="8" name="文本框 7"/>
          <p:cNvSpPr txBox="1"/>
          <p:nvPr>
            <p:custDataLst>
              <p:tags r:id="rId5"/>
            </p:custDataLst>
          </p:nvPr>
        </p:nvSpPr>
        <p:spPr>
          <a:xfrm>
            <a:off x="3043822" y="1413730"/>
            <a:ext cx="3421856" cy="396583"/>
          </a:xfrm>
          <a:prstGeom prst="rect">
            <a:avLst/>
          </a:prstGeom>
          <a:noFill/>
        </p:spPr>
        <p:txBody>
          <a:bodyPr wrap="square">
            <a:spAutoFit/>
          </a:bodyPr>
          <a:p>
            <a:pPr>
              <a:lnSpc>
                <a:spcPct val="120000"/>
              </a:lnSpc>
            </a:pPr>
            <a:r>
              <a:rPr kumimoji="1" lang="zh-CN" altLang="en-US" b="1" dirty="0">
                <a:solidFill>
                  <a:srgbClr val="CC00FF"/>
                </a:solidFill>
                <a:latin typeface="+mn-ea"/>
                <a:cs typeface="Consolas" panose="020B0609020204030204" pitchFamily="49" charset="0"/>
                <a:sym typeface="Wingdings" panose="05000000000000000000" pitchFamily="2" charset="2"/>
              </a:rPr>
              <a:t>每次循环选择一条合适的边</a:t>
            </a:r>
            <a:endParaRPr kumimoji="1" lang="en-US" altLang="zh-CN" b="1" dirty="0">
              <a:solidFill>
                <a:srgbClr val="B50988"/>
              </a:solidFill>
              <a:latin typeface="+mn-ea"/>
              <a:cs typeface="Consolas" panose="020B0609020204030204" pitchFamily="49" charset="0"/>
              <a:sym typeface="Wingdings" panose="05000000000000000000" pitchFamily="2" charset="2"/>
            </a:endParaRPr>
          </a:p>
        </p:txBody>
      </p:sp>
      <p:sp>
        <p:nvSpPr>
          <p:cNvPr id="9" name="文本框 8"/>
          <p:cNvSpPr txBox="1"/>
          <p:nvPr>
            <p:custDataLst>
              <p:tags r:id="rId6"/>
            </p:custDataLst>
          </p:nvPr>
        </p:nvSpPr>
        <p:spPr>
          <a:xfrm>
            <a:off x="1837254" y="2935498"/>
            <a:ext cx="805493" cy="396583"/>
          </a:xfrm>
          <a:prstGeom prst="rect">
            <a:avLst/>
          </a:prstGeom>
          <a:noFill/>
        </p:spPr>
        <p:txBody>
          <a:bodyPr wrap="square">
            <a:spAutoFit/>
          </a:bodyPr>
          <a:p>
            <a:pPr>
              <a:lnSpc>
                <a:spcPct val="120000"/>
              </a:lnSpc>
            </a:pPr>
            <a:r>
              <a:rPr kumimoji="1" lang="en-US" altLang="zh-CN" b="1" dirty="0">
                <a:solidFill>
                  <a:srgbClr val="B50988"/>
                </a:solidFill>
                <a:latin typeface="+mn-ea"/>
                <a:cs typeface="Consolas" panose="020B0609020204030204" pitchFamily="49" charset="0"/>
                <a:sym typeface="Wingdings" panose="05000000000000000000" pitchFamily="2" charset="2"/>
              </a:rPr>
              <a:t>O(n</a:t>
            </a:r>
            <a:r>
              <a:rPr kumimoji="1" lang="en-US" altLang="zh-CN" b="1" baseline="30000" dirty="0">
                <a:solidFill>
                  <a:srgbClr val="B50988"/>
                </a:solidFill>
                <a:latin typeface="+mn-ea"/>
                <a:cs typeface="Consolas" panose="020B0609020204030204" pitchFamily="49" charset="0"/>
                <a:sym typeface="Wingdings" panose="05000000000000000000" pitchFamily="2" charset="2"/>
              </a:rPr>
              <a:t>2</a:t>
            </a:r>
            <a:r>
              <a:rPr kumimoji="1" lang="en-US" altLang="zh-CN" b="1" dirty="0">
                <a:solidFill>
                  <a:srgbClr val="B50988"/>
                </a:solidFill>
                <a:latin typeface="+mn-ea"/>
                <a:cs typeface="Consolas" panose="020B0609020204030204" pitchFamily="49" charset="0"/>
                <a:sym typeface="Wingdings" panose="05000000000000000000" pitchFamily="2" charset="2"/>
              </a:rPr>
              <a:t>)</a:t>
            </a:r>
            <a:endParaRPr kumimoji="1" lang="en-US" altLang="zh-CN" b="1" dirty="0">
              <a:solidFill>
                <a:srgbClr val="B50988"/>
              </a:solidFill>
              <a:latin typeface="+mn-ea"/>
              <a:cs typeface="Consolas" panose="020B0609020204030204" pitchFamily="49" charset="0"/>
              <a:sym typeface="Wingdings" panose="05000000000000000000" pitchFamily="2" charset="2"/>
            </a:endParaRPr>
          </a:p>
        </p:txBody>
      </p:sp>
      <p:sp>
        <p:nvSpPr>
          <p:cNvPr id="10" name="文本框 9"/>
          <p:cNvSpPr txBox="1"/>
          <p:nvPr>
            <p:custDataLst>
              <p:tags r:id="rId7"/>
            </p:custDataLst>
          </p:nvPr>
        </p:nvSpPr>
        <p:spPr>
          <a:xfrm>
            <a:off x="1837254" y="3929631"/>
            <a:ext cx="1442541" cy="423545"/>
          </a:xfrm>
          <a:prstGeom prst="rect">
            <a:avLst/>
          </a:prstGeom>
          <a:noFill/>
        </p:spPr>
        <p:txBody>
          <a:bodyPr wrap="square">
            <a:spAutoFit/>
          </a:bodyPr>
          <a:p>
            <a:pPr>
              <a:lnSpc>
                <a:spcPct val="120000"/>
              </a:lnSpc>
            </a:pPr>
            <a:r>
              <a:rPr kumimoji="1" lang="en-US" altLang="zh-CN" b="1" dirty="0">
                <a:solidFill>
                  <a:srgbClr val="CC00FF"/>
                </a:solidFill>
                <a:latin typeface="+mn-ea"/>
                <a:cs typeface="Consolas" panose="020B0609020204030204" pitchFamily="49" charset="0"/>
                <a:sym typeface="Wingdings" panose="05000000000000000000" pitchFamily="2" charset="2"/>
              </a:rPr>
              <a:t>O(eloge)</a:t>
            </a:r>
            <a:endParaRPr kumimoji="1" lang="en-US" altLang="zh-CN" b="1" dirty="0">
              <a:solidFill>
                <a:srgbClr val="CC00FF"/>
              </a:solidFill>
              <a:latin typeface="+mn-ea"/>
              <a:cs typeface="Consolas" panose="020B0609020204030204" pitchFamily="49" charset="0"/>
              <a:sym typeface="Wingdings" panose="05000000000000000000" pitchFamily="2" charset="2"/>
            </a:endParaRPr>
          </a:p>
        </p:txBody>
      </p:sp>
      <p:sp>
        <p:nvSpPr>
          <p:cNvPr id="11" name="文本框 10"/>
          <p:cNvSpPr txBox="1"/>
          <p:nvPr>
            <p:custDataLst>
              <p:tags r:id="rId8"/>
            </p:custDataLst>
          </p:nvPr>
        </p:nvSpPr>
        <p:spPr>
          <a:xfrm>
            <a:off x="2520465" y="2935947"/>
            <a:ext cx="2380015" cy="396134"/>
          </a:xfrm>
          <a:prstGeom prst="rect">
            <a:avLst/>
          </a:prstGeom>
          <a:noFill/>
        </p:spPr>
        <p:txBody>
          <a:bodyPr wrap="square">
            <a:spAutoFit/>
          </a:bodyPr>
          <a:p>
            <a:pPr>
              <a:lnSpc>
                <a:spcPct val="120000"/>
              </a:lnSpc>
            </a:pPr>
            <a:r>
              <a:rPr kumimoji="1" lang="en-US" altLang="zh-CN" b="1" dirty="0">
                <a:latin typeface="+mn-ea"/>
                <a:cs typeface="Consolas" panose="020B0609020204030204" pitchFamily="49" charset="0"/>
                <a:sym typeface="Wingdings" panose="05000000000000000000" pitchFamily="2" charset="2"/>
              </a:rPr>
              <a:t>-&gt;</a:t>
            </a:r>
            <a:r>
              <a:rPr kumimoji="1" lang="en-US" altLang="zh-CN" b="1" dirty="0">
                <a:solidFill>
                  <a:srgbClr val="B50988"/>
                </a:solidFill>
                <a:latin typeface="+mn-ea"/>
                <a:cs typeface="Consolas" panose="020B0609020204030204" pitchFamily="49" charset="0"/>
                <a:sym typeface="Wingdings" panose="05000000000000000000" pitchFamily="2" charset="2"/>
              </a:rPr>
              <a:t> </a:t>
            </a:r>
            <a:r>
              <a:rPr kumimoji="1" lang="zh-CN" altLang="en-US" b="1" dirty="0">
                <a:solidFill>
                  <a:srgbClr val="B50988"/>
                </a:solidFill>
                <a:latin typeface="+mn-ea"/>
                <a:cs typeface="Consolas" panose="020B0609020204030204" pitchFamily="49" charset="0"/>
                <a:sym typeface="Wingdings" panose="05000000000000000000" pitchFamily="2" charset="2"/>
              </a:rPr>
              <a:t>只与顶点数</a:t>
            </a:r>
            <a:r>
              <a:rPr kumimoji="1" lang="en-US" altLang="zh-CN" b="1" dirty="0">
                <a:solidFill>
                  <a:srgbClr val="B50988"/>
                </a:solidFill>
                <a:latin typeface="+mn-ea"/>
                <a:cs typeface="Consolas" panose="020B0609020204030204" pitchFamily="49" charset="0"/>
                <a:sym typeface="Wingdings" panose="05000000000000000000" pitchFamily="2" charset="2"/>
              </a:rPr>
              <a:t>n</a:t>
            </a:r>
            <a:r>
              <a:rPr kumimoji="1" lang="zh-CN" altLang="en-US" b="1" dirty="0">
                <a:solidFill>
                  <a:srgbClr val="B50988"/>
                </a:solidFill>
                <a:latin typeface="+mn-ea"/>
                <a:cs typeface="Consolas" panose="020B0609020204030204" pitchFamily="49" charset="0"/>
                <a:sym typeface="Wingdings" panose="05000000000000000000" pitchFamily="2" charset="2"/>
              </a:rPr>
              <a:t>有关</a:t>
            </a:r>
            <a:endParaRPr kumimoji="1" lang="en-US" altLang="zh-CN" b="1" dirty="0">
              <a:solidFill>
                <a:srgbClr val="B50988"/>
              </a:solidFill>
              <a:latin typeface="+mn-ea"/>
              <a:cs typeface="Consolas" panose="020B0609020204030204" pitchFamily="49" charset="0"/>
              <a:sym typeface="Wingdings" panose="05000000000000000000" pitchFamily="2" charset="2"/>
            </a:endParaRPr>
          </a:p>
        </p:txBody>
      </p:sp>
      <p:sp>
        <p:nvSpPr>
          <p:cNvPr id="13" name="文本框 12"/>
          <p:cNvSpPr txBox="1"/>
          <p:nvPr>
            <p:custDataLst>
              <p:tags r:id="rId9"/>
            </p:custDataLst>
          </p:nvPr>
        </p:nvSpPr>
        <p:spPr>
          <a:xfrm>
            <a:off x="3117962" y="3930080"/>
            <a:ext cx="2380015" cy="396134"/>
          </a:xfrm>
          <a:prstGeom prst="rect">
            <a:avLst/>
          </a:prstGeom>
          <a:noFill/>
        </p:spPr>
        <p:txBody>
          <a:bodyPr wrap="square">
            <a:spAutoFit/>
          </a:bodyPr>
          <a:p>
            <a:pPr>
              <a:lnSpc>
                <a:spcPct val="120000"/>
              </a:lnSpc>
            </a:pPr>
            <a:r>
              <a:rPr kumimoji="1" lang="en-US" altLang="zh-CN" b="1" dirty="0">
                <a:latin typeface="+mn-ea"/>
                <a:cs typeface="Consolas" panose="020B0609020204030204" pitchFamily="49" charset="0"/>
                <a:sym typeface="Wingdings" panose="05000000000000000000" pitchFamily="2" charset="2"/>
              </a:rPr>
              <a:t>-&gt;</a:t>
            </a:r>
            <a:r>
              <a:rPr kumimoji="1" lang="en-US" altLang="zh-CN" b="1" dirty="0">
                <a:solidFill>
                  <a:srgbClr val="B50988"/>
                </a:solidFill>
                <a:latin typeface="+mn-ea"/>
                <a:cs typeface="Consolas" panose="020B0609020204030204" pitchFamily="49" charset="0"/>
                <a:sym typeface="Wingdings" panose="05000000000000000000" pitchFamily="2" charset="2"/>
              </a:rPr>
              <a:t> </a:t>
            </a:r>
            <a:r>
              <a:rPr kumimoji="1" lang="zh-CN" altLang="en-US" b="1" dirty="0">
                <a:solidFill>
                  <a:srgbClr val="CC00FF"/>
                </a:solidFill>
                <a:latin typeface="+mn-ea"/>
                <a:cs typeface="Consolas" panose="020B0609020204030204" pitchFamily="49" charset="0"/>
                <a:sym typeface="Wingdings" panose="05000000000000000000" pitchFamily="2" charset="2"/>
              </a:rPr>
              <a:t>只与边数</a:t>
            </a:r>
            <a:r>
              <a:rPr kumimoji="1" lang="en-US" altLang="zh-CN" b="1" dirty="0">
                <a:solidFill>
                  <a:srgbClr val="CC00FF"/>
                </a:solidFill>
                <a:latin typeface="+mn-ea"/>
                <a:cs typeface="Consolas" panose="020B0609020204030204" pitchFamily="49" charset="0"/>
                <a:sym typeface="Wingdings" panose="05000000000000000000" pitchFamily="2" charset="2"/>
              </a:rPr>
              <a:t>e</a:t>
            </a:r>
            <a:r>
              <a:rPr kumimoji="1" lang="zh-CN" altLang="en-US" b="1" dirty="0">
                <a:solidFill>
                  <a:srgbClr val="CC00FF"/>
                </a:solidFill>
                <a:latin typeface="+mn-ea"/>
                <a:cs typeface="Consolas" panose="020B0609020204030204" pitchFamily="49" charset="0"/>
                <a:sym typeface="Wingdings" panose="05000000000000000000" pitchFamily="2" charset="2"/>
              </a:rPr>
              <a:t>有关</a:t>
            </a:r>
            <a:endParaRPr kumimoji="1" lang="en-US" altLang="zh-CN" b="1" dirty="0">
              <a:solidFill>
                <a:srgbClr val="CC00FF"/>
              </a:solidFill>
              <a:latin typeface="+mn-ea"/>
              <a:cs typeface="Consolas" panose="020B0609020204030204" pitchFamily="49" charset="0"/>
              <a:sym typeface="Wingdings" panose="05000000000000000000" pitchFamily="2" charset="2"/>
            </a:endParaRPr>
          </a:p>
        </p:txBody>
      </p:sp>
      <p:sp>
        <p:nvSpPr>
          <p:cNvPr id="14" name="Text Box 2"/>
          <p:cNvSpPr txBox="1">
            <a:spLocks noChangeArrowheads="1"/>
          </p:cNvSpPr>
          <p:nvPr>
            <p:custDataLst>
              <p:tags r:id="rId10"/>
            </p:custDataLst>
          </p:nvPr>
        </p:nvSpPr>
        <p:spPr bwMode="auto">
          <a:xfrm>
            <a:off x="0" y="4396117"/>
            <a:ext cx="9144000" cy="1132105"/>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适用范围</a:t>
            </a:r>
            <a:endParaRPr kumimoji="1" lang="en-US" altLang="zh-CN" sz="2000" b="1" dirty="0">
              <a:solidFill>
                <a:srgbClr val="0099BC"/>
              </a:solidFill>
              <a:latin typeface="+mn-ea"/>
              <a:cs typeface="Consolas" panose="020B0609020204030204" pitchFamily="49" charset="0"/>
            </a:endParaRPr>
          </a:p>
          <a:p>
            <a:pPr>
              <a:lnSpc>
                <a:spcPct val="120000"/>
              </a:lnSpc>
            </a:pPr>
            <a:r>
              <a:rPr kumimoji="1" lang="zh-CN" altLang="en-US" b="1" dirty="0">
                <a:solidFill>
                  <a:schemeClr val="accent2">
                    <a:lumMod val="75000"/>
                  </a:schemeClr>
                </a:solidFill>
                <a:latin typeface="+mn-ea"/>
                <a:cs typeface="Consolas" panose="020B0609020204030204" pitchFamily="49" charset="0"/>
              </a:rPr>
              <a:t>普里姆</a:t>
            </a:r>
            <a:r>
              <a:rPr kumimoji="1" lang="en-US" altLang="zh-CN" b="1" dirty="0">
                <a:solidFill>
                  <a:schemeClr val="accent2">
                    <a:lumMod val="75000"/>
                  </a:schemeClr>
                </a:solidFill>
                <a:latin typeface="+mn-ea"/>
                <a:cs typeface="Consolas" panose="020B0609020204030204" pitchFamily="49" charset="0"/>
              </a:rPr>
              <a:t>(Prim)</a:t>
            </a:r>
            <a:r>
              <a:rPr kumimoji="1" lang="zh-CN" altLang="en-US" b="1" dirty="0">
                <a:solidFill>
                  <a:schemeClr val="accent2">
                    <a:lumMod val="75000"/>
                  </a:schemeClr>
                </a:solidFill>
                <a:latin typeface="+mn-ea"/>
                <a:cs typeface="Consolas" panose="020B0609020204030204" pitchFamily="49" charset="0"/>
              </a:rPr>
              <a:t>算法</a:t>
            </a:r>
            <a:r>
              <a:rPr kumimoji="1" lang="en-US" altLang="zh-CN" b="1" dirty="0">
                <a:solidFill>
                  <a:schemeClr val="accent2">
                    <a:lumMod val="75000"/>
                  </a:schemeClr>
                </a:solidFill>
                <a:latin typeface="+mn-ea"/>
                <a:cs typeface="Consolas" panose="020B0609020204030204" pitchFamily="49" charset="0"/>
                <a:sym typeface="Wingdings" panose="05000000000000000000" pitchFamily="2" charset="2"/>
              </a:rPr>
              <a:t> </a:t>
            </a:r>
            <a:r>
              <a:rPr kumimoji="1" lang="en-US" altLang="zh-CN" b="1" dirty="0">
                <a:latin typeface="+mn-ea"/>
                <a:cs typeface="Consolas" panose="020B0609020204030204" pitchFamily="49" charset="0"/>
                <a:sym typeface="Wingdings" panose="05000000000000000000" pitchFamily="2" charset="2"/>
              </a:rPr>
              <a:t>-&gt; </a:t>
            </a:r>
            <a:endParaRPr kumimoji="1" lang="en-US" altLang="zh-CN" b="1" dirty="0">
              <a:solidFill>
                <a:srgbClr val="B50988"/>
              </a:solidFill>
              <a:latin typeface="+mn-ea"/>
              <a:cs typeface="Consolas" panose="020B0609020204030204" pitchFamily="49" charset="0"/>
              <a:sym typeface="Wingdings" panose="05000000000000000000" pitchFamily="2" charset="2"/>
            </a:endParaRPr>
          </a:p>
          <a:p>
            <a:pPr>
              <a:lnSpc>
                <a:spcPct val="120000"/>
              </a:lnSpc>
            </a:pPr>
            <a:r>
              <a:rPr kumimoji="1" lang="zh-CN" altLang="en-US" b="1" dirty="0">
                <a:solidFill>
                  <a:schemeClr val="accent2">
                    <a:lumMod val="75000"/>
                  </a:schemeClr>
                </a:solidFill>
                <a:latin typeface="+mn-ea"/>
                <a:cs typeface="Consolas" panose="020B0609020204030204" pitchFamily="49" charset="0"/>
              </a:rPr>
              <a:t>克鲁斯卡尔</a:t>
            </a:r>
            <a:r>
              <a:rPr kumimoji="1" lang="en-US" altLang="zh-CN" b="1" dirty="0">
                <a:solidFill>
                  <a:schemeClr val="accent2">
                    <a:lumMod val="75000"/>
                  </a:schemeClr>
                </a:solidFill>
                <a:latin typeface="+mn-ea"/>
                <a:cs typeface="Consolas" panose="020B0609020204030204" pitchFamily="49" charset="0"/>
              </a:rPr>
              <a:t>(Kruskal)</a:t>
            </a:r>
            <a:r>
              <a:rPr kumimoji="1" lang="zh-CN" altLang="en-US" b="1" dirty="0">
                <a:solidFill>
                  <a:schemeClr val="accent2">
                    <a:lumMod val="75000"/>
                  </a:schemeClr>
                </a:solidFill>
                <a:latin typeface="+mn-ea"/>
                <a:cs typeface="Consolas" panose="020B0609020204030204" pitchFamily="49" charset="0"/>
              </a:rPr>
              <a:t>算法</a:t>
            </a:r>
            <a:r>
              <a:rPr kumimoji="1" lang="en-US" altLang="zh-CN" b="1" dirty="0">
                <a:solidFill>
                  <a:schemeClr val="accent2">
                    <a:lumMod val="75000"/>
                  </a:schemeClr>
                </a:solidFill>
                <a:latin typeface="+mn-ea"/>
                <a:cs typeface="Consolas" panose="020B0609020204030204" pitchFamily="49" charset="0"/>
                <a:sym typeface="Wingdings" panose="05000000000000000000" pitchFamily="2" charset="2"/>
              </a:rPr>
              <a:t> </a:t>
            </a:r>
            <a:r>
              <a:rPr kumimoji="1" lang="en-US" altLang="zh-CN" b="1" dirty="0">
                <a:latin typeface="+mn-ea"/>
                <a:cs typeface="Consolas" panose="020B0609020204030204" pitchFamily="49" charset="0"/>
                <a:sym typeface="Wingdings" panose="05000000000000000000" pitchFamily="2" charset="2"/>
              </a:rPr>
              <a:t>-&gt; </a:t>
            </a:r>
            <a:endParaRPr kumimoji="1" lang="zh-CN" altLang="en-US" b="1" dirty="0">
              <a:solidFill>
                <a:srgbClr val="CC00FF"/>
              </a:solidFill>
              <a:latin typeface="+mn-ea"/>
              <a:cs typeface="Consolas" panose="020B0609020204030204" pitchFamily="49" charset="0"/>
            </a:endParaRPr>
          </a:p>
        </p:txBody>
      </p:sp>
      <p:sp>
        <p:nvSpPr>
          <p:cNvPr id="15" name="文本框 14"/>
          <p:cNvSpPr txBox="1"/>
          <p:nvPr>
            <p:custDataLst>
              <p:tags r:id="rId11"/>
            </p:custDataLst>
          </p:nvPr>
        </p:nvSpPr>
        <p:spPr>
          <a:xfrm>
            <a:off x="2272972" y="4759115"/>
            <a:ext cx="1032205" cy="396583"/>
          </a:xfrm>
          <a:prstGeom prst="rect">
            <a:avLst/>
          </a:prstGeom>
          <a:noFill/>
        </p:spPr>
        <p:txBody>
          <a:bodyPr wrap="square">
            <a:spAutoFit/>
          </a:bodyPr>
          <a:p>
            <a:pPr>
              <a:lnSpc>
                <a:spcPct val="120000"/>
              </a:lnSpc>
            </a:pPr>
            <a:r>
              <a:rPr kumimoji="1" lang="zh-CN" altLang="en-US" b="1" dirty="0">
                <a:solidFill>
                  <a:srgbClr val="B50988"/>
                </a:solidFill>
                <a:latin typeface="+mn-ea"/>
                <a:cs typeface="Consolas" panose="020B0609020204030204" pitchFamily="49" charset="0"/>
                <a:sym typeface="Wingdings" panose="05000000000000000000" pitchFamily="2" charset="2"/>
              </a:rPr>
              <a:t>稠密图</a:t>
            </a:r>
            <a:endParaRPr kumimoji="1" lang="en-US" altLang="zh-CN" b="1" dirty="0">
              <a:solidFill>
                <a:srgbClr val="B50988"/>
              </a:solidFill>
              <a:latin typeface="+mn-ea"/>
              <a:cs typeface="Consolas" panose="020B0609020204030204" pitchFamily="49" charset="0"/>
              <a:sym typeface="Wingdings" panose="05000000000000000000" pitchFamily="2" charset="2"/>
            </a:endParaRPr>
          </a:p>
        </p:txBody>
      </p:sp>
      <p:sp>
        <p:nvSpPr>
          <p:cNvPr id="16" name="文本框 15"/>
          <p:cNvSpPr txBox="1"/>
          <p:nvPr>
            <p:custDataLst>
              <p:tags r:id="rId12"/>
            </p:custDataLst>
          </p:nvPr>
        </p:nvSpPr>
        <p:spPr>
          <a:xfrm>
            <a:off x="3041721" y="5090189"/>
            <a:ext cx="1442541" cy="396583"/>
          </a:xfrm>
          <a:prstGeom prst="rect">
            <a:avLst/>
          </a:prstGeom>
          <a:noFill/>
        </p:spPr>
        <p:txBody>
          <a:bodyPr wrap="square">
            <a:spAutoFit/>
          </a:bodyPr>
          <a:p>
            <a:pPr>
              <a:lnSpc>
                <a:spcPct val="120000"/>
              </a:lnSpc>
            </a:pPr>
            <a:r>
              <a:rPr kumimoji="1" lang="zh-CN" altLang="en-US" b="1" dirty="0">
                <a:solidFill>
                  <a:srgbClr val="CC00FF"/>
                </a:solidFill>
                <a:latin typeface="+mn-ea"/>
                <a:cs typeface="Consolas" panose="020B0609020204030204" pitchFamily="49" charset="0"/>
                <a:sym typeface="Wingdings" panose="05000000000000000000" pitchFamily="2" charset="2"/>
              </a:rPr>
              <a:t>稀疏图</a:t>
            </a:r>
            <a:endParaRPr kumimoji="1" lang="en-US" altLang="zh-CN" b="1" dirty="0">
              <a:solidFill>
                <a:srgbClr val="CC00FF"/>
              </a:solidFill>
              <a:latin typeface="+mn-ea"/>
              <a:cs typeface="Consolas" panose="020B0609020204030204" pitchFamily="49" charset="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wipe(left)">
                                      <p:cBhvr>
                                        <p:cTn id="32" dur="500"/>
                                        <p:tgtEl>
                                          <p:spTgt spid="4">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Effect transition="in" filter="wipe(left)">
                                      <p:cBhvr>
                                        <p:cTn id="37" dur="500"/>
                                        <p:tgtEl>
                                          <p:spTgt spid="4">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wipe(left)">
                                      <p:cBhvr>
                                        <p:cTn id="42" dur="500"/>
                                        <p:tgtEl>
                                          <p:spTgt spid="4">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left)">
                                      <p:cBhvr>
                                        <p:cTn id="57" dur="500"/>
                                        <p:tgtEl>
                                          <p:spTgt spid="4">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xEl>
                                              <p:pRg st="5" end="5"/>
                                            </p:txEl>
                                          </p:spTgt>
                                        </p:tgtEl>
                                        <p:attrNameLst>
                                          <p:attrName>style.visibility</p:attrName>
                                        </p:attrNameLst>
                                      </p:cBhvr>
                                      <p:to>
                                        <p:strVal val="visible"/>
                                      </p:to>
                                    </p:set>
                                    <p:animEffect transition="in" filter="wipe(left)">
                                      <p:cBhvr>
                                        <p:cTn id="62" dur="500"/>
                                        <p:tgtEl>
                                          <p:spTgt spid="4">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
                                            <p:txEl>
                                              <p:pRg st="6" end="6"/>
                                            </p:txEl>
                                          </p:spTgt>
                                        </p:tgtEl>
                                        <p:attrNameLst>
                                          <p:attrName>style.visibility</p:attrName>
                                        </p:attrNameLst>
                                      </p:cBhvr>
                                      <p:to>
                                        <p:strVal val="visible"/>
                                      </p:to>
                                    </p:set>
                                    <p:animEffect transition="in" filter="wipe(left)">
                                      <p:cBhvr>
                                        <p:cTn id="67" dur="500"/>
                                        <p:tgtEl>
                                          <p:spTgt spid="4">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wipe(left)">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left)">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4">
                                            <p:txEl>
                                              <p:pRg st="0" end="0"/>
                                            </p:txEl>
                                          </p:spTgt>
                                        </p:tgtEl>
                                        <p:attrNameLst>
                                          <p:attrName>style.visibility</p:attrName>
                                        </p:attrNameLst>
                                      </p:cBhvr>
                                      <p:to>
                                        <p:strVal val="visible"/>
                                      </p:to>
                                    </p:set>
                                    <p:animEffect transition="in" filter="wipe(left)">
                                      <p:cBhvr>
                                        <p:cTn id="82" dur="500"/>
                                        <p:tgtEl>
                                          <p:spTgt spid="14">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4">
                                            <p:txEl>
                                              <p:pRg st="1" end="1"/>
                                            </p:txEl>
                                          </p:spTgt>
                                        </p:tgtEl>
                                        <p:attrNameLst>
                                          <p:attrName>style.visibility</p:attrName>
                                        </p:attrNameLst>
                                      </p:cBhvr>
                                      <p:to>
                                        <p:strVal val="visible"/>
                                      </p:to>
                                    </p:set>
                                    <p:animEffect transition="in" filter="wipe(left)">
                                      <p:cBhvr>
                                        <p:cTn id="87" dur="500"/>
                                        <p:tgtEl>
                                          <p:spTgt spid="14">
                                            <p:txEl>
                                              <p:pRg st="1" end="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wipe(left)">
                                      <p:cBhvr>
                                        <p:cTn id="92" dur="500"/>
                                        <p:tgtEl>
                                          <p:spTgt spid="1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4">
                                            <p:txEl>
                                              <p:pRg st="2" end="2"/>
                                            </p:txEl>
                                          </p:spTgt>
                                        </p:tgtEl>
                                        <p:attrNameLst>
                                          <p:attrName>style.visibility</p:attrName>
                                        </p:attrNameLst>
                                      </p:cBhvr>
                                      <p:to>
                                        <p:strVal val="visible"/>
                                      </p:to>
                                    </p:set>
                                    <p:animEffect transition="in" filter="wipe(left)">
                                      <p:cBhvr>
                                        <p:cTn id="97" dur="500"/>
                                        <p:tgtEl>
                                          <p:spTgt spid="14">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wipe(left)">
                                      <p:cBhvr>
                                        <p:cTn id="10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P spid="13" grpId="0"/>
      <p:bldP spid="15" grpId="0"/>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背包问题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会场安排问题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最优装载问题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哈夫曼编码</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最小生成树</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dirty="0">
                <a:solidFill>
                  <a:srgbClr val="CC00FF"/>
                </a:solidFill>
                <a:latin typeface="微软雅黑" panose="020B0503020204020204" charset="-122"/>
                <a:ea typeface="微软雅黑" panose="020B0503020204020204" charset="-122"/>
                <a:cs typeface="微软雅黑" panose="020B0503020204020204" charset="-122"/>
                <a:sym typeface="+mn-ea"/>
              </a:rPr>
              <a:t>单源最短路径</a:t>
            </a: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dirty="0">
              <a:solidFill>
                <a:srgbClr val="CC00FF"/>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7" name="Text Box 2"/>
          <p:cNvSpPr txBox="1">
            <a:spLocks noChangeArrowheads="1"/>
          </p:cNvSpPr>
          <p:nvPr>
            <p:custDataLst>
              <p:tags r:id="rId2"/>
            </p:custDataLst>
          </p:nvPr>
        </p:nvSpPr>
        <p:spPr bwMode="auto">
          <a:xfrm>
            <a:off x="0" y="722491"/>
            <a:ext cx="9144000" cy="1430713"/>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路径的概念</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考虑带权有向图，把一条路径</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仅考虑简单路径</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上所经边的权值之和定义为该路径的路径长度或称带权路径长度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表示两点间的路径一般用</a:t>
            </a:r>
            <a:r>
              <a:rPr kumimoji="1" lang="zh-CN" altLang="en-US" b="1" dirty="0">
                <a:solidFill>
                  <a:schemeClr val="accent2">
                    <a:lumMod val="75000"/>
                  </a:schemeClr>
                </a:solidFill>
                <a:latin typeface="+mn-ea"/>
                <a:cs typeface="Consolas" panose="020B0609020204030204" pitchFamily="49" charset="0"/>
              </a:rPr>
              <a:t>路径长度</a:t>
            </a:r>
            <a:r>
              <a:rPr kumimoji="1" lang="zh-CN" altLang="en-US" b="1" dirty="0">
                <a:latin typeface="+mn-ea"/>
                <a:cs typeface="Consolas" panose="020B0609020204030204" pitchFamily="49" charset="0"/>
              </a:rPr>
              <a:t>表示两点间距离，并用两点间经过的顶点表示</a:t>
            </a:r>
            <a:r>
              <a:rPr kumimoji="1" lang="zh-CN" altLang="en-US" b="1" dirty="0">
                <a:solidFill>
                  <a:schemeClr val="accent2">
                    <a:lumMod val="75000"/>
                  </a:schemeClr>
                </a:solidFill>
                <a:latin typeface="+mn-ea"/>
                <a:cs typeface="Consolas" panose="020B0609020204030204" pitchFamily="49" charset="0"/>
              </a:rPr>
              <a:t>路径</a:t>
            </a:r>
            <a:endParaRPr kumimoji="1" lang="zh-CN" altLang="en-US" b="1" dirty="0">
              <a:solidFill>
                <a:schemeClr val="accent2">
                  <a:lumMod val="75000"/>
                </a:schemeClr>
              </a:solidFill>
              <a:latin typeface="+mn-ea"/>
              <a:cs typeface="Consolas" panose="020B0609020204030204" pitchFamily="49" charset="0"/>
            </a:endParaRPr>
          </a:p>
        </p:txBody>
      </p:sp>
      <p:sp>
        <p:nvSpPr>
          <p:cNvPr id="20" name="TextBox 3"/>
          <p:cNvSpPr txBox="1"/>
          <p:nvPr>
            <p:custDataLst>
              <p:tags r:id="rId3"/>
            </p:custDataLst>
          </p:nvPr>
        </p:nvSpPr>
        <p:spPr>
          <a:xfrm>
            <a:off x="0" y="3143493"/>
            <a:ext cx="9144000" cy="396583"/>
          </a:xfrm>
          <a:prstGeom prst="rect">
            <a:avLst/>
          </a:prstGeom>
          <a:noFill/>
        </p:spPr>
        <p:txBody>
          <a:bodyPr wrap="square" rtlCol="0">
            <a:spAutoFit/>
          </a:bodyPr>
          <a:p>
            <a:pPr marL="285750" indent="-285750" defTabSz="914400" fontAlgn="base">
              <a:lnSpc>
                <a:spcPct val="120000"/>
              </a:lnSpc>
              <a:spcAft>
                <a:spcPct val="0"/>
              </a:spcAft>
              <a:buFont typeface="Wingdings" panose="05000000000000000000" pitchFamily="2" charset="2"/>
              <a:buChar char="n"/>
            </a:pPr>
            <a:r>
              <a:rPr kumimoji="1" lang="zh-CN" altLang="en-US" b="1" dirty="0">
                <a:latin typeface="+mn-ea"/>
                <a:cs typeface="Consolas" panose="020B0609020204030204" pitchFamily="49" charset="0"/>
              </a:rPr>
              <a:t>从源点到终点可能不止一条路径，把路径长度最短的那条路径称为</a:t>
            </a:r>
            <a:r>
              <a:rPr kumimoji="1" lang="zh-CN" altLang="en-US" b="1" dirty="0">
                <a:solidFill>
                  <a:schemeClr val="accent2">
                    <a:lumMod val="75000"/>
                  </a:schemeClr>
                </a:solidFill>
                <a:latin typeface="+mn-ea"/>
                <a:cs typeface="Consolas" panose="020B0609020204030204" pitchFamily="49" charset="0"/>
              </a:rPr>
              <a:t>最短路径</a:t>
            </a:r>
            <a:endParaRPr lang="zh-CN" altLang="en-US" b="1" dirty="0">
              <a:solidFill>
                <a:schemeClr val="accent2">
                  <a:lumMod val="75000"/>
                </a:schemeClr>
              </a:solidFill>
              <a:latin typeface="+mn-ea"/>
              <a:cs typeface="Consolas" panose="020B0609020204030204" pitchFamily="49" charset="0"/>
            </a:endParaRPr>
          </a:p>
        </p:txBody>
      </p:sp>
      <p:sp>
        <p:nvSpPr>
          <p:cNvPr id="35" name="TextBox 20"/>
          <p:cNvSpPr txBox="1"/>
          <p:nvPr>
            <p:custDataLst>
              <p:tags r:id="rId4"/>
            </p:custDataLst>
          </p:nvPr>
        </p:nvSpPr>
        <p:spPr>
          <a:xfrm>
            <a:off x="5787264" y="2316179"/>
            <a:ext cx="1187205" cy="728982"/>
          </a:xfrm>
          <a:prstGeom prst="rect">
            <a:avLst/>
          </a:prstGeom>
          <a:noFill/>
        </p:spPr>
        <p:txBody>
          <a:bodyPr wrap="square" rtlCol="0">
            <a:spAutoFit/>
          </a:bodyPr>
          <a:p>
            <a:pPr defTabSz="914400" fontAlgn="base">
              <a:lnSpc>
                <a:spcPct val="120000"/>
              </a:lnSpc>
              <a:spcAft>
                <a:spcPct val="0"/>
              </a:spcAft>
            </a:pPr>
            <a:r>
              <a:rPr kumimoji="1" lang="zh-CN" altLang="en-US" b="1" dirty="0">
                <a:solidFill>
                  <a:schemeClr val="accent2">
                    <a:lumMod val="75000"/>
                  </a:schemeClr>
                </a:solidFill>
                <a:latin typeface="+mn-ea"/>
                <a:cs typeface="Consolas" panose="020B0609020204030204" pitchFamily="49" charset="0"/>
              </a:rPr>
              <a:t>路径长度：</a:t>
            </a:r>
            <a:endParaRPr lang="zh-CN" altLang="en-US" b="1" baseline="-25000" dirty="0">
              <a:solidFill>
                <a:schemeClr val="accent2">
                  <a:lumMod val="75000"/>
                </a:schemeClr>
              </a:solidFill>
              <a:latin typeface="+mn-ea"/>
              <a:cs typeface="Consolas" panose="020B0609020204030204" pitchFamily="49" charset="0"/>
            </a:endParaRPr>
          </a:p>
          <a:p>
            <a:pPr defTabSz="914400" fontAlgn="base">
              <a:lnSpc>
                <a:spcPct val="120000"/>
              </a:lnSpc>
              <a:spcAft>
                <a:spcPct val="0"/>
              </a:spcAft>
            </a:pPr>
            <a:r>
              <a:rPr kumimoji="1" lang="zh-CN" altLang="en-US" b="1" dirty="0">
                <a:solidFill>
                  <a:schemeClr val="accent2">
                    <a:lumMod val="75000"/>
                  </a:schemeClr>
                </a:solidFill>
                <a:latin typeface="+mn-ea"/>
                <a:cs typeface="Consolas" panose="020B0609020204030204" pitchFamily="49" charset="0"/>
              </a:rPr>
              <a:t>路径：</a:t>
            </a:r>
            <a:endParaRPr lang="zh-CN" altLang="en-US" b="1" baseline="-25000" dirty="0">
              <a:solidFill>
                <a:schemeClr val="accent2">
                  <a:lumMod val="75000"/>
                </a:schemeClr>
              </a:solidFill>
              <a:latin typeface="+mn-ea"/>
              <a:cs typeface="Consolas" panose="020B0609020204030204" pitchFamily="49" charset="0"/>
            </a:endParaRPr>
          </a:p>
        </p:txBody>
      </p:sp>
      <p:sp>
        <p:nvSpPr>
          <p:cNvPr id="36" name="Oval 31"/>
          <p:cNvSpPr>
            <a:spLocks noChangeArrowheads="1"/>
          </p:cNvSpPr>
          <p:nvPr>
            <p:custDataLst>
              <p:tags r:id="rId5"/>
            </p:custDataLst>
          </p:nvPr>
        </p:nvSpPr>
        <p:spPr bwMode="auto">
          <a:xfrm>
            <a:off x="223909" y="2454318"/>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37" name="直接箭头连接符 36"/>
          <p:cNvCxnSpPr>
            <a:stCxn id="36" idx="6"/>
            <a:endCxn id="38" idx="2"/>
          </p:cNvCxnSpPr>
          <p:nvPr>
            <p:custDataLst>
              <p:tags r:id="rId6"/>
            </p:custDataLst>
          </p:nvPr>
        </p:nvCxnSpPr>
        <p:spPr>
          <a:xfrm>
            <a:off x="676614" y="2680671"/>
            <a:ext cx="643205"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8" name="Oval 31"/>
          <p:cNvSpPr>
            <a:spLocks noChangeArrowheads="1"/>
          </p:cNvSpPr>
          <p:nvPr>
            <p:custDataLst>
              <p:tags r:id="rId7"/>
            </p:custDataLst>
          </p:nvPr>
        </p:nvSpPr>
        <p:spPr bwMode="auto">
          <a:xfrm>
            <a:off x="1319819" y="2454318"/>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r>
              <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endParaRPr>
          </a:p>
        </p:txBody>
      </p:sp>
      <p:cxnSp>
        <p:nvCxnSpPr>
          <p:cNvPr id="43" name="直接箭头连接符 42"/>
          <p:cNvCxnSpPr>
            <a:endCxn id="44" idx="2"/>
          </p:cNvCxnSpPr>
          <p:nvPr>
            <p:custDataLst>
              <p:tags r:id="rId8"/>
            </p:custDataLst>
          </p:nvPr>
        </p:nvCxnSpPr>
        <p:spPr>
          <a:xfrm>
            <a:off x="1772524" y="2680671"/>
            <a:ext cx="643205"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4" name="Oval 31"/>
          <p:cNvSpPr>
            <a:spLocks noChangeArrowheads="1"/>
          </p:cNvSpPr>
          <p:nvPr>
            <p:custDataLst>
              <p:tags r:id="rId9"/>
            </p:custDataLst>
          </p:nvPr>
        </p:nvSpPr>
        <p:spPr bwMode="auto">
          <a:xfrm>
            <a:off x="2415729" y="2454318"/>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r>
              <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endParaRPr>
          </a:p>
        </p:txBody>
      </p:sp>
      <p:cxnSp>
        <p:nvCxnSpPr>
          <p:cNvPr id="46" name="直接箭头连接符 45"/>
          <p:cNvCxnSpPr/>
          <p:nvPr>
            <p:custDataLst>
              <p:tags r:id="rId10"/>
            </p:custDataLst>
          </p:nvPr>
        </p:nvCxnSpPr>
        <p:spPr>
          <a:xfrm>
            <a:off x="2868434" y="2680671"/>
            <a:ext cx="643205"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endCxn id="49" idx="2"/>
          </p:cNvCxnSpPr>
          <p:nvPr>
            <p:custDataLst>
              <p:tags r:id="rId11"/>
            </p:custDataLst>
          </p:nvPr>
        </p:nvCxnSpPr>
        <p:spPr>
          <a:xfrm>
            <a:off x="4431652" y="2680671"/>
            <a:ext cx="643205"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9" name="Oval 31"/>
          <p:cNvSpPr>
            <a:spLocks noChangeArrowheads="1"/>
          </p:cNvSpPr>
          <p:nvPr>
            <p:custDataLst>
              <p:tags r:id="rId12"/>
            </p:custDataLst>
          </p:nvPr>
        </p:nvSpPr>
        <p:spPr bwMode="auto">
          <a:xfrm>
            <a:off x="5074857" y="2454318"/>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u</a:t>
            </a:r>
            <a:endPar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endParaRPr>
          </a:p>
        </p:txBody>
      </p:sp>
      <p:sp>
        <p:nvSpPr>
          <p:cNvPr id="50" name="矩形 49"/>
          <p:cNvSpPr/>
          <p:nvPr>
            <p:custDataLst>
              <p:tags r:id="rId13"/>
            </p:custDataLst>
          </p:nvPr>
        </p:nvSpPr>
        <p:spPr>
          <a:xfrm>
            <a:off x="599407" y="2207495"/>
            <a:ext cx="646128"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rgbClr val="0000FF"/>
                </a:solidFill>
              </a:rPr>
              <a:t>c</a:t>
            </a:r>
            <a:r>
              <a:rPr kumimoji="1" lang="en-US" altLang="zh-CN" sz="2000" b="1" baseline="-25000" dirty="0">
                <a:solidFill>
                  <a:srgbClr val="0000FF"/>
                </a:solidFill>
              </a:rPr>
              <a:t>1</a:t>
            </a:r>
            <a:endParaRPr kumimoji="1" lang="zh-CN" altLang="en-US" sz="2000" b="1" baseline="-25000" dirty="0">
              <a:solidFill>
                <a:srgbClr val="0000FF"/>
              </a:solidFill>
            </a:endParaRPr>
          </a:p>
        </p:txBody>
      </p:sp>
      <p:sp>
        <p:nvSpPr>
          <p:cNvPr id="51" name="矩形 50"/>
          <p:cNvSpPr/>
          <p:nvPr>
            <p:custDataLst>
              <p:tags r:id="rId14"/>
            </p:custDataLst>
          </p:nvPr>
        </p:nvSpPr>
        <p:spPr>
          <a:xfrm>
            <a:off x="1704080" y="2207495"/>
            <a:ext cx="646128"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rgbClr val="0000FF"/>
                </a:solidFill>
              </a:rPr>
              <a:t>c</a:t>
            </a:r>
            <a:r>
              <a:rPr kumimoji="1" lang="en-US" altLang="zh-CN" sz="2000" b="1" baseline="-25000" dirty="0">
                <a:solidFill>
                  <a:srgbClr val="0000FF"/>
                </a:solidFill>
              </a:rPr>
              <a:t>2</a:t>
            </a:r>
            <a:endParaRPr kumimoji="1" lang="zh-CN" altLang="en-US" sz="2000" b="1" baseline="-25000" dirty="0">
              <a:solidFill>
                <a:srgbClr val="0000FF"/>
              </a:solidFill>
            </a:endParaRPr>
          </a:p>
        </p:txBody>
      </p:sp>
      <p:sp>
        <p:nvSpPr>
          <p:cNvPr id="52" name="矩形 51"/>
          <p:cNvSpPr/>
          <p:nvPr>
            <p:custDataLst>
              <p:tags r:id="rId15"/>
            </p:custDataLst>
          </p:nvPr>
        </p:nvSpPr>
        <p:spPr>
          <a:xfrm>
            <a:off x="2805830" y="2207495"/>
            <a:ext cx="646128"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rgbClr val="0000FF"/>
                </a:solidFill>
              </a:rPr>
              <a:t>c</a:t>
            </a:r>
            <a:r>
              <a:rPr kumimoji="1" lang="en-US" altLang="zh-CN" sz="2000" b="1" baseline="-25000" dirty="0">
                <a:solidFill>
                  <a:srgbClr val="0000FF"/>
                </a:solidFill>
              </a:rPr>
              <a:t>3</a:t>
            </a:r>
            <a:endParaRPr kumimoji="1" lang="zh-CN" altLang="en-US" sz="2000" b="1" baseline="-25000" dirty="0">
              <a:solidFill>
                <a:srgbClr val="0000FF"/>
              </a:solidFill>
            </a:endParaRPr>
          </a:p>
        </p:txBody>
      </p:sp>
      <p:sp>
        <p:nvSpPr>
          <p:cNvPr id="53" name="矩形 52"/>
          <p:cNvSpPr/>
          <p:nvPr>
            <p:custDataLst>
              <p:tags r:id="rId16"/>
            </p:custDataLst>
          </p:nvPr>
        </p:nvSpPr>
        <p:spPr>
          <a:xfrm>
            <a:off x="3650043" y="2454318"/>
            <a:ext cx="646128"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chemeClr val="tx1"/>
                </a:solidFill>
              </a:rPr>
              <a:t>…</a:t>
            </a:r>
            <a:endParaRPr kumimoji="1" lang="zh-CN" altLang="en-US" sz="2000" b="1" baseline="-25000" dirty="0">
              <a:solidFill>
                <a:schemeClr val="tx1"/>
              </a:solidFill>
            </a:endParaRPr>
          </a:p>
        </p:txBody>
      </p:sp>
      <p:sp>
        <p:nvSpPr>
          <p:cNvPr id="54" name="矩形 53"/>
          <p:cNvSpPr/>
          <p:nvPr>
            <p:custDataLst>
              <p:tags r:id="rId17"/>
            </p:custDataLst>
          </p:nvPr>
        </p:nvSpPr>
        <p:spPr>
          <a:xfrm>
            <a:off x="4390629" y="2207495"/>
            <a:ext cx="646128"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rgbClr val="0000FF"/>
                </a:solidFill>
              </a:rPr>
              <a:t>c</a:t>
            </a:r>
            <a:r>
              <a:rPr kumimoji="1" lang="en-US" altLang="zh-CN" sz="2000" b="1" baseline="-25000" dirty="0">
                <a:solidFill>
                  <a:srgbClr val="0000FF"/>
                </a:solidFill>
              </a:rPr>
              <a:t>m</a:t>
            </a:r>
            <a:endParaRPr kumimoji="1" lang="zh-CN" altLang="en-US" sz="2000" b="1" baseline="-25000" dirty="0">
              <a:solidFill>
                <a:srgbClr val="0000FF"/>
              </a:solidFill>
            </a:endParaRPr>
          </a:p>
        </p:txBody>
      </p:sp>
      <p:sp>
        <p:nvSpPr>
          <p:cNvPr id="55" name="TextBox 20"/>
          <p:cNvSpPr txBox="1"/>
          <p:nvPr>
            <p:custDataLst>
              <p:tags r:id="rId18"/>
            </p:custDataLst>
          </p:nvPr>
        </p:nvSpPr>
        <p:spPr>
          <a:xfrm>
            <a:off x="6430468" y="2316179"/>
            <a:ext cx="2815131" cy="728982"/>
          </a:xfrm>
          <a:prstGeom prst="rect">
            <a:avLst/>
          </a:prstGeom>
          <a:noFill/>
        </p:spPr>
        <p:txBody>
          <a:bodyPr wrap="square" rtlCol="0">
            <a:spAutoFit/>
          </a:bodyPr>
          <a:p>
            <a:pPr defTabSz="914400" fontAlgn="base">
              <a:lnSpc>
                <a:spcPct val="120000"/>
              </a:lnSpc>
              <a:spcAft>
                <a:spcPct val="0"/>
              </a:spcAft>
            </a:pPr>
            <a:r>
              <a:rPr kumimoji="1" lang="en-US" altLang="zh-CN" b="1" dirty="0">
                <a:latin typeface="+mn-ea"/>
                <a:cs typeface="Consolas" panose="020B0609020204030204" pitchFamily="49" charset="0"/>
              </a:rPr>
              <a:t>       </a:t>
            </a:r>
            <a:r>
              <a:rPr kumimoji="1" lang="en-US" altLang="zh-CN" b="1" dirty="0">
                <a:solidFill>
                  <a:srgbClr val="0000FF"/>
                </a:solidFill>
                <a:latin typeface="+mn-ea"/>
                <a:cs typeface="Consolas" panose="020B0609020204030204" pitchFamily="49" charset="0"/>
              </a:rPr>
              <a:t>c</a:t>
            </a:r>
            <a:r>
              <a:rPr kumimoji="1" lang="en-US" altLang="zh-CN" b="1" baseline="-25000" dirty="0">
                <a:solidFill>
                  <a:srgbClr val="0000FF"/>
                </a:solidFill>
                <a:latin typeface="+mn-ea"/>
                <a:cs typeface="Consolas" panose="020B0609020204030204" pitchFamily="49" charset="0"/>
              </a:rPr>
              <a:t>1</a:t>
            </a:r>
            <a:r>
              <a:rPr kumimoji="1" lang="en-US" altLang="zh-CN" b="1" baseline="-25000" dirty="0">
                <a:latin typeface="+mn-ea"/>
                <a:cs typeface="Consolas" panose="020B0609020204030204" pitchFamily="49" charset="0"/>
              </a:rPr>
              <a:t> </a:t>
            </a:r>
            <a:r>
              <a:rPr kumimoji="1" lang="en-US" altLang="zh-CN" b="1" dirty="0">
                <a:latin typeface="+mn-ea"/>
                <a:cs typeface="Consolas" panose="020B0609020204030204" pitchFamily="49" charset="0"/>
              </a:rPr>
              <a:t>+ </a:t>
            </a:r>
            <a:r>
              <a:rPr kumimoji="1" lang="en-US" altLang="zh-CN" b="1" dirty="0">
                <a:solidFill>
                  <a:srgbClr val="0000FF"/>
                </a:solidFill>
                <a:latin typeface="+mn-ea"/>
                <a:cs typeface="Consolas" panose="020B0609020204030204" pitchFamily="49" charset="0"/>
              </a:rPr>
              <a:t>c</a:t>
            </a:r>
            <a:r>
              <a:rPr kumimoji="1" lang="en-US" altLang="zh-CN" b="1" baseline="-25000" dirty="0">
                <a:solidFill>
                  <a:srgbClr val="0000FF"/>
                </a:solidFill>
                <a:latin typeface="+mn-ea"/>
                <a:cs typeface="Consolas" panose="020B0609020204030204" pitchFamily="49" charset="0"/>
              </a:rPr>
              <a:t>2</a:t>
            </a:r>
            <a:r>
              <a:rPr kumimoji="1" lang="en-US" altLang="zh-CN" b="1" baseline="-25000" dirty="0">
                <a:latin typeface="+mn-ea"/>
                <a:cs typeface="Consolas" panose="020B0609020204030204" pitchFamily="49" charset="0"/>
              </a:rPr>
              <a:t> </a:t>
            </a:r>
            <a:r>
              <a:rPr kumimoji="1" lang="en-US" altLang="zh-CN" b="1" dirty="0">
                <a:latin typeface="+mn-ea"/>
                <a:cs typeface="Consolas" panose="020B0609020204030204" pitchFamily="49" charset="0"/>
              </a:rPr>
              <a:t>+ </a:t>
            </a:r>
            <a:r>
              <a:rPr kumimoji="1" lang="en-US" altLang="zh-CN" b="1" dirty="0">
                <a:solidFill>
                  <a:srgbClr val="0000FF"/>
                </a:solidFill>
                <a:latin typeface="+mn-ea"/>
                <a:cs typeface="Consolas" panose="020B0609020204030204" pitchFamily="49" charset="0"/>
              </a:rPr>
              <a:t>…</a:t>
            </a:r>
            <a:r>
              <a:rPr kumimoji="1" lang="en-US" altLang="zh-CN" b="1" dirty="0">
                <a:latin typeface="+mn-ea"/>
                <a:cs typeface="Consolas" panose="020B0609020204030204" pitchFamily="49" charset="0"/>
                <a:sym typeface="Symbol" panose="05050102010706020507"/>
              </a:rPr>
              <a:t> + </a:t>
            </a:r>
            <a:r>
              <a:rPr kumimoji="1" lang="en-US" altLang="zh-CN" b="1" dirty="0">
                <a:solidFill>
                  <a:srgbClr val="0000FF"/>
                </a:solidFill>
                <a:latin typeface="+mn-ea"/>
                <a:cs typeface="Consolas" panose="020B0609020204030204" pitchFamily="49" charset="0"/>
                <a:sym typeface="Symbol" panose="05050102010706020507"/>
              </a:rPr>
              <a:t>c</a:t>
            </a:r>
            <a:r>
              <a:rPr kumimoji="1" lang="en-US" altLang="zh-CN" b="1" baseline="-25000" dirty="0">
                <a:solidFill>
                  <a:srgbClr val="0000FF"/>
                </a:solidFill>
                <a:latin typeface="+mn-ea"/>
                <a:cs typeface="Consolas" panose="020B0609020204030204" pitchFamily="49" charset="0"/>
                <a:sym typeface="Symbol" panose="05050102010706020507"/>
              </a:rPr>
              <a:t>m</a:t>
            </a:r>
            <a:endParaRPr lang="zh-CN" altLang="en-US" b="1" baseline="-25000" dirty="0">
              <a:solidFill>
                <a:srgbClr val="0000FF"/>
              </a:solidFill>
              <a:latin typeface="+mn-ea"/>
              <a:cs typeface="Consolas" panose="020B0609020204030204" pitchFamily="49" charset="0"/>
            </a:endParaRPr>
          </a:p>
          <a:p>
            <a:pPr defTabSz="914400" fontAlgn="base">
              <a:lnSpc>
                <a:spcPct val="120000"/>
              </a:lnSpc>
              <a:spcAft>
                <a:spcPct val="0"/>
              </a:spcAft>
            </a:pPr>
            <a:r>
              <a:rPr kumimoji="1" lang="en-US" altLang="zh-CN" b="1" dirty="0">
                <a:solidFill>
                  <a:srgbClr val="CC00FF"/>
                </a:solidFill>
                <a:latin typeface="+mn-ea"/>
                <a:cs typeface="Consolas" panose="020B0609020204030204" pitchFamily="49" charset="0"/>
              </a:rPr>
              <a:t>(v,  v</a:t>
            </a:r>
            <a:r>
              <a:rPr kumimoji="1" lang="en-US" altLang="zh-CN" b="1" baseline="-25000" dirty="0">
                <a:solidFill>
                  <a:srgbClr val="CC00FF"/>
                </a:solidFill>
                <a:latin typeface="+mn-ea"/>
                <a:cs typeface="Consolas" panose="020B0609020204030204" pitchFamily="49" charset="0"/>
              </a:rPr>
              <a:t>1</a:t>
            </a:r>
            <a:r>
              <a:rPr kumimoji="1" lang="en-US" altLang="zh-CN" b="1" dirty="0">
                <a:solidFill>
                  <a:srgbClr val="CC00FF"/>
                </a:solidFill>
                <a:latin typeface="+mn-ea"/>
                <a:cs typeface="Consolas" panose="020B0609020204030204" pitchFamily="49" charset="0"/>
              </a:rPr>
              <a:t>,  v</a:t>
            </a:r>
            <a:r>
              <a:rPr kumimoji="1" lang="en-US" altLang="zh-CN" b="1" baseline="-25000" dirty="0">
                <a:solidFill>
                  <a:srgbClr val="CC00FF"/>
                </a:solidFill>
                <a:latin typeface="+mn-ea"/>
                <a:cs typeface="Consolas" panose="020B0609020204030204" pitchFamily="49" charset="0"/>
              </a:rPr>
              <a:t>2</a:t>
            </a:r>
            <a:r>
              <a:rPr kumimoji="1" lang="en-US" altLang="zh-CN" b="1" dirty="0">
                <a:solidFill>
                  <a:srgbClr val="CC00FF"/>
                </a:solidFill>
                <a:latin typeface="+mn-ea"/>
                <a:cs typeface="Consolas" panose="020B0609020204030204" pitchFamily="49" charset="0"/>
              </a:rPr>
              <a:t>,  … </a:t>
            </a:r>
            <a:r>
              <a:rPr kumimoji="1" lang="en-US" altLang="zh-CN" b="1" dirty="0">
                <a:solidFill>
                  <a:srgbClr val="CC00FF"/>
                </a:solidFill>
                <a:latin typeface="+mn-ea"/>
                <a:cs typeface="Consolas" panose="020B0609020204030204" pitchFamily="49" charset="0"/>
                <a:sym typeface="Symbol" panose="05050102010706020507"/>
              </a:rPr>
              <a:t>,  u</a:t>
            </a:r>
            <a:r>
              <a:rPr kumimoji="1" lang="zh-CN" altLang="en-US" b="1" dirty="0">
                <a:solidFill>
                  <a:srgbClr val="CC00FF"/>
                </a:solidFill>
                <a:latin typeface="+mn-ea"/>
                <a:cs typeface="Consolas" panose="020B0609020204030204" pitchFamily="49" charset="0"/>
                <a:sym typeface="Symbol" panose="05050102010706020507"/>
              </a:rPr>
              <a:t>）</a:t>
            </a:r>
            <a:endParaRPr lang="zh-CN" altLang="en-US" b="1" baseline="-25000" dirty="0">
              <a:solidFill>
                <a:srgbClr val="CC00FF"/>
              </a:solidFill>
              <a:latin typeface="+mn-ea"/>
              <a:cs typeface="Consolas" panose="020B0609020204030204" pitchFamily="49" charset="0"/>
            </a:endParaRPr>
          </a:p>
        </p:txBody>
      </p:sp>
      <p:sp>
        <p:nvSpPr>
          <p:cNvPr id="56" name="矩形 55"/>
          <p:cNvSpPr/>
          <p:nvPr>
            <p:custDataLst>
              <p:tags r:id="rId19"/>
            </p:custDataLst>
          </p:nvPr>
        </p:nvSpPr>
        <p:spPr>
          <a:xfrm>
            <a:off x="3657600" y="2207495"/>
            <a:ext cx="646128"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rgbClr val="0000FF"/>
                </a:solidFill>
              </a:rPr>
              <a:t>…</a:t>
            </a:r>
            <a:endParaRPr kumimoji="1" lang="zh-CN" altLang="en-US" sz="2000" b="1" baseline="-25000" dirty="0">
              <a:solidFill>
                <a:srgbClr val="0000FF"/>
              </a:solidFill>
            </a:endParaRPr>
          </a:p>
        </p:txBody>
      </p:sp>
      <p:sp>
        <p:nvSpPr>
          <p:cNvPr id="57" name="TextBox 3"/>
          <p:cNvSpPr txBox="1"/>
          <p:nvPr>
            <p:custDataLst>
              <p:tags r:id="rId20"/>
            </p:custDataLst>
          </p:nvPr>
        </p:nvSpPr>
        <p:spPr>
          <a:xfrm>
            <a:off x="0" y="5670793"/>
            <a:ext cx="9144000" cy="396583"/>
          </a:xfrm>
          <a:prstGeom prst="rect">
            <a:avLst/>
          </a:prstGeom>
          <a:noFill/>
        </p:spPr>
        <p:txBody>
          <a:bodyPr wrap="square" rtlCol="0">
            <a:spAutoFit/>
          </a:bodyPr>
          <a:p>
            <a:pPr marL="285750" indent="-285750" defTabSz="914400" fontAlgn="base">
              <a:lnSpc>
                <a:spcPct val="120000"/>
              </a:lnSpc>
              <a:spcAft>
                <a:spcPct val="0"/>
              </a:spcAft>
              <a:buFont typeface="Wingdings" panose="05000000000000000000" pitchFamily="2" charset="2"/>
              <a:buChar char="n"/>
            </a:pPr>
            <a:r>
              <a:rPr kumimoji="1" lang="zh-CN" altLang="en-US" b="1" dirty="0">
                <a:solidFill>
                  <a:srgbClr val="B50988"/>
                </a:solidFill>
                <a:latin typeface="+mn-ea"/>
                <a:cs typeface="Consolas" panose="020B0609020204030204" pitchFamily="49" charset="0"/>
              </a:rPr>
              <a:t>很多情况下，两个顶点的最短路径不一定唯一，但最短路径长度一定是唯一的</a:t>
            </a:r>
            <a:endParaRPr lang="zh-CN" altLang="en-US" b="1" dirty="0">
              <a:solidFill>
                <a:srgbClr val="B50988"/>
              </a:solidFill>
              <a:latin typeface="+mn-ea"/>
              <a:cs typeface="Consolas" panose="020B0609020204030204" pitchFamily="49" charset="0"/>
            </a:endParaRPr>
          </a:p>
        </p:txBody>
      </p:sp>
      <p:sp>
        <p:nvSpPr>
          <p:cNvPr id="59" name="Oval 31"/>
          <p:cNvSpPr>
            <a:spLocks noChangeArrowheads="1"/>
          </p:cNvSpPr>
          <p:nvPr>
            <p:custDataLst>
              <p:tags r:id="rId21"/>
            </p:custDataLst>
          </p:nvPr>
        </p:nvSpPr>
        <p:spPr bwMode="auto">
          <a:xfrm>
            <a:off x="978349" y="3719065"/>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1" name="Oval 31"/>
          <p:cNvSpPr>
            <a:spLocks noChangeArrowheads="1"/>
          </p:cNvSpPr>
          <p:nvPr>
            <p:custDataLst>
              <p:tags r:id="rId22"/>
            </p:custDataLst>
          </p:nvPr>
        </p:nvSpPr>
        <p:spPr bwMode="auto">
          <a:xfrm>
            <a:off x="978349" y="5096755"/>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2" name="Oval 31"/>
          <p:cNvSpPr>
            <a:spLocks noChangeArrowheads="1"/>
          </p:cNvSpPr>
          <p:nvPr>
            <p:custDataLst>
              <p:tags r:id="rId23"/>
            </p:custDataLst>
          </p:nvPr>
        </p:nvSpPr>
        <p:spPr bwMode="auto">
          <a:xfrm>
            <a:off x="223909" y="4407910"/>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63" name="Oval 31"/>
          <p:cNvSpPr>
            <a:spLocks noChangeArrowheads="1"/>
          </p:cNvSpPr>
          <p:nvPr>
            <p:custDataLst>
              <p:tags r:id="rId24"/>
            </p:custDataLst>
          </p:nvPr>
        </p:nvSpPr>
        <p:spPr bwMode="auto">
          <a:xfrm>
            <a:off x="1732789" y="4407910"/>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64" name="直接箭头连接符 63"/>
          <p:cNvCxnSpPr/>
          <p:nvPr>
            <p:custDataLst>
              <p:tags r:id="rId25"/>
            </p:custDataLst>
          </p:nvPr>
        </p:nvCxnSpPr>
        <p:spPr>
          <a:xfrm flipV="1">
            <a:off x="450262" y="3945418"/>
            <a:ext cx="528087" cy="46249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62" idx="6"/>
            <a:endCxn id="63" idx="2"/>
          </p:cNvCxnSpPr>
          <p:nvPr>
            <p:custDataLst>
              <p:tags r:id="rId26"/>
            </p:custDataLst>
          </p:nvPr>
        </p:nvCxnSpPr>
        <p:spPr>
          <a:xfrm>
            <a:off x="676614" y="4634263"/>
            <a:ext cx="1056175" cy="0"/>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custDataLst>
              <p:tags r:id="rId27"/>
            </p:custDataLst>
          </p:nvPr>
        </p:nvCxnSpPr>
        <p:spPr>
          <a:xfrm>
            <a:off x="1431054" y="3945418"/>
            <a:ext cx="528088" cy="46249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62" idx="4"/>
            <a:endCxn id="61" idx="2"/>
          </p:cNvCxnSpPr>
          <p:nvPr>
            <p:custDataLst>
              <p:tags r:id="rId28"/>
            </p:custDataLst>
          </p:nvPr>
        </p:nvCxnSpPr>
        <p:spPr>
          <a:xfrm>
            <a:off x="450262" y="4860615"/>
            <a:ext cx="528087" cy="46249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61" idx="6"/>
            <a:endCxn id="63" idx="4"/>
          </p:cNvCxnSpPr>
          <p:nvPr>
            <p:custDataLst>
              <p:tags r:id="rId29"/>
            </p:custDataLst>
          </p:nvPr>
        </p:nvCxnSpPr>
        <p:spPr>
          <a:xfrm flipV="1">
            <a:off x="1431054" y="4860615"/>
            <a:ext cx="528087" cy="46249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矩形 76"/>
          <p:cNvSpPr/>
          <p:nvPr>
            <p:custDataLst>
              <p:tags r:id="rId30"/>
            </p:custDataLst>
          </p:nvPr>
        </p:nvSpPr>
        <p:spPr>
          <a:xfrm>
            <a:off x="450261" y="3897312"/>
            <a:ext cx="398447"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chemeClr val="bg1">
                    <a:lumMod val="50000"/>
                  </a:schemeClr>
                </a:solidFill>
              </a:rPr>
              <a:t>1</a:t>
            </a:r>
            <a:endParaRPr kumimoji="1" lang="zh-CN" altLang="en-US" sz="2000" b="1" baseline="-25000" dirty="0">
              <a:solidFill>
                <a:schemeClr val="bg1">
                  <a:lumMod val="50000"/>
                </a:schemeClr>
              </a:solidFill>
            </a:endParaRPr>
          </a:p>
        </p:txBody>
      </p:sp>
      <p:sp>
        <p:nvSpPr>
          <p:cNvPr id="78" name="矩形 77"/>
          <p:cNvSpPr/>
          <p:nvPr>
            <p:custDataLst>
              <p:tags r:id="rId31"/>
            </p:custDataLst>
          </p:nvPr>
        </p:nvSpPr>
        <p:spPr>
          <a:xfrm>
            <a:off x="1533565" y="3896597"/>
            <a:ext cx="398447"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chemeClr val="bg1">
                    <a:lumMod val="50000"/>
                  </a:schemeClr>
                </a:solidFill>
              </a:rPr>
              <a:t>1</a:t>
            </a:r>
            <a:endParaRPr kumimoji="1" lang="zh-CN" altLang="en-US" sz="2000" b="1" baseline="-25000" dirty="0">
              <a:solidFill>
                <a:schemeClr val="bg1">
                  <a:lumMod val="50000"/>
                </a:schemeClr>
              </a:solidFill>
            </a:endParaRPr>
          </a:p>
        </p:txBody>
      </p:sp>
      <p:sp>
        <p:nvSpPr>
          <p:cNvPr id="79" name="矩形 78"/>
          <p:cNvSpPr/>
          <p:nvPr>
            <p:custDataLst>
              <p:tags r:id="rId32"/>
            </p:custDataLst>
          </p:nvPr>
        </p:nvSpPr>
        <p:spPr>
          <a:xfrm>
            <a:off x="1543162" y="5041964"/>
            <a:ext cx="398447"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chemeClr val="bg1">
                    <a:lumMod val="50000"/>
                  </a:schemeClr>
                </a:solidFill>
              </a:rPr>
              <a:t>2</a:t>
            </a:r>
            <a:endParaRPr kumimoji="1" lang="zh-CN" altLang="en-US" sz="2000" b="1" baseline="-25000" dirty="0">
              <a:solidFill>
                <a:schemeClr val="bg1">
                  <a:lumMod val="50000"/>
                </a:schemeClr>
              </a:solidFill>
            </a:endParaRPr>
          </a:p>
        </p:txBody>
      </p:sp>
      <p:sp>
        <p:nvSpPr>
          <p:cNvPr id="80" name="矩形 79"/>
          <p:cNvSpPr/>
          <p:nvPr>
            <p:custDataLst>
              <p:tags r:id="rId33"/>
            </p:custDataLst>
          </p:nvPr>
        </p:nvSpPr>
        <p:spPr>
          <a:xfrm>
            <a:off x="450261" y="5041964"/>
            <a:ext cx="398447"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chemeClr val="bg1">
                    <a:lumMod val="50000"/>
                  </a:schemeClr>
                </a:solidFill>
              </a:rPr>
              <a:t>3</a:t>
            </a:r>
            <a:endParaRPr kumimoji="1" lang="zh-CN" altLang="en-US" sz="2000" b="1" baseline="-25000" dirty="0">
              <a:solidFill>
                <a:schemeClr val="bg1">
                  <a:lumMod val="50000"/>
                </a:schemeClr>
              </a:solidFill>
            </a:endParaRPr>
          </a:p>
        </p:txBody>
      </p:sp>
      <p:sp>
        <p:nvSpPr>
          <p:cNvPr id="81" name="矩形 80"/>
          <p:cNvSpPr/>
          <p:nvPr>
            <p:custDataLst>
              <p:tags r:id="rId34"/>
            </p:custDataLst>
          </p:nvPr>
        </p:nvSpPr>
        <p:spPr>
          <a:xfrm>
            <a:off x="1006642" y="4335428"/>
            <a:ext cx="398447" cy="360000"/>
          </a:xfrm>
          <a:prstGeom prst="rect">
            <a:avLst/>
          </a:prstGeom>
          <a:noFill/>
          <a:ln w="190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2000" b="1" dirty="0">
                <a:solidFill>
                  <a:schemeClr val="bg1">
                    <a:lumMod val="50000"/>
                  </a:schemeClr>
                </a:solidFill>
              </a:rPr>
              <a:t>5</a:t>
            </a:r>
            <a:endParaRPr kumimoji="1" lang="zh-CN" altLang="en-US" sz="2000" b="1" baseline="-25000" dirty="0">
              <a:solidFill>
                <a:schemeClr val="bg1">
                  <a:lumMod val="50000"/>
                </a:schemeClr>
              </a:solidFill>
            </a:endParaRPr>
          </a:p>
        </p:txBody>
      </p:sp>
      <p:sp>
        <p:nvSpPr>
          <p:cNvPr id="82" name="TextBox 20"/>
          <p:cNvSpPr txBox="1"/>
          <p:nvPr>
            <p:custDataLst>
              <p:tags r:id="rId35"/>
            </p:custDataLst>
          </p:nvPr>
        </p:nvSpPr>
        <p:spPr>
          <a:xfrm>
            <a:off x="2450732" y="4074744"/>
            <a:ext cx="1790367" cy="1061381"/>
          </a:xfrm>
          <a:prstGeom prst="rect">
            <a:avLst/>
          </a:prstGeom>
          <a:noFill/>
        </p:spPr>
        <p:txBody>
          <a:bodyPr wrap="square" rtlCol="0">
            <a:spAutoFit/>
          </a:bodyPr>
          <a:p>
            <a:pPr defTabSz="914400" fontAlgn="base">
              <a:lnSpc>
                <a:spcPct val="120000"/>
              </a:lnSpc>
              <a:spcAft>
                <a:spcPct val="0"/>
              </a:spcAft>
            </a:pPr>
            <a:r>
              <a:rPr kumimoji="1" lang="zh-CN" altLang="en-US" b="1" dirty="0">
                <a:solidFill>
                  <a:srgbClr val="CC00FF"/>
                </a:solidFill>
                <a:latin typeface="+mn-ea"/>
                <a:cs typeface="Consolas" panose="020B0609020204030204" pitchFamily="49" charset="0"/>
              </a:rPr>
              <a:t>顶点</a:t>
            </a:r>
            <a:r>
              <a:rPr kumimoji="1" lang="en-US" altLang="zh-CN" b="1" dirty="0">
                <a:solidFill>
                  <a:srgbClr val="CC00FF"/>
                </a:solidFill>
                <a:latin typeface="+mn-ea"/>
                <a:cs typeface="Consolas" panose="020B0609020204030204" pitchFamily="49" charset="0"/>
              </a:rPr>
              <a:t>0</a:t>
            </a:r>
            <a:r>
              <a:rPr kumimoji="1" lang="zh-CN" altLang="en-US" b="1" dirty="0">
                <a:solidFill>
                  <a:srgbClr val="CC00FF"/>
                </a:solidFill>
                <a:latin typeface="+mn-ea"/>
                <a:cs typeface="Consolas" panose="020B0609020204030204" pitchFamily="49" charset="0"/>
              </a:rPr>
              <a:t>到顶点</a:t>
            </a:r>
            <a:r>
              <a:rPr kumimoji="1" lang="en-US" altLang="zh-CN" b="1" dirty="0">
                <a:solidFill>
                  <a:srgbClr val="CC00FF"/>
                </a:solidFill>
                <a:latin typeface="+mn-ea"/>
                <a:cs typeface="Consolas" panose="020B0609020204030204" pitchFamily="49" charset="0"/>
              </a:rPr>
              <a:t>3</a:t>
            </a:r>
            <a:endParaRPr kumimoji="1" lang="en-US" altLang="zh-CN" b="1" dirty="0">
              <a:solidFill>
                <a:srgbClr val="CC00FF"/>
              </a:solidFill>
              <a:latin typeface="+mn-ea"/>
              <a:cs typeface="Consolas" panose="020B0609020204030204" pitchFamily="49" charset="0"/>
            </a:endParaRPr>
          </a:p>
          <a:p>
            <a:pPr defTabSz="914400" fontAlgn="base">
              <a:lnSpc>
                <a:spcPct val="120000"/>
              </a:lnSpc>
              <a:spcAft>
                <a:spcPct val="0"/>
              </a:spcAft>
            </a:pPr>
            <a:r>
              <a:rPr kumimoji="1" lang="zh-CN" altLang="en-US" b="1" dirty="0">
                <a:solidFill>
                  <a:schemeClr val="accent2">
                    <a:lumMod val="75000"/>
                  </a:schemeClr>
                </a:solidFill>
                <a:latin typeface="+mn-ea"/>
                <a:cs typeface="Consolas" panose="020B0609020204030204" pitchFamily="49" charset="0"/>
              </a:rPr>
              <a:t>最短路径：</a:t>
            </a:r>
            <a:endParaRPr lang="zh-CN" altLang="en-US" b="1" baseline="-25000" dirty="0">
              <a:solidFill>
                <a:schemeClr val="accent2">
                  <a:lumMod val="75000"/>
                </a:schemeClr>
              </a:solidFill>
              <a:latin typeface="+mn-ea"/>
              <a:cs typeface="Consolas" panose="020B0609020204030204" pitchFamily="49" charset="0"/>
            </a:endParaRPr>
          </a:p>
          <a:p>
            <a:pPr defTabSz="914400" fontAlgn="base">
              <a:lnSpc>
                <a:spcPct val="120000"/>
              </a:lnSpc>
              <a:spcAft>
                <a:spcPct val="0"/>
              </a:spcAft>
            </a:pPr>
            <a:r>
              <a:rPr kumimoji="1" lang="zh-CN" altLang="en-US" b="1" dirty="0">
                <a:solidFill>
                  <a:schemeClr val="accent2">
                    <a:lumMod val="75000"/>
                  </a:schemeClr>
                </a:solidFill>
                <a:latin typeface="+mn-ea"/>
                <a:cs typeface="Consolas" panose="020B0609020204030204" pitchFamily="49" charset="0"/>
              </a:rPr>
              <a:t>最短路径长度：</a:t>
            </a:r>
            <a:endParaRPr lang="zh-CN" altLang="en-US" b="1" baseline="-25000" dirty="0">
              <a:solidFill>
                <a:schemeClr val="accent2">
                  <a:lumMod val="75000"/>
                </a:schemeClr>
              </a:solidFill>
              <a:latin typeface="+mn-ea"/>
              <a:cs typeface="Consolas" panose="020B0609020204030204" pitchFamily="49" charset="0"/>
            </a:endParaRPr>
          </a:p>
        </p:txBody>
      </p:sp>
      <p:sp>
        <p:nvSpPr>
          <p:cNvPr id="83" name="TextBox 20"/>
          <p:cNvSpPr txBox="1"/>
          <p:nvPr>
            <p:custDataLst>
              <p:tags r:id="rId36"/>
            </p:custDataLst>
          </p:nvPr>
        </p:nvSpPr>
        <p:spPr>
          <a:xfrm>
            <a:off x="3481287" y="4074744"/>
            <a:ext cx="1903514" cy="1061381"/>
          </a:xfrm>
          <a:prstGeom prst="rect">
            <a:avLst/>
          </a:prstGeom>
          <a:noFill/>
        </p:spPr>
        <p:txBody>
          <a:bodyPr wrap="square" rtlCol="0">
            <a:spAutoFit/>
          </a:bodyPr>
          <a:p>
            <a:pPr defTabSz="914400" fontAlgn="base">
              <a:lnSpc>
                <a:spcPct val="120000"/>
              </a:lnSpc>
              <a:spcAft>
                <a:spcPct val="0"/>
              </a:spcAft>
            </a:pPr>
            <a:r>
              <a:rPr kumimoji="1" lang="en-US" altLang="zh-CN" b="1" dirty="0">
                <a:latin typeface="+mn-ea"/>
                <a:cs typeface="Consolas" panose="020B0609020204030204" pitchFamily="49" charset="0"/>
              </a:rPr>
              <a:t>  </a:t>
            </a:r>
            <a:endParaRPr kumimoji="1" lang="en-US" altLang="zh-CN" b="1" dirty="0">
              <a:latin typeface="+mn-ea"/>
              <a:cs typeface="Consolas" panose="020B0609020204030204" pitchFamily="49" charset="0"/>
            </a:endParaRPr>
          </a:p>
          <a:p>
            <a:pPr defTabSz="914400" fontAlgn="base">
              <a:lnSpc>
                <a:spcPct val="120000"/>
              </a:lnSpc>
              <a:spcAft>
                <a:spcPct val="0"/>
              </a:spcAft>
            </a:pPr>
            <a:r>
              <a:rPr kumimoji="1" lang="en-US" altLang="zh-CN" b="1" dirty="0">
                <a:latin typeface="+mn-ea"/>
                <a:cs typeface="Consolas" panose="020B0609020204030204" pitchFamily="49" charset="0"/>
              </a:rPr>
              <a:t> </a:t>
            </a:r>
            <a:r>
              <a:rPr kumimoji="1" lang="en-US" altLang="zh-CN" b="1" dirty="0">
                <a:solidFill>
                  <a:srgbClr val="CC00FF"/>
                </a:solidFill>
                <a:latin typeface="+mn-ea"/>
                <a:cs typeface="Consolas" panose="020B0609020204030204" pitchFamily="49" charset="0"/>
              </a:rPr>
              <a:t>0</a:t>
            </a:r>
            <a:r>
              <a:rPr kumimoji="1" lang="en-US" altLang="zh-CN" b="1" dirty="0">
                <a:latin typeface="+mn-ea"/>
                <a:cs typeface="Consolas" panose="020B0609020204030204" pitchFamily="49" charset="0"/>
              </a:rPr>
              <a:t> -&gt; </a:t>
            </a:r>
            <a:r>
              <a:rPr kumimoji="1" lang="en-US" altLang="zh-CN" b="1" dirty="0">
                <a:solidFill>
                  <a:srgbClr val="CC00FF"/>
                </a:solidFill>
                <a:latin typeface="+mn-ea"/>
                <a:cs typeface="Consolas" panose="020B0609020204030204" pitchFamily="49" charset="0"/>
              </a:rPr>
              <a:t>1</a:t>
            </a:r>
            <a:r>
              <a:rPr kumimoji="1" lang="en-US" altLang="zh-CN" b="1" dirty="0">
                <a:latin typeface="+mn-ea"/>
                <a:cs typeface="Consolas" panose="020B0609020204030204" pitchFamily="49" charset="0"/>
              </a:rPr>
              <a:t> -&gt; </a:t>
            </a:r>
            <a:r>
              <a:rPr kumimoji="1" lang="en-US" altLang="zh-CN" b="1" dirty="0">
                <a:solidFill>
                  <a:srgbClr val="CC00FF"/>
                </a:solidFill>
                <a:latin typeface="+mn-ea"/>
                <a:cs typeface="Consolas" panose="020B0609020204030204" pitchFamily="49" charset="0"/>
              </a:rPr>
              <a:t>3</a:t>
            </a:r>
            <a:endParaRPr lang="zh-CN" altLang="en-US" b="1" baseline="-25000" dirty="0">
              <a:solidFill>
                <a:srgbClr val="CC00FF"/>
              </a:solidFill>
              <a:latin typeface="+mn-ea"/>
              <a:cs typeface="Consolas" panose="020B0609020204030204" pitchFamily="49" charset="0"/>
            </a:endParaRPr>
          </a:p>
          <a:p>
            <a:pPr defTabSz="914400" fontAlgn="base">
              <a:lnSpc>
                <a:spcPct val="120000"/>
              </a:lnSpc>
              <a:spcAft>
                <a:spcPct val="0"/>
              </a:spcAft>
            </a:pPr>
            <a:r>
              <a:rPr kumimoji="1" lang="en-US" altLang="zh-CN" b="1" dirty="0">
                <a:solidFill>
                  <a:srgbClr val="CC00FF"/>
                </a:solidFill>
                <a:latin typeface="+mn-ea"/>
                <a:cs typeface="Consolas" panose="020B0609020204030204" pitchFamily="49" charset="0"/>
              </a:rPr>
              <a:t>        </a:t>
            </a:r>
            <a:r>
              <a:rPr kumimoji="1" lang="en-US" altLang="zh-CN" b="1" dirty="0">
                <a:solidFill>
                  <a:srgbClr val="0000FF"/>
                </a:solidFill>
                <a:latin typeface="+mn-ea"/>
                <a:cs typeface="Consolas" panose="020B0609020204030204" pitchFamily="49" charset="0"/>
              </a:rPr>
              <a:t>2</a:t>
            </a:r>
            <a:endParaRPr lang="zh-CN" altLang="en-US" b="1" baseline="-25000" dirty="0">
              <a:solidFill>
                <a:srgbClr val="0000FF"/>
              </a:solidFill>
              <a:latin typeface="+mn-ea"/>
              <a:cs typeface="Consolas" panose="020B0609020204030204" pitchFamily="49" charset="0"/>
            </a:endParaRPr>
          </a:p>
        </p:txBody>
      </p:sp>
      <p:cxnSp>
        <p:nvCxnSpPr>
          <p:cNvPr id="84" name="直接箭头连接符 83"/>
          <p:cNvCxnSpPr/>
          <p:nvPr>
            <p:custDataLst>
              <p:tags r:id="rId37"/>
            </p:custDataLst>
          </p:nvPr>
        </p:nvCxnSpPr>
        <p:spPr>
          <a:xfrm flipV="1">
            <a:off x="450262" y="3945418"/>
            <a:ext cx="528087" cy="462492"/>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custDataLst>
              <p:tags r:id="rId38"/>
            </p:custDataLst>
          </p:nvPr>
        </p:nvCxnSpPr>
        <p:spPr>
          <a:xfrm>
            <a:off x="1431054" y="3945418"/>
            <a:ext cx="528088" cy="462492"/>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left)">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left)">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par>
                                <p:cTn id="18" presetID="10" presetClass="entr" presetSubtype="0" fill="hold"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500"/>
                                        <p:tgtEl>
                                          <p:spTgt spid="3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par>
                                <p:cTn id="24" presetID="10" presetClass="entr" presetSubtype="0" fill="hold"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500"/>
                                        <p:tgtEl>
                                          <p:spTgt spid="4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childTnLst>
                                </p:cTn>
                              </p:par>
                              <p:par>
                                <p:cTn id="30" presetID="10" presetClass="entr" presetSubtype="0" fill="hold" nodeType="with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500"/>
                                        <p:tgtEl>
                                          <p:spTgt spid="46"/>
                                        </p:tgtEl>
                                      </p:cBhvr>
                                    </p:animEffect>
                                  </p:childTnLst>
                                </p:cTn>
                              </p:par>
                              <p:par>
                                <p:cTn id="33" presetID="10"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00"/>
                                        <p:tgtEl>
                                          <p:spTgt spid="4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fade">
                                      <p:cBhvr>
                                        <p:cTn id="41" dur="500"/>
                                        <p:tgtEl>
                                          <p:spTgt spid="5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500"/>
                                        <p:tgtEl>
                                          <p:spTgt spid="5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500"/>
                                        <p:tgtEl>
                                          <p:spTgt spid="5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35">
                                            <p:txEl>
                                              <p:pRg st="0" end="0"/>
                                            </p:txEl>
                                          </p:spTgt>
                                        </p:tgtEl>
                                        <p:attrNameLst>
                                          <p:attrName>style.visibility</p:attrName>
                                        </p:attrNameLst>
                                      </p:cBhvr>
                                      <p:to>
                                        <p:strVal val="visible"/>
                                      </p:to>
                                    </p:set>
                                    <p:animEffect transition="in" filter="wipe(left)">
                                      <p:cBhvr>
                                        <p:cTn id="63" dur="500"/>
                                        <p:tgtEl>
                                          <p:spTgt spid="3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55">
                                            <p:txEl>
                                              <p:pRg st="0" end="0"/>
                                            </p:txEl>
                                          </p:spTgt>
                                        </p:tgtEl>
                                        <p:attrNameLst>
                                          <p:attrName>style.visibility</p:attrName>
                                        </p:attrNameLst>
                                      </p:cBhvr>
                                      <p:to>
                                        <p:strVal val="visible"/>
                                      </p:to>
                                    </p:set>
                                    <p:animEffect transition="in" filter="wipe(left)">
                                      <p:cBhvr>
                                        <p:cTn id="68" dur="500"/>
                                        <p:tgtEl>
                                          <p:spTgt spid="55">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5">
                                            <p:txEl>
                                              <p:pRg st="1" end="1"/>
                                            </p:txEl>
                                          </p:spTgt>
                                        </p:tgtEl>
                                        <p:attrNameLst>
                                          <p:attrName>style.visibility</p:attrName>
                                        </p:attrNameLst>
                                      </p:cBhvr>
                                      <p:to>
                                        <p:strVal val="visible"/>
                                      </p:to>
                                    </p:set>
                                    <p:animEffect transition="in" filter="wipe(left)">
                                      <p:cBhvr>
                                        <p:cTn id="73" dur="500"/>
                                        <p:tgtEl>
                                          <p:spTgt spid="35">
                                            <p:txEl>
                                              <p:pRg st="1" end="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55">
                                            <p:txEl>
                                              <p:pRg st="1" end="1"/>
                                            </p:txEl>
                                          </p:spTgt>
                                        </p:tgtEl>
                                        <p:attrNameLst>
                                          <p:attrName>style.visibility</p:attrName>
                                        </p:attrNameLst>
                                      </p:cBhvr>
                                      <p:to>
                                        <p:strVal val="visible"/>
                                      </p:to>
                                    </p:set>
                                    <p:animEffect transition="in" filter="wipe(left)">
                                      <p:cBhvr>
                                        <p:cTn id="78" dur="500"/>
                                        <p:tgtEl>
                                          <p:spTgt spid="55">
                                            <p:txEl>
                                              <p:pRg st="1" end="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0">
                                            <p:txEl>
                                              <p:pRg st="0" end="0"/>
                                            </p:txEl>
                                          </p:spTgt>
                                        </p:tgtEl>
                                        <p:attrNameLst>
                                          <p:attrName>style.visibility</p:attrName>
                                        </p:attrNameLst>
                                      </p:cBhvr>
                                      <p:to>
                                        <p:strVal val="visible"/>
                                      </p:to>
                                    </p:set>
                                    <p:animEffect transition="in" filter="wipe(left)">
                                      <p:cBhvr>
                                        <p:cTn id="83" dur="500"/>
                                        <p:tgtEl>
                                          <p:spTgt spid="20">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500"/>
                                        <p:tgtEl>
                                          <p:spTgt spid="5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500"/>
                                        <p:tgtEl>
                                          <p:spTgt spid="6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fade">
                                      <p:cBhvr>
                                        <p:cTn id="94" dur="500"/>
                                        <p:tgtEl>
                                          <p:spTgt spid="6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fade">
                                      <p:cBhvr>
                                        <p:cTn id="97" dur="500"/>
                                        <p:tgtEl>
                                          <p:spTgt spid="63"/>
                                        </p:tgtEl>
                                      </p:cBhvr>
                                    </p:animEffect>
                                  </p:childTnLst>
                                </p:cTn>
                              </p:par>
                              <p:par>
                                <p:cTn id="98" presetID="10" presetClass="entr" presetSubtype="0" fill="hold" nodeType="with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500"/>
                                        <p:tgtEl>
                                          <p:spTgt spid="64"/>
                                        </p:tgtEl>
                                      </p:cBhvr>
                                    </p:animEffect>
                                  </p:childTnLst>
                                </p:cTn>
                              </p:par>
                              <p:par>
                                <p:cTn id="101" presetID="10" presetClass="entr" presetSubtype="0" fill="hold" nodeType="withEffect">
                                  <p:stCondLst>
                                    <p:cond delay="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500"/>
                                        <p:tgtEl>
                                          <p:spTgt spid="65"/>
                                        </p:tgtEl>
                                      </p:cBhvr>
                                    </p:animEffect>
                                  </p:childTnLst>
                                </p:cTn>
                              </p:par>
                              <p:par>
                                <p:cTn id="104" presetID="10" presetClass="entr" presetSubtype="0" fill="hold" nodeType="withEffect">
                                  <p:stCondLst>
                                    <p:cond delay="0"/>
                                  </p:stCondLst>
                                  <p:childTnLst>
                                    <p:set>
                                      <p:cBhvr>
                                        <p:cTn id="105" dur="1" fill="hold">
                                          <p:stCondLst>
                                            <p:cond delay="0"/>
                                          </p:stCondLst>
                                        </p:cTn>
                                        <p:tgtEl>
                                          <p:spTgt spid="67"/>
                                        </p:tgtEl>
                                        <p:attrNameLst>
                                          <p:attrName>style.visibility</p:attrName>
                                        </p:attrNameLst>
                                      </p:cBhvr>
                                      <p:to>
                                        <p:strVal val="visible"/>
                                      </p:to>
                                    </p:set>
                                    <p:animEffect transition="in" filter="fade">
                                      <p:cBhvr>
                                        <p:cTn id="106" dur="500"/>
                                        <p:tgtEl>
                                          <p:spTgt spid="67"/>
                                        </p:tgtEl>
                                      </p:cBhvr>
                                    </p:animEffect>
                                  </p:childTnLst>
                                </p:cTn>
                              </p:par>
                              <p:par>
                                <p:cTn id="107" presetID="10" presetClass="entr" presetSubtype="0" fill="hold" nodeType="withEffect">
                                  <p:stCondLst>
                                    <p:cond delay="0"/>
                                  </p:stCondLst>
                                  <p:childTnLst>
                                    <p:set>
                                      <p:cBhvr>
                                        <p:cTn id="108" dur="1" fill="hold">
                                          <p:stCondLst>
                                            <p:cond delay="0"/>
                                          </p:stCondLst>
                                        </p:cTn>
                                        <p:tgtEl>
                                          <p:spTgt spid="70"/>
                                        </p:tgtEl>
                                        <p:attrNameLst>
                                          <p:attrName>style.visibility</p:attrName>
                                        </p:attrNameLst>
                                      </p:cBhvr>
                                      <p:to>
                                        <p:strVal val="visible"/>
                                      </p:to>
                                    </p:set>
                                    <p:animEffect transition="in" filter="fade">
                                      <p:cBhvr>
                                        <p:cTn id="109" dur="500"/>
                                        <p:tgtEl>
                                          <p:spTgt spid="70"/>
                                        </p:tgtEl>
                                      </p:cBhvr>
                                    </p:animEffect>
                                  </p:childTnLst>
                                </p:cTn>
                              </p:par>
                              <p:par>
                                <p:cTn id="110" presetID="10" presetClass="entr" presetSubtype="0" fill="hold" nodeType="withEffect">
                                  <p:stCondLst>
                                    <p:cond delay="0"/>
                                  </p:stCondLst>
                                  <p:childTnLst>
                                    <p:set>
                                      <p:cBhvr>
                                        <p:cTn id="111" dur="1" fill="hold">
                                          <p:stCondLst>
                                            <p:cond delay="0"/>
                                          </p:stCondLst>
                                        </p:cTn>
                                        <p:tgtEl>
                                          <p:spTgt spid="71"/>
                                        </p:tgtEl>
                                        <p:attrNameLst>
                                          <p:attrName>style.visibility</p:attrName>
                                        </p:attrNameLst>
                                      </p:cBhvr>
                                      <p:to>
                                        <p:strVal val="visible"/>
                                      </p:to>
                                    </p:set>
                                    <p:animEffect transition="in" filter="fade">
                                      <p:cBhvr>
                                        <p:cTn id="112" dur="500"/>
                                        <p:tgtEl>
                                          <p:spTgt spid="71"/>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77"/>
                                        </p:tgtEl>
                                        <p:attrNameLst>
                                          <p:attrName>style.visibility</p:attrName>
                                        </p:attrNameLst>
                                      </p:cBhvr>
                                      <p:to>
                                        <p:strVal val="visible"/>
                                      </p:to>
                                    </p:set>
                                    <p:animEffect transition="in" filter="fade">
                                      <p:cBhvr>
                                        <p:cTn id="117" dur="500"/>
                                        <p:tgtEl>
                                          <p:spTgt spid="7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78"/>
                                        </p:tgtEl>
                                        <p:attrNameLst>
                                          <p:attrName>style.visibility</p:attrName>
                                        </p:attrNameLst>
                                      </p:cBhvr>
                                      <p:to>
                                        <p:strVal val="visible"/>
                                      </p:to>
                                    </p:set>
                                    <p:animEffect transition="in" filter="fade">
                                      <p:cBhvr>
                                        <p:cTn id="120" dur="500"/>
                                        <p:tgtEl>
                                          <p:spTgt spid="7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79"/>
                                        </p:tgtEl>
                                        <p:attrNameLst>
                                          <p:attrName>style.visibility</p:attrName>
                                        </p:attrNameLst>
                                      </p:cBhvr>
                                      <p:to>
                                        <p:strVal val="visible"/>
                                      </p:to>
                                    </p:set>
                                    <p:animEffect transition="in" filter="fade">
                                      <p:cBhvr>
                                        <p:cTn id="123" dur="500"/>
                                        <p:tgtEl>
                                          <p:spTgt spid="7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80"/>
                                        </p:tgtEl>
                                        <p:attrNameLst>
                                          <p:attrName>style.visibility</p:attrName>
                                        </p:attrNameLst>
                                      </p:cBhvr>
                                      <p:to>
                                        <p:strVal val="visible"/>
                                      </p:to>
                                    </p:set>
                                    <p:animEffect transition="in" filter="fade">
                                      <p:cBhvr>
                                        <p:cTn id="126" dur="500"/>
                                        <p:tgtEl>
                                          <p:spTgt spid="8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81"/>
                                        </p:tgtEl>
                                        <p:attrNameLst>
                                          <p:attrName>style.visibility</p:attrName>
                                        </p:attrNameLst>
                                      </p:cBhvr>
                                      <p:to>
                                        <p:strVal val="visible"/>
                                      </p:to>
                                    </p:set>
                                    <p:animEffect transition="in" filter="fade">
                                      <p:cBhvr>
                                        <p:cTn id="129" dur="500"/>
                                        <p:tgtEl>
                                          <p:spTgt spid="81"/>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82">
                                            <p:txEl>
                                              <p:pRg st="0" end="0"/>
                                            </p:txEl>
                                          </p:spTgt>
                                        </p:tgtEl>
                                        <p:attrNameLst>
                                          <p:attrName>style.visibility</p:attrName>
                                        </p:attrNameLst>
                                      </p:cBhvr>
                                      <p:to>
                                        <p:strVal val="visible"/>
                                      </p:to>
                                    </p:set>
                                    <p:animEffect transition="in" filter="wipe(left)">
                                      <p:cBhvr>
                                        <p:cTn id="134" dur="500"/>
                                        <p:tgtEl>
                                          <p:spTgt spid="82">
                                            <p:txEl>
                                              <p:pRg st="0" end="0"/>
                                            </p:txEl>
                                          </p:spTgt>
                                        </p:tgtEl>
                                      </p:cBhvr>
                                    </p:animEffect>
                                  </p:childTnLst>
                                </p:cTn>
                              </p:par>
                              <p:par>
                                <p:cTn id="135" presetID="1" presetClass="emph" presetSubtype="2" fill="hold" nodeType="withEffect">
                                  <p:stCondLst>
                                    <p:cond delay="0"/>
                                  </p:stCondLst>
                                  <p:childTnLst>
                                    <p:animClr clrSpc="rgb" dir="cw">
                                      <p:cBhvr>
                                        <p:cTn id="136" dur="500" fill="hold"/>
                                        <p:tgtEl>
                                          <p:spTgt spid="62"/>
                                        </p:tgtEl>
                                        <p:attrNameLst>
                                          <p:attrName>fillcolor</p:attrName>
                                        </p:attrNameLst>
                                      </p:cBhvr>
                                      <p:to>
                                        <a:srgbClr val="CC00FF"/>
                                      </p:to>
                                    </p:animClr>
                                    <p:set>
                                      <p:cBhvr>
                                        <p:cTn id="137" dur="500" fill="hold"/>
                                        <p:tgtEl>
                                          <p:spTgt spid="62"/>
                                        </p:tgtEl>
                                        <p:attrNameLst>
                                          <p:attrName>fill.type</p:attrName>
                                        </p:attrNameLst>
                                      </p:cBhvr>
                                      <p:to>
                                        <p:strVal val="solid"/>
                                      </p:to>
                                    </p:set>
                                    <p:set>
                                      <p:cBhvr>
                                        <p:cTn id="138" dur="500" fill="hold"/>
                                        <p:tgtEl>
                                          <p:spTgt spid="62"/>
                                        </p:tgtEl>
                                        <p:attrNameLst>
                                          <p:attrName>fill.on</p:attrName>
                                        </p:attrNameLst>
                                      </p:cBhvr>
                                      <p:to>
                                        <p:strVal val="true"/>
                                      </p:to>
                                    </p:set>
                                  </p:childTnLst>
                                </p:cTn>
                              </p:par>
                              <p:par>
                                <p:cTn id="139" presetID="1" presetClass="emph" presetSubtype="2" fill="hold" nodeType="withEffect">
                                  <p:stCondLst>
                                    <p:cond delay="0"/>
                                  </p:stCondLst>
                                  <p:childTnLst>
                                    <p:animClr clrSpc="rgb" dir="cw">
                                      <p:cBhvr>
                                        <p:cTn id="140" dur="500" fill="hold"/>
                                        <p:tgtEl>
                                          <p:spTgt spid="63"/>
                                        </p:tgtEl>
                                        <p:attrNameLst>
                                          <p:attrName>fillcolor</p:attrName>
                                        </p:attrNameLst>
                                      </p:cBhvr>
                                      <p:to>
                                        <a:srgbClr val="CC00FF"/>
                                      </p:to>
                                    </p:animClr>
                                    <p:set>
                                      <p:cBhvr>
                                        <p:cTn id="141" dur="500" fill="hold"/>
                                        <p:tgtEl>
                                          <p:spTgt spid="63"/>
                                        </p:tgtEl>
                                        <p:attrNameLst>
                                          <p:attrName>fill.type</p:attrName>
                                        </p:attrNameLst>
                                      </p:cBhvr>
                                      <p:to>
                                        <p:strVal val="solid"/>
                                      </p:to>
                                    </p:set>
                                    <p:set>
                                      <p:cBhvr>
                                        <p:cTn id="142" dur="500" fill="hold"/>
                                        <p:tgtEl>
                                          <p:spTgt spid="63"/>
                                        </p:tgtEl>
                                        <p:attrNameLst>
                                          <p:attrName>fill.on</p:attrName>
                                        </p:attrNameLst>
                                      </p:cBhvr>
                                      <p:to>
                                        <p:strVal val="true"/>
                                      </p:to>
                                    </p:se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82">
                                            <p:txEl>
                                              <p:pRg st="1" end="1"/>
                                            </p:txEl>
                                          </p:spTgt>
                                        </p:tgtEl>
                                        <p:attrNameLst>
                                          <p:attrName>style.visibility</p:attrName>
                                        </p:attrNameLst>
                                      </p:cBhvr>
                                      <p:to>
                                        <p:strVal val="visible"/>
                                      </p:to>
                                    </p:set>
                                    <p:animEffect transition="in" filter="wipe(left)">
                                      <p:cBhvr>
                                        <p:cTn id="147" dur="500"/>
                                        <p:tgtEl>
                                          <p:spTgt spid="82">
                                            <p:txEl>
                                              <p:pRg st="1" end="1"/>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84"/>
                                        </p:tgtEl>
                                        <p:attrNameLst>
                                          <p:attrName>style.visibility</p:attrName>
                                        </p:attrNameLst>
                                      </p:cBhvr>
                                      <p:to>
                                        <p:strVal val="visible"/>
                                      </p:to>
                                    </p:set>
                                    <p:animEffect transition="in" filter="wipe(left)">
                                      <p:cBhvr>
                                        <p:cTn id="152" dur="500"/>
                                        <p:tgtEl>
                                          <p:spTgt spid="84"/>
                                        </p:tgtEl>
                                      </p:cBhvr>
                                    </p:animEffect>
                                  </p:childTnLst>
                                </p:cTn>
                              </p:par>
                              <p:par>
                                <p:cTn id="153" presetID="3" presetClass="emph" presetSubtype="2" fill="hold" grpId="1" nodeType="withEffect">
                                  <p:stCondLst>
                                    <p:cond delay="0"/>
                                  </p:stCondLst>
                                  <p:childTnLst>
                                    <p:animClr clrSpc="rgb" dir="cw">
                                      <p:cBhvr override="childStyle">
                                        <p:cTn id="154" dur="500" fill="hold"/>
                                        <p:tgtEl>
                                          <p:spTgt spid="77"/>
                                        </p:tgtEl>
                                        <p:attrNameLst>
                                          <p:attrName>style.color</p:attrName>
                                        </p:attrNameLst>
                                      </p:cBhvr>
                                      <p:to>
                                        <a:srgbClr val="0000FF"/>
                                      </p:to>
                                    </p:animClr>
                                  </p:childTnLst>
                                </p:cTn>
                              </p:par>
                            </p:childTnLst>
                          </p:cTn>
                        </p:par>
                        <p:par>
                          <p:cTn id="155" fill="hold">
                            <p:stCondLst>
                              <p:cond delay="500"/>
                            </p:stCondLst>
                            <p:childTnLst>
                              <p:par>
                                <p:cTn id="156" presetID="1" presetClass="emph" presetSubtype="2" fill="hold" nodeType="afterEffect">
                                  <p:stCondLst>
                                    <p:cond delay="0"/>
                                  </p:stCondLst>
                                  <p:childTnLst>
                                    <p:animClr clrSpc="rgb" dir="cw">
                                      <p:cBhvr>
                                        <p:cTn id="157" dur="500" fill="hold"/>
                                        <p:tgtEl>
                                          <p:spTgt spid="59"/>
                                        </p:tgtEl>
                                        <p:attrNameLst>
                                          <p:attrName>fillcolor</p:attrName>
                                        </p:attrNameLst>
                                      </p:cBhvr>
                                      <p:to>
                                        <a:srgbClr val="CC00FF"/>
                                      </p:to>
                                    </p:animClr>
                                    <p:set>
                                      <p:cBhvr>
                                        <p:cTn id="158" dur="500" fill="hold"/>
                                        <p:tgtEl>
                                          <p:spTgt spid="59"/>
                                        </p:tgtEl>
                                        <p:attrNameLst>
                                          <p:attrName>fill.type</p:attrName>
                                        </p:attrNameLst>
                                      </p:cBhvr>
                                      <p:to>
                                        <p:strVal val="solid"/>
                                      </p:to>
                                    </p:set>
                                    <p:set>
                                      <p:cBhvr>
                                        <p:cTn id="159" dur="500" fill="hold"/>
                                        <p:tgtEl>
                                          <p:spTgt spid="59"/>
                                        </p:tgtEl>
                                        <p:attrNameLst>
                                          <p:attrName>fill.on</p:attrName>
                                        </p:attrNameLst>
                                      </p:cBhvr>
                                      <p:to>
                                        <p:strVal val="true"/>
                                      </p:to>
                                    </p:set>
                                  </p:childTnLst>
                                </p:cTn>
                              </p:par>
                            </p:childTnLst>
                          </p:cTn>
                        </p:par>
                        <p:par>
                          <p:cTn id="160" fill="hold">
                            <p:stCondLst>
                              <p:cond delay="1000"/>
                            </p:stCondLst>
                            <p:childTnLst>
                              <p:par>
                                <p:cTn id="161" presetID="22" presetClass="entr" presetSubtype="8" fill="hold" nodeType="afterEffect">
                                  <p:stCondLst>
                                    <p:cond delay="0"/>
                                  </p:stCondLst>
                                  <p:childTnLst>
                                    <p:set>
                                      <p:cBhvr>
                                        <p:cTn id="162" dur="1" fill="hold">
                                          <p:stCondLst>
                                            <p:cond delay="0"/>
                                          </p:stCondLst>
                                        </p:cTn>
                                        <p:tgtEl>
                                          <p:spTgt spid="85"/>
                                        </p:tgtEl>
                                        <p:attrNameLst>
                                          <p:attrName>style.visibility</p:attrName>
                                        </p:attrNameLst>
                                      </p:cBhvr>
                                      <p:to>
                                        <p:strVal val="visible"/>
                                      </p:to>
                                    </p:set>
                                    <p:animEffect transition="in" filter="wipe(left)">
                                      <p:cBhvr>
                                        <p:cTn id="163" dur="500"/>
                                        <p:tgtEl>
                                          <p:spTgt spid="85"/>
                                        </p:tgtEl>
                                      </p:cBhvr>
                                    </p:animEffect>
                                  </p:childTnLst>
                                </p:cTn>
                              </p:par>
                              <p:par>
                                <p:cTn id="164" presetID="3" presetClass="emph" presetSubtype="2" fill="hold" grpId="1" nodeType="withEffect">
                                  <p:stCondLst>
                                    <p:cond delay="0"/>
                                  </p:stCondLst>
                                  <p:childTnLst>
                                    <p:animClr clrSpc="rgb" dir="cw">
                                      <p:cBhvr override="childStyle">
                                        <p:cTn id="165" dur="500" fill="hold"/>
                                        <p:tgtEl>
                                          <p:spTgt spid="78"/>
                                        </p:tgtEl>
                                        <p:attrNameLst>
                                          <p:attrName>style.color</p:attrName>
                                        </p:attrNameLst>
                                      </p:cBhvr>
                                      <p:to>
                                        <a:srgbClr val="0000FF"/>
                                      </p:to>
                                    </p:animClr>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nodeType="clickEffect">
                                  <p:stCondLst>
                                    <p:cond delay="0"/>
                                  </p:stCondLst>
                                  <p:childTnLst>
                                    <p:set>
                                      <p:cBhvr>
                                        <p:cTn id="169" dur="1" fill="hold">
                                          <p:stCondLst>
                                            <p:cond delay="0"/>
                                          </p:stCondLst>
                                        </p:cTn>
                                        <p:tgtEl>
                                          <p:spTgt spid="83">
                                            <p:txEl>
                                              <p:pRg st="1" end="1"/>
                                            </p:txEl>
                                          </p:spTgt>
                                        </p:tgtEl>
                                        <p:attrNameLst>
                                          <p:attrName>style.visibility</p:attrName>
                                        </p:attrNameLst>
                                      </p:cBhvr>
                                      <p:to>
                                        <p:strVal val="visible"/>
                                      </p:to>
                                    </p:set>
                                    <p:animEffect transition="in" filter="wipe(left)">
                                      <p:cBhvr>
                                        <p:cTn id="170" dur="500"/>
                                        <p:tgtEl>
                                          <p:spTgt spid="83">
                                            <p:txEl>
                                              <p:pRg st="1" end="1"/>
                                            </p:txEl>
                                          </p:spTgt>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82">
                                            <p:txEl>
                                              <p:pRg st="2" end="2"/>
                                            </p:txEl>
                                          </p:spTgt>
                                        </p:tgtEl>
                                        <p:attrNameLst>
                                          <p:attrName>style.visibility</p:attrName>
                                        </p:attrNameLst>
                                      </p:cBhvr>
                                      <p:to>
                                        <p:strVal val="visible"/>
                                      </p:to>
                                    </p:set>
                                    <p:animEffect transition="in" filter="wipe(left)">
                                      <p:cBhvr>
                                        <p:cTn id="175" dur="500"/>
                                        <p:tgtEl>
                                          <p:spTgt spid="82">
                                            <p:txEl>
                                              <p:pRg st="2" end="2"/>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nodeType="clickEffect">
                                  <p:stCondLst>
                                    <p:cond delay="0"/>
                                  </p:stCondLst>
                                  <p:childTnLst>
                                    <p:set>
                                      <p:cBhvr>
                                        <p:cTn id="179" dur="1" fill="hold">
                                          <p:stCondLst>
                                            <p:cond delay="0"/>
                                          </p:stCondLst>
                                        </p:cTn>
                                        <p:tgtEl>
                                          <p:spTgt spid="83">
                                            <p:txEl>
                                              <p:pRg st="2" end="2"/>
                                            </p:txEl>
                                          </p:spTgt>
                                        </p:tgtEl>
                                        <p:attrNameLst>
                                          <p:attrName>style.visibility</p:attrName>
                                        </p:attrNameLst>
                                      </p:cBhvr>
                                      <p:to>
                                        <p:strVal val="visible"/>
                                      </p:to>
                                    </p:set>
                                    <p:animEffect transition="in" filter="wipe(left)">
                                      <p:cBhvr>
                                        <p:cTn id="180" dur="500"/>
                                        <p:tgtEl>
                                          <p:spTgt spid="83">
                                            <p:txEl>
                                              <p:pRg st="2" end="2"/>
                                            </p:txEl>
                                          </p:spTgt>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57">
                                            <p:txEl>
                                              <p:pRg st="0" end="0"/>
                                            </p:txEl>
                                          </p:spTgt>
                                        </p:tgtEl>
                                        <p:attrNameLst>
                                          <p:attrName>style.visibility</p:attrName>
                                        </p:attrNameLst>
                                      </p:cBhvr>
                                      <p:to>
                                        <p:strVal val="visible"/>
                                      </p:to>
                                    </p:set>
                                    <p:animEffect transition="in" filter="wipe(left)">
                                      <p:cBhvr>
                                        <p:cTn id="185" dur="500"/>
                                        <p:tgtEl>
                                          <p:spTgt spid="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38" grpId="0" bldLvl="0" animBg="1"/>
      <p:bldP spid="44" grpId="0" bldLvl="0" animBg="1"/>
      <p:bldP spid="49" grpId="0" bldLvl="0" animBg="1"/>
      <p:bldP spid="50" grpId="0" bldLvl="0" animBg="1"/>
      <p:bldP spid="51" grpId="0" bldLvl="0" animBg="1"/>
      <p:bldP spid="52" grpId="0" bldLvl="0" animBg="1"/>
      <p:bldP spid="53" grpId="0" bldLvl="0" animBg="1"/>
      <p:bldP spid="54" grpId="0" bldLvl="0" animBg="1"/>
      <p:bldP spid="56" grpId="0" bldLvl="0" animBg="1"/>
      <p:bldP spid="59" grpId="0" bldLvl="0" animBg="1"/>
      <p:bldP spid="61" grpId="0" bldLvl="0" animBg="1"/>
      <p:bldP spid="62" grpId="0" bldLvl="0" animBg="1"/>
      <p:bldP spid="63" grpId="0" bldLvl="0" animBg="1"/>
      <p:bldP spid="77" grpId="0" bldLvl="0" animBg="1"/>
      <p:bldP spid="77" grpId="1"/>
      <p:bldP spid="78" grpId="0" bldLvl="0" animBg="1"/>
      <p:bldP spid="78" grpId="1"/>
      <p:bldP spid="79" grpId="0" bldLvl="0" animBg="1"/>
      <p:bldP spid="80" grpId="0" bldLvl="0" animBg="1"/>
      <p:bldP spid="81"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2" name="Text Box 2"/>
          <p:cNvSpPr txBox="1">
            <a:spLocks noChangeArrowheads="1"/>
          </p:cNvSpPr>
          <p:nvPr>
            <p:custDataLst>
              <p:tags r:id="rId2"/>
            </p:custDataLst>
          </p:nvPr>
        </p:nvSpPr>
        <p:spPr bwMode="auto">
          <a:xfrm>
            <a:off x="0" y="722491"/>
            <a:ext cx="9144000" cy="1098314"/>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狄克斯特拉</a:t>
            </a:r>
            <a:r>
              <a:rPr kumimoji="1" lang="en-US" altLang="zh-CN" sz="2000" b="1" dirty="0">
                <a:solidFill>
                  <a:srgbClr val="0099BC"/>
                </a:solidFill>
                <a:latin typeface="+mn-ea"/>
                <a:cs typeface="Consolas" panose="020B0609020204030204" pitchFamily="49" charset="0"/>
              </a:rPr>
              <a:t>(Dijkstra)</a:t>
            </a:r>
            <a:r>
              <a:rPr kumimoji="1" lang="zh-CN" altLang="en-US" sz="2000" b="1" dirty="0">
                <a:solidFill>
                  <a:srgbClr val="0099BC"/>
                </a:solidFill>
                <a:latin typeface="+mn-ea"/>
                <a:cs typeface="Consolas" panose="020B0609020204030204" pitchFamily="49" charset="0"/>
              </a:rPr>
              <a:t>算法：从一个顶点到其余各顶点的最短路径</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solidFill>
                  <a:srgbClr val="0070C0"/>
                </a:solidFill>
                <a:latin typeface="+mn-ea"/>
                <a:cs typeface="Consolas" panose="020B0609020204030204" pitchFamily="49" charset="0"/>
              </a:rPr>
              <a:t>前提条件：</a:t>
            </a:r>
            <a:r>
              <a:rPr kumimoji="1" lang="zh-CN" altLang="en-US" b="1" dirty="0">
                <a:latin typeface="+mn-ea"/>
                <a:cs typeface="Consolas" panose="020B0609020204030204" pitchFamily="49" charset="0"/>
              </a:rPr>
              <a:t>图</a:t>
            </a:r>
            <a:r>
              <a:rPr kumimoji="1" lang="en-US" altLang="zh-CN" b="1" dirty="0">
                <a:latin typeface="+mn-ea"/>
                <a:cs typeface="Consolas" panose="020B0609020204030204" pitchFamily="49" charset="0"/>
              </a:rPr>
              <a:t>G</a:t>
            </a:r>
            <a:r>
              <a:rPr kumimoji="1" lang="zh-CN" altLang="en-US" b="1" dirty="0">
                <a:latin typeface="+mn-ea"/>
                <a:cs typeface="Consolas" panose="020B0609020204030204" pitchFamily="49" charset="0"/>
              </a:rPr>
              <a:t>各边上的权值大于或等于</a:t>
            </a:r>
            <a:r>
              <a:rPr kumimoji="1" lang="en-US" altLang="zh-CN" b="1" dirty="0">
                <a:latin typeface="+mn-ea"/>
                <a:cs typeface="Consolas" panose="020B0609020204030204" pitchFamily="49" charset="0"/>
              </a:rPr>
              <a:t>0</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solidFill>
                  <a:srgbClr val="0070C0"/>
                </a:solidFill>
                <a:latin typeface="+mn-ea"/>
                <a:cs typeface="Consolas" panose="020B0609020204030204" pitchFamily="49" charset="0"/>
              </a:rPr>
              <a:t>问题描述：</a:t>
            </a:r>
            <a:r>
              <a:rPr kumimoji="1" lang="zh-CN" altLang="en-US" b="1" dirty="0">
                <a:latin typeface="+mn-ea"/>
                <a:cs typeface="Consolas" panose="020B0609020204030204" pitchFamily="49" charset="0"/>
              </a:rPr>
              <a:t>给定一个带权有向图</a:t>
            </a:r>
            <a:r>
              <a:rPr kumimoji="1" lang="en-US" altLang="zh-CN" b="1" dirty="0">
                <a:latin typeface="+mn-ea"/>
                <a:cs typeface="Consolas" panose="020B0609020204030204" pitchFamily="49" charset="0"/>
              </a:rPr>
              <a:t>G</a:t>
            </a:r>
            <a:r>
              <a:rPr kumimoji="1" lang="zh-CN" altLang="en-US" b="1" dirty="0">
                <a:latin typeface="+mn-ea"/>
                <a:cs typeface="Consolas" panose="020B0609020204030204" pitchFamily="49" charset="0"/>
              </a:rPr>
              <a:t>与</a:t>
            </a:r>
            <a:r>
              <a:rPr kumimoji="1" lang="zh-CN" altLang="en-US" b="1" dirty="0">
                <a:solidFill>
                  <a:srgbClr val="B50988"/>
                </a:solidFill>
                <a:latin typeface="+mn-ea"/>
                <a:cs typeface="Consolas" panose="020B0609020204030204" pitchFamily="49" charset="0"/>
              </a:rPr>
              <a:t>源点</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，求从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latin typeface="+mn-ea"/>
                <a:cs typeface="Consolas" panose="020B0609020204030204" pitchFamily="49" charset="0"/>
              </a:rPr>
              <a:t>G</a:t>
            </a:r>
            <a:r>
              <a:rPr kumimoji="1" lang="zh-CN" altLang="en-US" b="1" dirty="0">
                <a:latin typeface="+mn-ea"/>
                <a:cs typeface="Consolas" panose="020B0609020204030204" pitchFamily="49" charset="0"/>
              </a:rPr>
              <a:t>中其他顶点的最短路径</a:t>
            </a:r>
            <a:endParaRPr kumimoji="1" lang="en-US" altLang="zh-CN" b="1" dirty="0">
              <a:latin typeface="+mn-ea"/>
              <a:cs typeface="Consolas" panose="020B0609020204030204" pitchFamily="49" charset="0"/>
            </a:endParaRPr>
          </a:p>
        </p:txBody>
      </p:sp>
      <p:sp>
        <p:nvSpPr>
          <p:cNvPr id="4" name="Text Box 2"/>
          <p:cNvSpPr txBox="1">
            <a:spLocks noChangeArrowheads="1"/>
          </p:cNvSpPr>
          <p:nvPr>
            <p:custDataLst>
              <p:tags r:id="rId3"/>
            </p:custDataLst>
          </p:nvPr>
        </p:nvSpPr>
        <p:spPr bwMode="auto">
          <a:xfrm>
            <a:off x="0" y="1849476"/>
            <a:ext cx="9144000" cy="2095510"/>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狄克斯特拉</a:t>
            </a:r>
            <a:r>
              <a:rPr kumimoji="1" lang="en-US" altLang="zh-CN" sz="2000" b="1" dirty="0">
                <a:solidFill>
                  <a:srgbClr val="0099BC"/>
                </a:solidFill>
                <a:latin typeface="+mn-ea"/>
                <a:cs typeface="Consolas" panose="020B0609020204030204" pitchFamily="49" charset="0"/>
              </a:rPr>
              <a:t>(Dijkstra)</a:t>
            </a:r>
            <a:r>
              <a:rPr kumimoji="1" lang="zh-CN" altLang="en-US" sz="2000" b="1" dirty="0">
                <a:solidFill>
                  <a:srgbClr val="0099BC"/>
                </a:solidFill>
                <a:latin typeface="+mn-ea"/>
                <a:cs typeface="Consolas" panose="020B0609020204030204" pitchFamily="49" charset="0"/>
              </a:rPr>
              <a:t>算法思路</a:t>
            </a:r>
            <a:endParaRPr kumimoji="1" lang="en-US" altLang="zh-CN" sz="2000" b="1" dirty="0">
              <a:solidFill>
                <a:srgbClr val="0099BC"/>
              </a:solidFill>
              <a:latin typeface="+mn-ea"/>
              <a:cs typeface="Consolas" panose="020B0609020204030204" pitchFamily="49" charset="0"/>
            </a:endParaRPr>
          </a:p>
          <a:p>
            <a:pPr>
              <a:lnSpc>
                <a:spcPct val="120000"/>
              </a:lnSpc>
            </a:pPr>
            <a:r>
              <a:rPr kumimoji="1" lang="zh-CN" altLang="en-US" b="1" dirty="0">
                <a:latin typeface="+mn-ea"/>
                <a:cs typeface="Consolas" panose="020B0609020204030204" pitchFamily="49" charset="0"/>
              </a:rPr>
              <a:t>设</a:t>
            </a:r>
            <a:r>
              <a:rPr kumimoji="1" lang="en-US" altLang="zh-CN" b="1" dirty="0">
                <a:solidFill>
                  <a:srgbClr val="CC00FF"/>
                </a:solidFill>
                <a:latin typeface="+mn-ea"/>
                <a:cs typeface="Consolas" panose="020B0609020204030204" pitchFamily="49" charset="0"/>
              </a:rPr>
              <a:t>G=(V, E)</a:t>
            </a:r>
            <a:r>
              <a:rPr kumimoji="1" lang="zh-CN" altLang="en-US" b="1" dirty="0">
                <a:latin typeface="+mn-ea"/>
                <a:cs typeface="Consolas" panose="020B0609020204030204" pitchFamily="49" charset="0"/>
              </a:rPr>
              <a:t>是一个带权有向图， 把图中顶点</a:t>
            </a:r>
            <a:r>
              <a:rPr kumimoji="1" lang="zh-CN" altLang="en-US" b="1" dirty="0">
                <a:solidFill>
                  <a:srgbClr val="CC00FF"/>
                </a:solidFill>
                <a:latin typeface="+mn-ea"/>
                <a:cs typeface="Consolas" panose="020B0609020204030204" pitchFamily="49" charset="0"/>
              </a:rPr>
              <a:t>集合</a:t>
            </a:r>
            <a:r>
              <a:rPr kumimoji="1" lang="en-US" altLang="zh-CN" b="1" dirty="0">
                <a:solidFill>
                  <a:srgbClr val="CC00FF"/>
                </a:solidFill>
                <a:latin typeface="+mn-ea"/>
                <a:cs typeface="Consolas" panose="020B0609020204030204" pitchFamily="49" charset="0"/>
              </a:rPr>
              <a:t>V</a:t>
            </a:r>
            <a:r>
              <a:rPr kumimoji="1" lang="zh-CN" altLang="en-US" b="1" dirty="0">
                <a:latin typeface="+mn-ea"/>
                <a:cs typeface="Consolas" panose="020B0609020204030204" pitchFamily="49" charset="0"/>
              </a:rPr>
              <a:t>分成两组</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solidFill>
                  <a:srgbClr val="CC00FF"/>
                </a:solidFill>
                <a:latin typeface="+mn-ea"/>
                <a:cs typeface="Consolas" panose="020B0609020204030204" pitchFamily="49" charset="0"/>
              </a:rPr>
              <a:t>第</a:t>
            </a:r>
            <a:r>
              <a:rPr kumimoji="1" lang="en-US" altLang="zh-CN" b="1" dirty="0">
                <a:solidFill>
                  <a:srgbClr val="CC00FF"/>
                </a:solidFill>
                <a:latin typeface="+mn-ea"/>
                <a:cs typeface="Consolas" panose="020B0609020204030204" pitchFamily="49" charset="0"/>
              </a:rPr>
              <a:t>1</a:t>
            </a:r>
            <a:r>
              <a:rPr kumimoji="1" lang="zh-CN" altLang="en-US" b="1" dirty="0">
                <a:solidFill>
                  <a:srgbClr val="CC00FF"/>
                </a:solidFill>
                <a:latin typeface="+mn-ea"/>
                <a:cs typeface="Consolas" panose="020B0609020204030204" pitchFamily="49" charset="0"/>
              </a:rPr>
              <a:t>组为已求出最短路径的顶点集合</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，初始时</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只有一个</a:t>
            </a:r>
            <a:r>
              <a:rPr kumimoji="1" lang="zh-CN" altLang="en-US" b="1" dirty="0">
                <a:solidFill>
                  <a:srgbClr val="B50988"/>
                </a:solidFill>
                <a:latin typeface="+mn-ea"/>
                <a:cs typeface="Consolas" panose="020B0609020204030204" pitchFamily="49" charset="0"/>
              </a:rPr>
              <a:t>源点</a:t>
            </a:r>
            <a:r>
              <a:rPr kumimoji="1" lang="en-US" altLang="zh-CN" b="1" dirty="0">
                <a:solidFill>
                  <a:srgbClr val="B50988"/>
                </a:solidFill>
                <a:latin typeface="+mn-ea"/>
                <a:cs typeface="Consolas" panose="020B0609020204030204" pitchFamily="49" charset="0"/>
              </a:rPr>
              <a:t>v</a:t>
            </a:r>
            <a:endParaRPr kumimoji="1" lang="zh-CN" altLang="en-US"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solidFill>
                  <a:schemeClr val="tx1">
                    <a:lumMod val="50000"/>
                    <a:lumOff val="50000"/>
                  </a:schemeClr>
                </a:solidFill>
                <a:latin typeface="+mn-ea"/>
                <a:cs typeface="Consolas" panose="020B0609020204030204" pitchFamily="49" charset="0"/>
              </a:rPr>
              <a:t>第</a:t>
            </a:r>
            <a:r>
              <a:rPr kumimoji="1" lang="en-US" altLang="zh-CN" b="1" dirty="0">
                <a:solidFill>
                  <a:schemeClr val="tx1">
                    <a:lumMod val="50000"/>
                    <a:lumOff val="50000"/>
                  </a:schemeClr>
                </a:solidFill>
                <a:latin typeface="+mn-ea"/>
                <a:cs typeface="Consolas" panose="020B0609020204030204" pitchFamily="49" charset="0"/>
              </a:rPr>
              <a:t>2</a:t>
            </a:r>
            <a:r>
              <a:rPr kumimoji="1" lang="zh-CN" altLang="en-US" b="1" dirty="0">
                <a:solidFill>
                  <a:schemeClr val="tx1">
                    <a:lumMod val="50000"/>
                    <a:lumOff val="50000"/>
                  </a:schemeClr>
                </a:solidFill>
                <a:latin typeface="+mn-ea"/>
                <a:cs typeface="Consolas" panose="020B0609020204030204" pitchFamily="49" charset="0"/>
              </a:rPr>
              <a:t>组为其余未求出最短路径的顶点集合</a:t>
            </a:r>
            <a:r>
              <a:rPr kumimoji="1" lang="en-US" altLang="zh-CN" b="1" dirty="0">
                <a:solidFill>
                  <a:schemeClr val="tx1">
                    <a:lumMod val="50000"/>
                    <a:lumOff val="50000"/>
                  </a:schemeClr>
                </a:solidFill>
                <a:latin typeface="+mn-ea"/>
                <a:cs typeface="Consolas" panose="020B0609020204030204" pitchFamily="49" charset="0"/>
              </a:rPr>
              <a:t>U</a:t>
            </a:r>
            <a:endParaRPr kumimoji="1" lang="en-US" altLang="zh-CN" b="1" dirty="0">
              <a:solidFill>
                <a:schemeClr val="tx1">
                  <a:lumMod val="50000"/>
                  <a:lumOff val="50000"/>
                </a:schemeClr>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之后每次循环都求得一条</a:t>
            </a:r>
            <a:r>
              <a:rPr kumimoji="1" lang="zh-CN" altLang="en-US" b="1" dirty="0">
                <a:solidFill>
                  <a:srgbClr val="B50988"/>
                </a:solidFill>
                <a:latin typeface="+mn-ea"/>
                <a:cs typeface="Consolas" panose="020B0609020204030204" pitchFamily="49" charset="0"/>
              </a:rPr>
              <a:t>源点</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到某个</a:t>
            </a:r>
            <a:r>
              <a:rPr kumimoji="1" lang="zh-CN" altLang="en-US" b="1" dirty="0">
                <a:solidFill>
                  <a:srgbClr val="CC00FF"/>
                </a:solidFill>
                <a:latin typeface="+mn-ea"/>
                <a:cs typeface="Consolas" panose="020B0609020204030204" pitchFamily="49" charset="0"/>
              </a:rPr>
              <a:t>顶点</a:t>
            </a:r>
            <a:r>
              <a:rPr kumimoji="1" lang="en-US" altLang="zh-CN" b="1" dirty="0">
                <a:solidFill>
                  <a:srgbClr val="CC00FF"/>
                </a:solidFill>
                <a:latin typeface="+mn-ea"/>
                <a:cs typeface="Consolas" panose="020B0609020204030204" pitchFamily="49" charset="0"/>
              </a:rPr>
              <a:t>u</a:t>
            </a:r>
            <a:r>
              <a:rPr kumimoji="1" lang="zh-CN" altLang="en-US" b="1" dirty="0">
                <a:latin typeface="+mn-ea"/>
                <a:cs typeface="Consolas" panose="020B0609020204030204" pitchFamily="49" charset="0"/>
              </a:rPr>
              <a:t>的最短路径</a:t>
            </a:r>
            <a:r>
              <a:rPr kumimoji="1" lang="en-US" altLang="zh-CN" b="1" dirty="0">
                <a:latin typeface="+mn-ea"/>
                <a:cs typeface="Consolas" panose="020B0609020204030204" pitchFamily="49" charset="0"/>
              </a:rPr>
              <a:t>(</a:t>
            </a:r>
            <a:r>
              <a:rPr kumimoji="1" lang="en-US" altLang="zh-CN" b="1" dirty="0">
                <a:solidFill>
                  <a:srgbClr val="B50988"/>
                </a:solidFill>
                <a:latin typeface="+mn-ea"/>
                <a:cs typeface="Consolas" panose="020B0609020204030204" pitchFamily="49" charset="0"/>
              </a:rPr>
              <a:t>v</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 </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 </a:t>
            </a:r>
            <a:r>
              <a:rPr kumimoji="1" lang="en-US" altLang="zh-CN" b="1" dirty="0">
                <a:solidFill>
                  <a:srgbClr val="CC00FF"/>
                </a:solidFill>
                <a:latin typeface="+mn-ea"/>
                <a:cs typeface="Consolas" panose="020B0609020204030204" pitchFamily="49" charset="0"/>
              </a:rPr>
              <a:t>u</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，就将</a:t>
            </a:r>
            <a:r>
              <a:rPr kumimoji="1" lang="en-US" altLang="zh-CN" b="1" dirty="0">
                <a:solidFill>
                  <a:srgbClr val="CC00FF"/>
                </a:solidFill>
                <a:latin typeface="+mn-ea"/>
                <a:cs typeface="Consolas" panose="020B0609020204030204" pitchFamily="49" charset="0"/>
              </a:rPr>
              <a:t>u</a:t>
            </a:r>
            <a:r>
              <a:rPr kumimoji="1" lang="zh-CN" altLang="en-US" b="1" dirty="0">
                <a:latin typeface="+mn-ea"/>
                <a:cs typeface="Consolas" panose="020B0609020204030204" pitchFamily="49" charset="0"/>
              </a:rPr>
              <a:t>加入到</a:t>
            </a:r>
            <a:r>
              <a:rPr kumimoji="1" lang="zh-CN" altLang="en-US" b="1" dirty="0">
                <a:solidFill>
                  <a:srgbClr val="CC00FF"/>
                </a:solidFill>
                <a:latin typeface="+mn-ea"/>
                <a:cs typeface="Consolas" panose="020B0609020204030204" pitchFamily="49" charset="0"/>
              </a:rPr>
              <a:t>集合</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中，直到全部顶点都加入到</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中，</a:t>
            </a:r>
            <a:r>
              <a:rPr kumimoji="1" lang="zh-CN" altLang="en-US" b="1" dirty="0">
                <a:solidFill>
                  <a:schemeClr val="tx1">
                    <a:lumMod val="50000"/>
                    <a:lumOff val="50000"/>
                  </a:schemeClr>
                </a:solidFill>
                <a:latin typeface="+mn-ea"/>
                <a:cs typeface="Consolas" panose="020B0609020204030204" pitchFamily="49" charset="0"/>
              </a:rPr>
              <a:t>集合</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latin typeface="+mn-ea"/>
                <a:cs typeface="Consolas" panose="020B0609020204030204" pitchFamily="49" charset="0"/>
              </a:rPr>
              <a:t>为空集，算法结束</a:t>
            </a:r>
            <a:endParaRPr kumimoji="1" lang="zh-CN" altLang="en-US" b="1" dirty="0">
              <a:solidFill>
                <a:schemeClr val="tx1">
                  <a:lumMod val="50000"/>
                  <a:lumOff val="50000"/>
                </a:schemeClr>
              </a:solidFill>
              <a:latin typeface="+mn-ea"/>
              <a:cs typeface="Consolas" panose="020B0609020204030204" pitchFamily="49" charset="0"/>
            </a:endParaRPr>
          </a:p>
        </p:txBody>
      </p:sp>
      <p:sp>
        <p:nvSpPr>
          <p:cNvPr id="5" name="云形 4"/>
          <p:cNvSpPr/>
          <p:nvPr>
            <p:custDataLst>
              <p:tags r:id="rId4"/>
            </p:custDataLst>
          </p:nvPr>
        </p:nvSpPr>
        <p:spPr>
          <a:xfrm rot="13258553">
            <a:off x="6660699" y="4417984"/>
            <a:ext cx="1950279" cy="1775148"/>
          </a:xfrm>
          <a:prstGeom prst="cloud">
            <a:avLst/>
          </a:prstGeom>
          <a:solidFill>
            <a:srgbClr val="EEEEEE"/>
          </a:solidFill>
          <a:ln>
            <a:solidFill>
              <a:schemeClr val="bg1">
                <a:lumMod val="50000"/>
                <a:alpha val="6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8" name="云形 7"/>
          <p:cNvSpPr/>
          <p:nvPr>
            <p:custDataLst>
              <p:tags r:id="rId5"/>
            </p:custDataLst>
          </p:nvPr>
        </p:nvSpPr>
        <p:spPr>
          <a:xfrm rot="13258553">
            <a:off x="319549" y="4417983"/>
            <a:ext cx="1950279" cy="1775148"/>
          </a:xfrm>
          <a:prstGeom prst="cloud">
            <a:avLst/>
          </a:prstGeom>
          <a:solidFill>
            <a:srgbClr val="CC00FF">
              <a:alpha val="29000"/>
            </a:srgbClr>
          </a:solidFill>
          <a:ln>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9" name="文本框 8"/>
          <p:cNvSpPr txBox="1"/>
          <p:nvPr>
            <p:custDataLst>
              <p:tags r:id="rId6"/>
            </p:custDataLst>
          </p:nvPr>
        </p:nvSpPr>
        <p:spPr>
          <a:xfrm>
            <a:off x="-23547" y="4077085"/>
            <a:ext cx="2636471" cy="369332"/>
          </a:xfrm>
          <a:prstGeom prst="rect">
            <a:avLst/>
          </a:prstGeom>
          <a:noFill/>
        </p:spPr>
        <p:txBody>
          <a:bodyPr wrap="square">
            <a:spAutoFit/>
          </a:bodyPr>
          <a:p>
            <a:pPr algn="ctr"/>
            <a:r>
              <a:rPr lang="zh-CN" altLang="en-US" b="1" dirty="0">
                <a:solidFill>
                  <a:srgbClr val="CC00FF"/>
                </a:solidFill>
                <a:latin typeface="+mn-ea"/>
                <a:cs typeface="Consolas" panose="020B0609020204030204" pitchFamily="49" charset="0"/>
              </a:rPr>
              <a:t>最短路径顶点集合</a:t>
            </a:r>
            <a:r>
              <a:rPr lang="en-US" altLang="zh-CN" b="1" dirty="0">
                <a:solidFill>
                  <a:srgbClr val="CC00FF"/>
                </a:solidFill>
                <a:latin typeface="+mn-ea"/>
                <a:cs typeface="Consolas" panose="020B0609020204030204" pitchFamily="49" charset="0"/>
              </a:rPr>
              <a:t>S</a:t>
            </a:r>
            <a:endParaRPr lang="en-US" altLang="zh-CN" sz="1600" b="1" dirty="0">
              <a:solidFill>
                <a:srgbClr val="CC00FF"/>
              </a:solidFill>
              <a:latin typeface="+mn-ea"/>
            </a:endParaRPr>
          </a:p>
        </p:txBody>
      </p:sp>
      <p:sp>
        <p:nvSpPr>
          <p:cNvPr id="10" name="文本框 9"/>
          <p:cNvSpPr txBox="1"/>
          <p:nvPr>
            <p:custDataLst>
              <p:tags r:id="rId7"/>
            </p:custDataLst>
          </p:nvPr>
        </p:nvSpPr>
        <p:spPr>
          <a:xfrm>
            <a:off x="6006892" y="4077085"/>
            <a:ext cx="3257892" cy="369332"/>
          </a:xfrm>
          <a:prstGeom prst="rect">
            <a:avLst/>
          </a:prstGeom>
          <a:noFill/>
        </p:spPr>
        <p:txBody>
          <a:bodyPr wrap="square">
            <a:spAutoFit/>
          </a:bodyPr>
          <a:p>
            <a:pPr algn="ctr"/>
            <a:r>
              <a:rPr lang="zh-CN" altLang="en-US" b="1" dirty="0">
                <a:solidFill>
                  <a:schemeClr val="tx1">
                    <a:lumMod val="65000"/>
                    <a:lumOff val="35000"/>
                  </a:schemeClr>
                </a:solidFill>
                <a:latin typeface="+mn-ea"/>
                <a:cs typeface="Consolas" panose="020B0609020204030204" pitchFamily="49" charset="0"/>
              </a:rPr>
              <a:t>其他顶点集合</a:t>
            </a:r>
            <a:r>
              <a:rPr lang="en-US" altLang="zh-CN" b="1" dirty="0">
                <a:solidFill>
                  <a:schemeClr val="tx1">
                    <a:lumMod val="65000"/>
                    <a:lumOff val="35000"/>
                  </a:schemeClr>
                </a:solidFill>
                <a:latin typeface="+mn-ea"/>
                <a:cs typeface="Consolas" panose="020B0609020204030204" pitchFamily="49" charset="0"/>
              </a:rPr>
              <a:t>U</a:t>
            </a:r>
            <a:endParaRPr lang="en-US" altLang="zh-CN" sz="1600" b="1" dirty="0">
              <a:solidFill>
                <a:schemeClr val="tx1">
                  <a:lumMod val="65000"/>
                  <a:lumOff val="35000"/>
                </a:schemeClr>
              </a:solidFill>
              <a:latin typeface="+mn-ea"/>
            </a:endParaRPr>
          </a:p>
        </p:txBody>
      </p:sp>
      <p:sp>
        <p:nvSpPr>
          <p:cNvPr id="11" name="Oval 31"/>
          <p:cNvSpPr>
            <a:spLocks noChangeArrowheads="1"/>
          </p:cNvSpPr>
          <p:nvPr>
            <p:custDataLst>
              <p:tags r:id="rId8"/>
            </p:custDataLst>
          </p:nvPr>
        </p:nvSpPr>
        <p:spPr bwMode="auto">
          <a:xfrm>
            <a:off x="7528912" y="4723866"/>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endParaRPr kumimoji="0" lang="en-US" altLang="zh-CN" sz="2000" b="1" u="none" strike="noStrike" kern="0" cap="none" spc="0" normalizeH="0" baseline="0" noProof="0" dirty="0">
              <a:ln>
                <a:noFill/>
              </a:ln>
              <a:solidFill>
                <a:schemeClr val="bg1">
                  <a:lumMod val="65000"/>
                </a:schemeClr>
              </a:solidFill>
              <a:effectLst/>
              <a:uLnTx/>
              <a:uFillTx/>
              <a:latin typeface="+mn-ea"/>
              <a:cs typeface="Consolas" panose="020B0609020204030204" pitchFamily="49" charset="0"/>
            </a:endParaRPr>
          </a:p>
        </p:txBody>
      </p:sp>
      <p:sp>
        <p:nvSpPr>
          <p:cNvPr id="12" name="Oval 31"/>
          <p:cNvSpPr>
            <a:spLocks noChangeArrowheads="1"/>
          </p:cNvSpPr>
          <p:nvPr>
            <p:custDataLst>
              <p:tags r:id="rId9"/>
            </p:custDataLst>
          </p:nvPr>
        </p:nvSpPr>
        <p:spPr bwMode="auto">
          <a:xfrm>
            <a:off x="518639" y="5033830"/>
            <a:ext cx="452705" cy="452705"/>
          </a:xfrm>
          <a:prstGeom prst="ellipse">
            <a:avLst/>
          </a:prstGeom>
          <a:solidFill>
            <a:srgbClr val="B50988">
              <a:alpha val="69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3" name="Oval 31"/>
          <p:cNvSpPr>
            <a:spLocks noChangeArrowheads="1"/>
          </p:cNvSpPr>
          <p:nvPr>
            <p:custDataLst>
              <p:tags r:id="rId10"/>
            </p:custDataLst>
          </p:nvPr>
        </p:nvSpPr>
        <p:spPr bwMode="auto">
          <a:xfrm>
            <a:off x="1152359" y="5488022"/>
            <a:ext cx="452705" cy="452705"/>
          </a:xfrm>
          <a:prstGeom prst="ellipse">
            <a:avLst/>
          </a:prstGeom>
          <a:solidFill>
            <a:srgbClr val="CC00FF">
              <a:alpha val="69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4" name="Oval 31"/>
          <p:cNvSpPr>
            <a:spLocks noChangeArrowheads="1"/>
          </p:cNvSpPr>
          <p:nvPr>
            <p:custDataLst>
              <p:tags r:id="rId11"/>
            </p:custDataLst>
          </p:nvPr>
        </p:nvSpPr>
        <p:spPr bwMode="auto">
          <a:xfrm>
            <a:off x="1068335" y="4668571"/>
            <a:ext cx="452705" cy="452705"/>
          </a:xfrm>
          <a:prstGeom prst="ellipse">
            <a:avLst/>
          </a:prstGeom>
          <a:solidFill>
            <a:srgbClr val="CC00FF">
              <a:alpha val="69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8" name="Oval 31"/>
          <p:cNvSpPr>
            <a:spLocks noChangeArrowheads="1"/>
          </p:cNvSpPr>
          <p:nvPr>
            <p:custDataLst>
              <p:tags r:id="rId12"/>
            </p:custDataLst>
          </p:nvPr>
        </p:nvSpPr>
        <p:spPr bwMode="auto">
          <a:xfrm>
            <a:off x="7688219" y="5377245"/>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endParaRPr kumimoji="0" lang="en-US" altLang="zh-CN" sz="2000" b="1" u="none" strike="noStrike" kern="0" cap="none" spc="0" normalizeH="0" baseline="0" noProof="0" dirty="0">
              <a:ln>
                <a:noFill/>
              </a:ln>
              <a:solidFill>
                <a:schemeClr val="bg1">
                  <a:lumMod val="65000"/>
                </a:schemeClr>
              </a:solidFill>
              <a:effectLst/>
              <a:uLnTx/>
              <a:uFillTx/>
              <a:latin typeface="+mn-ea"/>
              <a:cs typeface="Consolas" panose="020B0609020204030204" pitchFamily="49" charset="0"/>
            </a:endParaRPr>
          </a:p>
        </p:txBody>
      </p:sp>
      <p:sp>
        <p:nvSpPr>
          <p:cNvPr id="19" name="箭头: 下 18"/>
          <p:cNvSpPr/>
          <p:nvPr>
            <p:custDataLst>
              <p:tags r:id="rId13"/>
            </p:custDataLst>
          </p:nvPr>
        </p:nvSpPr>
        <p:spPr>
          <a:xfrm rot="5400000">
            <a:off x="4162465" y="3377274"/>
            <a:ext cx="543453" cy="3856565"/>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TextBox 15"/>
          <p:cNvSpPr txBox="1"/>
          <p:nvPr>
            <p:custDataLst>
              <p:tags r:id="rId14"/>
            </p:custDataLst>
          </p:nvPr>
        </p:nvSpPr>
        <p:spPr>
          <a:xfrm>
            <a:off x="2442050" y="5577283"/>
            <a:ext cx="4018979" cy="985206"/>
          </a:xfrm>
          <a:prstGeom prst="rect">
            <a:avLst/>
          </a:prstGeom>
          <a:noFill/>
        </p:spPr>
        <p:txBody>
          <a:bodyPr wrap="square" rtlCol="0">
            <a:spAutoFit/>
          </a:bodyPr>
          <a:p>
            <a:pPr marL="285750" indent="-285750">
              <a:lnSpc>
                <a:spcPct val="110000"/>
              </a:lnSpc>
              <a:buFont typeface="Wingdings" panose="05000000000000000000" pitchFamily="2" charset="2"/>
              <a:buChar char="n"/>
            </a:pPr>
            <a:r>
              <a:rPr lang="zh-CN" altLang="en-US" sz="1800" b="1" dirty="0">
                <a:solidFill>
                  <a:srgbClr val="0070C0"/>
                </a:solidFill>
                <a:latin typeface="+mn-ea"/>
                <a:cs typeface="Consolas" panose="020B0609020204030204" pitchFamily="49" charset="0"/>
              </a:rPr>
              <a:t>每次循环求出</a:t>
            </a:r>
            <a:r>
              <a:rPr lang="zh-CN" altLang="en-US" sz="1800" b="1" dirty="0">
                <a:solidFill>
                  <a:srgbClr val="B50988"/>
                </a:solidFill>
                <a:latin typeface="+mn-ea"/>
                <a:cs typeface="Consolas" panose="020B0609020204030204" pitchFamily="49" charset="0"/>
              </a:rPr>
              <a:t>源点</a:t>
            </a:r>
            <a:r>
              <a:rPr lang="en-US" altLang="zh-CN" sz="1800" b="1" dirty="0">
                <a:solidFill>
                  <a:srgbClr val="B50988"/>
                </a:solidFill>
                <a:latin typeface="+mn-ea"/>
                <a:cs typeface="Consolas" panose="020B0609020204030204" pitchFamily="49" charset="0"/>
              </a:rPr>
              <a:t>v</a:t>
            </a:r>
            <a:r>
              <a:rPr lang="zh-CN" altLang="en-US" sz="1800" b="1" dirty="0">
                <a:solidFill>
                  <a:srgbClr val="0070C0"/>
                </a:solidFill>
                <a:latin typeface="+mn-ea"/>
                <a:cs typeface="Consolas" panose="020B0609020204030204" pitchFamily="49" charset="0"/>
              </a:rPr>
              <a:t>到</a:t>
            </a:r>
            <a:r>
              <a:rPr lang="en-US" altLang="zh-CN" sz="1800" b="1" dirty="0">
                <a:solidFill>
                  <a:schemeClr val="tx1">
                    <a:lumMod val="50000"/>
                    <a:lumOff val="50000"/>
                  </a:schemeClr>
                </a:solidFill>
                <a:latin typeface="+mn-ea"/>
                <a:cs typeface="Consolas" panose="020B0609020204030204" pitchFamily="49" charset="0"/>
              </a:rPr>
              <a:t>U</a:t>
            </a:r>
            <a:r>
              <a:rPr lang="zh-CN" altLang="en-US" sz="1800" b="1" dirty="0">
                <a:solidFill>
                  <a:srgbClr val="0070C0"/>
                </a:solidFill>
                <a:latin typeface="+mn-ea"/>
                <a:cs typeface="Consolas" panose="020B0609020204030204" pitchFamily="49" charset="0"/>
              </a:rPr>
              <a:t>中一个</a:t>
            </a:r>
            <a:r>
              <a:rPr lang="zh-CN" altLang="en-US" sz="1800" b="1" dirty="0">
                <a:solidFill>
                  <a:srgbClr val="CC00FF"/>
                </a:solidFill>
                <a:latin typeface="+mn-ea"/>
                <a:cs typeface="Consolas" panose="020B0609020204030204" pitchFamily="49" charset="0"/>
              </a:rPr>
              <a:t>顶点</a:t>
            </a:r>
            <a:r>
              <a:rPr lang="en-US" altLang="zh-CN" sz="1800" b="1" dirty="0">
                <a:solidFill>
                  <a:srgbClr val="CC00FF"/>
                </a:solidFill>
                <a:latin typeface="+mn-ea"/>
                <a:cs typeface="Consolas" panose="020B0609020204030204" pitchFamily="49" charset="0"/>
              </a:rPr>
              <a:t>u</a:t>
            </a:r>
            <a:r>
              <a:rPr lang="zh-CN" altLang="en-US" sz="1800" b="1" dirty="0">
                <a:solidFill>
                  <a:srgbClr val="0070C0"/>
                </a:solidFill>
                <a:latin typeface="+mn-ea"/>
                <a:cs typeface="Consolas" panose="020B0609020204030204" pitchFamily="49" charset="0"/>
              </a:rPr>
              <a:t>的</a:t>
            </a:r>
            <a:r>
              <a:rPr kumimoji="1" lang="zh-CN" altLang="en-US" sz="1800" b="1" dirty="0">
                <a:solidFill>
                  <a:srgbClr val="0070C0"/>
                </a:solidFill>
                <a:latin typeface="+mn-ea"/>
                <a:cs typeface="Consolas" panose="020B0609020204030204" pitchFamily="49" charset="0"/>
              </a:rPr>
              <a:t>最短路径，并将</a:t>
            </a:r>
            <a:r>
              <a:rPr kumimoji="1" lang="en-US" altLang="zh-CN" sz="1800" b="1" dirty="0">
                <a:solidFill>
                  <a:srgbClr val="CC00FF"/>
                </a:solidFill>
                <a:latin typeface="+mn-ea"/>
                <a:cs typeface="Consolas" panose="020B0609020204030204" pitchFamily="49" charset="0"/>
              </a:rPr>
              <a:t>u</a:t>
            </a:r>
            <a:r>
              <a:rPr kumimoji="1" lang="zh-CN" altLang="en-US" sz="1800" b="1" dirty="0">
                <a:solidFill>
                  <a:srgbClr val="0070C0"/>
                </a:solidFill>
                <a:latin typeface="+mn-ea"/>
                <a:cs typeface="Consolas" panose="020B0609020204030204" pitchFamily="49" charset="0"/>
              </a:rPr>
              <a:t>移动到</a:t>
            </a:r>
            <a:r>
              <a:rPr kumimoji="1" lang="en-US" altLang="zh-CN" sz="1800" b="1" dirty="0">
                <a:solidFill>
                  <a:srgbClr val="CC00FF"/>
                </a:solidFill>
                <a:latin typeface="+mn-ea"/>
                <a:cs typeface="Consolas" panose="020B0609020204030204" pitchFamily="49" charset="0"/>
              </a:rPr>
              <a:t>S</a:t>
            </a:r>
            <a:r>
              <a:rPr kumimoji="1" lang="zh-CN" altLang="en-US" sz="1800" b="1" dirty="0">
                <a:solidFill>
                  <a:srgbClr val="0070C0"/>
                </a:solidFill>
                <a:latin typeface="+mn-ea"/>
                <a:cs typeface="Consolas" panose="020B0609020204030204" pitchFamily="49" charset="0"/>
              </a:rPr>
              <a:t>中</a:t>
            </a:r>
            <a:endParaRPr kumimoji="1" lang="en-US" altLang="zh-CN" sz="1800" b="1" dirty="0">
              <a:solidFill>
                <a:srgbClr val="0070C0"/>
              </a:solidFill>
              <a:latin typeface="+mn-ea"/>
              <a:cs typeface="Consolas" panose="020B0609020204030204" pitchFamily="49" charset="0"/>
            </a:endParaRPr>
          </a:p>
          <a:p>
            <a:pPr marL="285750" indent="-285750">
              <a:lnSpc>
                <a:spcPct val="110000"/>
              </a:lnSpc>
              <a:buFont typeface="Wingdings" panose="05000000000000000000" pitchFamily="2" charset="2"/>
              <a:buChar char="n"/>
            </a:pPr>
            <a:r>
              <a:rPr kumimoji="1" lang="en-US" altLang="zh-CN" sz="1800" b="1" dirty="0">
                <a:solidFill>
                  <a:schemeClr val="bg1">
                    <a:lumMod val="50000"/>
                  </a:schemeClr>
                </a:solidFill>
                <a:latin typeface="+mn-ea"/>
                <a:cs typeface="Consolas" panose="020B0609020204030204" pitchFamily="49" charset="0"/>
              </a:rPr>
              <a:t>U</a:t>
            </a:r>
            <a:r>
              <a:rPr kumimoji="1" lang="zh-CN" altLang="en-US" sz="1800" b="1" dirty="0">
                <a:solidFill>
                  <a:schemeClr val="bg1">
                    <a:lumMod val="50000"/>
                  </a:schemeClr>
                </a:solidFill>
                <a:latin typeface="+mn-ea"/>
                <a:cs typeface="Consolas" panose="020B0609020204030204" pitchFamily="49" charset="0"/>
              </a:rPr>
              <a:t>为空</a:t>
            </a:r>
            <a:r>
              <a:rPr kumimoji="1" lang="zh-CN" altLang="en-US" b="1" dirty="0">
                <a:solidFill>
                  <a:srgbClr val="0070C0"/>
                </a:solidFill>
                <a:latin typeface="+mn-ea"/>
                <a:cs typeface="Consolas" panose="020B0609020204030204" pitchFamily="49" charset="0"/>
              </a:rPr>
              <a:t>则算法结束</a:t>
            </a:r>
            <a:endParaRPr lang="zh-CN" altLang="en-US" sz="1800" b="1" dirty="0">
              <a:solidFill>
                <a:srgbClr val="0070C0"/>
              </a:solidFill>
              <a:latin typeface="+mn-ea"/>
              <a:cs typeface="Consolas" panose="020B0609020204030204" pitchFamily="49" charset="0"/>
            </a:endParaRPr>
          </a:p>
        </p:txBody>
      </p:sp>
      <p:sp>
        <p:nvSpPr>
          <p:cNvPr id="16" name="Oval 31"/>
          <p:cNvSpPr>
            <a:spLocks noChangeArrowheads="1"/>
          </p:cNvSpPr>
          <p:nvPr>
            <p:custDataLst>
              <p:tags r:id="rId15"/>
            </p:custDataLst>
          </p:nvPr>
        </p:nvSpPr>
        <p:spPr bwMode="auto">
          <a:xfrm>
            <a:off x="6832517" y="5076384"/>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lumMod val="65000"/>
                  </a:schemeClr>
                </a:solidFill>
                <a:effectLst/>
                <a:uLnTx/>
                <a:uFillTx/>
                <a:latin typeface="+mn-ea"/>
                <a:cs typeface="Consolas" panose="020B0609020204030204" pitchFamily="49" charset="0"/>
              </a:rPr>
              <a:t>u</a:t>
            </a:r>
            <a:endParaRPr kumimoji="0" lang="en-US" altLang="zh-CN" sz="2000" b="1" u="none" strike="noStrike" kern="0" cap="none" spc="0" normalizeH="0" baseline="0" noProof="0" dirty="0">
              <a:ln>
                <a:noFill/>
              </a:ln>
              <a:solidFill>
                <a:schemeClr val="bg1">
                  <a:lumMod val="65000"/>
                </a:schemeClr>
              </a:solidFill>
              <a:effectLst/>
              <a:uLnTx/>
              <a:uFillTx/>
              <a:latin typeface="+mn-ea"/>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wipe(left)">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wipe(left)">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animEffect transition="in" filter="wipe(left)">
                                      <p:cBhvr>
                                        <p:cTn id="43" dur="500"/>
                                        <p:tgtEl>
                                          <p:spTgt spid="4">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
                                            <p:txEl>
                                              <p:pRg st="4" end="4"/>
                                            </p:txEl>
                                          </p:spTgt>
                                        </p:tgtEl>
                                        <p:attrNameLst>
                                          <p:attrName>style.visibility</p:attrName>
                                        </p:attrNameLst>
                                      </p:cBhvr>
                                      <p:to>
                                        <p:strVal val="visible"/>
                                      </p:to>
                                    </p:set>
                                    <p:animEffect transition="in" filter="wipe(left)">
                                      <p:cBhvr>
                                        <p:cTn id="65" dur="500"/>
                                        <p:tgtEl>
                                          <p:spTgt spid="4">
                                            <p:txEl>
                                              <p:pRg st="4" end="4"/>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2"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wipe(right)">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5">
                                            <p:txEl>
                                              <p:pRg st="0" end="0"/>
                                            </p:txEl>
                                          </p:spTgt>
                                        </p:tgtEl>
                                        <p:attrNameLst>
                                          <p:attrName>style.visibility</p:attrName>
                                        </p:attrNameLst>
                                      </p:cBhvr>
                                      <p:to>
                                        <p:strVal val="visible"/>
                                      </p:to>
                                    </p:set>
                                    <p:animEffect transition="in" filter="wipe(left)">
                                      <p:cBhvr>
                                        <p:cTn id="81" dur="500"/>
                                        <p:tgtEl>
                                          <p:spTgt spid="15">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mph" presetSubtype="2" fill="hold" grpId="1" nodeType="clickEffect">
                                  <p:stCondLst>
                                    <p:cond delay="0"/>
                                  </p:stCondLst>
                                  <p:childTnLst>
                                    <p:animClr clrSpc="rgb" dir="cw">
                                      <p:cBhvr override="childStyle">
                                        <p:cTn id="85" dur="500" fill="hold"/>
                                        <p:tgtEl>
                                          <p:spTgt spid="16"/>
                                        </p:tgtEl>
                                        <p:attrNameLst>
                                          <p:attrName>style.color</p:attrName>
                                        </p:attrNameLst>
                                      </p:cBhvr>
                                      <p:to>
                                        <a:srgbClr val="FFFFFF"/>
                                      </p:to>
                                    </p:animClr>
                                  </p:childTnLst>
                                </p:cTn>
                              </p:par>
                              <p:par>
                                <p:cTn id="86" presetID="1" presetClass="emph" presetSubtype="2" fill="hold" nodeType="withEffect">
                                  <p:stCondLst>
                                    <p:cond delay="0"/>
                                  </p:stCondLst>
                                  <p:childTnLst>
                                    <p:animClr clrSpc="rgb" dir="cw">
                                      <p:cBhvr>
                                        <p:cTn id="87" dur="500" fill="hold"/>
                                        <p:tgtEl>
                                          <p:spTgt spid="16"/>
                                        </p:tgtEl>
                                        <p:attrNameLst>
                                          <p:attrName>fillcolor</p:attrName>
                                        </p:attrNameLst>
                                      </p:cBhvr>
                                      <p:to>
                                        <a:srgbClr val="CC00FF"/>
                                      </p:to>
                                    </p:animClr>
                                    <p:set>
                                      <p:cBhvr>
                                        <p:cTn id="88" dur="500" fill="hold"/>
                                        <p:tgtEl>
                                          <p:spTgt spid="16"/>
                                        </p:tgtEl>
                                        <p:attrNameLst>
                                          <p:attrName>fill.type</p:attrName>
                                        </p:attrNameLst>
                                      </p:cBhvr>
                                      <p:to>
                                        <p:strVal val="solid"/>
                                      </p:to>
                                    </p:set>
                                    <p:set>
                                      <p:cBhvr>
                                        <p:cTn id="89" dur="500" fill="hold"/>
                                        <p:tgtEl>
                                          <p:spTgt spid="16"/>
                                        </p:tgtEl>
                                        <p:attrNameLst>
                                          <p:attrName>fill.on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42" presetClass="path" presetSubtype="0" accel="50000" decel="50000" fill="hold" grpId="2" nodeType="clickEffect">
                                  <p:stCondLst>
                                    <p:cond delay="0"/>
                                  </p:stCondLst>
                                  <p:childTnLst>
                                    <p:animMotion origin="layout" path="M 0.00166667 0.00138889 L -0.439479 -0.00148148 " pathEditMode="relative" rAng="0" ptsTypes="">
                                      <p:cBhvr>
                                        <p:cTn id="93" dur="2000" fill="hold"/>
                                        <p:tgtEl>
                                          <p:spTgt spid="16"/>
                                        </p:tgtEl>
                                        <p:attrNameLst>
                                          <p:attrName>ppt_x</p:attrName>
                                          <p:attrName>ppt_y</p:attrName>
                                        </p:attrNameLst>
                                      </p:cBhvr>
                                      <p:rCtr x="-156" y="-2"/>
                                    </p:animMotion>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15">
                                            <p:txEl>
                                              <p:pRg st="1" end="1"/>
                                            </p:txEl>
                                          </p:spTgt>
                                        </p:tgtEl>
                                        <p:attrNameLst>
                                          <p:attrName>style.visibility</p:attrName>
                                        </p:attrNameLst>
                                      </p:cBhvr>
                                      <p:to>
                                        <p:strVal val="visible"/>
                                      </p:to>
                                    </p:set>
                                    <p:animEffect transition="in" filter="wipe(left)">
                                      <p:cBhvr>
                                        <p:cTn id="98"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bldLvl="0" animBg="1"/>
      <p:bldP spid="9" grpId="0"/>
      <p:bldP spid="10" grpId="0"/>
      <p:bldP spid="11" grpId="0" bldLvl="0" animBg="1"/>
      <p:bldP spid="12" grpId="0" bldLvl="0" animBg="1"/>
      <p:bldP spid="13" grpId="0" bldLvl="0" animBg="1"/>
      <p:bldP spid="14" grpId="0" bldLvl="0" animBg="1"/>
      <p:bldP spid="18" grpId="0" bldLvl="0" animBg="1"/>
      <p:bldP spid="19" grpId="0" bldLvl="0" animBg="1"/>
      <p:bldP spid="16" grpId="0" bldLvl="0" animBg="1"/>
      <p:bldP spid="16" grpId="1" animBg="1"/>
      <p:bldP spid="16" grpId="2"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4" name="Text Box 2"/>
          <p:cNvSpPr txBox="1">
            <a:spLocks noChangeArrowheads="1"/>
          </p:cNvSpPr>
          <p:nvPr>
            <p:custDataLst>
              <p:tags r:id="rId2"/>
            </p:custDataLst>
          </p:nvPr>
        </p:nvSpPr>
        <p:spPr bwMode="auto">
          <a:xfrm>
            <a:off x="0" y="722491"/>
            <a:ext cx="9144000" cy="1061381"/>
          </a:xfrm>
          <a:prstGeom prst="rect">
            <a:avLst/>
          </a:prstGeom>
          <a:noFill/>
          <a:ln w="9525">
            <a:noFill/>
            <a:miter lim="800000"/>
          </a:ln>
          <a:effectLst/>
        </p:spPr>
        <p:txBody>
          <a:bodyPr wrap="square">
            <a:spAutoFit/>
          </a:bodyPr>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初始化</a:t>
            </a:r>
            <a:r>
              <a:rPr kumimoji="1" lang="zh-CN" altLang="en-US" b="1" dirty="0">
                <a:solidFill>
                  <a:srgbClr val="CC00FF"/>
                </a:solidFill>
                <a:latin typeface="+mn-ea"/>
                <a:cs typeface="Consolas" panose="020B0609020204030204" pitchFamily="49" charset="0"/>
              </a:rPr>
              <a:t>集合</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和</a:t>
            </a:r>
            <a:r>
              <a:rPr kumimoji="1" lang="en-US" altLang="zh-CN" b="1" dirty="0">
                <a:latin typeface="+mn-ea"/>
                <a:cs typeface="Consolas" panose="020B0609020204030204" pitchFamily="49" charset="0"/>
              </a:rPr>
              <a:t>U</a:t>
            </a:r>
            <a:r>
              <a:rPr kumimoji="1" lang="zh-CN" altLang="en-US" b="1" dirty="0">
                <a:latin typeface="+mn-ea"/>
                <a:cs typeface="Consolas" panose="020B0609020204030204" pitchFamily="49" charset="0"/>
              </a:rPr>
              <a:t>，</a:t>
            </a:r>
            <a:r>
              <a:rPr kumimoji="1" lang="zh-CN" altLang="en-US" b="1" dirty="0">
                <a:solidFill>
                  <a:srgbClr val="C328E9"/>
                </a:solidFill>
                <a:latin typeface="+mn-ea"/>
                <a:cs typeface="Consolas" panose="020B0609020204030204" pitchFamily="49" charset="0"/>
              </a:rPr>
              <a:t>集合</a:t>
            </a:r>
            <a:r>
              <a:rPr kumimoji="1" lang="en-US" altLang="zh-CN" b="1" dirty="0">
                <a:solidFill>
                  <a:srgbClr val="C328E9"/>
                </a:solidFill>
                <a:latin typeface="+mn-ea"/>
                <a:cs typeface="Consolas" panose="020B0609020204030204" pitchFamily="49" charset="0"/>
              </a:rPr>
              <a:t>S</a:t>
            </a:r>
            <a:r>
              <a:rPr kumimoji="1" lang="zh-CN" altLang="en-US" b="1" dirty="0">
                <a:latin typeface="+mn-ea"/>
                <a:cs typeface="Consolas" panose="020B0609020204030204" pitchFamily="49" charset="0"/>
              </a:rPr>
              <a:t>只包含</a:t>
            </a:r>
            <a:r>
              <a:rPr kumimoji="1" lang="zh-CN" altLang="en-US" b="1" dirty="0">
                <a:solidFill>
                  <a:srgbClr val="B50988"/>
                </a:solidFill>
                <a:latin typeface="+mn-ea"/>
                <a:cs typeface="Consolas" panose="020B0609020204030204" pitchFamily="49" charset="0"/>
              </a:rPr>
              <a:t>源点</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即</a:t>
            </a:r>
            <a:r>
              <a:rPr kumimoji="1" lang="en-US" altLang="zh-CN" b="1" dirty="0">
                <a:solidFill>
                  <a:srgbClr val="CC00FF"/>
                </a:solidFill>
                <a:latin typeface="+mn-ea"/>
                <a:cs typeface="Consolas" panose="020B0609020204030204" pitchFamily="49" charset="0"/>
              </a:rPr>
              <a:t>S={</a:t>
            </a:r>
            <a:r>
              <a:rPr kumimoji="1" lang="en-US" altLang="zh-CN" b="1" dirty="0">
                <a:solidFill>
                  <a:srgbClr val="B50988"/>
                </a:solidFill>
                <a:latin typeface="+mn-ea"/>
                <a:cs typeface="Consolas" panose="020B0609020204030204" pitchFamily="49" charset="0"/>
              </a:rPr>
              <a:t>v</a:t>
            </a:r>
            <a:r>
              <a:rPr kumimoji="1" lang="en-US" altLang="zh-CN" b="1" dirty="0">
                <a:solidFill>
                  <a:srgbClr val="CC00FF"/>
                </a:solidFill>
                <a:latin typeface="+mn-ea"/>
                <a:cs typeface="Consolas" panose="020B0609020204030204" pitchFamily="49" charset="0"/>
              </a:rPr>
              <a:t>}</a:t>
            </a:r>
            <a:r>
              <a:rPr kumimoji="1" lang="zh-CN" altLang="en-US" b="1" dirty="0">
                <a:latin typeface="+mn-ea"/>
                <a:cs typeface="Consolas" panose="020B0609020204030204" pitchFamily="49" charset="0"/>
              </a:rPr>
              <a:t>，</a:t>
            </a:r>
            <a:r>
              <a:rPr kumimoji="1" lang="zh-CN" altLang="en-US" b="1" dirty="0">
                <a:solidFill>
                  <a:schemeClr val="tx1">
                    <a:lumMod val="50000"/>
                    <a:lumOff val="50000"/>
                  </a:schemeClr>
                </a:solidFill>
                <a:latin typeface="+mn-ea"/>
                <a:cs typeface="Consolas" panose="020B0609020204030204" pitchFamily="49" charset="0"/>
              </a:rPr>
              <a:t>集合</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latin typeface="+mn-ea"/>
                <a:cs typeface="Consolas" panose="020B0609020204030204" pitchFamily="49" charset="0"/>
              </a:rPr>
              <a:t>包含除</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外的其他顶点</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根据边上权值计算</a:t>
            </a:r>
            <a:r>
              <a:rPr kumimoji="1" lang="zh-CN" altLang="en-US" b="1" dirty="0">
                <a:solidFill>
                  <a:srgbClr val="B50988"/>
                </a:solidFill>
                <a:latin typeface="+mn-ea"/>
                <a:cs typeface="Consolas" panose="020B0609020204030204" pitchFamily="49" charset="0"/>
              </a:rPr>
              <a:t>源点</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latin typeface="+mn-ea"/>
                <a:cs typeface="Consolas" panose="020B0609020204030204" pitchFamily="49" charset="0"/>
              </a:rPr>
              <a:t>中所有</a:t>
            </a:r>
            <a:r>
              <a:rPr kumimoji="1" lang="zh-CN" altLang="en-US" b="1" dirty="0">
                <a:solidFill>
                  <a:schemeClr val="tx1">
                    <a:lumMod val="50000"/>
                    <a:lumOff val="50000"/>
                  </a:schemeClr>
                </a:solidFill>
                <a:latin typeface="+mn-ea"/>
                <a:cs typeface="Consolas" panose="020B0609020204030204" pitchFamily="49" charset="0"/>
              </a:rPr>
              <a:t>顶点</a:t>
            </a:r>
            <a:r>
              <a:rPr kumimoji="1" lang="en-US" altLang="zh-CN" b="1" dirty="0" err="1">
                <a:solidFill>
                  <a:schemeClr val="tx1">
                    <a:lumMod val="50000"/>
                    <a:lumOff val="50000"/>
                  </a:schemeClr>
                </a:solidFill>
                <a:latin typeface="+mn-ea"/>
                <a:cs typeface="Consolas" panose="020B0609020204030204" pitchFamily="49" charset="0"/>
              </a:rPr>
              <a:t>i</a:t>
            </a:r>
            <a:r>
              <a:rPr kumimoji="1" lang="zh-CN" altLang="en-US" b="1" dirty="0">
                <a:latin typeface="+mn-ea"/>
                <a:cs typeface="Consolas" panose="020B0609020204030204" pitchFamily="49" charset="0"/>
              </a:rPr>
              <a:t>的直线距离，即如果</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与</a:t>
            </a:r>
            <a:r>
              <a:rPr kumimoji="1" lang="en-US" altLang="zh-CN" b="1" dirty="0" err="1">
                <a:solidFill>
                  <a:schemeClr val="tx1">
                    <a:lumMod val="50000"/>
                    <a:lumOff val="50000"/>
                  </a:schemeClr>
                </a:solidFill>
                <a:latin typeface="+mn-ea"/>
                <a:cs typeface="Consolas" panose="020B0609020204030204" pitchFamily="49" charset="0"/>
              </a:rPr>
              <a:t>i</a:t>
            </a:r>
            <a:r>
              <a:rPr kumimoji="1" lang="zh-CN" altLang="en-US" b="1" dirty="0">
                <a:latin typeface="+mn-ea"/>
                <a:cs typeface="Consolas" panose="020B0609020204030204" pitchFamily="49" charset="0"/>
              </a:rPr>
              <a:t>有边</a:t>
            </a:r>
            <a:r>
              <a:rPr kumimoji="1" lang="en-US" altLang="zh-CN" b="1" dirty="0">
                <a:solidFill>
                  <a:srgbClr val="0000FF"/>
                </a:solidFill>
                <a:latin typeface="+mn-ea"/>
                <a:cs typeface="Consolas" panose="020B0609020204030204" pitchFamily="49" charset="0"/>
              </a:rPr>
              <a:t>&lt;</a:t>
            </a:r>
            <a:r>
              <a:rPr kumimoji="1" lang="en-US" altLang="zh-CN" b="1" dirty="0">
                <a:solidFill>
                  <a:srgbClr val="B50988"/>
                </a:solidFill>
                <a:latin typeface="+mn-ea"/>
                <a:cs typeface="Consolas" panose="020B0609020204030204" pitchFamily="49" charset="0"/>
              </a:rPr>
              <a:t>v</a:t>
            </a:r>
            <a:r>
              <a:rPr kumimoji="1" lang="en-US" altLang="zh-CN" b="1" dirty="0">
                <a:solidFill>
                  <a:srgbClr val="0000FF"/>
                </a:solidFill>
                <a:latin typeface="+mn-ea"/>
                <a:cs typeface="Consolas" panose="020B0609020204030204" pitchFamily="49" charset="0"/>
              </a:rPr>
              <a:t>, </a:t>
            </a:r>
            <a:r>
              <a:rPr kumimoji="1" lang="en-US" altLang="zh-CN" b="1" dirty="0" err="1">
                <a:solidFill>
                  <a:schemeClr val="tx1">
                    <a:lumMod val="50000"/>
                    <a:lumOff val="50000"/>
                  </a:schemeClr>
                </a:solidFill>
                <a:latin typeface="+mn-ea"/>
                <a:cs typeface="Consolas" panose="020B0609020204030204" pitchFamily="49" charset="0"/>
              </a:rPr>
              <a:t>i</a:t>
            </a:r>
            <a:r>
              <a:rPr kumimoji="1" lang="en-US" altLang="zh-CN" b="1" dirty="0">
                <a:solidFill>
                  <a:srgbClr val="0000FF"/>
                </a:solidFill>
                <a:latin typeface="+mn-ea"/>
                <a:cs typeface="Consolas" panose="020B0609020204030204" pitchFamily="49" charset="0"/>
              </a:rPr>
              <a:t>&gt;</a:t>
            </a:r>
            <a:r>
              <a:rPr kumimoji="1" lang="zh-CN" altLang="en-US" b="1" dirty="0">
                <a:latin typeface="+mn-ea"/>
                <a:cs typeface="Consolas" panose="020B0609020204030204" pitchFamily="49" charset="0"/>
              </a:rPr>
              <a:t>，则直线距离为边</a:t>
            </a:r>
            <a:r>
              <a:rPr kumimoji="1" lang="en-US" altLang="zh-CN" b="1" dirty="0">
                <a:solidFill>
                  <a:srgbClr val="0000FF"/>
                </a:solidFill>
                <a:latin typeface="+mn-ea"/>
                <a:cs typeface="Consolas" panose="020B0609020204030204" pitchFamily="49" charset="0"/>
              </a:rPr>
              <a:t>&lt;</a:t>
            </a:r>
            <a:r>
              <a:rPr kumimoji="1" lang="en-US" altLang="zh-CN" b="1" dirty="0">
                <a:solidFill>
                  <a:srgbClr val="B50988"/>
                </a:solidFill>
                <a:latin typeface="+mn-ea"/>
                <a:cs typeface="Consolas" panose="020B0609020204030204" pitchFamily="49" charset="0"/>
              </a:rPr>
              <a:t>v</a:t>
            </a:r>
            <a:r>
              <a:rPr kumimoji="1" lang="en-US" altLang="zh-CN" b="1" dirty="0">
                <a:solidFill>
                  <a:srgbClr val="0000FF"/>
                </a:solidFill>
                <a:latin typeface="+mn-ea"/>
                <a:cs typeface="Consolas" panose="020B0609020204030204" pitchFamily="49" charset="0"/>
              </a:rPr>
              <a:t>, </a:t>
            </a:r>
            <a:r>
              <a:rPr kumimoji="1" lang="en-US" altLang="zh-CN" b="1" dirty="0" err="1">
                <a:solidFill>
                  <a:schemeClr val="tx1">
                    <a:lumMod val="50000"/>
                    <a:lumOff val="50000"/>
                  </a:schemeClr>
                </a:solidFill>
                <a:latin typeface="+mn-ea"/>
                <a:cs typeface="Consolas" panose="020B0609020204030204" pitchFamily="49" charset="0"/>
              </a:rPr>
              <a:t>i</a:t>
            </a:r>
            <a:r>
              <a:rPr kumimoji="1" lang="en-US" altLang="zh-CN" b="1" dirty="0">
                <a:solidFill>
                  <a:srgbClr val="0000FF"/>
                </a:solidFill>
                <a:latin typeface="+mn-ea"/>
                <a:cs typeface="Consolas" panose="020B0609020204030204" pitchFamily="49" charset="0"/>
              </a:rPr>
              <a:t>&gt;</a:t>
            </a:r>
            <a:r>
              <a:rPr kumimoji="1" lang="zh-CN" altLang="en-US" b="1" dirty="0">
                <a:latin typeface="+mn-ea"/>
                <a:cs typeface="Consolas" panose="020B0609020204030204" pitchFamily="49" charset="0"/>
              </a:rPr>
              <a:t>上的权值，如果没有边则直线距离为</a:t>
            </a:r>
            <a:r>
              <a:rPr kumimoji="1" lang="zh-CN" altLang="en-US" b="1" dirty="0">
                <a:solidFill>
                  <a:srgbClr val="0000FF"/>
                </a:solidFill>
                <a:latin typeface="+mn-ea"/>
                <a:cs typeface="Consolas" panose="020B0609020204030204" pitchFamily="49" charset="0"/>
              </a:rPr>
              <a:t>∞</a:t>
            </a:r>
            <a:endParaRPr kumimoji="1" lang="en-US" altLang="zh-CN" b="1" dirty="0">
              <a:solidFill>
                <a:srgbClr val="0000FF"/>
              </a:solidFill>
              <a:latin typeface="+mn-ea"/>
              <a:cs typeface="Consolas" panose="020B0609020204030204" pitchFamily="49" charset="0"/>
            </a:endParaRPr>
          </a:p>
        </p:txBody>
      </p:sp>
      <p:sp>
        <p:nvSpPr>
          <p:cNvPr id="5" name="云形 4"/>
          <p:cNvSpPr/>
          <p:nvPr>
            <p:custDataLst>
              <p:tags r:id="rId3"/>
            </p:custDataLst>
          </p:nvPr>
        </p:nvSpPr>
        <p:spPr>
          <a:xfrm rot="11403981">
            <a:off x="3596714" y="4996035"/>
            <a:ext cx="1965411" cy="1675421"/>
          </a:xfrm>
          <a:prstGeom prst="cloud">
            <a:avLst/>
          </a:prstGeom>
          <a:solidFill>
            <a:srgbClr val="EEEEEE"/>
          </a:solidFill>
          <a:ln>
            <a:solidFill>
              <a:schemeClr val="bg1">
                <a:lumMod val="50000"/>
                <a:alpha val="6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7" name="云形 6"/>
          <p:cNvSpPr/>
          <p:nvPr>
            <p:custDataLst>
              <p:tags r:id="rId4"/>
            </p:custDataLst>
          </p:nvPr>
        </p:nvSpPr>
        <p:spPr>
          <a:xfrm rot="13258553">
            <a:off x="528251" y="5073252"/>
            <a:ext cx="1618620" cy="1473271"/>
          </a:xfrm>
          <a:prstGeom prst="cloud">
            <a:avLst/>
          </a:prstGeom>
          <a:solidFill>
            <a:srgbClr val="CC00FF">
              <a:alpha val="29000"/>
            </a:srgbClr>
          </a:solidFill>
          <a:ln>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8" name="文本框 7"/>
          <p:cNvSpPr txBox="1"/>
          <p:nvPr>
            <p:custDataLst>
              <p:tags r:id="rId5"/>
            </p:custDataLst>
          </p:nvPr>
        </p:nvSpPr>
        <p:spPr>
          <a:xfrm>
            <a:off x="39532" y="4646840"/>
            <a:ext cx="2636471" cy="369332"/>
          </a:xfrm>
          <a:prstGeom prst="rect">
            <a:avLst/>
          </a:prstGeom>
          <a:noFill/>
        </p:spPr>
        <p:txBody>
          <a:bodyPr wrap="square">
            <a:spAutoFit/>
          </a:bodyPr>
          <a:p>
            <a:pPr algn="ctr"/>
            <a:r>
              <a:rPr lang="zh-CN" altLang="en-US" b="1" dirty="0">
                <a:solidFill>
                  <a:srgbClr val="CC00FF"/>
                </a:solidFill>
                <a:latin typeface="+mn-ea"/>
                <a:cs typeface="Consolas" panose="020B0609020204030204" pitchFamily="49" charset="0"/>
              </a:rPr>
              <a:t>最短路径顶点集合</a:t>
            </a:r>
            <a:r>
              <a:rPr lang="en-US" altLang="zh-CN" b="1" dirty="0">
                <a:solidFill>
                  <a:srgbClr val="CC00FF"/>
                </a:solidFill>
                <a:latin typeface="+mn-ea"/>
                <a:cs typeface="Consolas" panose="020B0609020204030204" pitchFamily="49" charset="0"/>
              </a:rPr>
              <a:t>S</a:t>
            </a:r>
            <a:endParaRPr lang="en-US" altLang="zh-CN" sz="1600" b="1" dirty="0">
              <a:solidFill>
                <a:srgbClr val="CC00FF"/>
              </a:solidFill>
              <a:latin typeface="+mn-ea"/>
            </a:endParaRPr>
          </a:p>
        </p:txBody>
      </p:sp>
      <p:sp>
        <p:nvSpPr>
          <p:cNvPr id="9" name="文本框 8"/>
          <p:cNvSpPr txBox="1"/>
          <p:nvPr>
            <p:custDataLst>
              <p:tags r:id="rId6"/>
            </p:custDataLst>
          </p:nvPr>
        </p:nvSpPr>
        <p:spPr>
          <a:xfrm>
            <a:off x="2950473" y="4646840"/>
            <a:ext cx="3257892" cy="369332"/>
          </a:xfrm>
          <a:prstGeom prst="rect">
            <a:avLst/>
          </a:prstGeom>
          <a:noFill/>
        </p:spPr>
        <p:txBody>
          <a:bodyPr wrap="square">
            <a:spAutoFit/>
          </a:bodyPr>
          <a:p>
            <a:pPr algn="ctr"/>
            <a:r>
              <a:rPr lang="zh-CN" altLang="en-US" b="1" dirty="0">
                <a:solidFill>
                  <a:schemeClr val="tx1">
                    <a:lumMod val="65000"/>
                    <a:lumOff val="35000"/>
                  </a:schemeClr>
                </a:solidFill>
                <a:latin typeface="+mn-ea"/>
                <a:cs typeface="Consolas" panose="020B0609020204030204" pitchFamily="49" charset="0"/>
              </a:rPr>
              <a:t>其他顶点集合</a:t>
            </a:r>
            <a:r>
              <a:rPr lang="en-US" altLang="zh-CN" b="1" dirty="0">
                <a:solidFill>
                  <a:schemeClr val="tx1">
                    <a:lumMod val="65000"/>
                    <a:lumOff val="35000"/>
                  </a:schemeClr>
                </a:solidFill>
                <a:latin typeface="+mn-ea"/>
                <a:cs typeface="Consolas" panose="020B0609020204030204" pitchFamily="49" charset="0"/>
              </a:rPr>
              <a:t>U</a:t>
            </a:r>
            <a:endParaRPr lang="en-US" altLang="zh-CN" sz="1600" b="1" dirty="0">
              <a:solidFill>
                <a:schemeClr val="tx1">
                  <a:lumMod val="65000"/>
                  <a:lumOff val="35000"/>
                </a:schemeClr>
              </a:solidFill>
              <a:latin typeface="+mn-ea"/>
            </a:endParaRPr>
          </a:p>
        </p:txBody>
      </p:sp>
      <p:sp>
        <p:nvSpPr>
          <p:cNvPr id="10" name="Oval 31"/>
          <p:cNvSpPr>
            <a:spLocks noChangeArrowheads="1"/>
          </p:cNvSpPr>
          <p:nvPr>
            <p:custDataLst>
              <p:tags r:id="rId7"/>
            </p:custDataLst>
          </p:nvPr>
        </p:nvSpPr>
        <p:spPr bwMode="auto">
          <a:xfrm>
            <a:off x="810672" y="5516686"/>
            <a:ext cx="452705" cy="452705"/>
          </a:xfrm>
          <a:prstGeom prst="ellipse">
            <a:avLst/>
          </a:prstGeom>
          <a:solidFill>
            <a:srgbClr val="B50988">
              <a:alpha val="69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1" name="Oval 31"/>
          <p:cNvSpPr>
            <a:spLocks noChangeArrowheads="1"/>
          </p:cNvSpPr>
          <p:nvPr>
            <p:custDataLst>
              <p:tags r:id="rId8"/>
            </p:custDataLst>
          </p:nvPr>
        </p:nvSpPr>
        <p:spPr bwMode="auto">
          <a:xfrm>
            <a:off x="4327097" y="6065222"/>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2" name="Oval 31"/>
          <p:cNvSpPr>
            <a:spLocks noChangeArrowheads="1"/>
          </p:cNvSpPr>
          <p:nvPr>
            <p:custDataLst>
              <p:tags r:id="rId9"/>
            </p:custDataLst>
          </p:nvPr>
        </p:nvSpPr>
        <p:spPr bwMode="auto">
          <a:xfrm>
            <a:off x="4374583" y="5158356"/>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3" name="Oval 31"/>
          <p:cNvSpPr>
            <a:spLocks noChangeArrowheads="1"/>
          </p:cNvSpPr>
          <p:nvPr>
            <p:custDataLst>
              <p:tags r:id="rId10"/>
            </p:custDataLst>
          </p:nvPr>
        </p:nvSpPr>
        <p:spPr bwMode="auto">
          <a:xfrm>
            <a:off x="4800385" y="5527916"/>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4" name="直接箭头连接符 13"/>
          <p:cNvCxnSpPr/>
          <p:nvPr>
            <p:custDataLst>
              <p:tags r:id="rId11"/>
            </p:custDataLst>
          </p:nvPr>
        </p:nvCxnSpPr>
        <p:spPr>
          <a:xfrm>
            <a:off x="1263377" y="5743039"/>
            <a:ext cx="2658501" cy="18042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0" idx="7"/>
            <a:endCxn id="12" idx="2"/>
          </p:cNvCxnSpPr>
          <p:nvPr>
            <p:custDataLst>
              <p:tags r:id="rId12"/>
            </p:custDataLst>
          </p:nvPr>
        </p:nvCxnSpPr>
        <p:spPr>
          <a:xfrm flipV="1">
            <a:off x="1197080" y="5384709"/>
            <a:ext cx="3177503" cy="198274"/>
          </a:xfrm>
          <a:prstGeom prst="straightConnector1">
            <a:avLst/>
          </a:prstGeom>
          <a:ln w="31750">
            <a:solidFill>
              <a:schemeClr val="bg1">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0" idx="5"/>
            <a:endCxn id="11" idx="2"/>
          </p:cNvCxnSpPr>
          <p:nvPr>
            <p:custDataLst>
              <p:tags r:id="rId13"/>
            </p:custDataLst>
          </p:nvPr>
        </p:nvCxnSpPr>
        <p:spPr>
          <a:xfrm>
            <a:off x="1197080" y="5903094"/>
            <a:ext cx="3130017" cy="388481"/>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0" idx="6"/>
            <a:endCxn id="13" idx="2"/>
          </p:cNvCxnSpPr>
          <p:nvPr>
            <p:custDataLst>
              <p:tags r:id="rId14"/>
            </p:custDataLst>
          </p:nvPr>
        </p:nvCxnSpPr>
        <p:spPr>
          <a:xfrm>
            <a:off x="1263377" y="5743039"/>
            <a:ext cx="3537008" cy="11230"/>
          </a:xfrm>
          <a:prstGeom prst="straightConnector1">
            <a:avLst/>
          </a:prstGeom>
          <a:ln w="31750">
            <a:solidFill>
              <a:schemeClr val="bg1">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5" name="Oval 31"/>
          <p:cNvSpPr>
            <a:spLocks noChangeArrowheads="1"/>
          </p:cNvSpPr>
          <p:nvPr>
            <p:custDataLst>
              <p:tags r:id="rId15"/>
            </p:custDataLst>
          </p:nvPr>
        </p:nvSpPr>
        <p:spPr bwMode="auto">
          <a:xfrm>
            <a:off x="3921878" y="5697108"/>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6" name="Oval 31"/>
          <p:cNvSpPr>
            <a:spLocks noChangeArrowheads="1"/>
          </p:cNvSpPr>
          <p:nvPr>
            <p:custDataLst>
              <p:tags r:id="rId16"/>
            </p:custDataLst>
          </p:nvPr>
        </p:nvSpPr>
        <p:spPr bwMode="auto">
          <a:xfrm>
            <a:off x="1353579" y="5836885"/>
            <a:ext cx="452705" cy="452705"/>
          </a:xfrm>
          <a:prstGeom prst="ellipse">
            <a:avLst/>
          </a:prstGeom>
          <a:solidFill>
            <a:srgbClr val="C328E9"/>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35" name="文本框 34"/>
          <p:cNvSpPr txBox="1"/>
          <p:nvPr>
            <p:custDataLst>
              <p:tags r:id="rId17"/>
            </p:custDataLst>
          </p:nvPr>
        </p:nvSpPr>
        <p:spPr>
          <a:xfrm rot="21386675">
            <a:off x="2844733" y="5160371"/>
            <a:ext cx="337045" cy="369332"/>
          </a:xfrm>
          <a:prstGeom prst="rect">
            <a:avLst/>
          </a:prstGeom>
          <a:noFill/>
        </p:spPr>
        <p:txBody>
          <a:bodyPr wrap="square">
            <a:spAutoFit/>
          </a:bodyP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36" name="文本框 35"/>
          <p:cNvSpPr txBox="1"/>
          <p:nvPr>
            <p:custDataLst>
              <p:tags r:id="rId18"/>
            </p:custDataLst>
          </p:nvPr>
        </p:nvSpPr>
        <p:spPr>
          <a:xfrm>
            <a:off x="2899555" y="5401064"/>
            <a:ext cx="493232"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3</a:t>
            </a:r>
            <a:endParaRPr lang="zh-CN" altLang="en-US" baseline="-25000" dirty="0">
              <a:solidFill>
                <a:schemeClr val="tx1">
                  <a:lumMod val="50000"/>
                  <a:lumOff val="50000"/>
                </a:schemeClr>
              </a:solidFill>
            </a:endParaRPr>
          </a:p>
        </p:txBody>
      </p:sp>
      <p:sp>
        <p:nvSpPr>
          <p:cNvPr id="37" name="文本框 36"/>
          <p:cNvSpPr txBox="1"/>
          <p:nvPr>
            <p:custDataLst>
              <p:tags r:id="rId19"/>
            </p:custDataLst>
          </p:nvPr>
        </p:nvSpPr>
        <p:spPr>
          <a:xfrm rot="230520">
            <a:off x="2968479" y="5790755"/>
            <a:ext cx="520275"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1</a:t>
            </a:r>
            <a:endParaRPr lang="zh-CN" altLang="en-US" baseline="-25000" dirty="0">
              <a:solidFill>
                <a:schemeClr val="tx1">
                  <a:lumMod val="50000"/>
                  <a:lumOff val="50000"/>
                </a:schemeClr>
              </a:solidFill>
            </a:endParaRPr>
          </a:p>
        </p:txBody>
      </p:sp>
      <p:sp>
        <p:nvSpPr>
          <p:cNvPr id="38" name="文本框 37"/>
          <p:cNvSpPr txBox="1"/>
          <p:nvPr>
            <p:custDataLst>
              <p:tags r:id="rId20"/>
            </p:custDataLst>
          </p:nvPr>
        </p:nvSpPr>
        <p:spPr>
          <a:xfrm rot="416516">
            <a:off x="2468324" y="5997792"/>
            <a:ext cx="520275"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2</a:t>
            </a:r>
            <a:endParaRPr lang="zh-CN" altLang="en-US" baseline="-25000" dirty="0">
              <a:solidFill>
                <a:schemeClr val="tx1">
                  <a:lumMod val="50000"/>
                  <a:lumOff val="50000"/>
                </a:schemeClr>
              </a:solidFill>
            </a:endParaRPr>
          </a:p>
        </p:txBody>
      </p:sp>
      <p:cxnSp>
        <p:nvCxnSpPr>
          <p:cNvPr id="39" name="直接箭头连接符 38"/>
          <p:cNvCxnSpPr/>
          <p:nvPr>
            <p:custDataLst>
              <p:tags r:id="rId21"/>
            </p:custDataLst>
          </p:nvPr>
        </p:nvCxnSpPr>
        <p:spPr>
          <a:xfrm>
            <a:off x="1263377" y="5743039"/>
            <a:ext cx="2658501" cy="180422"/>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10" idx="5"/>
            <a:endCxn id="16" idx="2"/>
          </p:cNvCxnSpPr>
          <p:nvPr>
            <p:custDataLst>
              <p:tags r:id="rId22"/>
            </p:custDataLst>
          </p:nvPr>
        </p:nvCxnSpPr>
        <p:spPr>
          <a:xfrm>
            <a:off x="1197080" y="5903094"/>
            <a:ext cx="156499" cy="160144"/>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custDataLst>
              <p:tags r:id="rId23"/>
            </p:custDataLst>
          </p:nvPr>
        </p:nvSpPr>
        <p:spPr>
          <a:xfrm>
            <a:off x="908960" y="5862429"/>
            <a:ext cx="520275" cy="369332"/>
          </a:xfrm>
          <a:prstGeom prst="rect">
            <a:avLst/>
          </a:prstGeom>
          <a:noFill/>
        </p:spPr>
        <p:txBody>
          <a:bodyPr wrap="square">
            <a:spAutoFit/>
          </a:bodyPr>
          <a:p>
            <a:pPr algn="ctr"/>
            <a:r>
              <a:rPr kumimoji="1" lang="en-US" altLang="zh-CN" b="1" dirty="0">
                <a:solidFill>
                  <a:srgbClr val="0000FF"/>
                </a:solidFill>
                <a:latin typeface="+mn-ea"/>
                <a:cs typeface="Consolas" panose="020B0609020204030204" pitchFamily="49" charset="0"/>
              </a:rPr>
              <a:t>c</a:t>
            </a:r>
            <a:r>
              <a:rPr kumimoji="1" lang="en-US" altLang="zh-CN" b="1" baseline="-25000" dirty="0">
                <a:solidFill>
                  <a:srgbClr val="0000FF"/>
                </a:solidFill>
                <a:latin typeface="+mn-ea"/>
                <a:cs typeface="Consolas" panose="020B0609020204030204" pitchFamily="49" charset="0"/>
              </a:rPr>
              <a:t>1</a:t>
            </a:r>
            <a:endParaRPr lang="zh-CN" altLang="en-US" baseline="-25000" dirty="0">
              <a:solidFill>
                <a:srgbClr val="0000FF"/>
              </a:solidFill>
            </a:endParaRPr>
          </a:p>
        </p:txBody>
      </p:sp>
      <p:sp>
        <p:nvSpPr>
          <p:cNvPr id="90" name="云形 89"/>
          <p:cNvSpPr/>
          <p:nvPr>
            <p:custDataLst>
              <p:tags r:id="rId24"/>
            </p:custDataLst>
          </p:nvPr>
        </p:nvSpPr>
        <p:spPr>
          <a:xfrm rot="11403981">
            <a:off x="3587262" y="2169342"/>
            <a:ext cx="1965411" cy="1675421"/>
          </a:xfrm>
          <a:prstGeom prst="cloud">
            <a:avLst/>
          </a:prstGeom>
          <a:solidFill>
            <a:srgbClr val="EEEEEE"/>
          </a:solidFill>
          <a:ln>
            <a:solidFill>
              <a:schemeClr val="bg1">
                <a:lumMod val="50000"/>
                <a:alpha val="6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91" name="云形 90"/>
          <p:cNvSpPr/>
          <p:nvPr>
            <p:custDataLst>
              <p:tags r:id="rId25"/>
            </p:custDataLst>
          </p:nvPr>
        </p:nvSpPr>
        <p:spPr>
          <a:xfrm rot="13258553">
            <a:off x="518799" y="2246559"/>
            <a:ext cx="1618620" cy="1473271"/>
          </a:xfrm>
          <a:prstGeom prst="cloud">
            <a:avLst/>
          </a:prstGeom>
          <a:solidFill>
            <a:srgbClr val="CC00FF">
              <a:alpha val="29000"/>
            </a:srgbClr>
          </a:solidFill>
          <a:ln>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92" name="文本框 91"/>
          <p:cNvSpPr txBox="1"/>
          <p:nvPr>
            <p:custDataLst>
              <p:tags r:id="rId26"/>
            </p:custDataLst>
          </p:nvPr>
        </p:nvSpPr>
        <p:spPr>
          <a:xfrm>
            <a:off x="30080" y="1820147"/>
            <a:ext cx="2636471" cy="369332"/>
          </a:xfrm>
          <a:prstGeom prst="rect">
            <a:avLst/>
          </a:prstGeom>
          <a:noFill/>
        </p:spPr>
        <p:txBody>
          <a:bodyPr wrap="square">
            <a:spAutoFit/>
          </a:bodyPr>
          <a:p>
            <a:pPr algn="ctr"/>
            <a:r>
              <a:rPr lang="zh-CN" altLang="en-US" b="1" dirty="0">
                <a:solidFill>
                  <a:srgbClr val="CC00FF"/>
                </a:solidFill>
                <a:latin typeface="+mn-ea"/>
                <a:cs typeface="Consolas" panose="020B0609020204030204" pitchFamily="49" charset="0"/>
              </a:rPr>
              <a:t>最短路径顶点集合</a:t>
            </a:r>
            <a:r>
              <a:rPr lang="en-US" altLang="zh-CN" b="1" dirty="0">
                <a:solidFill>
                  <a:srgbClr val="CC00FF"/>
                </a:solidFill>
                <a:latin typeface="+mn-ea"/>
                <a:cs typeface="Consolas" panose="020B0609020204030204" pitchFamily="49" charset="0"/>
              </a:rPr>
              <a:t>S</a:t>
            </a:r>
            <a:endParaRPr lang="en-US" altLang="zh-CN" sz="1600" b="1" dirty="0">
              <a:solidFill>
                <a:srgbClr val="CC00FF"/>
              </a:solidFill>
              <a:latin typeface="+mn-ea"/>
            </a:endParaRPr>
          </a:p>
        </p:txBody>
      </p:sp>
      <p:sp>
        <p:nvSpPr>
          <p:cNvPr id="93" name="文本框 92"/>
          <p:cNvSpPr txBox="1"/>
          <p:nvPr>
            <p:custDataLst>
              <p:tags r:id="rId27"/>
            </p:custDataLst>
          </p:nvPr>
        </p:nvSpPr>
        <p:spPr>
          <a:xfrm>
            <a:off x="2941021" y="1820147"/>
            <a:ext cx="3257892" cy="369332"/>
          </a:xfrm>
          <a:prstGeom prst="rect">
            <a:avLst/>
          </a:prstGeom>
          <a:noFill/>
        </p:spPr>
        <p:txBody>
          <a:bodyPr wrap="square">
            <a:spAutoFit/>
          </a:bodyPr>
          <a:p>
            <a:pPr algn="ctr"/>
            <a:r>
              <a:rPr lang="zh-CN" altLang="en-US" b="1" dirty="0">
                <a:solidFill>
                  <a:schemeClr val="tx1">
                    <a:lumMod val="65000"/>
                    <a:lumOff val="35000"/>
                  </a:schemeClr>
                </a:solidFill>
                <a:latin typeface="+mn-ea"/>
                <a:cs typeface="Consolas" panose="020B0609020204030204" pitchFamily="49" charset="0"/>
              </a:rPr>
              <a:t>其他顶点集合</a:t>
            </a:r>
            <a:r>
              <a:rPr lang="en-US" altLang="zh-CN" b="1" dirty="0">
                <a:solidFill>
                  <a:schemeClr val="tx1">
                    <a:lumMod val="65000"/>
                    <a:lumOff val="35000"/>
                  </a:schemeClr>
                </a:solidFill>
                <a:latin typeface="+mn-ea"/>
                <a:cs typeface="Consolas" panose="020B0609020204030204" pitchFamily="49" charset="0"/>
              </a:rPr>
              <a:t>U</a:t>
            </a:r>
            <a:endParaRPr lang="en-US" altLang="zh-CN" sz="1600" b="1" dirty="0">
              <a:solidFill>
                <a:schemeClr val="tx1">
                  <a:lumMod val="65000"/>
                  <a:lumOff val="35000"/>
                </a:schemeClr>
              </a:solidFill>
              <a:latin typeface="+mn-ea"/>
            </a:endParaRPr>
          </a:p>
        </p:txBody>
      </p:sp>
      <p:sp>
        <p:nvSpPr>
          <p:cNvPr id="94" name="Oval 31"/>
          <p:cNvSpPr>
            <a:spLocks noChangeArrowheads="1"/>
          </p:cNvSpPr>
          <p:nvPr>
            <p:custDataLst>
              <p:tags r:id="rId28"/>
            </p:custDataLst>
          </p:nvPr>
        </p:nvSpPr>
        <p:spPr bwMode="auto">
          <a:xfrm>
            <a:off x="801220" y="2689993"/>
            <a:ext cx="452705" cy="452705"/>
          </a:xfrm>
          <a:prstGeom prst="ellipse">
            <a:avLst/>
          </a:prstGeom>
          <a:solidFill>
            <a:srgbClr val="B50988">
              <a:alpha val="69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5" name="Oval 31"/>
          <p:cNvSpPr>
            <a:spLocks noChangeArrowheads="1"/>
          </p:cNvSpPr>
          <p:nvPr>
            <p:custDataLst>
              <p:tags r:id="rId29"/>
            </p:custDataLst>
          </p:nvPr>
        </p:nvSpPr>
        <p:spPr bwMode="auto">
          <a:xfrm>
            <a:off x="4317645" y="3238529"/>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6" name="Oval 31"/>
          <p:cNvSpPr>
            <a:spLocks noChangeArrowheads="1"/>
          </p:cNvSpPr>
          <p:nvPr>
            <p:custDataLst>
              <p:tags r:id="rId30"/>
            </p:custDataLst>
          </p:nvPr>
        </p:nvSpPr>
        <p:spPr bwMode="auto">
          <a:xfrm>
            <a:off x="4365131" y="233166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7" name="Oval 31"/>
          <p:cNvSpPr>
            <a:spLocks noChangeArrowheads="1"/>
          </p:cNvSpPr>
          <p:nvPr>
            <p:custDataLst>
              <p:tags r:id="rId31"/>
            </p:custDataLst>
          </p:nvPr>
        </p:nvSpPr>
        <p:spPr bwMode="auto">
          <a:xfrm>
            <a:off x="4790933" y="270122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98" name="直接箭头连接符 97"/>
          <p:cNvCxnSpPr/>
          <p:nvPr>
            <p:custDataLst>
              <p:tags r:id="rId32"/>
            </p:custDataLst>
          </p:nvPr>
        </p:nvCxnSpPr>
        <p:spPr>
          <a:xfrm>
            <a:off x="1253925" y="2916346"/>
            <a:ext cx="2658501" cy="18042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94" idx="7"/>
            <a:endCxn id="96" idx="2"/>
          </p:cNvCxnSpPr>
          <p:nvPr>
            <p:custDataLst>
              <p:tags r:id="rId33"/>
            </p:custDataLst>
          </p:nvPr>
        </p:nvCxnSpPr>
        <p:spPr>
          <a:xfrm flipV="1">
            <a:off x="1187628" y="2558016"/>
            <a:ext cx="3177503" cy="198274"/>
          </a:xfrm>
          <a:prstGeom prst="straightConnector1">
            <a:avLst/>
          </a:prstGeom>
          <a:ln w="31750">
            <a:solidFill>
              <a:schemeClr val="bg1">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4" idx="5"/>
            <a:endCxn id="95" idx="2"/>
          </p:cNvCxnSpPr>
          <p:nvPr>
            <p:custDataLst>
              <p:tags r:id="rId34"/>
            </p:custDataLst>
          </p:nvPr>
        </p:nvCxnSpPr>
        <p:spPr>
          <a:xfrm>
            <a:off x="1187628" y="3076401"/>
            <a:ext cx="3130017" cy="388481"/>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4" idx="6"/>
            <a:endCxn id="97" idx="2"/>
          </p:cNvCxnSpPr>
          <p:nvPr>
            <p:custDataLst>
              <p:tags r:id="rId35"/>
            </p:custDataLst>
          </p:nvPr>
        </p:nvCxnSpPr>
        <p:spPr>
          <a:xfrm>
            <a:off x="1253925" y="2916346"/>
            <a:ext cx="3537008" cy="11230"/>
          </a:xfrm>
          <a:prstGeom prst="straightConnector1">
            <a:avLst/>
          </a:prstGeom>
          <a:ln w="31750">
            <a:solidFill>
              <a:schemeClr val="bg1">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2" name="Oval 31"/>
          <p:cNvSpPr>
            <a:spLocks noChangeArrowheads="1"/>
          </p:cNvSpPr>
          <p:nvPr>
            <p:custDataLst>
              <p:tags r:id="rId36"/>
            </p:custDataLst>
          </p:nvPr>
        </p:nvSpPr>
        <p:spPr bwMode="auto">
          <a:xfrm>
            <a:off x="3912426" y="2870415"/>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4" name="文本框 103"/>
          <p:cNvSpPr txBox="1"/>
          <p:nvPr>
            <p:custDataLst>
              <p:tags r:id="rId37"/>
            </p:custDataLst>
          </p:nvPr>
        </p:nvSpPr>
        <p:spPr>
          <a:xfrm rot="21386675">
            <a:off x="2835281" y="2333678"/>
            <a:ext cx="337045" cy="369332"/>
          </a:xfrm>
          <a:prstGeom prst="rect">
            <a:avLst/>
          </a:prstGeom>
          <a:noFill/>
        </p:spPr>
        <p:txBody>
          <a:bodyPr wrap="square">
            <a:spAutoFit/>
          </a:bodyP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5" name="文本框 104"/>
          <p:cNvSpPr txBox="1"/>
          <p:nvPr>
            <p:custDataLst>
              <p:tags r:id="rId38"/>
            </p:custDataLst>
          </p:nvPr>
        </p:nvSpPr>
        <p:spPr>
          <a:xfrm>
            <a:off x="2890103" y="2574371"/>
            <a:ext cx="493232"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2</a:t>
            </a:r>
            <a:endParaRPr lang="zh-CN" altLang="en-US" baseline="-25000" dirty="0">
              <a:solidFill>
                <a:schemeClr val="tx1">
                  <a:lumMod val="50000"/>
                  <a:lumOff val="50000"/>
                </a:schemeClr>
              </a:solidFill>
            </a:endParaRPr>
          </a:p>
        </p:txBody>
      </p:sp>
      <p:sp>
        <p:nvSpPr>
          <p:cNvPr id="106" name="文本框 105"/>
          <p:cNvSpPr txBox="1"/>
          <p:nvPr>
            <p:custDataLst>
              <p:tags r:id="rId39"/>
            </p:custDataLst>
          </p:nvPr>
        </p:nvSpPr>
        <p:spPr>
          <a:xfrm rot="230520">
            <a:off x="2959027" y="2964062"/>
            <a:ext cx="520275"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1</a:t>
            </a:r>
            <a:endParaRPr lang="zh-CN" altLang="en-US" baseline="-25000" dirty="0">
              <a:solidFill>
                <a:schemeClr val="tx1">
                  <a:lumMod val="50000"/>
                  <a:lumOff val="50000"/>
                </a:schemeClr>
              </a:solidFill>
            </a:endParaRPr>
          </a:p>
        </p:txBody>
      </p:sp>
      <p:sp>
        <p:nvSpPr>
          <p:cNvPr id="107" name="文本框 106"/>
          <p:cNvSpPr txBox="1"/>
          <p:nvPr>
            <p:custDataLst>
              <p:tags r:id="rId40"/>
            </p:custDataLst>
          </p:nvPr>
        </p:nvSpPr>
        <p:spPr>
          <a:xfrm rot="416516">
            <a:off x="2458872" y="3171099"/>
            <a:ext cx="520275"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3</a:t>
            </a:r>
            <a:endParaRPr lang="zh-CN" altLang="en-US" baseline="-25000" dirty="0">
              <a:solidFill>
                <a:schemeClr val="tx1">
                  <a:lumMod val="50000"/>
                  <a:lumOff val="50000"/>
                </a:schemeClr>
              </a:solidFill>
            </a:endParaRPr>
          </a:p>
        </p:txBody>
      </p:sp>
      <p:sp>
        <p:nvSpPr>
          <p:cNvPr id="112" name="文本框 111"/>
          <p:cNvSpPr txBox="1"/>
          <p:nvPr>
            <p:custDataLst>
              <p:tags r:id="rId41"/>
            </p:custDataLst>
          </p:nvPr>
        </p:nvSpPr>
        <p:spPr>
          <a:xfrm>
            <a:off x="0" y="3882933"/>
            <a:ext cx="9134548" cy="728982"/>
          </a:xfrm>
          <a:prstGeom prst="rect">
            <a:avLst/>
          </a:prstGeom>
          <a:noFill/>
        </p:spPr>
        <p:txBody>
          <a:bodyPr wrap="square">
            <a:spAutoFit/>
          </a:bodyPr>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从</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选取与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直线距离最小的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，并将该顶点加入到</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该距离就是</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zh-CN" altLang="en-US" b="1" dirty="0">
                <a:solidFill>
                  <a:srgbClr val="C328E9"/>
                </a:solidFill>
                <a:latin typeface="+mn-ea"/>
                <a:cs typeface="Consolas" panose="020B0609020204030204" pitchFamily="49" charset="0"/>
              </a:rPr>
              <a:t>该顶点</a:t>
            </a:r>
            <a:r>
              <a:rPr kumimoji="1" lang="zh-CN" altLang="en-US" b="1" dirty="0">
                <a:latin typeface="+mn-ea"/>
                <a:cs typeface="Consolas" panose="020B0609020204030204" pitchFamily="49" charset="0"/>
              </a:rPr>
              <a:t>的最短路径长度</a:t>
            </a:r>
            <a:endParaRPr kumimoji="1" lang="en-US" altLang="zh-CN" b="1" dirty="0">
              <a:latin typeface="+mn-ea"/>
              <a:cs typeface="Consolas" panose="020B0609020204030204" pitchFamily="49" charset="0"/>
            </a:endParaRPr>
          </a:p>
        </p:txBody>
      </p:sp>
      <p:graphicFrame>
        <p:nvGraphicFramePr>
          <p:cNvPr id="115" name="表格 115"/>
          <p:cNvGraphicFramePr>
            <a:graphicFrameLocks noGrp="1"/>
          </p:cNvGraphicFramePr>
          <p:nvPr>
            <p:custDataLst>
              <p:tags r:id="rId42"/>
            </p:custDataLst>
          </p:nvPr>
        </p:nvGraphicFramePr>
        <p:xfrm>
          <a:off x="6089187" y="1929996"/>
          <a:ext cx="2771078" cy="1854200"/>
        </p:xfrm>
        <a:graphic>
          <a:graphicData uri="http://schemas.openxmlformats.org/drawingml/2006/table">
            <a:tbl>
              <a:tblPr firstRow="1" bandRow="1">
                <a:tableStyleId>{7DF18680-E054-41AD-8BC1-D1AEF772440D}</a:tableStyleId>
              </a:tblPr>
              <a:tblGrid>
                <a:gridCol w="1447892"/>
                <a:gridCol w="1323186"/>
              </a:tblGrid>
              <a:tr h="370840">
                <a:tc>
                  <a:txBody>
                    <a:bodyPr/>
                    <a:p>
                      <a:pPr algn="ctr">
                        <a:lnSpc>
                          <a:spcPct val="120000"/>
                        </a:lnSpc>
                      </a:pPr>
                      <a:r>
                        <a:rPr lang="zh-CN" altLang="en-US" sz="1600" b="1" dirty="0">
                          <a:solidFill>
                            <a:schemeClr val="bg1"/>
                          </a:solidFill>
                        </a:rPr>
                        <a:t>当前最短路径</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zh-CN" altLang="en-US" sz="1600" b="1" dirty="0">
                          <a:solidFill>
                            <a:schemeClr val="bg1"/>
                          </a:solidFill>
                        </a:rPr>
                        <a:t>长度</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1</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1</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2</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2</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3</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3</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4</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1600" b="1" dirty="0">
                          <a:solidFill>
                            <a:schemeClr val="tx1"/>
                          </a:solidFill>
                          <a:latin typeface="+mn-ea"/>
                          <a:cs typeface="Consolas" panose="020B0609020204030204" pitchFamily="49" charset="0"/>
                        </a:rPr>
                        <a:t>∞</a:t>
                      </a:r>
                      <a:endParaRPr lang="zh-CN" altLang="en-US" sz="16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bl>
          </a:graphicData>
        </a:graphic>
      </p:graphicFrame>
      <p:graphicFrame>
        <p:nvGraphicFramePr>
          <p:cNvPr id="116" name="表格 115"/>
          <p:cNvGraphicFramePr>
            <a:graphicFrameLocks noGrp="1"/>
          </p:cNvGraphicFramePr>
          <p:nvPr>
            <p:custDataLst>
              <p:tags r:id="rId43"/>
            </p:custDataLst>
          </p:nvPr>
        </p:nvGraphicFramePr>
        <p:xfrm>
          <a:off x="6089187" y="4742344"/>
          <a:ext cx="2771078" cy="1854200"/>
        </p:xfrm>
        <a:graphic>
          <a:graphicData uri="http://schemas.openxmlformats.org/drawingml/2006/table">
            <a:tbl>
              <a:tblPr firstRow="1" bandRow="1">
                <a:tableStyleId>{7DF18680-E054-41AD-8BC1-D1AEF772440D}</a:tableStyleId>
              </a:tblPr>
              <a:tblGrid>
                <a:gridCol w="1447892"/>
                <a:gridCol w="1323186"/>
              </a:tblGrid>
              <a:tr h="370840">
                <a:tc>
                  <a:txBody>
                    <a:bodyPr/>
                    <a:p>
                      <a:pPr algn="ctr">
                        <a:lnSpc>
                          <a:spcPct val="120000"/>
                        </a:lnSpc>
                      </a:pPr>
                      <a:r>
                        <a:rPr lang="zh-CN" altLang="en-US" sz="1600" b="1" dirty="0">
                          <a:solidFill>
                            <a:schemeClr val="bg1"/>
                          </a:solidFill>
                        </a:rPr>
                        <a:t>当前最短路径</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zh-CN" altLang="en-US" sz="1600" b="1" dirty="0">
                          <a:solidFill>
                            <a:schemeClr val="bg1"/>
                          </a:solidFill>
                        </a:rPr>
                        <a:t>长度</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1</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1</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2</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2</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3</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3</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4</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1600" b="1" dirty="0">
                          <a:solidFill>
                            <a:schemeClr val="tx1"/>
                          </a:solidFill>
                          <a:latin typeface="+mn-ea"/>
                          <a:cs typeface="Consolas" panose="020B0609020204030204" pitchFamily="49" charset="0"/>
                        </a:rPr>
                        <a:t>∞</a:t>
                      </a:r>
                      <a:endParaRPr lang="zh-CN" altLang="en-US" sz="16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fade">
                                      <p:cBhvr>
                                        <p:cTn id="12" dur="500"/>
                                        <p:tgtEl>
                                          <p:spTgt spid="9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fade">
                                      <p:cBhvr>
                                        <p:cTn id="15" dur="500"/>
                                        <p:tgtEl>
                                          <p:spTgt spid="9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fade">
                                      <p:cBhvr>
                                        <p:cTn id="20" dur="500"/>
                                        <p:tgtEl>
                                          <p:spTgt spid="9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3"/>
                                        </p:tgtEl>
                                        <p:attrNameLst>
                                          <p:attrName>style.visibility</p:attrName>
                                        </p:attrNameLst>
                                      </p:cBhvr>
                                      <p:to>
                                        <p:strVal val="visible"/>
                                      </p:to>
                                    </p:set>
                                    <p:animEffect transition="in" filter="fade">
                                      <p:cBhvr>
                                        <p:cTn id="25" dur="500"/>
                                        <p:tgtEl>
                                          <p:spTgt spid="9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0"/>
                                        </p:tgtEl>
                                        <p:attrNameLst>
                                          <p:attrName>style.visibility</p:attrName>
                                        </p:attrNameLst>
                                      </p:cBhvr>
                                      <p:to>
                                        <p:strVal val="visible"/>
                                      </p:to>
                                    </p:set>
                                    <p:animEffect transition="in" filter="fade">
                                      <p:cBhvr>
                                        <p:cTn id="28" dur="500"/>
                                        <p:tgtEl>
                                          <p:spTgt spid="9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fade">
                                      <p:cBhvr>
                                        <p:cTn id="33" dur="500"/>
                                        <p:tgtEl>
                                          <p:spTgt spid="9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2"/>
                                        </p:tgtEl>
                                        <p:attrNameLst>
                                          <p:attrName>style.visibility</p:attrName>
                                        </p:attrNameLst>
                                      </p:cBhvr>
                                      <p:to>
                                        <p:strVal val="visible"/>
                                      </p:to>
                                    </p:set>
                                    <p:animEffect transition="in" filter="fade">
                                      <p:cBhvr>
                                        <p:cTn id="36" dur="500"/>
                                        <p:tgtEl>
                                          <p:spTgt spid="10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97"/>
                                        </p:tgtEl>
                                        <p:attrNameLst>
                                          <p:attrName>style.visibility</p:attrName>
                                        </p:attrNameLst>
                                      </p:cBhvr>
                                      <p:to>
                                        <p:strVal val="visible"/>
                                      </p:to>
                                    </p:set>
                                    <p:animEffect transition="in" filter="fade">
                                      <p:cBhvr>
                                        <p:cTn id="39" dur="500"/>
                                        <p:tgtEl>
                                          <p:spTgt spid="9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5"/>
                                        </p:tgtEl>
                                        <p:attrNameLst>
                                          <p:attrName>style.visibility</p:attrName>
                                        </p:attrNameLst>
                                      </p:cBhvr>
                                      <p:to>
                                        <p:strVal val="visible"/>
                                      </p:to>
                                    </p:set>
                                    <p:animEffect transition="in" filter="fade">
                                      <p:cBhvr>
                                        <p:cTn id="42" dur="500"/>
                                        <p:tgtEl>
                                          <p:spTgt spid="9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Effect transition="in" filter="wipe(left)">
                                      <p:cBhvr>
                                        <p:cTn id="47" dur="500"/>
                                        <p:tgtEl>
                                          <p:spTgt spid="4">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8"/>
                                        </p:tgtEl>
                                        <p:attrNameLst>
                                          <p:attrName>style.visibility</p:attrName>
                                        </p:attrNameLst>
                                      </p:cBhvr>
                                      <p:to>
                                        <p:strVal val="visible"/>
                                      </p:to>
                                    </p:set>
                                    <p:animEffect transition="in" filter="wipe(left)">
                                      <p:cBhvr>
                                        <p:cTn id="52" dur="500"/>
                                        <p:tgtEl>
                                          <p:spTgt spid="98"/>
                                        </p:tgtEl>
                                      </p:cBhvr>
                                    </p:animEffect>
                                  </p:childTnLst>
                                </p:cTn>
                              </p:par>
                              <p:par>
                                <p:cTn id="53" presetID="22" presetClass="entr" presetSubtype="8" fill="hold" nodeType="withEffect">
                                  <p:stCondLst>
                                    <p:cond delay="0"/>
                                  </p:stCondLst>
                                  <p:childTnLst>
                                    <p:set>
                                      <p:cBhvr>
                                        <p:cTn id="54" dur="1" fill="hold">
                                          <p:stCondLst>
                                            <p:cond delay="0"/>
                                          </p:stCondLst>
                                        </p:cTn>
                                        <p:tgtEl>
                                          <p:spTgt spid="100"/>
                                        </p:tgtEl>
                                        <p:attrNameLst>
                                          <p:attrName>style.visibility</p:attrName>
                                        </p:attrNameLst>
                                      </p:cBhvr>
                                      <p:to>
                                        <p:strVal val="visible"/>
                                      </p:to>
                                    </p:set>
                                    <p:animEffect transition="in" filter="wipe(left)">
                                      <p:cBhvr>
                                        <p:cTn id="55" dur="500"/>
                                        <p:tgtEl>
                                          <p:spTgt spid="100"/>
                                        </p:tgtEl>
                                      </p:cBhvr>
                                    </p:animEffect>
                                  </p:childTnLst>
                                </p:cTn>
                              </p:par>
                              <p:par>
                                <p:cTn id="56" presetID="22" presetClass="entr" presetSubtype="8" fill="hold" nodeType="withEffect">
                                  <p:stCondLst>
                                    <p:cond delay="0"/>
                                  </p:stCondLst>
                                  <p:childTnLst>
                                    <p:set>
                                      <p:cBhvr>
                                        <p:cTn id="57" dur="1" fill="hold">
                                          <p:stCondLst>
                                            <p:cond delay="0"/>
                                          </p:stCondLst>
                                        </p:cTn>
                                        <p:tgtEl>
                                          <p:spTgt spid="101"/>
                                        </p:tgtEl>
                                        <p:attrNameLst>
                                          <p:attrName>style.visibility</p:attrName>
                                        </p:attrNameLst>
                                      </p:cBhvr>
                                      <p:to>
                                        <p:strVal val="visible"/>
                                      </p:to>
                                    </p:set>
                                    <p:animEffect transition="in" filter="wipe(left)">
                                      <p:cBhvr>
                                        <p:cTn id="58" dur="500"/>
                                        <p:tgtEl>
                                          <p:spTgt spid="10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06"/>
                                        </p:tgtEl>
                                        <p:attrNameLst>
                                          <p:attrName>style.visibility</p:attrName>
                                        </p:attrNameLst>
                                      </p:cBhvr>
                                      <p:to>
                                        <p:strVal val="visible"/>
                                      </p:to>
                                    </p:set>
                                    <p:animEffect transition="in" filter="fade">
                                      <p:cBhvr>
                                        <p:cTn id="63" dur="500"/>
                                        <p:tgtEl>
                                          <p:spTgt spid="10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07"/>
                                        </p:tgtEl>
                                        <p:attrNameLst>
                                          <p:attrName>style.visibility</p:attrName>
                                        </p:attrNameLst>
                                      </p:cBhvr>
                                      <p:to>
                                        <p:strVal val="visible"/>
                                      </p:to>
                                    </p:set>
                                    <p:animEffect transition="in" filter="fade">
                                      <p:cBhvr>
                                        <p:cTn id="66" dur="500"/>
                                        <p:tgtEl>
                                          <p:spTgt spid="10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05"/>
                                        </p:tgtEl>
                                        <p:attrNameLst>
                                          <p:attrName>style.visibility</p:attrName>
                                        </p:attrNameLst>
                                      </p:cBhvr>
                                      <p:to>
                                        <p:strVal val="visible"/>
                                      </p:to>
                                    </p:set>
                                    <p:animEffect transition="in" filter="fade">
                                      <p:cBhvr>
                                        <p:cTn id="69" dur="500"/>
                                        <p:tgtEl>
                                          <p:spTgt spid="10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99"/>
                                        </p:tgtEl>
                                        <p:attrNameLst>
                                          <p:attrName>style.visibility</p:attrName>
                                        </p:attrNameLst>
                                      </p:cBhvr>
                                      <p:to>
                                        <p:strVal val="visible"/>
                                      </p:to>
                                    </p:set>
                                    <p:animEffect transition="in" filter="wipe(left)">
                                      <p:cBhvr>
                                        <p:cTn id="74" dur="500"/>
                                        <p:tgtEl>
                                          <p:spTgt spid="9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04"/>
                                        </p:tgtEl>
                                        <p:attrNameLst>
                                          <p:attrName>style.visibility</p:attrName>
                                        </p:attrNameLst>
                                      </p:cBhvr>
                                      <p:to>
                                        <p:strVal val="visible"/>
                                      </p:to>
                                    </p:set>
                                    <p:animEffect transition="in" filter="fade">
                                      <p:cBhvr>
                                        <p:cTn id="79" dur="500"/>
                                        <p:tgtEl>
                                          <p:spTgt spid="10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15"/>
                                        </p:tgtEl>
                                        <p:attrNameLst>
                                          <p:attrName>style.visibility</p:attrName>
                                        </p:attrNameLst>
                                      </p:cBhvr>
                                      <p:to>
                                        <p:strVal val="visible"/>
                                      </p:to>
                                    </p:set>
                                    <p:animEffect transition="in" filter="fade">
                                      <p:cBhvr>
                                        <p:cTn id="84" dur="500"/>
                                        <p:tgtEl>
                                          <p:spTgt spid="115"/>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12">
                                            <p:txEl>
                                              <p:pRg st="0" end="0"/>
                                            </p:txEl>
                                          </p:spTgt>
                                        </p:tgtEl>
                                        <p:attrNameLst>
                                          <p:attrName>style.visibility</p:attrName>
                                        </p:attrNameLst>
                                      </p:cBhvr>
                                      <p:to>
                                        <p:strVal val="visible"/>
                                      </p:to>
                                    </p:set>
                                    <p:animEffect transition="in" filter="wipe(left)">
                                      <p:cBhvr>
                                        <p:cTn id="89" dur="500"/>
                                        <p:tgtEl>
                                          <p:spTgt spid="112">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7"/>
                                        </p:tgtEl>
                                        <p:attrNameLst>
                                          <p:attrName>style.visibility</p:attrName>
                                        </p:attrNameLst>
                                      </p:cBhvr>
                                      <p:to>
                                        <p:strVal val="visible"/>
                                      </p:to>
                                    </p:set>
                                    <p:animEffect transition="in" filter="fade">
                                      <p:cBhvr>
                                        <p:cTn id="94" dur="500"/>
                                        <p:tgtEl>
                                          <p:spTgt spid="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fade">
                                      <p:cBhvr>
                                        <p:cTn id="97" dur="500"/>
                                        <p:tgtEl>
                                          <p:spTgt spid="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0"/>
                                        </p:tgtEl>
                                        <p:attrNameLst>
                                          <p:attrName>style.visibility</p:attrName>
                                        </p:attrNameLst>
                                      </p:cBhvr>
                                      <p:to>
                                        <p:strVal val="visible"/>
                                      </p:to>
                                    </p:set>
                                    <p:animEffect transition="in" filter="fade">
                                      <p:cBhvr>
                                        <p:cTn id="100" dur="500"/>
                                        <p:tgtEl>
                                          <p:spTgt spid="1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9"/>
                                        </p:tgtEl>
                                        <p:attrNameLst>
                                          <p:attrName>style.visibility</p:attrName>
                                        </p:attrNameLst>
                                      </p:cBhvr>
                                      <p:to>
                                        <p:strVal val="visible"/>
                                      </p:to>
                                    </p:set>
                                    <p:animEffect transition="in" filter="fade">
                                      <p:cBhvr>
                                        <p:cTn id="103" dur="500"/>
                                        <p:tgtEl>
                                          <p:spTgt spid="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
                                        </p:tgtEl>
                                        <p:attrNameLst>
                                          <p:attrName>style.visibility</p:attrName>
                                        </p:attrNameLst>
                                      </p:cBhvr>
                                      <p:to>
                                        <p:strVal val="visible"/>
                                      </p:to>
                                    </p:set>
                                    <p:animEffect transition="in" filter="fade">
                                      <p:cBhvr>
                                        <p:cTn id="106" dur="500"/>
                                        <p:tgtEl>
                                          <p:spTgt spid="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fade">
                                      <p:cBhvr>
                                        <p:cTn id="109" dur="500"/>
                                        <p:tgtEl>
                                          <p:spTgt spid="1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2" dur="500"/>
                                        <p:tgtEl>
                                          <p:spTgt spid="15"/>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3"/>
                                        </p:tgtEl>
                                        <p:attrNameLst>
                                          <p:attrName>style.visibility</p:attrName>
                                        </p:attrNameLst>
                                      </p:cBhvr>
                                      <p:to>
                                        <p:strVal val="visible"/>
                                      </p:to>
                                    </p:set>
                                    <p:animEffect transition="in" filter="fade">
                                      <p:cBhvr>
                                        <p:cTn id="115" dur="500"/>
                                        <p:tgtEl>
                                          <p:spTgt spid="13"/>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1"/>
                                        </p:tgtEl>
                                        <p:attrNameLst>
                                          <p:attrName>style.visibility</p:attrName>
                                        </p:attrNameLst>
                                      </p:cBhvr>
                                      <p:to>
                                        <p:strVal val="visible"/>
                                      </p:to>
                                    </p:set>
                                    <p:animEffect transition="in" filter="fade">
                                      <p:cBhvr>
                                        <p:cTn id="118" dur="500"/>
                                        <p:tgtEl>
                                          <p:spTgt spid="11"/>
                                        </p:tgtEl>
                                      </p:cBhvr>
                                    </p:animEffect>
                                  </p:childTnLst>
                                </p:cTn>
                              </p:par>
                              <p:par>
                                <p:cTn id="119" presetID="22" presetClass="entr" presetSubtype="8" fill="hold" nodeType="withEffect">
                                  <p:stCondLst>
                                    <p:cond delay="0"/>
                                  </p:stCondLst>
                                  <p:childTnLst>
                                    <p:set>
                                      <p:cBhvr>
                                        <p:cTn id="120" dur="1" fill="hold">
                                          <p:stCondLst>
                                            <p:cond delay="0"/>
                                          </p:stCondLst>
                                        </p:cTn>
                                        <p:tgtEl>
                                          <p:spTgt spid="14"/>
                                        </p:tgtEl>
                                        <p:attrNameLst>
                                          <p:attrName>style.visibility</p:attrName>
                                        </p:attrNameLst>
                                      </p:cBhvr>
                                      <p:to>
                                        <p:strVal val="visible"/>
                                      </p:to>
                                    </p:set>
                                    <p:animEffect transition="in" filter="wipe(left)">
                                      <p:cBhvr>
                                        <p:cTn id="121" dur="500"/>
                                        <p:tgtEl>
                                          <p:spTgt spid="14"/>
                                        </p:tgtEl>
                                      </p:cBhvr>
                                    </p:animEffect>
                                  </p:childTnLst>
                                </p:cTn>
                              </p:par>
                              <p:par>
                                <p:cTn id="122" presetID="22" presetClass="entr" presetSubtype="8" fill="hold" nodeType="withEffect">
                                  <p:stCondLst>
                                    <p:cond delay="0"/>
                                  </p:stCondLst>
                                  <p:childTnLst>
                                    <p:set>
                                      <p:cBhvr>
                                        <p:cTn id="123" dur="1" fill="hold">
                                          <p:stCondLst>
                                            <p:cond delay="0"/>
                                          </p:stCondLst>
                                        </p:cTn>
                                        <p:tgtEl>
                                          <p:spTgt spid="20"/>
                                        </p:tgtEl>
                                        <p:attrNameLst>
                                          <p:attrName>style.visibility</p:attrName>
                                        </p:attrNameLst>
                                      </p:cBhvr>
                                      <p:to>
                                        <p:strVal val="visible"/>
                                      </p:to>
                                    </p:set>
                                    <p:animEffect transition="in" filter="wipe(left)">
                                      <p:cBhvr>
                                        <p:cTn id="124" dur="500"/>
                                        <p:tgtEl>
                                          <p:spTgt spid="20"/>
                                        </p:tgtEl>
                                      </p:cBhvr>
                                    </p:animEffect>
                                  </p:childTnLst>
                                </p:cTn>
                              </p:par>
                              <p:par>
                                <p:cTn id="125" presetID="22" presetClass="entr" presetSubtype="8" fill="hold" nodeType="withEffect">
                                  <p:stCondLst>
                                    <p:cond delay="0"/>
                                  </p:stCondLst>
                                  <p:childTnLst>
                                    <p:set>
                                      <p:cBhvr>
                                        <p:cTn id="126" dur="1" fill="hold">
                                          <p:stCondLst>
                                            <p:cond delay="0"/>
                                          </p:stCondLst>
                                        </p:cTn>
                                        <p:tgtEl>
                                          <p:spTgt spid="24"/>
                                        </p:tgtEl>
                                        <p:attrNameLst>
                                          <p:attrName>style.visibility</p:attrName>
                                        </p:attrNameLst>
                                      </p:cBhvr>
                                      <p:to>
                                        <p:strVal val="visible"/>
                                      </p:to>
                                    </p:set>
                                    <p:animEffect transition="in" filter="wipe(left)">
                                      <p:cBhvr>
                                        <p:cTn id="127" dur="500"/>
                                        <p:tgtEl>
                                          <p:spTgt spid="24"/>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7"/>
                                        </p:tgtEl>
                                        <p:attrNameLst>
                                          <p:attrName>style.visibility</p:attrName>
                                        </p:attrNameLst>
                                      </p:cBhvr>
                                      <p:to>
                                        <p:strVal val="visible"/>
                                      </p:to>
                                    </p:set>
                                    <p:animEffect transition="in" filter="fade">
                                      <p:cBhvr>
                                        <p:cTn id="130" dur="500"/>
                                        <p:tgtEl>
                                          <p:spTgt spid="3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8"/>
                                        </p:tgtEl>
                                        <p:attrNameLst>
                                          <p:attrName>style.visibility</p:attrName>
                                        </p:attrNameLst>
                                      </p:cBhvr>
                                      <p:to>
                                        <p:strVal val="visible"/>
                                      </p:to>
                                    </p:set>
                                    <p:animEffect transition="in" filter="fade">
                                      <p:cBhvr>
                                        <p:cTn id="133" dur="500"/>
                                        <p:tgtEl>
                                          <p:spTgt spid="3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36"/>
                                        </p:tgtEl>
                                        <p:attrNameLst>
                                          <p:attrName>style.visibility</p:attrName>
                                        </p:attrNameLst>
                                      </p:cBhvr>
                                      <p:to>
                                        <p:strVal val="visible"/>
                                      </p:to>
                                    </p:set>
                                    <p:animEffect transition="in" filter="fade">
                                      <p:cBhvr>
                                        <p:cTn id="136" dur="500"/>
                                        <p:tgtEl>
                                          <p:spTgt spid="36"/>
                                        </p:tgtEl>
                                      </p:cBhvr>
                                    </p:animEffect>
                                  </p:childTnLst>
                                </p:cTn>
                              </p:par>
                              <p:par>
                                <p:cTn id="137" presetID="22" presetClass="entr" presetSubtype="8" fill="hold" nodeType="withEffect">
                                  <p:stCondLst>
                                    <p:cond delay="0"/>
                                  </p:stCondLst>
                                  <p:childTnLst>
                                    <p:set>
                                      <p:cBhvr>
                                        <p:cTn id="138" dur="1" fill="hold">
                                          <p:stCondLst>
                                            <p:cond delay="0"/>
                                          </p:stCondLst>
                                        </p:cTn>
                                        <p:tgtEl>
                                          <p:spTgt spid="17"/>
                                        </p:tgtEl>
                                        <p:attrNameLst>
                                          <p:attrName>style.visibility</p:attrName>
                                        </p:attrNameLst>
                                      </p:cBhvr>
                                      <p:to>
                                        <p:strVal val="visible"/>
                                      </p:to>
                                    </p:set>
                                    <p:animEffect transition="in" filter="wipe(left)">
                                      <p:cBhvr>
                                        <p:cTn id="139" dur="500"/>
                                        <p:tgtEl>
                                          <p:spTgt spid="1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500"/>
                                        <p:tgtEl>
                                          <p:spTgt spid="35"/>
                                        </p:tgtEl>
                                      </p:cBhvr>
                                    </p:animEffect>
                                  </p:childTnLst>
                                </p:cTn>
                              </p:par>
                              <p:par>
                                <p:cTn id="143" presetID="10" presetClass="entr" presetSubtype="0" fill="hold" nodeType="withEffect">
                                  <p:stCondLst>
                                    <p:cond delay="0"/>
                                  </p:stCondLst>
                                  <p:childTnLst>
                                    <p:set>
                                      <p:cBhvr>
                                        <p:cTn id="144" dur="1" fill="hold">
                                          <p:stCondLst>
                                            <p:cond delay="0"/>
                                          </p:stCondLst>
                                        </p:cTn>
                                        <p:tgtEl>
                                          <p:spTgt spid="116"/>
                                        </p:tgtEl>
                                        <p:attrNameLst>
                                          <p:attrName>style.visibility</p:attrName>
                                        </p:attrNameLst>
                                      </p:cBhvr>
                                      <p:to>
                                        <p:strVal val="visible"/>
                                      </p:to>
                                    </p:set>
                                    <p:animEffect transition="in" filter="fade">
                                      <p:cBhvr>
                                        <p:cTn id="145" dur="500"/>
                                        <p:tgtEl>
                                          <p:spTgt spid="116"/>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nodeType="click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wipe(left)">
                                      <p:cBhvr>
                                        <p:cTn id="150" dur="500"/>
                                        <p:tgtEl>
                                          <p:spTgt spid="39"/>
                                        </p:tgtEl>
                                      </p:cBhvr>
                                    </p:animEffect>
                                  </p:childTnLst>
                                </p:cTn>
                              </p:par>
                              <p:par>
                                <p:cTn id="151" presetID="3" presetClass="emph" presetSubtype="2" fill="hold" grpId="1" nodeType="withEffect">
                                  <p:stCondLst>
                                    <p:cond delay="0"/>
                                  </p:stCondLst>
                                  <p:childTnLst>
                                    <p:animClr clrSpc="rgb" dir="cw">
                                      <p:cBhvr override="childStyle">
                                        <p:cTn id="152" dur="500" fill="hold"/>
                                        <p:tgtEl>
                                          <p:spTgt spid="37"/>
                                        </p:tgtEl>
                                        <p:attrNameLst>
                                          <p:attrName>style.color</p:attrName>
                                        </p:attrNameLst>
                                      </p:cBhvr>
                                      <p:to>
                                        <a:srgbClr val="0000FF"/>
                                      </p:to>
                                    </p:animClr>
                                  </p:childTnLst>
                                </p:cTn>
                              </p:par>
                            </p:childTnLst>
                          </p:cTn>
                        </p:par>
                        <p:par>
                          <p:cTn id="153" fill="hold">
                            <p:stCondLst>
                              <p:cond delay="500"/>
                            </p:stCondLst>
                            <p:childTnLst>
                              <p:par>
                                <p:cTn id="154" presetID="1" presetClass="exit" presetSubtype="0" fill="hold" nodeType="afterEffect">
                                  <p:stCondLst>
                                    <p:cond delay="0"/>
                                  </p:stCondLst>
                                  <p:childTnLst>
                                    <p:set>
                                      <p:cBhvr>
                                        <p:cTn id="155" dur="1" fill="hold">
                                          <p:stCondLst>
                                            <p:cond delay="0"/>
                                          </p:stCondLst>
                                        </p:cTn>
                                        <p:tgtEl>
                                          <p:spTgt spid="14"/>
                                        </p:tgtEl>
                                        <p:attrNameLst>
                                          <p:attrName>style.visibility</p:attrName>
                                        </p:attrNameLst>
                                      </p:cBhvr>
                                      <p:to>
                                        <p:strVal val="hidden"/>
                                      </p:to>
                                    </p:set>
                                  </p:childTnLst>
                                </p:cTn>
                              </p:par>
                              <p:par>
                                <p:cTn id="156" presetID="26" presetClass="emph" presetSubtype="0" fill="hold" grpId="1" nodeType="withEffect">
                                  <p:stCondLst>
                                    <p:cond delay="0"/>
                                  </p:stCondLst>
                                  <p:childTnLst>
                                    <p:animEffect transition="out" filter="fade">
                                      <p:cBhvr>
                                        <p:cTn id="157" dur="500" tmFilter="0, 0; .2, .5; .8, .5; 1, 0"/>
                                        <p:tgtEl>
                                          <p:spTgt spid="15"/>
                                        </p:tgtEl>
                                      </p:cBhvr>
                                    </p:animEffect>
                                    <p:animScale>
                                      <p:cBhvr>
                                        <p:cTn id="158" dur="250" autoRev="1" fill="hold"/>
                                        <p:tgtEl>
                                          <p:spTgt spid="15"/>
                                        </p:tgtEl>
                                      </p:cBhvr>
                                      <p:by x="105000" y="105000"/>
                                    </p:animScale>
                                  </p:childTnLst>
                                </p:cTn>
                              </p:par>
                              <p:par>
                                <p:cTn id="159" presetID="1" presetClass="emph" presetSubtype="2" fill="hold" nodeType="withEffect">
                                  <p:stCondLst>
                                    <p:cond delay="0"/>
                                  </p:stCondLst>
                                  <p:childTnLst>
                                    <p:animClr clrSpc="rgb" dir="cw">
                                      <p:cBhvr>
                                        <p:cTn id="160" dur="500" fill="hold"/>
                                        <p:tgtEl>
                                          <p:spTgt spid="15"/>
                                        </p:tgtEl>
                                        <p:attrNameLst>
                                          <p:attrName>fillcolor</p:attrName>
                                        </p:attrNameLst>
                                      </p:cBhvr>
                                      <p:to>
                                        <a:srgbClr val="C328E9"/>
                                      </p:to>
                                    </p:animClr>
                                    <p:set>
                                      <p:cBhvr>
                                        <p:cTn id="161" dur="500" fill="hold"/>
                                        <p:tgtEl>
                                          <p:spTgt spid="15"/>
                                        </p:tgtEl>
                                        <p:attrNameLst>
                                          <p:attrName>fill.type</p:attrName>
                                        </p:attrNameLst>
                                      </p:cBhvr>
                                      <p:to>
                                        <p:strVal val="solid"/>
                                      </p:to>
                                    </p:set>
                                    <p:set>
                                      <p:cBhvr>
                                        <p:cTn id="162" dur="500" fill="hold"/>
                                        <p:tgtEl>
                                          <p:spTgt spid="15"/>
                                        </p:tgtEl>
                                        <p:attrNameLst>
                                          <p:attrName>fill.on</p:attrName>
                                        </p:attrNameLst>
                                      </p:cBhvr>
                                      <p:to>
                                        <p:strVal val="true"/>
                                      </p:to>
                                    </p:set>
                                  </p:childTnLst>
                                </p:cTn>
                              </p:par>
                            </p:childTnLst>
                          </p:cTn>
                        </p:par>
                      </p:childTnLst>
                    </p:cTn>
                  </p:par>
                  <p:par>
                    <p:cTn id="163" fill="hold">
                      <p:stCondLst>
                        <p:cond delay="indefinite"/>
                      </p:stCondLst>
                      <p:childTnLst>
                        <p:par>
                          <p:cTn id="164" fill="hold">
                            <p:stCondLst>
                              <p:cond delay="0"/>
                            </p:stCondLst>
                            <p:childTnLst>
                              <p:par>
                                <p:cTn id="165" presetID="1" presetClass="exit" presetSubtype="0" fill="hold" grpId="2" nodeType="clickEffect">
                                  <p:stCondLst>
                                    <p:cond delay="0"/>
                                  </p:stCondLst>
                                  <p:childTnLst>
                                    <p:set>
                                      <p:cBhvr>
                                        <p:cTn id="166" dur="1" fill="hold">
                                          <p:stCondLst>
                                            <p:cond delay="0"/>
                                          </p:stCondLst>
                                        </p:cTn>
                                        <p:tgtEl>
                                          <p:spTgt spid="37"/>
                                        </p:tgtEl>
                                        <p:attrNameLst>
                                          <p:attrName>style.visibility</p:attrName>
                                        </p:attrNameLst>
                                      </p:cBhvr>
                                      <p:to>
                                        <p:strVal val="hidden"/>
                                      </p:to>
                                    </p:set>
                                  </p:childTnLst>
                                </p:cTn>
                              </p:par>
                              <p:par>
                                <p:cTn id="167" presetID="1" presetClass="exit" presetSubtype="0" fill="hold" nodeType="withEffect">
                                  <p:stCondLst>
                                    <p:cond delay="0"/>
                                  </p:stCondLst>
                                  <p:childTnLst>
                                    <p:set>
                                      <p:cBhvr>
                                        <p:cTn id="168" dur="1" fill="hold">
                                          <p:stCondLst>
                                            <p:cond delay="0"/>
                                          </p:stCondLst>
                                        </p:cTn>
                                        <p:tgtEl>
                                          <p:spTgt spid="39"/>
                                        </p:tgtEl>
                                        <p:attrNameLst>
                                          <p:attrName>style.visibility</p:attrName>
                                        </p:attrNameLst>
                                      </p:cBhvr>
                                      <p:to>
                                        <p:strVal val="hidden"/>
                                      </p:to>
                                    </p:set>
                                  </p:childTnLst>
                                </p:cTn>
                              </p:par>
                              <p:par>
                                <p:cTn id="169" presetID="42" presetClass="path" presetSubtype="0" accel="50000" decel="50000" fill="hold" grpId="3" nodeType="withEffect">
                                  <p:stCondLst>
                                    <p:cond delay="0"/>
                                  </p:stCondLst>
                                  <p:childTnLst>
                                    <p:animMotion origin="layout" path="M -0.000104167 0.00231481 L -0.212448 0.0160185 " pathEditMode="relative" rAng="0" ptsTypes="">
                                      <p:cBhvr>
                                        <p:cTn id="170" dur="1000" fill="hold"/>
                                        <p:tgtEl>
                                          <p:spTgt spid="15"/>
                                        </p:tgtEl>
                                        <p:attrNameLst>
                                          <p:attrName>ppt_x</p:attrName>
                                          <p:attrName>ppt_y</p:attrName>
                                        </p:attrNameLst>
                                      </p:cBhvr>
                                      <p:rCtr x="-71" y="3"/>
                                    </p:animMotion>
                                  </p:childTnLst>
                                </p:cTn>
                              </p:par>
                            </p:childTnLst>
                          </p:cTn>
                        </p:par>
                        <p:par>
                          <p:cTn id="171" fill="hold">
                            <p:stCondLst>
                              <p:cond delay="0"/>
                            </p:stCondLst>
                            <p:childTnLst>
                              <p:par>
                                <p:cTn id="172" presetID="1" presetClass="exit" presetSubtype="0" fill="hold" grpId="4" nodeType="afterEffect">
                                  <p:stCondLst>
                                    <p:cond delay="0"/>
                                  </p:stCondLst>
                                  <p:childTnLst>
                                    <p:set>
                                      <p:cBhvr>
                                        <p:cTn id="173" dur="1" fill="hold">
                                          <p:stCondLst>
                                            <p:cond delay="0"/>
                                          </p:stCondLst>
                                        </p:cTn>
                                        <p:tgtEl>
                                          <p:spTgt spid="15"/>
                                        </p:tgtEl>
                                        <p:attrNameLst>
                                          <p:attrName>style.visibility</p:attrName>
                                        </p:attrNameLst>
                                      </p:cBhvr>
                                      <p:to>
                                        <p:strVal val="hidden"/>
                                      </p:to>
                                    </p:set>
                                  </p:childTnLst>
                                </p:cTn>
                              </p:par>
                              <p:par>
                                <p:cTn id="174" presetID="1" presetClass="entr" presetSubtype="0" fill="hold" grpId="0" nodeType="withEffect">
                                  <p:stCondLst>
                                    <p:cond delay="0"/>
                                  </p:stCondLst>
                                  <p:childTnLst>
                                    <p:set>
                                      <p:cBhvr>
                                        <p:cTn id="175" dur="1" fill="hold">
                                          <p:stCondLst>
                                            <p:cond delay="0"/>
                                          </p:stCondLst>
                                        </p:cTn>
                                        <p:tgtEl>
                                          <p:spTgt spid="16"/>
                                        </p:tgtEl>
                                        <p:attrNameLst>
                                          <p:attrName>style.visibility</p:attrName>
                                        </p:attrNameLst>
                                      </p:cBhvr>
                                      <p:to>
                                        <p:strVal val="visible"/>
                                      </p:to>
                                    </p:set>
                                  </p:childTnLst>
                                </p:cTn>
                              </p:par>
                            </p:childTnLst>
                          </p:cTn>
                        </p:par>
                        <p:par>
                          <p:cTn id="176" fill="hold">
                            <p:stCondLst>
                              <p:cond delay="0"/>
                            </p:stCondLst>
                            <p:childTnLst>
                              <p:par>
                                <p:cTn id="177" presetID="22" presetClass="entr" presetSubtype="8" fill="hold" nodeType="afterEffect">
                                  <p:stCondLst>
                                    <p:cond delay="0"/>
                                  </p:stCondLst>
                                  <p:childTnLst>
                                    <p:set>
                                      <p:cBhvr>
                                        <p:cTn id="178" dur="1" fill="hold">
                                          <p:stCondLst>
                                            <p:cond delay="0"/>
                                          </p:stCondLst>
                                        </p:cTn>
                                        <p:tgtEl>
                                          <p:spTgt spid="63"/>
                                        </p:tgtEl>
                                        <p:attrNameLst>
                                          <p:attrName>style.visibility</p:attrName>
                                        </p:attrNameLst>
                                      </p:cBhvr>
                                      <p:to>
                                        <p:strVal val="visible"/>
                                      </p:to>
                                    </p:set>
                                    <p:animEffect transition="in" filter="wipe(left)">
                                      <p:cBhvr>
                                        <p:cTn id="179" dur="500"/>
                                        <p:tgtEl>
                                          <p:spTgt spid="63"/>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6"/>
                                        </p:tgtEl>
                                        <p:attrNameLst>
                                          <p:attrName>style.visibility</p:attrName>
                                        </p:attrNameLst>
                                      </p:cBhvr>
                                      <p:to>
                                        <p:strVal val="visible"/>
                                      </p:to>
                                    </p:set>
                                    <p:animEffect transition="in" filter="fade">
                                      <p:cBhvr>
                                        <p:cTn id="182" dur="500"/>
                                        <p:tgtEl>
                                          <p:spTgt spid="66"/>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nodeType="clickEffect">
                                  <p:stCondLst>
                                    <p:cond delay="0"/>
                                  </p:stCondLst>
                                  <p:childTnLst>
                                    <p:set>
                                      <p:cBhvr>
                                        <p:cTn id="186" dur="1" fill="hold">
                                          <p:stCondLst>
                                            <p:cond delay="0"/>
                                          </p:stCondLst>
                                        </p:cTn>
                                        <p:tgtEl>
                                          <p:spTgt spid="112">
                                            <p:txEl>
                                              <p:pRg st="1" end="1"/>
                                            </p:txEl>
                                          </p:spTgt>
                                        </p:tgtEl>
                                        <p:attrNameLst>
                                          <p:attrName>style.visibility</p:attrName>
                                        </p:attrNameLst>
                                      </p:cBhvr>
                                      <p:to>
                                        <p:strVal val="visible"/>
                                      </p:to>
                                    </p:set>
                                    <p:animEffect transition="in" filter="wipe(left)">
                                      <p:cBhvr>
                                        <p:cTn id="187" dur="500"/>
                                        <p:tgtEl>
                                          <p:spTgt spid="1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bldLvl="0" animBg="1"/>
      <p:bldP spid="8" grpId="0"/>
      <p:bldP spid="9" grpId="0"/>
      <p:bldP spid="10" grpId="0" bldLvl="0" animBg="1"/>
      <p:bldP spid="11" grpId="0" bldLvl="0" animBg="1"/>
      <p:bldP spid="12" grpId="0" bldLvl="0" animBg="1"/>
      <p:bldP spid="13" grpId="0" bldLvl="0" animBg="1"/>
      <p:bldP spid="15" grpId="0" bldLvl="0" animBg="1"/>
      <p:bldP spid="15" grpId="1" bldLvl="0" animBg="1"/>
      <p:bldP spid="15" grpId="3" bldLvl="0" animBg="1"/>
      <p:bldP spid="15" grpId="4" bldLvl="0" animBg="1"/>
      <p:bldP spid="16" grpId="0" bldLvl="0" animBg="1"/>
      <p:bldP spid="35" grpId="0"/>
      <p:bldP spid="36" grpId="0"/>
      <p:bldP spid="37" grpId="0"/>
      <p:bldP spid="37" grpId="1"/>
      <p:bldP spid="37" grpId="2"/>
      <p:bldP spid="38" grpId="0"/>
      <p:bldP spid="66" grpId="0"/>
      <p:bldP spid="90" grpId="0" bldLvl="0" animBg="1"/>
      <p:bldP spid="91" grpId="0" bldLvl="0" animBg="1"/>
      <p:bldP spid="92" grpId="0"/>
      <p:bldP spid="93" grpId="0"/>
      <p:bldP spid="94" grpId="0" bldLvl="0" animBg="1"/>
      <p:bldP spid="95" grpId="0" bldLvl="0" animBg="1"/>
      <p:bldP spid="96" grpId="0" bldLvl="0" animBg="1"/>
      <p:bldP spid="97" grpId="0" bldLvl="0" animBg="1"/>
      <p:bldP spid="102" grpId="0" bldLvl="0" animBg="1"/>
      <p:bldP spid="104" grpId="0"/>
      <p:bldP spid="105" grpId="0"/>
      <p:bldP spid="106" grpId="0"/>
      <p:bldP spid="10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2" name="文本框 1"/>
          <p:cNvSpPr txBox="1"/>
          <p:nvPr>
            <p:custDataLst>
              <p:tags r:id="rId2"/>
            </p:custDataLst>
          </p:nvPr>
        </p:nvSpPr>
        <p:spPr>
          <a:xfrm>
            <a:off x="0" y="722491"/>
            <a:ext cx="9144000" cy="728982"/>
          </a:xfrm>
          <a:prstGeom prst="rect">
            <a:avLst/>
          </a:prstGeom>
          <a:noFill/>
        </p:spPr>
        <p:txBody>
          <a:bodyPr wrap="square">
            <a:spAutoFit/>
          </a:bodyPr>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a:t>
            </a:r>
            <a:r>
              <a:rPr kumimoji="1" lang="zh-CN" altLang="en-US" b="1" dirty="0">
                <a:solidFill>
                  <a:srgbClr val="C328E9"/>
                </a:solidFill>
                <a:latin typeface="+mn-ea"/>
                <a:cs typeface="Consolas" panose="020B0609020204030204" pitchFamily="49" charset="0"/>
              </a:rPr>
              <a:t>新加入顶点</a:t>
            </a:r>
            <a:r>
              <a:rPr kumimoji="1" lang="zh-CN" altLang="en-US" b="1" dirty="0">
                <a:latin typeface="+mn-ea"/>
                <a:cs typeface="Consolas" panose="020B0609020204030204" pitchFamily="49" charset="0"/>
              </a:rPr>
              <a:t>为中间点修改</a:t>
            </a:r>
            <a:r>
              <a:rPr kumimoji="1" lang="en-US" altLang="zh-CN" b="1" dirty="0">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latin typeface="+mn-ea"/>
                <a:cs typeface="Consolas" panose="020B0609020204030204" pitchFamily="49" charset="0"/>
              </a:rPr>
              <a:t>U</a:t>
            </a:r>
            <a:r>
              <a:rPr kumimoji="1" lang="zh-CN" altLang="en-US" b="1" dirty="0">
                <a:latin typeface="+mn-ea"/>
                <a:cs typeface="Consolas" panose="020B0609020204030204" pitchFamily="49" charset="0"/>
              </a:rPr>
              <a:t>中各顶点</a:t>
            </a:r>
            <a:r>
              <a:rPr kumimoji="1" lang="en-US" altLang="zh-CN" b="1" dirty="0" err="1">
                <a:latin typeface="+mn-ea"/>
                <a:cs typeface="Consolas" panose="020B0609020204030204" pitchFamily="49" charset="0"/>
              </a:rPr>
              <a:t>i</a:t>
            </a:r>
            <a:r>
              <a:rPr kumimoji="1" lang="zh-CN" altLang="en-US" b="1" dirty="0">
                <a:latin typeface="+mn-ea"/>
                <a:cs typeface="Consolas" panose="020B0609020204030204" pitchFamily="49" charset="0"/>
              </a:rPr>
              <a:t>的最短路径长度：若从源点</a:t>
            </a:r>
            <a:r>
              <a:rPr kumimoji="1" lang="en-US" altLang="zh-CN" b="1" dirty="0">
                <a:solidFill>
                  <a:srgbClr val="B50988"/>
                </a:solidFill>
                <a:latin typeface="+mn-ea"/>
                <a:cs typeface="Consolas" panose="020B0609020204030204" pitchFamily="49" charset="0"/>
              </a:rPr>
              <a:t>v</a:t>
            </a:r>
            <a:r>
              <a:rPr kumimoji="1" lang="en-US" altLang="zh-CN" b="1" dirty="0">
                <a:latin typeface="+mn-ea"/>
                <a:cs typeface="Consolas" panose="020B0609020204030204" pitchFamily="49" charset="0"/>
              </a:rPr>
              <a:t>-&gt;</a:t>
            </a:r>
            <a:r>
              <a:rPr kumimoji="1" lang="en-US" altLang="zh-CN" b="1" dirty="0" err="1">
                <a:solidFill>
                  <a:schemeClr val="tx1">
                    <a:lumMod val="50000"/>
                    <a:lumOff val="50000"/>
                  </a:schemeClr>
                </a:solidFill>
                <a:latin typeface="+mn-ea"/>
                <a:cs typeface="Consolas" panose="020B0609020204030204" pitchFamily="49" charset="0"/>
              </a:rPr>
              <a:t>i</a:t>
            </a:r>
            <a:r>
              <a:rPr kumimoji="1" lang="zh-CN" altLang="en-US" b="1" dirty="0">
                <a:latin typeface="+mn-ea"/>
                <a:cs typeface="Consolas" panose="020B0609020204030204" pitchFamily="49" charset="0"/>
              </a:rPr>
              <a:t>的最短路径长度</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经过新顶点</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比原来最短路径长度</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不经过新顶点</a:t>
            </a:r>
            <a:r>
              <a:rPr kumimoji="1" lang="en-US" altLang="zh-CN" b="1" dirty="0">
                <a:latin typeface="+mn-ea"/>
                <a:cs typeface="Consolas" panose="020B0609020204030204" pitchFamily="49" charset="0"/>
              </a:rPr>
              <a:t>)</a:t>
            </a:r>
            <a:r>
              <a:rPr kumimoji="1" lang="zh-CN" altLang="en-US" b="1" dirty="0">
                <a:latin typeface="+mn-ea"/>
                <a:cs typeface="Consolas" panose="020B0609020204030204" pitchFamily="49" charset="0"/>
              </a:rPr>
              <a:t>短，则修改该点的最短路径长度</a:t>
            </a:r>
            <a:endParaRPr kumimoji="1" lang="en-US" altLang="zh-CN" b="1" dirty="0">
              <a:latin typeface="+mn-ea"/>
              <a:cs typeface="Consolas" panose="020B0609020204030204" pitchFamily="49" charset="0"/>
            </a:endParaRPr>
          </a:p>
        </p:txBody>
      </p:sp>
      <p:sp>
        <p:nvSpPr>
          <p:cNvPr id="4" name="云形 3"/>
          <p:cNvSpPr/>
          <p:nvPr>
            <p:custDataLst>
              <p:tags r:id="rId3"/>
            </p:custDataLst>
          </p:nvPr>
        </p:nvSpPr>
        <p:spPr>
          <a:xfrm rot="11403981">
            <a:off x="3596713" y="1831195"/>
            <a:ext cx="1965411" cy="1675421"/>
          </a:xfrm>
          <a:prstGeom prst="cloud">
            <a:avLst/>
          </a:prstGeom>
          <a:solidFill>
            <a:srgbClr val="EEEEEE"/>
          </a:solidFill>
          <a:ln>
            <a:solidFill>
              <a:schemeClr val="bg1">
                <a:lumMod val="50000"/>
                <a:alpha val="6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5" name="云形 4"/>
          <p:cNvSpPr/>
          <p:nvPr>
            <p:custDataLst>
              <p:tags r:id="rId4"/>
            </p:custDataLst>
          </p:nvPr>
        </p:nvSpPr>
        <p:spPr>
          <a:xfrm rot="13258553">
            <a:off x="528250" y="1908412"/>
            <a:ext cx="1618620" cy="1473271"/>
          </a:xfrm>
          <a:prstGeom prst="cloud">
            <a:avLst/>
          </a:prstGeom>
          <a:solidFill>
            <a:srgbClr val="CC00FF">
              <a:alpha val="29000"/>
            </a:srgbClr>
          </a:solidFill>
          <a:ln>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b="1" dirty="0">
              <a:solidFill>
                <a:srgbClr val="0070C0"/>
              </a:solidFill>
            </a:endParaRPr>
          </a:p>
        </p:txBody>
      </p:sp>
      <p:sp>
        <p:nvSpPr>
          <p:cNvPr id="7" name="文本框 6"/>
          <p:cNvSpPr txBox="1"/>
          <p:nvPr>
            <p:custDataLst>
              <p:tags r:id="rId5"/>
            </p:custDataLst>
          </p:nvPr>
        </p:nvSpPr>
        <p:spPr>
          <a:xfrm>
            <a:off x="39531" y="1482000"/>
            <a:ext cx="2636471" cy="369332"/>
          </a:xfrm>
          <a:prstGeom prst="rect">
            <a:avLst/>
          </a:prstGeom>
          <a:noFill/>
        </p:spPr>
        <p:txBody>
          <a:bodyPr wrap="square">
            <a:spAutoFit/>
          </a:bodyPr>
          <a:p>
            <a:pPr algn="ctr"/>
            <a:r>
              <a:rPr lang="zh-CN" altLang="en-US" b="1" dirty="0">
                <a:solidFill>
                  <a:srgbClr val="CC00FF"/>
                </a:solidFill>
                <a:latin typeface="+mn-ea"/>
                <a:cs typeface="Consolas" panose="020B0609020204030204" pitchFamily="49" charset="0"/>
              </a:rPr>
              <a:t>最短路径顶点集合</a:t>
            </a:r>
            <a:r>
              <a:rPr lang="en-US" altLang="zh-CN" b="1" dirty="0">
                <a:solidFill>
                  <a:srgbClr val="CC00FF"/>
                </a:solidFill>
                <a:latin typeface="+mn-ea"/>
                <a:cs typeface="Consolas" panose="020B0609020204030204" pitchFamily="49" charset="0"/>
              </a:rPr>
              <a:t>S</a:t>
            </a:r>
            <a:endParaRPr lang="en-US" altLang="zh-CN" sz="1600" b="1" dirty="0">
              <a:solidFill>
                <a:srgbClr val="CC00FF"/>
              </a:solidFill>
              <a:latin typeface="+mn-ea"/>
            </a:endParaRPr>
          </a:p>
        </p:txBody>
      </p:sp>
      <p:sp>
        <p:nvSpPr>
          <p:cNvPr id="8" name="文本框 7"/>
          <p:cNvSpPr txBox="1"/>
          <p:nvPr>
            <p:custDataLst>
              <p:tags r:id="rId6"/>
            </p:custDataLst>
          </p:nvPr>
        </p:nvSpPr>
        <p:spPr>
          <a:xfrm>
            <a:off x="2950472" y="1482000"/>
            <a:ext cx="3257892" cy="369332"/>
          </a:xfrm>
          <a:prstGeom prst="rect">
            <a:avLst/>
          </a:prstGeom>
          <a:noFill/>
        </p:spPr>
        <p:txBody>
          <a:bodyPr wrap="square">
            <a:spAutoFit/>
          </a:bodyPr>
          <a:p>
            <a:pPr algn="ctr"/>
            <a:r>
              <a:rPr lang="zh-CN" altLang="en-US" b="1" dirty="0">
                <a:solidFill>
                  <a:schemeClr val="tx1">
                    <a:lumMod val="65000"/>
                    <a:lumOff val="35000"/>
                  </a:schemeClr>
                </a:solidFill>
                <a:latin typeface="+mn-ea"/>
                <a:cs typeface="Consolas" panose="020B0609020204030204" pitchFamily="49" charset="0"/>
              </a:rPr>
              <a:t>其他顶点集合</a:t>
            </a:r>
            <a:r>
              <a:rPr lang="en-US" altLang="zh-CN" b="1" dirty="0">
                <a:solidFill>
                  <a:schemeClr val="tx1">
                    <a:lumMod val="65000"/>
                    <a:lumOff val="35000"/>
                  </a:schemeClr>
                </a:solidFill>
                <a:latin typeface="+mn-ea"/>
                <a:cs typeface="Consolas" panose="020B0609020204030204" pitchFamily="49" charset="0"/>
              </a:rPr>
              <a:t>U</a:t>
            </a:r>
            <a:endParaRPr lang="en-US" altLang="zh-CN" sz="1600" b="1" dirty="0">
              <a:solidFill>
                <a:schemeClr val="tx1">
                  <a:lumMod val="65000"/>
                  <a:lumOff val="35000"/>
                </a:schemeClr>
              </a:solidFill>
              <a:latin typeface="+mn-ea"/>
            </a:endParaRPr>
          </a:p>
        </p:txBody>
      </p:sp>
      <p:sp>
        <p:nvSpPr>
          <p:cNvPr id="9" name="Oval 31"/>
          <p:cNvSpPr>
            <a:spLocks noChangeArrowheads="1"/>
          </p:cNvSpPr>
          <p:nvPr>
            <p:custDataLst>
              <p:tags r:id="rId7"/>
            </p:custDataLst>
          </p:nvPr>
        </p:nvSpPr>
        <p:spPr bwMode="auto">
          <a:xfrm>
            <a:off x="810671" y="2351846"/>
            <a:ext cx="452705" cy="452705"/>
          </a:xfrm>
          <a:prstGeom prst="ellipse">
            <a:avLst/>
          </a:prstGeom>
          <a:solidFill>
            <a:srgbClr val="B50988">
              <a:alpha val="69000"/>
            </a:srgb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8"/>
            </p:custDataLst>
          </p:nvPr>
        </p:nvSpPr>
        <p:spPr bwMode="auto">
          <a:xfrm>
            <a:off x="4327096" y="2900382"/>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1" name="Oval 31"/>
          <p:cNvSpPr>
            <a:spLocks noChangeArrowheads="1"/>
          </p:cNvSpPr>
          <p:nvPr>
            <p:custDataLst>
              <p:tags r:id="rId9"/>
            </p:custDataLst>
          </p:nvPr>
        </p:nvSpPr>
        <p:spPr bwMode="auto">
          <a:xfrm>
            <a:off x="4374582" y="1993516"/>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2" name="Oval 31"/>
          <p:cNvSpPr>
            <a:spLocks noChangeArrowheads="1"/>
          </p:cNvSpPr>
          <p:nvPr>
            <p:custDataLst>
              <p:tags r:id="rId10"/>
            </p:custDataLst>
          </p:nvPr>
        </p:nvSpPr>
        <p:spPr bwMode="auto">
          <a:xfrm>
            <a:off x="4800384" y="2363076"/>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3" name="直接箭头连接符 12"/>
          <p:cNvCxnSpPr>
            <a:stCxn id="9" idx="7"/>
            <a:endCxn id="11" idx="2"/>
          </p:cNvCxnSpPr>
          <p:nvPr>
            <p:custDataLst>
              <p:tags r:id="rId11"/>
            </p:custDataLst>
          </p:nvPr>
        </p:nvCxnSpPr>
        <p:spPr>
          <a:xfrm flipV="1">
            <a:off x="1197079" y="2219869"/>
            <a:ext cx="3177503" cy="198274"/>
          </a:xfrm>
          <a:prstGeom prst="straightConnector1">
            <a:avLst/>
          </a:prstGeom>
          <a:ln w="31750">
            <a:solidFill>
              <a:schemeClr val="bg1">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9" idx="5"/>
            <a:endCxn id="10" idx="2"/>
          </p:cNvCxnSpPr>
          <p:nvPr>
            <p:custDataLst>
              <p:tags r:id="rId12"/>
            </p:custDataLst>
          </p:nvPr>
        </p:nvCxnSpPr>
        <p:spPr>
          <a:xfrm>
            <a:off x="1197079" y="2738254"/>
            <a:ext cx="3130017" cy="388481"/>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custDataLst>
              <p:tags r:id="rId13"/>
            </p:custDataLst>
          </p:nvPr>
        </p:nvCxnSpPr>
        <p:spPr>
          <a:xfrm>
            <a:off x="1263376" y="2578199"/>
            <a:ext cx="3537008" cy="11230"/>
          </a:xfrm>
          <a:prstGeom prst="straightConnector1">
            <a:avLst/>
          </a:prstGeom>
          <a:ln w="31750">
            <a:solidFill>
              <a:schemeClr val="bg1">
                <a:lumMod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6" name="Oval 31"/>
          <p:cNvSpPr>
            <a:spLocks noChangeArrowheads="1"/>
          </p:cNvSpPr>
          <p:nvPr>
            <p:custDataLst>
              <p:tags r:id="rId14"/>
            </p:custDataLst>
          </p:nvPr>
        </p:nvSpPr>
        <p:spPr bwMode="auto">
          <a:xfrm>
            <a:off x="1353578" y="2672045"/>
            <a:ext cx="452705" cy="452705"/>
          </a:xfrm>
          <a:prstGeom prst="ellipse">
            <a:avLst/>
          </a:prstGeom>
          <a:solidFill>
            <a:srgbClr val="C328E9"/>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7" name="文本框 16"/>
          <p:cNvSpPr txBox="1"/>
          <p:nvPr>
            <p:custDataLst>
              <p:tags r:id="rId15"/>
            </p:custDataLst>
          </p:nvPr>
        </p:nvSpPr>
        <p:spPr>
          <a:xfrm rot="21386675">
            <a:off x="2844732" y="1995531"/>
            <a:ext cx="337045" cy="369332"/>
          </a:xfrm>
          <a:prstGeom prst="rect">
            <a:avLst/>
          </a:prstGeom>
          <a:noFill/>
        </p:spPr>
        <p:txBody>
          <a:bodyPr wrap="square">
            <a:spAutoFit/>
          </a:bodyP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8" name="文本框 17"/>
          <p:cNvSpPr txBox="1"/>
          <p:nvPr>
            <p:custDataLst>
              <p:tags r:id="rId16"/>
            </p:custDataLst>
          </p:nvPr>
        </p:nvSpPr>
        <p:spPr>
          <a:xfrm>
            <a:off x="2899554" y="2236224"/>
            <a:ext cx="493232"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2</a:t>
            </a:r>
            <a:endParaRPr lang="zh-CN" altLang="en-US" baseline="-25000" dirty="0">
              <a:solidFill>
                <a:schemeClr val="tx1">
                  <a:lumMod val="50000"/>
                  <a:lumOff val="50000"/>
                </a:schemeClr>
              </a:solidFill>
            </a:endParaRPr>
          </a:p>
        </p:txBody>
      </p:sp>
      <p:sp>
        <p:nvSpPr>
          <p:cNvPr id="19" name="文本框 18"/>
          <p:cNvSpPr txBox="1"/>
          <p:nvPr>
            <p:custDataLst>
              <p:tags r:id="rId17"/>
            </p:custDataLst>
          </p:nvPr>
        </p:nvSpPr>
        <p:spPr>
          <a:xfrm rot="416516">
            <a:off x="2468323" y="2832952"/>
            <a:ext cx="520275"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3</a:t>
            </a:r>
            <a:endParaRPr lang="zh-CN" altLang="en-US" baseline="-25000" dirty="0">
              <a:solidFill>
                <a:schemeClr val="tx1">
                  <a:lumMod val="50000"/>
                  <a:lumOff val="50000"/>
                </a:schemeClr>
              </a:solidFill>
            </a:endParaRPr>
          </a:p>
        </p:txBody>
      </p:sp>
      <p:cxnSp>
        <p:nvCxnSpPr>
          <p:cNvPr id="20" name="直接箭头连接符 19"/>
          <p:cNvCxnSpPr/>
          <p:nvPr>
            <p:custDataLst>
              <p:tags r:id="rId18"/>
            </p:custDataLst>
          </p:nvPr>
        </p:nvCxnSpPr>
        <p:spPr>
          <a:xfrm>
            <a:off x="1197079" y="2738254"/>
            <a:ext cx="156499" cy="160144"/>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custDataLst>
              <p:tags r:id="rId19"/>
            </p:custDataLst>
          </p:nvPr>
        </p:nvSpPr>
        <p:spPr>
          <a:xfrm>
            <a:off x="908959" y="2697589"/>
            <a:ext cx="520275" cy="369332"/>
          </a:xfrm>
          <a:prstGeom prst="rect">
            <a:avLst/>
          </a:prstGeom>
          <a:noFill/>
        </p:spPr>
        <p:txBody>
          <a:bodyPr wrap="square">
            <a:spAutoFit/>
          </a:bodyPr>
          <a:p>
            <a:pPr algn="ctr"/>
            <a:r>
              <a:rPr kumimoji="1" lang="en-US" altLang="zh-CN" b="1" dirty="0">
                <a:solidFill>
                  <a:schemeClr val="tx1">
                    <a:lumMod val="50000"/>
                    <a:lumOff val="50000"/>
                  </a:schemeClr>
                </a:solidFill>
                <a:latin typeface="+mn-ea"/>
                <a:cs typeface="Consolas" panose="020B0609020204030204" pitchFamily="49" charset="0"/>
              </a:rPr>
              <a:t>c</a:t>
            </a:r>
            <a:r>
              <a:rPr kumimoji="1" lang="en-US" altLang="zh-CN" b="1" baseline="-25000" dirty="0">
                <a:solidFill>
                  <a:schemeClr val="tx1">
                    <a:lumMod val="50000"/>
                    <a:lumOff val="50000"/>
                  </a:schemeClr>
                </a:solidFill>
                <a:latin typeface="+mn-ea"/>
                <a:cs typeface="Consolas" panose="020B0609020204030204" pitchFamily="49" charset="0"/>
              </a:rPr>
              <a:t>1</a:t>
            </a:r>
            <a:endParaRPr lang="zh-CN" altLang="en-US" baseline="-25000" dirty="0">
              <a:solidFill>
                <a:schemeClr val="tx1">
                  <a:lumMod val="50000"/>
                  <a:lumOff val="50000"/>
                </a:schemeClr>
              </a:solidFill>
            </a:endParaRPr>
          </a:p>
        </p:txBody>
      </p:sp>
      <p:cxnSp>
        <p:nvCxnSpPr>
          <p:cNvPr id="22" name="直接箭头连接符 21"/>
          <p:cNvCxnSpPr>
            <a:stCxn id="16" idx="6"/>
            <a:endCxn id="12" idx="2"/>
          </p:cNvCxnSpPr>
          <p:nvPr>
            <p:custDataLst>
              <p:tags r:id="rId20"/>
            </p:custDataLst>
          </p:nvPr>
        </p:nvCxnSpPr>
        <p:spPr>
          <a:xfrm flipV="1">
            <a:off x="1806283" y="2589429"/>
            <a:ext cx="2994101" cy="308969"/>
          </a:xfrm>
          <a:prstGeom prst="straightConnector1">
            <a:avLst/>
          </a:prstGeom>
          <a:ln w="317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custDataLst>
              <p:tags r:id="rId21"/>
            </p:custDataLst>
          </p:nvPr>
        </p:nvSpPr>
        <p:spPr>
          <a:xfrm rot="21218032">
            <a:off x="3309729" y="2634674"/>
            <a:ext cx="493232" cy="369332"/>
          </a:xfrm>
          <a:prstGeom prst="rect">
            <a:avLst/>
          </a:prstGeom>
          <a:noFill/>
        </p:spPr>
        <p:txBody>
          <a:bodyPr wrap="square">
            <a:spAutoFit/>
          </a:bodyPr>
          <a:p>
            <a:pPr algn="ctr"/>
            <a:r>
              <a:rPr kumimoji="1" lang="en-US" altLang="zh-CN" b="1" dirty="0">
                <a:solidFill>
                  <a:srgbClr val="0070C0"/>
                </a:solidFill>
                <a:latin typeface="+mn-ea"/>
                <a:cs typeface="Consolas" panose="020B0609020204030204" pitchFamily="49" charset="0"/>
              </a:rPr>
              <a:t>c</a:t>
            </a:r>
            <a:r>
              <a:rPr kumimoji="1" lang="en-US" altLang="zh-CN" b="1" baseline="-25000" dirty="0">
                <a:solidFill>
                  <a:srgbClr val="0070C0"/>
                </a:solidFill>
                <a:latin typeface="+mn-ea"/>
                <a:cs typeface="Consolas" panose="020B0609020204030204" pitchFamily="49" charset="0"/>
              </a:rPr>
              <a:t>4</a:t>
            </a:r>
            <a:endParaRPr lang="zh-CN" altLang="en-US" baseline="-25000" dirty="0">
              <a:solidFill>
                <a:srgbClr val="0070C0"/>
              </a:solidFill>
            </a:endParaRPr>
          </a:p>
        </p:txBody>
      </p:sp>
      <p:graphicFrame>
        <p:nvGraphicFramePr>
          <p:cNvPr id="26" name="表格 115"/>
          <p:cNvGraphicFramePr>
            <a:graphicFrameLocks noGrp="1"/>
          </p:cNvGraphicFramePr>
          <p:nvPr>
            <p:custDataLst>
              <p:tags r:id="rId22"/>
            </p:custDataLst>
          </p:nvPr>
        </p:nvGraphicFramePr>
        <p:xfrm>
          <a:off x="5952178" y="1571141"/>
          <a:ext cx="2771078" cy="1854200"/>
        </p:xfrm>
        <a:graphic>
          <a:graphicData uri="http://schemas.openxmlformats.org/drawingml/2006/table">
            <a:tbl>
              <a:tblPr firstRow="1" bandRow="1">
                <a:tableStyleId>{7DF18680-E054-41AD-8BC1-D1AEF772440D}</a:tableStyleId>
              </a:tblPr>
              <a:tblGrid>
                <a:gridCol w="1447892"/>
                <a:gridCol w="1323186"/>
              </a:tblGrid>
              <a:tr h="370840">
                <a:tc>
                  <a:txBody>
                    <a:bodyPr/>
                    <a:p>
                      <a:pPr algn="ctr">
                        <a:lnSpc>
                          <a:spcPct val="120000"/>
                        </a:lnSpc>
                      </a:pPr>
                      <a:r>
                        <a:rPr lang="zh-CN" altLang="en-US" sz="1600" b="1" dirty="0">
                          <a:solidFill>
                            <a:schemeClr val="bg1"/>
                          </a:solidFill>
                        </a:rPr>
                        <a:t>当前最短路径</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zh-CN" altLang="en-US" sz="1600" b="1" dirty="0">
                          <a:solidFill>
                            <a:schemeClr val="bg1"/>
                          </a:solidFill>
                        </a:rPr>
                        <a:t>长度</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1</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1</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2</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2</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3</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3</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4</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1600" b="1" dirty="0">
                          <a:solidFill>
                            <a:schemeClr val="tx1"/>
                          </a:solidFill>
                          <a:latin typeface="+mn-ea"/>
                          <a:cs typeface="Consolas" panose="020B0609020204030204" pitchFamily="49" charset="0"/>
                        </a:rPr>
                        <a:t>∞</a:t>
                      </a:r>
                      <a:endParaRPr lang="zh-CN" altLang="en-US" sz="16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bl>
          </a:graphicData>
        </a:graphic>
      </p:graphicFrame>
      <p:cxnSp>
        <p:nvCxnSpPr>
          <p:cNvPr id="27" name="直接箭头连接符 26"/>
          <p:cNvCxnSpPr/>
          <p:nvPr>
            <p:custDataLst>
              <p:tags r:id="rId23"/>
            </p:custDataLst>
          </p:nvPr>
        </p:nvCxnSpPr>
        <p:spPr>
          <a:xfrm>
            <a:off x="1263376" y="2578199"/>
            <a:ext cx="3537008" cy="11230"/>
          </a:xfrm>
          <a:prstGeom prst="straightConnector1">
            <a:avLst/>
          </a:prstGeom>
          <a:ln w="317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custDataLst>
              <p:tags r:id="rId24"/>
            </p:custDataLst>
          </p:nvPr>
        </p:nvCxnSpPr>
        <p:spPr>
          <a:xfrm>
            <a:off x="1197079" y="2738254"/>
            <a:ext cx="156499" cy="160144"/>
          </a:xfrm>
          <a:prstGeom prst="straightConnector1">
            <a:avLst/>
          </a:prstGeom>
          <a:ln w="317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custDataLst>
              <p:tags r:id="rId25"/>
            </p:custDataLst>
          </p:nvPr>
        </p:nvSpPr>
        <p:spPr>
          <a:xfrm>
            <a:off x="0" y="3717154"/>
            <a:ext cx="2188120" cy="396583"/>
          </a:xfrm>
          <a:prstGeom prst="rect">
            <a:avLst/>
          </a:prstGeom>
          <a:noFill/>
        </p:spPr>
        <p:txBody>
          <a:bodyPr wrap="square">
            <a:spAutoFit/>
          </a:bodyPr>
          <a:p>
            <a:pPr>
              <a:lnSpc>
                <a:spcPct val="120000"/>
              </a:lnSpc>
            </a:pPr>
            <a:r>
              <a:rPr kumimoji="1" lang="zh-CN" altLang="en-US" b="1" dirty="0">
                <a:solidFill>
                  <a:schemeClr val="accent2">
                    <a:lumMod val="75000"/>
                  </a:schemeClr>
                </a:solidFill>
                <a:latin typeface="+mn-ea"/>
                <a:cs typeface="Consolas" panose="020B0609020204030204" pitchFamily="49" charset="0"/>
              </a:rPr>
              <a:t>    从源点</a:t>
            </a:r>
            <a:r>
              <a:rPr kumimoji="1" lang="en-US" altLang="zh-CN" b="1" dirty="0">
                <a:solidFill>
                  <a:schemeClr val="accent2">
                    <a:lumMod val="75000"/>
                  </a:schemeClr>
                </a:solidFill>
                <a:latin typeface="+mn-ea"/>
                <a:cs typeface="Consolas" panose="020B0609020204030204" pitchFamily="49" charset="0"/>
              </a:rPr>
              <a:t>v</a:t>
            </a:r>
            <a:r>
              <a:rPr kumimoji="1" lang="zh-CN" altLang="en-US" b="1" dirty="0">
                <a:solidFill>
                  <a:schemeClr val="accent2">
                    <a:lumMod val="75000"/>
                  </a:schemeClr>
                </a:solidFill>
                <a:latin typeface="+mn-ea"/>
                <a:cs typeface="Consolas" panose="020B0609020204030204" pitchFamily="49" charset="0"/>
              </a:rPr>
              <a:t>到顶点</a:t>
            </a:r>
            <a:r>
              <a:rPr kumimoji="1" lang="en-US" altLang="zh-CN" b="1" dirty="0">
                <a:solidFill>
                  <a:schemeClr val="accent2">
                    <a:lumMod val="75000"/>
                  </a:schemeClr>
                </a:solidFill>
                <a:latin typeface="+mn-ea"/>
                <a:cs typeface="Consolas" panose="020B0609020204030204" pitchFamily="49" charset="0"/>
              </a:rPr>
              <a:t>2</a:t>
            </a:r>
            <a:endParaRPr kumimoji="1" lang="en-US" altLang="zh-CN" b="1" dirty="0">
              <a:solidFill>
                <a:schemeClr val="accent2">
                  <a:lumMod val="75000"/>
                </a:schemeClr>
              </a:solidFill>
              <a:latin typeface="+mn-ea"/>
              <a:cs typeface="Consolas" panose="020B0609020204030204" pitchFamily="49" charset="0"/>
            </a:endParaRPr>
          </a:p>
        </p:txBody>
      </p:sp>
      <p:sp>
        <p:nvSpPr>
          <p:cNvPr id="30" name="文本框 29"/>
          <p:cNvSpPr txBox="1"/>
          <p:nvPr>
            <p:custDataLst>
              <p:tags r:id="rId26"/>
            </p:custDataLst>
          </p:nvPr>
        </p:nvSpPr>
        <p:spPr>
          <a:xfrm>
            <a:off x="2193906" y="3550954"/>
            <a:ext cx="2133190" cy="728982"/>
          </a:xfrm>
          <a:prstGeom prst="rect">
            <a:avLst/>
          </a:prstGeom>
          <a:noFill/>
        </p:spPr>
        <p:txBody>
          <a:bodyPr wrap="square">
            <a:spAutoFit/>
          </a:bodyPr>
          <a:p>
            <a:pPr>
              <a:lnSpc>
                <a:spcPct val="120000"/>
              </a:lnSpc>
            </a:pPr>
            <a:r>
              <a:rPr kumimoji="1" lang="en-US" altLang="zh-CN" b="1" dirty="0">
                <a:solidFill>
                  <a:srgbClr val="B50988"/>
                </a:solidFill>
                <a:latin typeface="+mn-ea"/>
                <a:cs typeface="Consolas" panose="020B0609020204030204" pitchFamily="49" charset="0"/>
              </a:rPr>
              <a:t>v</a:t>
            </a:r>
            <a:r>
              <a:rPr kumimoji="1" lang="en-US" altLang="zh-CN" b="1" dirty="0">
                <a:latin typeface="+mn-ea"/>
                <a:cs typeface="Consolas" panose="020B0609020204030204" pitchFamily="49" charset="0"/>
              </a:rPr>
              <a:t>-&gt;</a:t>
            </a:r>
            <a:r>
              <a:rPr kumimoji="1" lang="en-US" altLang="zh-CN" b="1" dirty="0">
                <a:solidFill>
                  <a:schemeClr val="tx1">
                    <a:lumMod val="50000"/>
                    <a:lumOff val="50000"/>
                  </a:schemeClr>
                </a:solidFill>
                <a:latin typeface="+mn-ea"/>
                <a:cs typeface="Consolas" panose="020B0609020204030204" pitchFamily="49" charset="0"/>
              </a:rPr>
              <a:t>2</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a:p>
            <a:pPr>
              <a:lnSpc>
                <a:spcPct val="120000"/>
              </a:lnSpc>
            </a:pPr>
            <a:r>
              <a:rPr kumimoji="1" lang="en-US" altLang="zh-CN" b="1" dirty="0">
                <a:solidFill>
                  <a:srgbClr val="B50988"/>
                </a:solidFill>
                <a:latin typeface="+mn-ea"/>
                <a:cs typeface="Consolas" panose="020B0609020204030204" pitchFamily="49" charset="0"/>
              </a:rPr>
              <a:t>v</a:t>
            </a:r>
            <a:r>
              <a:rPr kumimoji="1" lang="en-US" altLang="zh-CN" b="1" dirty="0">
                <a:latin typeface="+mn-ea"/>
                <a:cs typeface="Consolas" panose="020B0609020204030204" pitchFamily="49" charset="0"/>
              </a:rPr>
              <a:t>-&gt;</a:t>
            </a:r>
            <a:r>
              <a:rPr kumimoji="1" lang="en-US" altLang="zh-CN" b="1" dirty="0">
                <a:solidFill>
                  <a:srgbClr val="CC00FF"/>
                </a:solidFill>
                <a:latin typeface="+mn-ea"/>
                <a:cs typeface="Consolas" panose="020B0609020204030204" pitchFamily="49" charset="0"/>
              </a:rPr>
              <a:t>1</a:t>
            </a:r>
            <a:r>
              <a:rPr kumimoji="1" lang="en-US" altLang="zh-CN" b="1" dirty="0">
                <a:latin typeface="+mn-ea"/>
                <a:cs typeface="Consolas" panose="020B0609020204030204" pitchFamily="49" charset="0"/>
              </a:rPr>
              <a:t>-&gt;</a:t>
            </a:r>
            <a:r>
              <a:rPr kumimoji="1" lang="en-US" altLang="zh-CN" b="1" dirty="0">
                <a:solidFill>
                  <a:schemeClr val="tx1">
                    <a:lumMod val="50000"/>
                    <a:lumOff val="50000"/>
                  </a:schemeClr>
                </a:solidFill>
                <a:latin typeface="+mn-ea"/>
                <a:cs typeface="Consolas" panose="020B0609020204030204" pitchFamily="49" charset="0"/>
              </a:rPr>
              <a:t>2</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31" name="左大括号 30"/>
          <p:cNvSpPr/>
          <p:nvPr>
            <p:custDataLst>
              <p:tags r:id="rId27"/>
            </p:custDataLst>
          </p:nvPr>
        </p:nvSpPr>
        <p:spPr>
          <a:xfrm>
            <a:off x="2058700" y="3644875"/>
            <a:ext cx="166585" cy="541140"/>
          </a:xfrm>
          <a:prstGeom prst="leftBrace">
            <a:avLst>
              <a:gd name="adj1" fmla="val 45499"/>
              <a:gd name="adj2" fmla="val 50000"/>
            </a:avLst>
          </a:prstGeom>
          <a:ln w="317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2" name="文本框 31"/>
          <p:cNvSpPr txBox="1"/>
          <p:nvPr>
            <p:custDataLst>
              <p:tags r:id="rId28"/>
            </p:custDataLst>
          </p:nvPr>
        </p:nvSpPr>
        <p:spPr>
          <a:xfrm>
            <a:off x="3381320" y="3550954"/>
            <a:ext cx="1094060" cy="728982"/>
          </a:xfrm>
          <a:prstGeom prst="rect">
            <a:avLst/>
          </a:prstGeom>
          <a:noFill/>
        </p:spPr>
        <p:txBody>
          <a:bodyPr wrap="square">
            <a:spAutoFit/>
          </a:bodyPr>
          <a:p>
            <a:pPr>
              <a:lnSpc>
                <a:spcPct val="120000"/>
              </a:lnSpc>
            </a:pPr>
            <a:r>
              <a:rPr kumimoji="1" lang="en-US" altLang="zh-CN" b="1" dirty="0">
                <a:solidFill>
                  <a:srgbClr val="0000FF"/>
                </a:solidFill>
                <a:latin typeface="+mn-ea"/>
                <a:cs typeface="Consolas" panose="020B0609020204030204" pitchFamily="49" charset="0"/>
              </a:rPr>
              <a:t>c</a:t>
            </a:r>
            <a:r>
              <a:rPr kumimoji="1" lang="en-US" altLang="zh-CN" b="1" baseline="-25000" dirty="0">
                <a:solidFill>
                  <a:srgbClr val="0000FF"/>
                </a:solidFill>
                <a:latin typeface="+mn-ea"/>
                <a:cs typeface="Consolas" panose="020B0609020204030204" pitchFamily="49" charset="0"/>
              </a:rPr>
              <a:t>2</a:t>
            </a:r>
            <a:endParaRPr kumimoji="1" lang="en-US" altLang="zh-CN" b="1" baseline="-25000" dirty="0">
              <a:solidFill>
                <a:srgbClr val="0000FF"/>
              </a:solidFill>
              <a:latin typeface="+mn-ea"/>
              <a:cs typeface="Consolas" panose="020B0609020204030204" pitchFamily="49" charset="0"/>
            </a:endParaRPr>
          </a:p>
          <a:p>
            <a:pPr>
              <a:lnSpc>
                <a:spcPct val="120000"/>
              </a:lnSpc>
            </a:pPr>
            <a:r>
              <a:rPr kumimoji="1" lang="en-US" altLang="zh-CN" b="1" dirty="0">
                <a:solidFill>
                  <a:srgbClr val="0070C0"/>
                </a:solidFill>
                <a:latin typeface="+mn-ea"/>
                <a:cs typeface="Consolas" panose="020B0609020204030204" pitchFamily="49" charset="0"/>
              </a:rPr>
              <a:t>c</a:t>
            </a:r>
            <a:r>
              <a:rPr kumimoji="1" lang="en-US" altLang="zh-CN" b="1" baseline="-25000" dirty="0">
                <a:solidFill>
                  <a:srgbClr val="0070C0"/>
                </a:solidFill>
                <a:latin typeface="+mn-ea"/>
                <a:cs typeface="Consolas" panose="020B0609020204030204" pitchFamily="49" charset="0"/>
              </a:rPr>
              <a:t>1</a:t>
            </a:r>
            <a:r>
              <a:rPr kumimoji="1" lang="en-US" altLang="zh-CN" b="1" dirty="0">
                <a:latin typeface="+mn-ea"/>
                <a:cs typeface="Consolas" panose="020B0609020204030204" pitchFamily="49" charset="0"/>
              </a:rPr>
              <a:t>+</a:t>
            </a:r>
            <a:r>
              <a:rPr kumimoji="1" lang="en-US" altLang="zh-CN" b="1" dirty="0">
                <a:solidFill>
                  <a:srgbClr val="0070C0"/>
                </a:solidFill>
                <a:latin typeface="+mn-ea"/>
                <a:cs typeface="Consolas" panose="020B0609020204030204" pitchFamily="49" charset="0"/>
              </a:rPr>
              <a:t>c</a:t>
            </a:r>
            <a:r>
              <a:rPr kumimoji="1" lang="en-US" altLang="zh-CN" b="1" baseline="-25000" dirty="0">
                <a:solidFill>
                  <a:srgbClr val="0070C0"/>
                </a:solidFill>
                <a:latin typeface="+mn-ea"/>
                <a:cs typeface="Consolas" panose="020B0609020204030204" pitchFamily="49" charset="0"/>
              </a:rPr>
              <a:t>4</a:t>
            </a:r>
            <a:endParaRPr kumimoji="1" lang="en-US" altLang="zh-CN" b="1" baseline="-25000" dirty="0">
              <a:solidFill>
                <a:srgbClr val="0070C0"/>
              </a:solidFill>
              <a:latin typeface="+mn-ea"/>
              <a:cs typeface="Consolas" panose="020B0609020204030204" pitchFamily="49" charset="0"/>
            </a:endParaRPr>
          </a:p>
        </p:txBody>
      </p:sp>
      <p:sp>
        <p:nvSpPr>
          <p:cNvPr id="34" name="文本框 33"/>
          <p:cNvSpPr txBox="1"/>
          <p:nvPr>
            <p:custDataLst>
              <p:tags r:id="rId29"/>
            </p:custDataLst>
          </p:nvPr>
        </p:nvSpPr>
        <p:spPr>
          <a:xfrm>
            <a:off x="-1" y="4280293"/>
            <a:ext cx="4692651" cy="396583"/>
          </a:xfrm>
          <a:prstGeom prst="rect">
            <a:avLst/>
          </a:prstGeom>
          <a:noFill/>
        </p:spPr>
        <p:txBody>
          <a:bodyPr wrap="square">
            <a:spAutoFit/>
          </a:bodyPr>
          <a:p>
            <a:pPr>
              <a:lnSpc>
                <a:spcPct val="120000"/>
              </a:lnSpc>
            </a:pPr>
            <a:r>
              <a:rPr kumimoji="1" lang="zh-CN" altLang="en-US" b="1" dirty="0">
                <a:solidFill>
                  <a:srgbClr val="0070C0"/>
                </a:solidFill>
                <a:latin typeface="+mn-ea"/>
                <a:cs typeface="Consolas" panose="020B0609020204030204" pitchFamily="49" charset="0"/>
              </a:rPr>
              <a:t>    </a:t>
            </a:r>
            <a:r>
              <a:rPr kumimoji="1" lang="zh-CN" altLang="en-US" b="1" dirty="0">
                <a:solidFill>
                  <a:schemeClr val="accent2">
                    <a:lumMod val="75000"/>
                  </a:schemeClr>
                </a:solidFill>
                <a:latin typeface="+mn-ea"/>
                <a:cs typeface="Consolas" panose="020B0609020204030204" pitchFamily="49" charset="0"/>
              </a:rPr>
              <a:t>取两者的最小值更新</a:t>
            </a:r>
            <a:r>
              <a:rPr kumimoji="1" lang="en-US" altLang="zh-CN" b="1" dirty="0">
                <a:solidFill>
                  <a:srgbClr val="B50988"/>
                </a:solidFill>
                <a:latin typeface="+mn-ea"/>
                <a:cs typeface="Consolas" panose="020B0609020204030204" pitchFamily="49" charset="0"/>
              </a:rPr>
              <a:t>v</a:t>
            </a:r>
            <a:r>
              <a:rPr kumimoji="1" lang="en-US" altLang="zh-CN" b="1" dirty="0">
                <a:latin typeface="+mn-ea"/>
                <a:cs typeface="Consolas" panose="020B0609020204030204" pitchFamily="49" charset="0"/>
              </a:rPr>
              <a:t>-&gt;</a:t>
            </a:r>
            <a:r>
              <a:rPr kumimoji="1" lang="en-US" altLang="zh-CN" b="1" dirty="0">
                <a:solidFill>
                  <a:schemeClr val="tx1">
                    <a:lumMod val="50000"/>
                    <a:lumOff val="50000"/>
                  </a:schemeClr>
                </a:solidFill>
                <a:latin typeface="+mn-ea"/>
                <a:cs typeface="Consolas" panose="020B0609020204030204" pitchFamily="49" charset="0"/>
              </a:rPr>
              <a:t>2</a:t>
            </a:r>
            <a:r>
              <a:rPr kumimoji="1" lang="zh-CN" altLang="en-US" b="1" dirty="0">
                <a:solidFill>
                  <a:schemeClr val="accent2">
                    <a:lumMod val="75000"/>
                  </a:schemeClr>
                </a:solidFill>
                <a:latin typeface="+mn-ea"/>
                <a:cs typeface="Consolas" panose="020B0609020204030204" pitchFamily="49" charset="0"/>
              </a:rPr>
              <a:t>的最短路径长度</a:t>
            </a:r>
            <a:endParaRPr kumimoji="1" lang="en-US" altLang="zh-CN" b="1" dirty="0">
              <a:solidFill>
                <a:schemeClr val="accent2">
                  <a:lumMod val="75000"/>
                </a:schemeClr>
              </a:solidFill>
              <a:latin typeface="+mn-ea"/>
              <a:cs typeface="Consolas" panose="020B0609020204030204" pitchFamily="49" charset="0"/>
            </a:endParaRPr>
          </a:p>
        </p:txBody>
      </p:sp>
      <p:graphicFrame>
        <p:nvGraphicFramePr>
          <p:cNvPr id="36" name="表格 115"/>
          <p:cNvGraphicFramePr>
            <a:graphicFrameLocks noGrp="1"/>
          </p:cNvGraphicFramePr>
          <p:nvPr>
            <p:custDataLst>
              <p:tags r:id="rId30"/>
            </p:custDataLst>
          </p:nvPr>
        </p:nvGraphicFramePr>
        <p:xfrm>
          <a:off x="5952178" y="1571141"/>
          <a:ext cx="2771078" cy="1854200"/>
        </p:xfrm>
        <a:graphic>
          <a:graphicData uri="http://schemas.openxmlformats.org/drawingml/2006/table">
            <a:tbl>
              <a:tblPr firstRow="1" bandRow="1">
                <a:tableStyleId>{7DF18680-E054-41AD-8BC1-D1AEF772440D}</a:tableStyleId>
              </a:tblPr>
              <a:tblGrid>
                <a:gridCol w="1447892"/>
                <a:gridCol w="1323186"/>
              </a:tblGrid>
              <a:tr h="370840">
                <a:tc>
                  <a:txBody>
                    <a:bodyPr/>
                    <a:p>
                      <a:pPr algn="ctr">
                        <a:lnSpc>
                          <a:spcPct val="120000"/>
                        </a:lnSpc>
                      </a:pPr>
                      <a:r>
                        <a:rPr lang="zh-CN" altLang="en-US" sz="1600" b="1" dirty="0">
                          <a:solidFill>
                            <a:schemeClr val="bg1"/>
                          </a:solidFill>
                        </a:rPr>
                        <a:t>当前最短路径</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zh-CN" altLang="en-US" sz="1600" b="1" dirty="0">
                          <a:solidFill>
                            <a:schemeClr val="bg1"/>
                          </a:solidFill>
                        </a:rPr>
                        <a:t>长度</a:t>
                      </a:r>
                      <a:endParaRPr lang="zh-CN" altLang="en-US" sz="1600" b="1" dirty="0">
                        <a:solidFill>
                          <a:schemeClr val="bg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1</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1</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2</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600" b="1" dirty="0">
                          <a:solidFill>
                            <a:srgbClr val="0070C0"/>
                          </a:solidFill>
                        </a:rPr>
                        <a:t>c</a:t>
                      </a:r>
                      <a:r>
                        <a:rPr lang="en-US" altLang="zh-CN" sz="1600" b="1" baseline="-25000" dirty="0">
                          <a:solidFill>
                            <a:srgbClr val="0070C0"/>
                          </a:solidFill>
                        </a:rPr>
                        <a:t>1</a:t>
                      </a:r>
                      <a:r>
                        <a:rPr lang="en-US" altLang="zh-CN" sz="1600" b="1" dirty="0">
                          <a:solidFill>
                            <a:schemeClr val="tx1"/>
                          </a:solidFill>
                        </a:rPr>
                        <a:t>+</a:t>
                      </a:r>
                      <a:r>
                        <a:rPr lang="en-US" altLang="zh-CN" sz="1600" b="1" dirty="0">
                          <a:solidFill>
                            <a:srgbClr val="0070C0"/>
                          </a:solidFill>
                        </a:rPr>
                        <a:t>c</a:t>
                      </a:r>
                      <a:r>
                        <a:rPr lang="en-US" altLang="zh-CN" sz="1600" b="1" baseline="-25000" dirty="0">
                          <a:solidFill>
                            <a:srgbClr val="0070C0"/>
                          </a:solidFill>
                        </a:rPr>
                        <a:t>4</a:t>
                      </a:r>
                      <a:endParaRPr lang="zh-CN" altLang="en-US" sz="1600" b="1" baseline="-25000" dirty="0">
                        <a:solidFill>
                          <a:srgbClr val="0070C0"/>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 </a:t>
                      </a:r>
                      <a:r>
                        <a:rPr lang="en-US" altLang="zh-CN" sz="1600" b="1" dirty="0">
                          <a:solidFill>
                            <a:schemeClr val="tx1"/>
                          </a:solidFill>
                        </a:rPr>
                        <a:t>-&gt; </a:t>
                      </a:r>
                      <a:r>
                        <a:rPr lang="en-US" altLang="zh-CN" sz="1600" b="1" dirty="0">
                          <a:solidFill>
                            <a:schemeClr val="tx1">
                              <a:lumMod val="50000"/>
                              <a:lumOff val="50000"/>
                            </a:schemeClr>
                          </a:solidFill>
                        </a:rPr>
                        <a:t>3</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algn="ctr">
                        <a:lnSpc>
                          <a:spcPct val="120000"/>
                        </a:lnSpc>
                      </a:pPr>
                      <a:r>
                        <a:rPr lang="en-US" altLang="zh-CN" sz="1600" b="1" dirty="0">
                          <a:solidFill>
                            <a:schemeClr val="tx1"/>
                          </a:solidFill>
                        </a:rPr>
                        <a:t>c</a:t>
                      </a:r>
                      <a:r>
                        <a:rPr lang="en-US" altLang="zh-CN" sz="1600" b="1" baseline="-25000" dirty="0">
                          <a:solidFill>
                            <a:schemeClr val="tx1"/>
                          </a:solidFill>
                        </a:rPr>
                        <a:t>3</a:t>
                      </a:r>
                      <a:endParaRPr lang="zh-CN" altLang="en-US" sz="1600" b="1" baseline="-250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r h="370840">
                <a:tc>
                  <a:txBody>
                    <a:bodyPr/>
                    <a:p>
                      <a:pPr algn="ctr">
                        <a:lnSpc>
                          <a:spcPct val="120000"/>
                        </a:lnSpc>
                      </a:pPr>
                      <a:r>
                        <a:rPr lang="en-US" altLang="zh-CN" sz="1600" b="1" dirty="0">
                          <a:solidFill>
                            <a:srgbClr val="B50988"/>
                          </a:solidFill>
                        </a:rPr>
                        <a:t>v</a:t>
                      </a:r>
                      <a:r>
                        <a:rPr lang="en-US" altLang="zh-CN" sz="1600" b="1" dirty="0">
                          <a:solidFill>
                            <a:schemeClr val="tx1"/>
                          </a:solidFill>
                        </a:rPr>
                        <a:t> -&gt; </a:t>
                      </a:r>
                      <a:r>
                        <a:rPr lang="en-US" altLang="zh-CN" sz="1600" b="1" dirty="0">
                          <a:solidFill>
                            <a:schemeClr val="tx1">
                              <a:lumMod val="50000"/>
                              <a:lumOff val="50000"/>
                            </a:schemeClr>
                          </a:solidFill>
                        </a:rPr>
                        <a:t>4</a:t>
                      </a:r>
                      <a:endParaRPr lang="zh-CN" altLang="en-US" sz="1600" b="1" dirty="0">
                        <a:solidFill>
                          <a:schemeClr val="tx1">
                            <a:lumMod val="50000"/>
                            <a:lumOff val="50000"/>
                          </a:schemeClr>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1600" b="1" dirty="0">
                          <a:solidFill>
                            <a:schemeClr val="tx1"/>
                          </a:solidFill>
                          <a:latin typeface="+mn-ea"/>
                          <a:cs typeface="Consolas" panose="020B0609020204030204" pitchFamily="49" charset="0"/>
                        </a:rPr>
                        <a:t>∞</a:t>
                      </a:r>
                      <a:endParaRPr lang="zh-CN" altLang="en-US" sz="1600" dirty="0">
                        <a:solidFill>
                          <a:schemeClr val="tx1"/>
                        </a:solidFill>
                      </a:endParaRPr>
                    </a:p>
                  </a:txBody>
                  <a:tcPr>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r>
            </a:tbl>
          </a:graphicData>
        </a:graphic>
      </p:graphicFrame>
      <p:sp>
        <p:nvSpPr>
          <p:cNvPr id="38" name="文本框 37"/>
          <p:cNvSpPr txBox="1"/>
          <p:nvPr>
            <p:custDataLst>
              <p:tags r:id="rId31"/>
            </p:custDataLst>
          </p:nvPr>
        </p:nvSpPr>
        <p:spPr>
          <a:xfrm>
            <a:off x="0" y="4733719"/>
            <a:ext cx="9144000" cy="396583"/>
          </a:xfrm>
          <a:prstGeom prst="rect">
            <a:avLst/>
          </a:prstGeom>
          <a:noFill/>
        </p:spPr>
        <p:txBody>
          <a:bodyPr wrap="square">
            <a:spAutoFit/>
          </a:bodyPr>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更新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所有顶点与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的最短路径长度后，再次选取当前与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endParaRPr kumimoji="1" lang="en-US" altLang="zh-CN" b="1" dirty="0">
              <a:solidFill>
                <a:srgbClr val="C328E9"/>
              </a:solidFill>
              <a:latin typeface="+mn-ea"/>
              <a:cs typeface="Consolas" panose="020B0609020204030204" pitchFamily="49" charset="0"/>
            </a:endParaRPr>
          </a:p>
        </p:txBody>
      </p:sp>
      <p:sp>
        <p:nvSpPr>
          <p:cNvPr id="40" name="文本框 39"/>
          <p:cNvSpPr txBox="1"/>
          <p:nvPr>
            <p:custDataLst>
              <p:tags r:id="rId32"/>
            </p:custDataLst>
          </p:nvPr>
        </p:nvSpPr>
        <p:spPr>
          <a:xfrm>
            <a:off x="0" y="5175422"/>
            <a:ext cx="9144000" cy="1061381"/>
          </a:xfrm>
          <a:prstGeom prst="rect">
            <a:avLst/>
          </a:prstGeom>
          <a:noFill/>
        </p:spPr>
        <p:txBody>
          <a:bodyPr wrap="square">
            <a:spAutoFit/>
          </a:bodyPr>
          <a:p>
            <a:pPr>
              <a:lnSpc>
                <a:spcPct val="120000"/>
              </a:lnSpc>
            </a:pPr>
            <a:r>
              <a:rPr kumimoji="1" lang="zh-CN" altLang="en-US" b="1" dirty="0">
                <a:solidFill>
                  <a:srgbClr val="0099BC"/>
                </a:solidFill>
                <a:latin typeface="+mn-ea"/>
                <a:cs typeface="Consolas" panose="020B0609020204030204" pitchFamily="49" charset="0"/>
              </a:rPr>
              <a:t>重复以上步骤，直到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solidFill>
                  <a:srgbClr val="0099BC"/>
                </a:solidFill>
                <a:latin typeface="+mn-ea"/>
                <a:cs typeface="Consolas" panose="020B0609020204030204" pitchFamily="49" charset="0"/>
              </a:rPr>
              <a:t>元素为空</a:t>
            </a:r>
            <a:endParaRPr kumimoji="1" lang="en-US" altLang="zh-CN"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以新加入</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的顶点为中间点更新</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各顶点的最短路径长度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r>
              <a:rPr kumimoji="1" lang="zh-CN" altLang="en-US" b="1" dirty="0">
                <a:latin typeface="+mn-ea"/>
                <a:cs typeface="Consolas" panose="020B0609020204030204" pitchFamily="49" charset="0"/>
              </a:rPr>
              <a:t>，下一次循环中以</a:t>
            </a:r>
            <a:r>
              <a:rPr kumimoji="1" lang="zh-CN" altLang="en-US" b="1" dirty="0">
                <a:solidFill>
                  <a:srgbClr val="CC00FF"/>
                </a:solidFill>
                <a:latin typeface="+mn-ea"/>
                <a:cs typeface="Consolas" panose="020B0609020204030204" pitchFamily="49" charset="0"/>
              </a:rPr>
              <a:t>该顶点</a:t>
            </a:r>
            <a:r>
              <a:rPr kumimoji="1" lang="zh-CN" altLang="en-US" b="1" dirty="0">
                <a:latin typeface="+mn-ea"/>
                <a:cs typeface="Consolas" panose="020B0609020204030204" pitchFamily="49" charset="0"/>
              </a:rPr>
              <a:t>为中间点修改长度</a:t>
            </a:r>
            <a:endParaRPr kumimoji="1" lang="en-US" altLang="zh-CN" b="1" dirty="0">
              <a:latin typeface="+mn-ea"/>
              <a:cs typeface="Consolas" panose="020B0609020204030204" pitchFamily="49" charset="0"/>
            </a:endParaRPr>
          </a:p>
        </p:txBody>
      </p:sp>
      <p:sp>
        <p:nvSpPr>
          <p:cNvPr id="41" name="文本框 40"/>
          <p:cNvSpPr txBox="1"/>
          <p:nvPr>
            <p:custDataLst>
              <p:tags r:id="rId33"/>
            </p:custDataLst>
          </p:nvPr>
        </p:nvSpPr>
        <p:spPr>
          <a:xfrm>
            <a:off x="4133986" y="3550954"/>
            <a:ext cx="4891173" cy="728982"/>
          </a:xfrm>
          <a:prstGeom prst="rect">
            <a:avLst/>
          </a:prstGeom>
          <a:noFill/>
        </p:spPr>
        <p:txBody>
          <a:bodyPr wrap="square">
            <a:spAutoFit/>
          </a:bodyPr>
          <a:p>
            <a:pPr>
              <a:lnSpc>
                <a:spcPct val="120000"/>
              </a:lnSpc>
            </a:pPr>
            <a:r>
              <a:rPr kumimoji="1" lang="en-US" altLang="zh-CN" b="1" dirty="0">
                <a:solidFill>
                  <a:srgbClr val="0000FF"/>
                </a:solidFill>
                <a:latin typeface="+mn-ea"/>
                <a:cs typeface="Consolas" panose="020B0609020204030204" pitchFamily="49" charset="0"/>
              </a:rPr>
              <a:t>v</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2</a:t>
            </a:r>
            <a:r>
              <a:rPr kumimoji="1" lang="zh-CN" altLang="en-US" b="1" dirty="0">
                <a:solidFill>
                  <a:srgbClr val="0000FF"/>
                </a:solidFill>
                <a:latin typeface="+mn-ea"/>
                <a:cs typeface="Consolas" panose="020B0609020204030204" pitchFamily="49" charset="0"/>
              </a:rPr>
              <a:t>当前的最短路径长度</a:t>
            </a:r>
            <a:endParaRPr kumimoji="1" lang="en-US" altLang="zh-CN" b="1" dirty="0">
              <a:solidFill>
                <a:srgbClr val="0000FF"/>
              </a:solidFill>
              <a:latin typeface="+mn-ea"/>
              <a:cs typeface="Consolas" panose="020B0609020204030204" pitchFamily="49" charset="0"/>
            </a:endParaRPr>
          </a:p>
          <a:p>
            <a:pPr>
              <a:lnSpc>
                <a:spcPct val="120000"/>
              </a:lnSpc>
            </a:pPr>
            <a:r>
              <a:rPr kumimoji="1" lang="en-US" altLang="zh-CN" b="1" dirty="0">
                <a:solidFill>
                  <a:srgbClr val="0070C0"/>
                </a:solidFill>
                <a:latin typeface="+mn-ea"/>
                <a:cs typeface="Consolas" panose="020B0609020204030204" pitchFamily="49" charset="0"/>
              </a:rPr>
              <a:t>v</a:t>
            </a:r>
            <a:r>
              <a:rPr kumimoji="1" lang="zh-CN" altLang="en-US" b="1" dirty="0">
                <a:solidFill>
                  <a:srgbClr val="0070C0"/>
                </a:solidFill>
                <a:latin typeface="+mn-ea"/>
                <a:cs typeface="Consolas" panose="020B0609020204030204" pitchFamily="49" charset="0"/>
              </a:rPr>
              <a:t>到</a:t>
            </a:r>
            <a:r>
              <a:rPr kumimoji="1" lang="en-US" altLang="zh-CN" b="1" dirty="0">
                <a:solidFill>
                  <a:srgbClr val="0070C0"/>
                </a:solidFill>
                <a:latin typeface="+mn-ea"/>
                <a:cs typeface="Consolas" panose="020B0609020204030204" pitchFamily="49" charset="0"/>
              </a:rPr>
              <a:t>1(</a:t>
            </a:r>
            <a:r>
              <a:rPr kumimoji="1" lang="zh-CN" altLang="en-US" b="1" dirty="0">
                <a:solidFill>
                  <a:srgbClr val="0070C0"/>
                </a:solidFill>
                <a:latin typeface="+mn-ea"/>
                <a:cs typeface="Consolas" panose="020B0609020204030204" pitchFamily="49" charset="0"/>
              </a:rPr>
              <a:t>中间点</a:t>
            </a:r>
            <a:r>
              <a:rPr kumimoji="1" lang="en-US" altLang="zh-CN" b="1" dirty="0">
                <a:solidFill>
                  <a:srgbClr val="0070C0"/>
                </a:solidFill>
                <a:latin typeface="+mn-ea"/>
                <a:cs typeface="Consolas" panose="020B0609020204030204" pitchFamily="49" charset="0"/>
              </a:rPr>
              <a:t>)</a:t>
            </a:r>
            <a:r>
              <a:rPr kumimoji="1" lang="zh-CN" altLang="en-US" b="1" dirty="0">
                <a:solidFill>
                  <a:srgbClr val="0070C0"/>
                </a:solidFill>
                <a:latin typeface="+mn-ea"/>
                <a:cs typeface="Consolas" panose="020B0609020204030204" pitchFamily="49" charset="0"/>
              </a:rPr>
              <a:t>的最短路径长度</a:t>
            </a:r>
            <a:r>
              <a:rPr kumimoji="1" lang="en-US" altLang="zh-CN" b="1" dirty="0">
                <a:solidFill>
                  <a:srgbClr val="0070C0"/>
                </a:solidFill>
                <a:latin typeface="+mn-ea"/>
                <a:cs typeface="Consolas" panose="020B0609020204030204" pitchFamily="49" charset="0"/>
              </a:rPr>
              <a:t>+1</a:t>
            </a:r>
            <a:r>
              <a:rPr kumimoji="1" lang="zh-CN" altLang="en-US" b="1" dirty="0">
                <a:solidFill>
                  <a:srgbClr val="0070C0"/>
                </a:solidFill>
                <a:latin typeface="+mn-ea"/>
                <a:cs typeface="Consolas" panose="020B0609020204030204" pitchFamily="49" charset="0"/>
              </a:rPr>
              <a:t>到</a:t>
            </a:r>
            <a:r>
              <a:rPr kumimoji="1" lang="en-US" altLang="zh-CN" b="1" dirty="0">
                <a:solidFill>
                  <a:srgbClr val="0070C0"/>
                </a:solidFill>
                <a:latin typeface="+mn-ea"/>
                <a:cs typeface="Consolas" panose="020B0609020204030204" pitchFamily="49" charset="0"/>
              </a:rPr>
              <a:t>2</a:t>
            </a:r>
            <a:r>
              <a:rPr kumimoji="1" lang="zh-CN" altLang="en-US" b="1" dirty="0">
                <a:solidFill>
                  <a:srgbClr val="0070C0"/>
                </a:solidFill>
                <a:latin typeface="+mn-ea"/>
                <a:cs typeface="Consolas" panose="020B0609020204030204" pitchFamily="49" charset="0"/>
              </a:rPr>
              <a:t>的距离</a:t>
            </a:r>
            <a:endParaRPr kumimoji="1" lang="en-US" altLang="zh-CN" b="1" dirty="0">
              <a:solidFill>
                <a:srgbClr val="0070C0"/>
              </a:solidFill>
              <a:latin typeface="+mn-ea"/>
              <a:cs typeface="Consolas" panose="020B0609020204030204" pitchFamily="49" charset="0"/>
            </a:endParaRPr>
          </a:p>
        </p:txBody>
      </p:sp>
      <p:sp>
        <p:nvSpPr>
          <p:cNvPr id="42" name="文本框 41"/>
          <p:cNvSpPr txBox="1"/>
          <p:nvPr>
            <p:custDataLst>
              <p:tags r:id="rId34"/>
            </p:custDataLst>
          </p:nvPr>
        </p:nvSpPr>
        <p:spPr>
          <a:xfrm>
            <a:off x="4475381" y="4278028"/>
            <a:ext cx="1940080" cy="396583"/>
          </a:xfrm>
          <a:prstGeom prst="rect">
            <a:avLst/>
          </a:prstGeom>
          <a:noFill/>
        </p:spPr>
        <p:txBody>
          <a:bodyPr wrap="square">
            <a:spAutoFit/>
          </a:bodyPr>
          <a:p>
            <a:pPr>
              <a:lnSpc>
                <a:spcPct val="120000"/>
              </a:lnSpc>
            </a:pPr>
            <a:r>
              <a:rPr kumimoji="1" lang="en-US" altLang="zh-CN" b="1" dirty="0">
                <a:solidFill>
                  <a:srgbClr val="B50988"/>
                </a:solidFill>
                <a:latin typeface="+mn-ea"/>
                <a:cs typeface="Consolas" panose="020B0609020204030204" pitchFamily="49" charset="0"/>
              </a:rPr>
              <a:t>(</a:t>
            </a:r>
            <a:r>
              <a:rPr kumimoji="1" lang="zh-CN" altLang="en-US" b="1" dirty="0">
                <a:solidFill>
                  <a:srgbClr val="B50988"/>
                </a:solidFill>
                <a:latin typeface="+mn-ea"/>
                <a:cs typeface="Consolas" panose="020B0609020204030204" pitchFamily="49" charset="0"/>
              </a:rPr>
              <a:t>假设</a:t>
            </a:r>
            <a:r>
              <a:rPr kumimoji="1" lang="en-US" altLang="zh-CN" b="1" dirty="0">
                <a:solidFill>
                  <a:srgbClr val="0000FF"/>
                </a:solidFill>
                <a:latin typeface="+mn-ea"/>
                <a:cs typeface="Consolas" panose="020B0609020204030204" pitchFamily="49" charset="0"/>
              </a:rPr>
              <a:t>c</a:t>
            </a:r>
            <a:r>
              <a:rPr kumimoji="1" lang="en-US" altLang="zh-CN" b="1" baseline="-25000" dirty="0">
                <a:solidFill>
                  <a:srgbClr val="0000FF"/>
                </a:solidFill>
                <a:latin typeface="+mn-ea"/>
                <a:cs typeface="Consolas" panose="020B0609020204030204" pitchFamily="49" charset="0"/>
              </a:rPr>
              <a:t>2</a:t>
            </a:r>
            <a:r>
              <a:rPr kumimoji="1" lang="en-US" altLang="zh-CN" b="1" dirty="0">
                <a:latin typeface="+mn-ea"/>
                <a:cs typeface="Consolas" panose="020B0609020204030204" pitchFamily="49" charset="0"/>
              </a:rPr>
              <a:t>&gt;</a:t>
            </a:r>
            <a:r>
              <a:rPr kumimoji="1" lang="en-US" altLang="zh-CN" b="1" dirty="0">
                <a:solidFill>
                  <a:srgbClr val="0070C0"/>
                </a:solidFill>
                <a:latin typeface="+mn-ea"/>
                <a:cs typeface="Consolas" panose="020B0609020204030204" pitchFamily="49" charset="0"/>
              </a:rPr>
              <a:t>c</a:t>
            </a:r>
            <a:r>
              <a:rPr kumimoji="1" lang="en-US" altLang="zh-CN" b="1" baseline="-25000" dirty="0">
                <a:solidFill>
                  <a:srgbClr val="0070C0"/>
                </a:solidFill>
                <a:latin typeface="+mn-ea"/>
                <a:cs typeface="Consolas" panose="020B0609020204030204" pitchFamily="49" charset="0"/>
              </a:rPr>
              <a:t>1</a:t>
            </a:r>
            <a:r>
              <a:rPr kumimoji="1" lang="en-US" altLang="zh-CN" b="1" dirty="0">
                <a:latin typeface="+mn-ea"/>
                <a:cs typeface="Consolas" panose="020B0609020204030204" pitchFamily="49" charset="0"/>
              </a:rPr>
              <a:t>+</a:t>
            </a:r>
            <a:r>
              <a:rPr kumimoji="1" lang="en-US" altLang="zh-CN" b="1" dirty="0">
                <a:solidFill>
                  <a:srgbClr val="0070C0"/>
                </a:solidFill>
                <a:latin typeface="+mn-ea"/>
                <a:cs typeface="Consolas" panose="020B0609020204030204" pitchFamily="49" charset="0"/>
              </a:rPr>
              <a:t>c</a:t>
            </a:r>
            <a:r>
              <a:rPr kumimoji="1" lang="en-US" altLang="zh-CN" b="1" baseline="-25000" dirty="0">
                <a:solidFill>
                  <a:srgbClr val="0070C0"/>
                </a:solidFill>
                <a:latin typeface="+mn-ea"/>
                <a:cs typeface="Consolas" panose="020B0609020204030204" pitchFamily="49" charset="0"/>
              </a:rPr>
              <a:t>4</a:t>
            </a:r>
            <a:r>
              <a:rPr kumimoji="1" lang="en-US" altLang="zh-CN" b="1" dirty="0">
                <a:solidFill>
                  <a:srgbClr val="B50988"/>
                </a:solidFill>
                <a:latin typeface="+mn-ea"/>
                <a:cs typeface="Consolas" panose="020B0609020204030204" pitchFamily="49" charset="0"/>
              </a:rPr>
              <a:t>)</a:t>
            </a:r>
            <a:endParaRPr kumimoji="1" lang="en-US" altLang="zh-CN" b="1" dirty="0">
              <a:solidFill>
                <a:srgbClr val="B50988"/>
              </a:solidFill>
              <a:latin typeface="+mn-ea"/>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500"/>
                                        <p:tgtEl>
                                          <p:spTgt spid="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fade">
                                      <p:cBhvr>
                                        <p:cTn id="63" dur="500"/>
                                        <p:tgtEl>
                                          <p:spTgt spid="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8" dur="500"/>
                                        <p:tgtEl>
                                          <p:spTgt spid="27"/>
                                        </p:tgtEl>
                                      </p:cBhvr>
                                    </p:animEffect>
                                  </p:childTnLst>
                                </p:cTn>
                              </p:par>
                              <p:par>
                                <p:cTn id="69" presetID="3" presetClass="emph" presetSubtype="2" fill="hold" grpId="1" nodeType="withEffect">
                                  <p:stCondLst>
                                    <p:cond delay="0"/>
                                  </p:stCondLst>
                                  <p:childTnLst>
                                    <p:animClr clrSpc="rgb" dir="cw">
                                      <p:cBhvr override="childStyle">
                                        <p:cTn id="70" dur="500" fill="hold"/>
                                        <p:tgtEl>
                                          <p:spTgt spid="18"/>
                                        </p:tgtEl>
                                        <p:attrNameLst>
                                          <p:attrName>style.color</p:attrName>
                                        </p:attrNameLst>
                                      </p:cBhvr>
                                      <p:to>
                                        <a:srgbClr val="0000FF"/>
                                      </p:to>
                                    </p:animClr>
                                  </p:childTnLst>
                                </p:cTn>
                              </p:par>
                            </p:childTnLst>
                          </p:cTn>
                        </p:par>
                        <p:par>
                          <p:cTn id="71" fill="hold">
                            <p:stCondLst>
                              <p:cond delay="500"/>
                            </p:stCondLst>
                            <p:childTnLst>
                              <p:par>
                                <p:cTn id="72" presetID="1" presetClass="exit" presetSubtype="0" fill="hold" nodeType="afterEffect">
                                  <p:stCondLst>
                                    <p:cond delay="0"/>
                                  </p:stCondLst>
                                  <p:childTnLst>
                                    <p:set>
                                      <p:cBhvr>
                                        <p:cTn id="73" dur="1" fill="hold">
                                          <p:stCondLst>
                                            <p:cond delay="0"/>
                                          </p:stCondLst>
                                        </p:cTn>
                                        <p:tgtEl>
                                          <p:spTgt spid="15"/>
                                        </p:tgtEl>
                                        <p:attrNameLst>
                                          <p:attrName>style.visibility</p:attrName>
                                        </p:attrNameLst>
                                      </p:cBhvr>
                                      <p:to>
                                        <p:strVal val="hidden"/>
                                      </p:to>
                                    </p:set>
                                  </p:childTnLst>
                                </p:cTn>
                              </p:par>
                            </p:childTnLst>
                          </p:cTn>
                        </p:par>
                        <p:par>
                          <p:cTn id="74" fill="hold">
                            <p:stCondLst>
                              <p:cond delay="500"/>
                            </p:stCondLst>
                            <p:childTnLst>
                              <p:par>
                                <p:cTn id="75" presetID="26" presetClass="emph" presetSubtype="0" fill="hold" grpId="1" nodeType="afterEffect">
                                  <p:stCondLst>
                                    <p:cond delay="0"/>
                                  </p:stCondLst>
                                  <p:childTnLst>
                                    <p:animEffect transition="out" filter="fade">
                                      <p:cBhvr>
                                        <p:cTn id="76" dur="500" tmFilter="0, 0; .2, .5; .8, .5; 1, 0"/>
                                        <p:tgtEl>
                                          <p:spTgt spid="12"/>
                                        </p:tgtEl>
                                      </p:cBhvr>
                                    </p:animEffect>
                                    <p:animScale>
                                      <p:cBhvr>
                                        <p:cTn id="77" dur="250" autoRev="1" fill="hold"/>
                                        <p:tgtEl>
                                          <p:spTgt spid="12"/>
                                        </p:tgtEl>
                                      </p:cBhvr>
                                      <p:by x="105000" y="105000"/>
                                    </p:animScale>
                                  </p:childTnLst>
                                </p:cTn>
                              </p:par>
                              <p:par>
                                <p:cTn id="78" presetID="1" presetClass="emph" presetSubtype="2" fill="hold" nodeType="withEffect">
                                  <p:stCondLst>
                                    <p:cond delay="0"/>
                                  </p:stCondLst>
                                  <p:childTnLst>
                                    <p:animClr clrSpc="rgb" dir="cw">
                                      <p:cBhvr>
                                        <p:cTn id="79" dur="500" fill="hold"/>
                                        <p:tgtEl>
                                          <p:spTgt spid="12"/>
                                        </p:tgtEl>
                                        <p:attrNameLst>
                                          <p:attrName>fillcolor</p:attrName>
                                        </p:attrNameLst>
                                      </p:cBhvr>
                                      <p:to>
                                        <a:srgbClr val="C328E9"/>
                                      </p:to>
                                    </p:animClr>
                                    <p:set>
                                      <p:cBhvr>
                                        <p:cTn id="80" dur="500" fill="hold"/>
                                        <p:tgtEl>
                                          <p:spTgt spid="12"/>
                                        </p:tgtEl>
                                        <p:attrNameLst>
                                          <p:attrName>fill.type</p:attrName>
                                        </p:attrNameLst>
                                      </p:cBhvr>
                                      <p:to>
                                        <p:strVal val="solid"/>
                                      </p:to>
                                    </p:set>
                                    <p:set>
                                      <p:cBhvr>
                                        <p:cTn id="81" dur="500" fill="hold"/>
                                        <p:tgtEl>
                                          <p:spTgt spid="12"/>
                                        </p:tgtEl>
                                        <p:attrNameLst>
                                          <p:attrName>fill.on</p:attrName>
                                        </p:attrNameLst>
                                      </p:cBhvr>
                                      <p:to>
                                        <p:strVal val="tru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wipe(left)">
                                      <p:cBhvr>
                                        <p:cTn id="86" dur="500"/>
                                        <p:tgtEl>
                                          <p:spTgt spid="28"/>
                                        </p:tgtEl>
                                      </p:cBhvr>
                                    </p:animEffect>
                                  </p:childTnLst>
                                </p:cTn>
                              </p:par>
                              <p:par>
                                <p:cTn id="87" presetID="3" presetClass="emph" presetSubtype="2" fill="hold" grpId="1" nodeType="withEffect">
                                  <p:stCondLst>
                                    <p:cond delay="0"/>
                                  </p:stCondLst>
                                  <p:childTnLst>
                                    <p:animClr clrSpc="rgb" dir="cw">
                                      <p:cBhvr override="childStyle">
                                        <p:cTn id="88" dur="500" fill="hold"/>
                                        <p:tgtEl>
                                          <p:spTgt spid="21"/>
                                        </p:tgtEl>
                                        <p:attrNameLst>
                                          <p:attrName>style.color</p:attrName>
                                        </p:attrNameLst>
                                      </p:cBhvr>
                                      <p:to>
                                        <a:srgbClr val="0070C0"/>
                                      </p:to>
                                    </p:animClr>
                                  </p:childTnLst>
                                </p:cTn>
                              </p:par>
                            </p:childTnLst>
                          </p:cTn>
                        </p:par>
                        <p:par>
                          <p:cTn id="89" fill="hold">
                            <p:stCondLst>
                              <p:cond delay="500"/>
                            </p:stCondLst>
                            <p:childTnLst>
                              <p:par>
                                <p:cTn id="90" presetID="1" presetClass="exit" presetSubtype="0" fill="hold" nodeType="afterEffect">
                                  <p:stCondLst>
                                    <p:cond delay="0"/>
                                  </p:stCondLst>
                                  <p:childTnLst>
                                    <p:set>
                                      <p:cBhvr>
                                        <p:cTn id="91" dur="1" fill="hold">
                                          <p:stCondLst>
                                            <p:cond delay="0"/>
                                          </p:stCondLst>
                                        </p:cTn>
                                        <p:tgtEl>
                                          <p:spTgt spid="20"/>
                                        </p:tgtEl>
                                        <p:attrNameLst>
                                          <p:attrName>style.visibility</p:attrName>
                                        </p:attrNameLst>
                                      </p:cBhvr>
                                      <p:to>
                                        <p:strVal val="hidden"/>
                                      </p:to>
                                    </p:set>
                                  </p:childTnLst>
                                </p:cTn>
                              </p:par>
                            </p:childTnLst>
                          </p:cTn>
                        </p:par>
                        <p:par>
                          <p:cTn id="92" fill="hold">
                            <p:stCondLst>
                              <p:cond delay="500"/>
                            </p:stCondLst>
                            <p:childTnLst>
                              <p:par>
                                <p:cTn id="93" presetID="26" presetClass="emph" presetSubtype="0" fill="hold" grpId="1" nodeType="afterEffect">
                                  <p:stCondLst>
                                    <p:cond delay="0"/>
                                  </p:stCondLst>
                                  <p:childTnLst>
                                    <p:animEffect transition="out" filter="fade">
                                      <p:cBhvr>
                                        <p:cTn id="94" dur="500" tmFilter="0, 0; .2, .5; .8, .5; 1, 0"/>
                                        <p:tgtEl>
                                          <p:spTgt spid="16"/>
                                        </p:tgtEl>
                                      </p:cBhvr>
                                    </p:animEffect>
                                    <p:animScale>
                                      <p:cBhvr>
                                        <p:cTn id="95" dur="250" autoRev="1" fill="hold"/>
                                        <p:tgtEl>
                                          <p:spTgt spid="16"/>
                                        </p:tgtEl>
                                      </p:cBhvr>
                                      <p:by x="105000" y="105000"/>
                                    </p:animScale>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left)">
                                      <p:cBhvr>
                                        <p:cTn id="100" dur="500"/>
                                        <p:tgtEl>
                                          <p:spTgt spid="2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9">
                                            <p:txEl>
                                              <p:pRg st="0" end="0"/>
                                            </p:txEl>
                                          </p:spTgt>
                                        </p:tgtEl>
                                        <p:attrNameLst>
                                          <p:attrName>style.visibility</p:attrName>
                                        </p:attrNameLst>
                                      </p:cBhvr>
                                      <p:to>
                                        <p:strVal val="visible"/>
                                      </p:to>
                                    </p:set>
                                    <p:animEffect transition="in" filter="wipe(left)">
                                      <p:cBhvr>
                                        <p:cTn id="108" dur="500"/>
                                        <p:tgtEl>
                                          <p:spTgt spid="29">
                                            <p:txEl>
                                              <p:pRg st="0" end="0"/>
                                            </p:txEl>
                                          </p:spTgt>
                                        </p:tgtEl>
                                      </p:cBhvr>
                                    </p:animEffect>
                                  </p:childTnLst>
                                </p:cTn>
                              </p:par>
                            </p:childTnLst>
                          </p:cTn>
                        </p:par>
                        <p:par>
                          <p:cTn id="109" fill="hold">
                            <p:stCondLst>
                              <p:cond delay="500"/>
                            </p:stCondLst>
                            <p:childTnLst>
                              <p:par>
                                <p:cTn id="110" presetID="22" presetClass="entr" presetSubtype="8" fill="hold" grpId="0" nodeType="after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wipe(left)">
                                      <p:cBhvr>
                                        <p:cTn id="112" dur="500"/>
                                        <p:tgtEl>
                                          <p:spTgt spid="3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30">
                                            <p:txEl>
                                              <p:pRg st="0" end="0"/>
                                            </p:txEl>
                                          </p:spTgt>
                                        </p:tgtEl>
                                        <p:attrNameLst>
                                          <p:attrName>style.visibility</p:attrName>
                                        </p:attrNameLst>
                                      </p:cBhvr>
                                      <p:to>
                                        <p:strVal val="visible"/>
                                      </p:to>
                                    </p:set>
                                    <p:animEffect transition="in" filter="wipe(left)">
                                      <p:cBhvr>
                                        <p:cTn id="117" dur="500"/>
                                        <p:tgtEl>
                                          <p:spTgt spid="30">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32">
                                            <p:txEl>
                                              <p:pRg st="0" end="0"/>
                                            </p:txEl>
                                          </p:spTgt>
                                        </p:tgtEl>
                                        <p:attrNameLst>
                                          <p:attrName>style.visibility</p:attrName>
                                        </p:attrNameLst>
                                      </p:cBhvr>
                                      <p:to>
                                        <p:strVal val="visible"/>
                                      </p:to>
                                    </p:set>
                                    <p:animEffect transition="in" filter="wipe(left)">
                                      <p:cBhvr>
                                        <p:cTn id="122" dur="500"/>
                                        <p:tgtEl>
                                          <p:spTgt spid="32">
                                            <p:txEl>
                                              <p:pRg st="0" end="0"/>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41">
                                            <p:txEl>
                                              <p:pRg st="0" end="0"/>
                                            </p:txEl>
                                          </p:spTgt>
                                        </p:tgtEl>
                                        <p:attrNameLst>
                                          <p:attrName>style.visibility</p:attrName>
                                        </p:attrNameLst>
                                      </p:cBhvr>
                                      <p:to>
                                        <p:strVal val="visible"/>
                                      </p:to>
                                    </p:set>
                                    <p:animEffect transition="in" filter="wipe(left)">
                                      <p:cBhvr>
                                        <p:cTn id="127" dur="500"/>
                                        <p:tgtEl>
                                          <p:spTgt spid="41">
                                            <p:txEl>
                                              <p:pRg st="0" end="0"/>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30">
                                            <p:txEl>
                                              <p:pRg st="1" end="1"/>
                                            </p:txEl>
                                          </p:spTgt>
                                        </p:tgtEl>
                                        <p:attrNameLst>
                                          <p:attrName>style.visibility</p:attrName>
                                        </p:attrNameLst>
                                      </p:cBhvr>
                                      <p:to>
                                        <p:strVal val="visible"/>
                                      </p:to>
                                    </p:set>
                                    <p:animEffect transition="in" filter="wipe(left)">
                                      <p:cBhvr>
                                        <p:cTn id="132" dur="500"/>
                                        <p:tgtEl>
                                          <p:spTgt spid="30">
                                            <p:txEl>
                                              <p:pRg st="1" end="1"/>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32">
                                            <p:txEl>
                                              <p:pRg st="1" end="1"/>
                                            </p:txEl>
                                          </p:spTgt>
                                        </p:tgtEl>
                                        <p:attrNameLst>
                                          <p:attrName>style.visibility</p:attrName>
                                        </p:attrNameLst>
                                      </p:cBhvr>
                                      <p:to>
                                        <p:strVal val="visible"/>
                                      </p:to>
                                    </p:set>
                                    <p:animEffect transition="in" filter="wipe(left)">
                                      <p:cBhvr>
                                        <p:cTn id="137" dur="500"/>
                                        <p:tgtEl>
                                          <p:spTgt spid="32">
                                            <p:txEl>
                                              <p:pRg st="1" end="1"/>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41">
                                            <p:txEl>
                                              <p:pRg st="1" end="1"/>
                                            </p:txEl>
                                          </p:spTgt>
                                        </p:tgtEl>
                                        <p:attrNameLst>
                                          <p:attrName>style.visibility</p:attrName>
                                        </p:attrNameLst>
                                      </p:cBhvr>
                                      <p:to>
                                        <p:strVal val="visible"/>
                                      </p:to>
                                    </p:set>
                                    <p:animEffect transition="in" filter="wipe(left)">
                                      <p:cBhvr>
                                        <p:cTn id="142" dur="500"/>
                                        <p:tgtEl>
                                          <p:spTgt spid="41">
                                            <p:txEl>
                                              <p:pRg st="1" end="1"/>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34">
                                            <p:txEl>
                                              <p:pRg st="0" end="0"/>
                                            </p:txEl>
                                          </p:spTgt>
                                        </p:tgtEl>
                                        <p:attrNameLst>
                                          <p:attrName>style.visibility</p:attrName>
                                        </p:attrNameLst>
                                      </p:cBhvr>
                                      <p:to>
                                        <p:strVal val="visible"/>
                                      </p:to>
                                    </p:set>
                                    <p:animEffect transition="in" filter="wipe(left)">
                                      <p:cBhvr>
                                        <p:cTn id="147" dur="500"/>
                                        <p:tgtEl>
                                          <p:spTgt spid="34">
                                            <p:txEl>
                                              <p:pRg st="0" end="0"/>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42">
                                            <p:txEl>
                                              <p:pRg st="0" end="0"/>
                                            </p:txEl>
                                          </p:spTgt>
                                        </p:tgtEl>
                                        <p:attrNameLst>
                                          <p:attrName>style.visibility</p:attrName>
                                        </p:attrNameLst>
                                      </p:cBhvr>
                                      <p:to>
                                        <p:strVal val="visible"/>
                                      </p:to>
                                    </p:set>
                                    <p:animEffect transition="in" filter="wipe(left)">
                                      <p:cBhvr>
                                        <p:cTn id="152" dur="500"/>
                                        <p:tgtEl>
                                          <p:spTgt spid="42">
                                            <p:txEl>
                                              <p:pRg st="0" end="0"/>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500"/>
                                        <p:tgtEl>
                                          <p:spTgt spid="36"/>
                                        </p:tgtEl>
                                      </p:cBhvr>
                                    </p:animEffect>
                                  </p:childTnLst>
                                </p:cTn>
                              </p:par>
                              <p:par>
                                <p:cTn id="158" presetID="1" presetClass="exit" presetSubtype="0" fill="hold" grpId="2" nodeType="withEffect">
                                  <p:stCondLst>
                                    <p:cond delay="0"/>
                                  </p:stCondLst>
                                  <p:childTnLst>
                                    <p:set>
                                      <p:cBhvr>
                                        <p:cTn id="159" dur="1" fill="hold">
                                          <p:stCondLst>
                                            <p:cond delay="0"/>
                                          </p:stCondLst>
                                        </p:cTn>
                                        <p:tgtEl>
                                          <p:spTgt spid="18"/>
                                        </p:tgtEl>
                                        <p:attrNameLst>
                                          <p:attrName>style.visibility</p:attrName>
                                        </p:attrNameLst>
                                      </p:cBhvr>
                                      <p:to>
                                        <p:strVal val="hidden"/>
                                      </p:to>
                                    </p:set>
                                  </p:childTnLst>
                                </p:cTn>
                              </p:par>
                              <p:par>
                                <p:cTn id="160" presetID="1" presetClass="exit" presetSubtype="0" fill="hold" nodeType="withEffect">
                                  <p:stCondLst>
                                    <p:cond delay="0"/>
                                  </p:stCondLst>
                                  <p:childTnLst>
                                    <p:set>
                                      <p:cBhvr>
                                        <p:cTn id="161" dur="1" fill="hold">
                                          <p:stCondLst>
                                            <p:cond delay="0"/>
                                          </p:stCondLst>
                                        </p:cTn>
                                        <p:tgtEl>
                                          <p:spTgt spid="27"/>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nodeType="clickEffect">
                                  <p:stCondLst>
                                    <p:cond delay="0"/>
                                  </p:stCondLst>
                                  <p:childTnLst>
                                    <p:set>
                                      <p:cBhvr>
                                        <p:cTn id="165" dur="1" fill="hold">
                                          <p:stCondLst>
                                            <p:cond delay="0"/>
                                          </p:stCondLst>
                                        </p:cTn>
                                        <p:tgtEl>
                                          <p:spTgt spid="38">
                                            <p:txEl>
                                              <p:pRg st="0" end="0"/>
                                            </p:txEl>
                                          </p:spTgt>
                                        </p:tgtEl>
                                        <p:attrNameLst>
                                          <p:attrName>style.visibility</p:attrName>
                                        </p:attrNameLst>
                                      </p:cBhvr>
                                      <p:to>
                                        <p:strVal val="visible"/>
                                      </p:to>
                                    </p:set>
                                    <p:animEffect transition="in" filter="wipe(left)">
                                      <p:cBhvr>
                                        <p:cTn id="166" dur="500"/>
                                        <p:tgtEl>
                                          <p:spTgt spid="38">
                                            <p:txEl>
                                              <p:pRg st="0" end="0"/>
                                            </p:txEl>
                                          </p:spTgt>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40">
                                            <p:txEl>
                                              <p:pRg st="0" end="0"/>
                                            </p:txEl>
                                          </p:spTgt>
                                        </p:tgtEl>
                                        <p:attrNameLst>
                                          <p:attrName>style.visibility</p:attrName>
                                        </p:attrNameLst>
                                      </p:cBhvr>
                                      <p:to>
                                        <p:strVal val="visible"/>
                                      </p:to>
                                    </p:set>
                                    <p:animEffect transition="in" filter="wipe(left)">
                                      <p:cBhvr>
                                        <p:cTn id="171" dur="500"/>
                                        <p:tgtEl>
                                          <p:spTgt spid="40">
                                            <p:txEl>
                                              <p:pRg st="0" end="0"/>
                                            </p:txEl>
                                          </p:spTgt>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nodeType="clickEffect">
                                  <p:stCondLst>
                                    <p:cond delay="0"/>
                                  </p:stCondLst>
                                  <p:childTnLst>
                                    <p:set>
                                      <p:cBhvr>
                                        <p:cTn id="175" dur="1" fill="hold">
                                          <p:stCondLst>
                                            <p:cond delay="0"/>
                                          </p:stCondLst>
                                        </p:cTn>
                                        <p:tgtEl>
                                          <p:spTgt spid="40">
                                            <p:txEl>
                                              <p:pRg st="1" end="1"/>
                                            </p:txEl>
                                          </p:spTgt>
                                        </p:tgtEl>
                                        <p:attrNameLst>
                                          <p:attrName>style.visibility</p:attrName>
                                        </p:attrNameLst>
                                      </p:cBhvr>
                                      <p:to>
                                        <p:strVal val="visible"/>
                                      </p:to>
                                    </p:set>
                                    <p:animEffect transition="in" filter="wipe(left)">
                                      <p:cBhvr>
                                        <p:cTn id="176" dur="500"/>
                                        <p:tgtEl>
                                          <p:spTgt spid="40">
                                            <p:txEl>
                                              <p:pRg st="1" end="1"/>
                                            </p:txEl>
                                          </p:spTgt>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nodeType="clickEffect">
                                  <p:stCondLst>
                                    <p:cond delay="0"/>
                                  </p:stCondLst>
                                  <p:childTnLst>
                                    <p:set>
                                      <p:cBhvr>
                                        <p:cTn id="180" dur="1" fill="hold">
                                          <p:stCondLst>
                                            <p:cond delay="0"/>
                                          </p:stCondLst>
                                        </p:cTn>
                                        <p:tgtEl>
                                          <p:spTgt spid="40">
                                            <p:txEl>
                                              <p:pRg st="2" end="2"/>
                                            </p:txEl>
                                          </p:spTgt>
                                        </p:tgtEl>
                                        <p:attrNameLst>
                                          <p:attrName>style.visibility</p:attrName>
                                        </p:attrNameLst>
                                      </p:cBhvr>
                                      <p:to>
                                        <p:strVal val="visible"/>
                                      </p:to>
                                    </p:set>
                                    <p:animEffect transition="in" filter="wipe(left)">
                                      <p:cBhvr>
                                        <p:cTn id="181" dur="500"/>
                                        <p:tgtEl>
                                          <p:spTgt spid="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7" grpId="0"/>
      <p:bldP spid="8" grpId="0"/>
      <p:bldP spid="9" grpId="0" bldLvl="0" animBg="1"/>
      <p:bldP spid="10" grpId="0" bldLvl="0" animBg="1"/>
      <p:bldP spid="11" grpId="0" bldLvl="0" animBg="1"/>
      <p:bldP spid="12" grpId="0" bldLvl="0" animBg="1"/>
      <p:bldP spid="12" grpId="1" bldLvl="0" animBg="1"/>
      <p:bldP spid="16" grpId="0" bldLvl="0" animBg="1"/>
      <p:bldP spid="16" grpId="1" bldLvl="0" animBg="1"/>
      <p:bldP spid="17" grpId="0"/>
      <p:bldP spid="18" grpId="0"/>
      <p:bldP spid="18" grpId="1"/>
      <p:bldP spid="18" grpId="2"/>
      <p:bldP spid="19" grpId="0"/>
      <p:bldP spid="21" grpId="0"/>
      <p:bldP spid="21" grpId="1"/>
      <p:bldP spid="25" grpId="0"/>
      <p:bldP spid="31"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2" name="Text Box 2"/>
          <p:cNvSpPr txBox="1">
            <a:spLocks noChangeArrowheads="1"/>
          </p:cNvSpPr>
          <p:nvPr>
            <p:custDataLst>
              <p:tags r:id="rId2"/>
            </p:custDataLst>
          </p:nvPr>
        </p:nvSpPr>
        <p:spPr bwMode="auto">
          <a:xfrm>
            <a:off x="0" y="1150827"/>
            <a:ext cx="9144000" cy="1098314"/>
          </a:xfrm>
          <a:prstGeom prst="rect">
            <a:avLst/>
          </a:prstGeom>
          <a:noFill/>
          <a:ln w="9525">
            <a:noFill/>
            <a:miter lim="800000"/>
          </a:ln>
          <a:effectLst/>
        </p:spPr>
        <p:txBody>
          <a:bodyPr wrap="square">
            <a:spAutoFit/>
          </a:bodyPr>
          <a:lstStyle/>
          <a:p>
            <a:pPr>
              <a:lnSpc>
                <a:spcPct val="120000"/>
              </a:lnSpc>
            </a:pPr>
            <a:r>
              <a:rPr kumimoji="1" lang="zh-CN" altLang="en-US" sz="2000" b="1" dirty="0">
                <a:solidFill>
                  <a:srgbClr val="0099BC"/>
                </a:solidFill>
                <a:latin typeface="+mn-ea"/>
                <a:cs typeface="Consolas" panose="020B0609020204030204" pitchFamily="49" charset="0"/>
              </a:rPr>
              <a:t>如何存放</a:t>
            </a:r>
            <a:r>
              <a:rPr kumimoji="1" lang="zh-CN" altLang="en-US" sz="2000" b="1" dirty="0">
                <a:solidFill>
                  <a:schemeClr val="accent2">
                    <a:lumMod val="75000"/>
                  </a:schemeClr>
                </a:solidFill>
                <a:latin typeface="+mn-ea"/>
                <a:cs typeface="Consolas" panose="020B0609020204030204" pitchFamily="49" charset="0"/>
              </a:rPr>
              <a:t>最短路径长度</a:t>
            </a:r>
            <a:r>
              <a:rPr kumimoji="1" lang="zh-CN" altLang="en-US" sz="2000" b="1" dirty="0">
                <a:solidFill>
                  <a:srgbClr val="0099BC"/>
                </a:solidFill>
                <a:latin typeface="+mn-ea"/>
                <a:cs typeface="Consolas" panose="020B0609020204030204" pitchFamily="49" charset="0"/>
              </a:rPr>
              <a:t>：</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en-US" altLang="zh-CN" b="1" dirty="0">
                <a:solidFill>
                  <a:srgbClr val="B50988"/>
                </a:solidFill>
                <a:latin typeface="+mn-ea"/>
                <a:cs typeface="Consolas" panose="020B0609020204030204" pitchFamily="49" charset="0"/>
              </a:rPr>
              <a:t>v</a:t>
            </a:r>
            <a:r>
              <a:rPr kumimoji="1" lang="en-US" altLang="zh-CN" b="1" dirty="0">
                <a:solidFill>
                  <a:srgbClr val="0070C0"/>
                </a:solidFill>
                <a:latin typeface="+mn-ea"/>
                <a:cs typeface="Consolas" panose="020B0609020204030204" pitchFamily="49" charset="0"/>
              </a:rPr>
              <a:t>]=0</a:t>
            </a:r>
            <a:r>
              <a:rPr kumimoji="1" lang="zh-CN" altLang="en-US" b="1" dirty="0">
                <a:latin typeface="+mn-ea"/>
                <a:cs typeface="Consolas" panose="020B0609020204030204" pitchFamily="49" charset="0"/>
              </a:rPr>
              <a:t>表示源点，</a:t>
            </a: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en-US" altLang="zh-CN" b="1" dirty="0">
                <a:solidFill>
                  <a:srgbClr val="C328E9"/>
                </a:solidFill>
                <a:latin typeface="+mn-ea"/>
                <a:cs typeface="Consolas" panose="020B0609020204030204" pitchFamily="49" charset="0"/>
              </a:rPr>
              <a:t>j</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表示源点</a:t>
            </a:r>
            <a:r>
              <a:rPr kumimoji="1" lang="en-US" altLang="zh-CN" b="1" dirty="0">
                <a:latin typeface="+mn-ea"/>
                <a:cs typeface="Consolas" panose="020B0609020204030204" pitchFamily="49" charset="0"/>
              </a:rPr>
              <a:t>v</a:t>
            </a:r>
            <a:r>
              <a:rPr kumimoji="1" lang="zh-CN" altLang="en-US" b="1" dirty="0">
                <a:latin typeface="+mn-ea"/>
                <a:cs typeface="Consolas" panose="020B0609020204030204" pitchFamily="49" charset="0"/>
              </a:rPr>
              <a:t>到顶点</a:t>
            </a:r>
            <a:r>
              <a:rPr kumimoji="1" lang="en-US" altLang="zh-CN" b="1" dirty="0">
                <a:latin typeface="+mn-ea"/>
                <a:cs typeface="Consolas" panose="020B0609020204030204" pitchFamily="49" charset="0"/>
              </a:rPr>
              <a:t>j</a:t>
            </a:r>
            <a:r>
              <a:rPr kumimoji="1" lang="zh-CN" altLang="en-US" b="1" dirty="0">
                <a:latin typeface="+mn-ea"/>
                <a:cs typeface="Consolas" panose="020B0609020204030204" pitchFamily="49" charset="0"/>
              </a:rPr>
              <a:t>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solidFill>
                  <a:srgbClr val="0000FF"/>
                </a:solidFill>
                <a:latin typeface="+mn-ea"/>
                <a:cs typeface="Consolas" panose="020B0609020204030204" pitchFamily="49" charset="0"/>
              </a:rPr>
              <a:t>例如：</a:t>
            </a: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[2]=12</a:t>
            </a:r>
            <a:r>
              <a:rPr kumimoji="1" lang="zh-CN" altLang="en-US" b="1" dirty="0">
                <a:solidFill>
                  <a:srgbClr val="0000FF"/>
                </a:solidFill>
                <a:latin typeface="+mn-ea"/>
                <a:cs typeface="Consolas" panose="020B0609020204030204" pitchFamily="49" charset="0"/>
              </a:rPr>
              <a:t>表示源点</a:t>
            </a:r>
            <a:r>
              <a:rPr kumimoji="1" lang="en-US" altLang="zh-CN" b="1" dirty="0">
                <a:solidFill>
                  <a:srgbClr val="0000FF"/>
                </a:solidFill>
                <a:latin typeface="+mn-ea"/>
                <a:cs typeface="Consolas" panose="020B0609020204030204" pitchFamily="49" charset="0"/>
              </a:rPr>
              <a:t>v</a:t>
            </a:r>
            <a:r>
              <a:rPr kumimoji="1" lang="zh-CN" altLang="en-US" b="1" dirty="0">
                <a:solidFill>
                  <a:srgbClr val="0000FF"/>
                </a:solidFill>
                <a:latin typeface="+mn-ea"/>
                <a:cs typeface="Consolas" panose="020B0609020204030204" pitchFamily="49" charset="0"/>
              </a:rPr>
              <a:t>顶点</a:t>
            </a:r>
            <a:r>
              <a:rPr kumimoji="1" lang="en-US" altLang="zh-CN" b="1" dirty="0">
                <a:solidFill>
                  <a:srgbClr val="0000FF"/>
                </a:solidFill>
                <a:latin typeface="+mn-ea"/>
                <a:cs typeface="Consolas" panose="020B0609020204030204" pitchFamily="49" charset="0"/>
              </a:rPr>
              <a:t>2</a:t>
            </a:r>
            <a:r>
              <a:rPr kumimoji="1" lang="zh-CN" altLang="en-US" b="1" dirty="0">
                <a:solidFill>
                  <a:srgbClr val="0000FF"/>
                </a:solidFill>
                <a:latin typeface="+mn-ea"/>
                <a:cs typeface="Consolas" panose="020B0609020204030204" pitchFamily="49" charset="0"/>
              </a:rPr>
              <a:t>的最短路径长度为</a:t>
            </a:r>
            <a:r>
              <a:rPr kumimoji="1" lang="en-US" altLang="zh-CN" b="1" dirty="0">
                <a:solidFill>
                  <a:srgbClr val="0000FF"/>
                </a:solidFill>
                <a:latin typeface="+mn-ea"/>
                <a:cs typeface="Consolas" panose="020B0609020204030204" pitchFamily="49" charset="0"/>
              </a:rPr>
              <a:t>12</a:t>
            </a:r>
            <a:endParaRPr kumimoji="1" lang="zh-CN" altLang="en-US" b="1" dirty="0">
              <a:solidFill>
                <a:srgbClr val="0000FF"/>
              </a:solidFill>
              <a:latin typeface="+mn-ea"/>
              <a:cs typeface="Consolas" panose="020B0609020204030204" pitchFamily="49" charset="0"/>
            </a:endParaRPr>
          </a:p>
        </p:txBody>
      </p:sp>
      <p:sp>
        <p:nvSpPr>
          <p:cNvPr id="4" name="Text Box 2"/>
          <p:cNvSpPr txBox="1">
            <a:spLocks noChangeArrowheads="1"/>
          </p:cNvSpPr>
          <p:nvPr>
            <p:custDataLst>
              <p:tags r:id="rId3"/>
            </p:custDataLst>
          </p:nvPr>
        </p:nvSpPr>
        <p:spPr bwMode="auto">
          <a:xfrm>
            <a:off x="0" y="2266036"/>
            <a:ext cx="9144000" cy="1098314"/>
          </a:xfrm>
          <a:prstGeom prst="rect">
            <a:avLst/>
          </a:prstGeom>
          <a:noFill/>
          <a:ln w="9525">
            <a:noFill/>
            <a:miter lim="800000"/>
          </a:ln>
          <a:effectLst/>
        </p:spPr>
        <p:txBody>
          <a:bodyPr wrap="square">
            <a:spAutoFit/>
          </a:bodyPr>
          <a:lstStyle/>
          <a:p>
            <a:pPr>
              <a:lnSpc>
                <a:spcPct val="120000"/>
              </a:lnSpc>
            </a:pPr>
            <a:r>
              <a:rPr kumimoji="1" lang="zh-CN" altLang="en-US" sz="2000" b="1" dirty="0">
                <a:solidFill>
                  <a:srgbClr val="0099BC"/>
                </a:solidFill>
                <a:latin typeface="+mn-ea"/>
                <a:cs typeface="Consolas" panose="020B0609020204030204" pitchFamily="49" charset="0"/>
              </a:rPr>
              <a:t>如何存放</a:t>
            </a:r>
            <a:r>
              <a:rPr kumimoji="1" lang="zh-CN" altLang="en-US" sz="2000" b="1" dirty="0">
                <a:solidFill>
                  <a:schemeClr val="accent2">
                    <a:lumMod val="75000"/>
                  </a:schemeClr>
                </a:solidFill>
                <a:latin typeface="+mn-ea"/>
                <a:cs typeface="Consolas" panose="020B0609020204030204" pitchFamily="49" charset="0"/>
              </a:rPr>
              <a:t>最短路径</a:t>
            </a:r>
            <a:r>
              <a:rPr kumimoji="1" lang="zh-CN" altLang="en-US" sz="2000" b="1" dirty="0">
                <a:solidFill>
                  <a:srgbClr val="0099BC"/>
                </a:solidFill>
                <a:latin typeface="+mn-ea"/>
                <a:cs typeface="Consolas" panose="020B0609020204030204" pitchFamily="49" charset="0"/>
              </a:rPr>
              <a:t>：</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en-US" altLang="zh-CN" b="1" dirty="0">
                <a:solidFill>
                  <a:srgbClr val="7030A0"/>
                </a:solidFill>
                <a:latin typeface="+mn-ea"/>
                <a:cs typeface="Consolas" panose="020B0609020204030204" pitchFamily="49" charset="0"/>
              </a:rPr>
              <a:t>path[j]=w</a:t>
            </a:r>
            <a:r>
              <a:rPr kumimoji="1" lang="zh-CN" altLang="en-US" b="1" dirty="0">
                <a:latin typeface="+mn-ea"/>
                <a:cs typeface="Consolas" panose="020B0609020204030204" pitchFamily="49" charset="0"/>
              </a:rPr>
              <a:t>表示从源点</a:t>
            </a:r>
            <a:r>
              <a:rPr kumimoji="1" lang="en-US" altLang="zh-CN" b="1" dirty="0">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latin typeface="+mn-ea"/>
                <a:cs typeface="Consolas" panose="020B0609020204030204" pitchFamily="49" charset="0"/>
              </a:rPr>
              <a:t>j</a:t>
            </a:r>
            <a:r>
              <a:rPr kumimoji="1" lang="zh-CN" altLang="en-US" b="1" dirty="0">
                <a:latin typeface="+mn-ea"/>
                <a:cs typeface="Consolas" panose="020B0609020204030204" pitchFamily="49" charset="0"/>
              </a:rPr>
              <a:t>的最短路径中，</a:t>
            </a:r>
            <a:r>
              <a:rPr kumimoji="1" lang="en-US" altLang="zh-CN" b="1" dirty="0">
                <a:latin typeface="+mn-ea"/>
                <a:cs typeface="Consolas" panose="020B0609020204030204" pitchFamily="49" charset="0"/>
              </a:rPr>
              <a:t>j</a:t>
            </a:r>
            <a:r>
              <a:rPr kumimoji="1" lang="zh-CN" altLang="en-US" b="1" dirty="0">
                <a:latin typeface="+mn-ea"/>
                <a:cs typeface="Consolas" panose="020B0609020204030204" pitchFamily="49" charset="0"/>
              </a:rPr>
              <a:t>的前一个顶点是</a:t>
            </a:r>
            <a:r>
              <a:rPr kumimoji="1" lang="en-US" altLang="zh-CN" b="1" dirty="0">
                <a:latin typeface="+mn-ea"/>
                <a:cs typeface="Consolas" panose="020B0609020204030204" pitchFamily="49" charset="0"/>
              </a:rPr>
              <a:t>w</a:t>
            </a:r>
            <a:r>
              <a:rPr kumimoji="1" lang="zh-CN" altLang="en-US" b="1" dirty="0">
                <a:latin typeface="+mn-ea"/>
                <a:cs typeface="Consolas" panose="020B0609020204030204" pitchFamily="49" charset="0"/>
              </a:rPr>
              <a:t>，其中</a:t>
            </a:r>
            <a:r>
              <a:rPr kumimoji="1" lang="en-US" altLang="zh-CN" b="1" dirty="0">
                <a:solidFill>
                  <a:srgbClr val="7030A0"/>
                </a:solidFill>
                <a:latin typeface="+mn-ea"/>
                <a:cs typeface="Consolas" panose="020B0609020204030204" pitchFamily="49" charset="0"/>
              </a:rPr>
              <a:t>path[</a:t>
            </a:r>
            <a:r>
              <a:rPr kumimoji="1" lang="en-US" altLang="zh-CN" b="1" dirty="0">
                <a:solidFill>
                  <a:srgbClr val="B50988"/>
                </a:solidFill>
                <a:latin typeface="+mn-ea"/>
                <a:cs typeface="Consolas" panose="020B0609020204030204" pitchFamily="49" charset="0"/>
              </a:rPr>
              <a:t>v</a:t>
            </a:r>
            <a:r>
              <a:rPr kumimoji="1" lang="en-US" altLang="zh-CN" b="1" dirty="0">
                <a:solidFill>
                  <a:srgbClr val="7030A0"/>
                </a:solidFill>
                <a:latin typeface="+mn-ea"/>
                <a:cs typeface="Consolas" panose="020B0609020204030204" pitchFamily="49" charset="0"/>
              </a:rPr>
              <a:t>]=</a:t>
            </a:r>
            <a:r>
              <a:rPr kumimoji="1" lang="en-US" altLang="zh-CN" b="1" dirty="0">
                <a:solidFill>
                  <a:srgbClr val="B50988"/>
                </a:solidFill>
                <a:latin typeface="+mn-ea"/>
                <a:cs typeface="Consolas" panose="020B0609020204030204" pitchFamily="49" charset="0"/>
              </a:rPr>
              <a:t>v</a:t>
            </a:r>
            <a:endParaRPr kumimoji="1" lang="en-US" altLang="zh-CN" b="1" dirty="0">
              <a:solidFill>
                <a:srgbClr val="B50988"/>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solidFill>
                  <a:srgbClr val="0000FF"/>
                </a:solidFill>
                <a:latin typeface="+mn-ea"/>
                <a:cs typeface="Consolas" panose="020B0609020204030204" pitchFamily="49" charset="0"/>
              </a:rPr>
              <a:t>例如：从源点</a:t>
            </a:r>
            <a:r>
              <a:rPr kumimoji="1" lang="en-US" altLang="zh-CN" b="1" dirty="0">
                <a:solidFill>
                  <a:srgbClr val="0000FF"/>
                </a:solidFill>
                <a:latin typeface="+mn-ea"/>
                <a:cs typeface="Consolas" panose="020B0609020204030204" pitchFamily="49" charset="0"/>
              </a:rPr>
              <a:t>v</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j</a:t>
            </a:r>
            <a:r>
              <a:rPr kumimoji="1" lang="zh-CN" altLang="en-US" b="1" dirty="0">
                <a:solidFill>
                  <a:srgbClr val="0000FF"/>
                </a:solidFill>
                <a:latin typeface="+mn-ea"/>
                <a:cs typeface="Consolas" panose="020B0609020204030204" pitchFamily="49" charset="0"/>
              </a:rPr>
              <a:t>的最短路径：</a:t>
            </a:r>
            <a:endParaRPr kumimoji="1" lang="zh-CN" altLang="en-US" b="1" dirty="0">
              <a:solidFill>
                <a:srgbClr val="0000FF"/>
              </a:solidFill>
              <a:latin typeface="+mn-ea"/>
              <a:cs typeface="Consolas" panose="020B0609020204030204" pitchFamily="49" charset="0"/>
            </a:endParaRPr>
          </a:p>
        </p:txBody>
      </p:sp>
      <p:sp>
        <p:nvSpPr>
          <p:cNvPr id="9" name="Oval 31"/>
          <p:cNvSpPr>
            <a:spLocks noChangeArrowheads="1"/>
          </p:cNvSpPr>
          <p:nvPr>
            <p:custDataLst>
              <p:tags r:id="rId4"/>
            </p:custDataLst>
          </p:nvPr>
        </p:nvSpPr>
        <p:spPr bwMode="auto">
          <a:xfrm>
            <a:off x="463722" y="3490097"/>
            <a:ext cx="452705" cy="452705"/>
          </a:xfrm>
          <a:prstGeom prst="ellipse">
            <a:avLst/>
          </a:prstGeom>
          <a:solidFill>
            <a:srgbClr val="B50988"/>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v</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0" name="直接箭头连接符 9"/>
          <p:cNvCxnSpPr>
            <a:stCxn id="9" idx="6"/>
            <a:endCxn id="11" idx="2"/>
          </p:cNvCxnSpPr>
          <p:nvPr>
            <p:custDataLst>
              <p:tags r:id="rId5"/>
            </p:custDataLst>
          </p:nvPr>
        </p:nvCxnSpPr>
        <p:spPr>
          <a:xfrm>
            <a:off x="916427" y="3716450"/>
            <a:ext cx="1046324"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1" name="Oval 31"/>
          <p:cNvSpPr>
            <a:spLocks noChangeArrowheads="1"/>
          </p:cNvSpPr>
          <p:nvPr>
            <p:custDataLst>
              <p:tags r:id="rId6"/>
            </p:custDataLst>
          </p:nvPr>
        </p:nvSpPr>
        <p:spPr bwMode="auto">
          <a:xfrm>
            <a:off x="1962751" y="3490097"/>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u</a:t>
            </a:r>
            <a:endPar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endParaRPr>
          </a:p>
        </p:txBody>
      </p:sp>
      <p:cxnSp>
        <p:nvCxnSpPr>
          <p:cNvPr id="13" name="直接箭头连接符 12"/>
          <p:cNvCxnSpPr>
            <a:stCxn id="11" idx="6"/>
            <a:endCxn id="14" idx="2"/>
          </p:cNvCxnSpPr>
          <p:nvPr>
            <p:custDataLst>
              <p:tags r:id="rId7"/>
            </p:custDataLst>
          </p:nvPr>
        </p:nvCxnSpPr>
        <p:spPr>
          <a:xfrm>
            <a:off x="2415456" y="3716450"/>
            <a:ext cx="1046324"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4" name="Oval 31"/>
          <p:cNvSpPr>
            <a:spLocks noChangeArrowheads="1"/>
          </p:cNvSpPr>
          <p:nvPr>
            <p:custDataLst>
              <p:tags r:id="rId8"/>
            </p:custDataLst>
          </p:nvPr>
        </p:nvSpPr>
        <p:spPr bwMode="auto">
          <a:xfrm>
            <a:off x="3461780" y="3490097"/>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w</a:t>
            </a:r>
            <a:endPar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endParaRPr>
          </a:p>
        </p:txBody>
      </p:sp>
      <p:cxnSp>
        <p:nvCxnSpPr>
          <p:cNvPr id="15" name="直接箭头连接符 14"/>
          <p:cNvCxnSpPr>
            <a:stCxn id="14" idx="6"/>
            <a:endCxn id="16" idx="2"/>
          </p:cNvCxnSpPr>
          <p:nvPr>
            <p:custDataLst>
              <p:tags r:id="rId9"/>
            </p:custDataLst>
          </p:nvPr>
        </p:nvCxnSpPr>
        <p:spPr>
          <a:xfrm>
            <a:off x="3914485" y="3716450"/>
            <a:ext cx="1046324"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6" name="Oval 31"/>
          <p:cNvSpPr>
            <a:spLocks noChangeArrowheads="1"/>
          </p:cNvSpPr>
          <p:nvPr>
            <p:custDataLst>
              <p:tags r:id="rId10"/>
            </p:custDataLst>
          </p:nvPr>
        </p:nvSpPr>
        <p:spPr bwMode="auto">
          <a:xfrm>
            <a:off x="4960809" y="3490097"/>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j</a:t>
            </a:r>
            <a:endParaRPr kumimoji="0" lang="en-US" altLang="zh-CN" sz="2000" b="1" u="none" strike="noStrike" kern="0" cap="none" spc="0" normalizeH="0" baseline="-25000" noProof="0" dirty="0">
              <a:ln>
                <a:noFill/>
              </a:ln>
              <a:solidFill>
                <a:schemeClr val="bg1"/>
              </a:solidFill>
              <a:effectLst/>
              <a:uLnTx/>
              <a:uFillTx/>
              <a:latin typeface="+mn-ea"/>
              <a:cs typeface="Consolas" panose="020B0609020204030204" pitchFamily="49" charset="0"/>
            </a:endParaRPr>
          </a:p>
        </p:txBody>
      </p:sp>
      <p:sp>
        <p:nvSpPr>
          <p:cNvPr id="18" name="文本框 17"/>
          <p:cNvSpPr txBox="1"/>
          <p:nvPr>
            <p:custDataLst>
              <p:tags r:id="rId11"/>
            </p:custDataLst>
          </p:nvPr>
        </p:nvSpPr>
        <p:spPr>
          <a:xfrm>
            <a:off x="1503100" y="4278822"/>
            <a:ext cx="1372005" cy="369332"/>
          </a:xfrm>
          <a:prstGeom prst="rect">
            <a:avLst/>
          </a:prstGeom>
          <a:noFill/>
        </p:spPr>
        <p:txBody>
          <a:bodyPr wrap="square">
            <a:spAutoFit/>
          </a:bodyPr>
          <a:lstStyle/>
          <a:p>
            <a:pPr algn="ctr"/>
            <a:r>
              <a:rPr kumimoji="1" lang="en-US" altLang="zh-CN" b="1" dirty="0">
                <a:solidFill>
                  <a:srgbClr val="7030A0"/>
                </a:solidFill>
                <a:latin typeface="+mn-ea"/>
                <a:cs typeface="Consolas" panose="020B0609020204030204" pitchFamily="49" charset="0"/>
              </a:rPr>
              <a:t>path[</a:t>
            </a:r>
            <a:r>
              <a:rPr kumimoji="1" lang="en-US" altLang="zh-CN" b="1" dirty="0">
                <a:solidFill>
                  <a:srgbClr val="CC00FF"/>
                </a:solidFill>
                <a:latin typeface="+mn-ea"/>
                <a:cs typeface="Consolas" panose="020B0609020204030204" pitchFamily="49" charset="0"/>
              </a:rPr>
              <a:t>u</a:t>
            </a:r>
            <a:r>
              <a:rPr kumimoji="1" lang="en-US" altLang="zh-CN" b="1" dirty="0">
                <a:solidFill>
                  <a:srgbClr val="7030A0"/>
                </a:solidFill>
                <a:latin typeface="+mn-ea"/>
                <a:cs typeface="Consolas" panose="020B0609020204030204" pitchFamily="49" charset="0"/>
              </a:rPr>
              <a:t>]=</a:t>
            </a:r>
            <a:r>
              <a:rPr kumimoji="1" lang="en-US" altLang="zh-CN" b="1" dirty="0">
                <a:solidFill>
                  <a:srgbClr val="B60A70"/>
                </a:solidFill>
                <a:latin typeface="+mn-ea"/>
                <a:cs typeface="Consolas" panose="020B0609020204030204" pitchFamily="49" charset="0"/>
              </a:rPr>
              <a:t>v</a:t>
            </a:r>
            <a:endParaRPr lang="zh-CN" altLang="en-US" dirty="0">
              <a:solidFill>
                <a:srgbClr val="B60A70"/>
              </a:solidFill>
            </a:endParaRPr>
          </a:p>
        </p:txBody>
      </p:sp>
      <p:sp>
        <p:nvSpPr>
          <p:cNvPr id="26" name="文本框 25"/>
          <p:cNvSpPr txBox="1"/>
          <p:nvPr>
            <p:custDataLst>
              <p:tags r:id="rId12"/>
            </p:custDataLst>
          </p:nvPr>
        </p:nvSpPr>
        <p:spPr>
          <a:xfrm>
            <a:off x="2750718" y="1150827"/>
            <a:ext cx="2555208" cy="430374"/>
          </a:xfrm>
          <a:prstGeom prst="rect">
            <a:avLst/>
          </a:prstGeom>
          <a:noFill/>
        </p:spPr>
        <p:txBody>
          <a:bodyPr wrap="square">
            <a:spAutoFit/>
          </a:bodyPr>
          <a:lstStyle/>
          <a:p>
            <a:pPr>
              <a:lnSpc>
                <a:spcPct val="120000"/>
              </a:lnSpc>
            </a:pPr>
            <a:r>
              <a:rPr kumimoji="1" lang="zh-CN" altLang="en-US" sz="2000" b="1" dirty="0">
                <a:latin typeface="+mn-ea"/>
                <a:cs typeface="Consolas" panose="020B0609020204030204" pitchFamily="49" charset="0"/>
              </a:rPr>
              <a:t>用一维数组</a:t>
            </a:r>
            <a:r>
              <a:rPr kumimoji="1" lang="en-US" altLang="zh-CN" sz="2000" b="1" dirty="0" err="1">
                <a:solidFill>
                  <a:srgbClr val="0070C0"/>
                </a:solidFill>
                <a:latin typeface="+mn-ea"/>
                <a:cs typeface="Consolas" panose="020B0609020204030204" pitchFamily="49" charset="0"/>
              </a:rPr>
              <a:t>dist</a:t>
            </a:r>
            <a:r>
              <a:rPr kumimoji="1" lang="zh-CN" altLang="en-US" sz="2000" b="1" dirty="0">
                <a:latin typeface="+mn-ea"/>
                <a:cs typeface="Consolas" panose="020B0609020204030204" pitchFamily="49" charset="0"/>
              </a:rPr>
              <a:t>存储</a:t>
            </a:r>
            <a:endParaRPr lang="zh-CN" altLang="en-US" sz="2000" dirty="0"/>
          </a:p>
        </p:txBody>
      </p:sp>
      <p:sp>
        <p:nvSpPr>
          <p:cNvPr id="27" name="文本框 26"/>
          <p:cNvSpPr txBox="1"/>
          <p:nvPr>
            <p:custDataLst>
              <p:tags r:id="rId13"/>
            </p:custDataLst>
          </p:nvPr>
        </p:nvSpPr>
        <p:spPr>
          <a:xfrm>
            <a:off x="2951732" y="4278822"/>
            <a:ext cx="1472800" cy="369332"/>
          </a:xfrm>
          <a:prstGeom prst="rect">
            <a:avLst/>
          </a:prstGeom>
          <a:noFill/>
        </p:spPr>
        <p:txBody>
          <a:bodyPr wrap="square">
            <a:spAutoFit/>
          </a:bodyPr>
          <a:lstStyle/>
          <a:p>
            <a:pPr algn="ctr"/>
            <a:r>
              <a:rPr kumimoji="1" lang="en-US" altLang="zh-CN" b="1" dirty="0">
                <a:solidFill>
                  <a:srgbClr val="7030A0"/>
                </a:solidFill>
                <a:latin typeface="+mn-ea"/>
                <a:cs typeface="Consolas" panose="020B0609020204030204" pitchFamily="49" charset="0"/>
              </a:rPr>
              <a:t>path[</a:t>
            </a:r>
            <a:r>
              <a:rPr kumimoji="1" lang="en-US" altLang="zh-CN" b="1" dirty="0">
                <a:solidFill>
                  <a:srgbClr val="CC00FF"/>
                </a:solidFill>
                <a:latin typeface="+mn-ea"/>
                <a:cs typeface="Consolas" panose="020B0609020204030204" pitchFamily="49" charset="0"/>
              </a:rPr>
              <a:t>w</a:t>
            </a:r>
            <a:r>
              <a:rPr kumimoji="1" lang="en-US" altLang="zh-CN" b="1" dirty="0">
                <a:solidFill>
                  <a:srgbClr val="7030A0"/>
                </a:solidFill>
                <a:latin typeface="+mn-ea"/>
                <a:cs typeface="Consolas" panose="020B0609020204030204" pitchFamily="49" charset="0"/>
              </a:rPr>
              <a:t>]=</a:t>
            </a:r>
            <a:r>
              <a:rPr kumimoji="1" lang="en-US" altLang="zh-CN" b="1" dirty="0">
                <a:solidFill>
                  <a:srgbClr val="CC00FF"/>
                </a:solidFill>
                <a:latin typeface="+mn-ea"/>
                <a:cs typeface="Consolas" panose="020B0609020204030204" pitchFamily="49" charset="0"/>
              </a:rPr>
              <a:t>u</a:t>
            </a:r>
            <a:endParaRPr lang="zh-CN" altLang="en-US" dirty="0">
              <a:solidFill>
                <a:srgbClr val="CC00FF"/>
              </a:solidFill>
            </a:endParaRPr>
          </a:p>
        </p:txBody>
      </p:sp>
      <p:sp>
        <p:nvSpPr>
          <p:cNvPr id="28" name="文本框 27"/>
          <p:cNvSpPr txBox="1"/>
          <p:nvPr>
            <p:custDataLst>
              <p:tags r:id="rId14"/>
            </p:custDataLst>
          </p:nvPr>
        </p:nvSpPr>
        <p:spPr>
          <a:xfrm>
            <a:off x="4450761" y="4278822"/>
            <a:ext cx="1472800" cy="369332"/>
          </a:xfrm>
          <a:prstGeom prst="rect">
            <a:avLst/>
          </a:prstGeom>
          <a:noFill/>
        </p:spPr>
        <p:txBody>
          <a:bodyPr wrap="square">
            <a:spAutoFit/>
          </a:bodyPr>
          <a:lstStyle/>
          <a:p>
            <a:pPr algn="ctr"/>
            <a:r>
              <a:rPr kumimoji="1" lang="en-US" altLang="zh-CN" b="1" dirty="0">
                <a:solidFill>
                  <a:srgbClr val="7030A0"/>
                </a:solidFill>
                <a:latin typeface="+mn-ea"/>
                <a:cs typeface="Consolas" panose="020B0609020204030204" pitchFamily="49" charset="0"/>
              </a:rPr>
              <a:t>path[</a:t>
            </a:r>
            <a:r>
              <a:rPr kumimoji="1" lang="en-US" altLang="zh-CN" b="1" dirty="0">
                <a:solidFill>
                  <a:srgbClr val="CC00FF"/>
                </a:solidFill>
                <a:latin typeface="+mn-ea"/>
                <a:cs typeface="Consolas" panose="020B0609020204030204" pitchFamily="49" charset="0"/>
              </a:rPr>
              <a:t>j</a:t>
            </a:r>
            <a:r>
              <a:rPr kumimoji="1" lang="en-US" altLang="zh-CN" b="1" dirty="0">
                <a:solidFill>
                  <a:srgbClr val="7030A0"/>
                </a:solidFill>
                <a:latin typeface="+mn-ea"/>
                <a:cs typeface="Consolas" panose="020B0609020204030204" pitchFamily="49" charset="0"/>
              </a:rPr>
              <a:t>]=</a:t>
            </a:r>
            <a:r>
              <a:rPr kumimoji="1" lang="en-US" altLang="zh-CN" b="1" dirty="0">
                <a:solidFill>
                  <a:srgbClr val="CC00FF"/>
                </a:solidFill>
                <a:latin typeface="+mn-ea"/>
                <a:cs typeface="Consolas" panose="020B0609020204030204" pitchFamily="49" charset="0"/>
              </a:rPr>
              <a:t>w</a:t>
            </a:r>
            <a:endParaRPr lang="zh-CN" altLang="en-US" dirty="0">
              <a:solidFill>
                <a:srgbClr val="CC00FF"/>
              </a:solidFill>
            </a:endParaRPr>
          </a:p>
        </p:txBody>
      </p:sp>
      <p:cxnSp>
        <p:nvCxnSpPr>
          <p:cNvPr id="29" name="直接箭头连接符 28"/>
          <p:cNvCxnSpPr>
            <a:stCxn id="18" idx="0"/>
          </p:cNvCxnSpPr>
          <p:nvPr>
            <p:custDataLst>
              <p:tags r:id="rId15"/>
            </p:custDataLst>
          </p:nvPr>
        </p:nvCxnSpPr>
        <p:spPr>
          <a:xfrm flipH="1" flipV="1">
            <a:off x="2189102" y="4055206"/>
            <a:ext cx="1" cy="2236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7" idx="0"/>
          </p:cNvCxnSpPr>
          <p:nvPr>
            <p:custDataLst>
              <p:tags r:id="rId16"/>
            </p:custDataLst>
          </p:nvPr>
        </p:nvCxnSpPr>
        <p:spPr>
          <a:xfrm flipV="1">
            <a:off x="3688132" y="4055206"/>
            <a:ext cx="0" cy="2236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8" idx="0"/>
          </p:cNvCxnSpPr>
          <p:nvPr>
            <p:custDataLst>
              <p:tags r:id="rId17"/>
            </p:custDataLst>
          </p:nvPr>
        </p:nvCxnSpPr>
        <p:spPr>
          <a:xfrm flipV="1">
            <a:off x="5187161" y="4055206"/>
            <a:ext cx="0" cy="2236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p:cNvSpPr txBox="1"/>
          <p:nvPr>
            <p:custDataLst>
              <p:tags r:id="rId18"/>
            </p:custDataLst>
          </p:nvPr>
        </p:nvSpPr>
        <p:spPr>
          <a:xfrm>
            <a:off x="2267554" y="2266036"/>
            <a:ext cx="2555208" cy="430374"/>
          </a:xfrm>
          <a:prstGeom prst="rect">
            <a:avLst/>
          </a:prstGeom>
          <a:noFill/>
        </p:spPr>
        <p:txBody>
          <a:bodyPr wrap="square">
            <a:spAutoFit/>
          </a:bodyPr>
          <a:lstStyle/>
          <a:p>
            <a:pPr>
              <a:lnSpc>
                <a:spcPct val="120000"/>
              </a:lnSpc>
            </a:pPr>
            <a:r>
              <a:rPr kumimoji="1" lang="zh-CN" altLang="en-US" sz="2000" b="1" dirty="0">
                <a:latin typeface="+mn-ea"/>
                <a:cs typeface="Consolas" panose="020B0609020204030204" pitchFamily="49" charset="0"/>
              </a:rPr>
              <a:t>用一维数组</a:t>
            </a:r>
            <a:r>
              <a:rPr kumimoji="1" lang="en-US" altLang="zh-CN" sz="2000" b="1" dirty="0">
                <a:solidFill>
                  <a:srgbClr val="7030A0"/>
                </a:solidFill>
                <a:latin typeface="+mn-ea"/>
                <a:cs typeface="Consolas" panose="020B0609020204030204" pitchFamily="49" charset="0"/>
              </a:rPr>
              <a:t>path</a:t>
            </a:r>
            <a:r>
              <a:rPr kumimoji="1" lang="zh-CN" altLang="en-US" sz="2000" b="1" dirty="0">
                <a:latin typeface="+mn-ea"/>
                <a:cs typeface="Consolas" panose="020B0609020204030204" pitchFamily="49" charset="0"/>
              </a:rPr>
              <a:t>存储</a:t>
            </a:r>
            <a:endParaRPr lang="zh-CN" altLang="en-US" sz="2000" dirty="0"/>
          </a:p>
        </p:txBody>
      </p:sp>
      <p:sp>
        <p:nvSpPr>
          <p:cNvPr id="38" name="文本框 37"/>
          <p:cNvSpPr txBox="1"/>
          <p:nvPr>
            <p:custDataLst>
              <p:tags r:id="rId19"/>
            </p:custDataLst>
          </p:nvPr>
        </p:nvSpPr>
        <p:spPr>
          <a:xfrm>
            <a:off x="0" y="4695564"/>
            <a:ext cx="4486275" cy="728982"/>
          </a:xfrm>
          <a:prstGeom prst="rect">
            <a:avLst/>
          </a:prstGeom>
          <a:noFill/>
        </p:spPr>
        <p:txBody>
          <a:bodyPr wrap="square">
            <a:spAutoFit/>
          </a:bodyPr>
          <a:lstStyle/>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从</a:t>
            </a:r>
            <a:r>
              <a:rPr kumimoji="1" lang="en-US" altLang="zh-CN" b="1" dirty="0">
                <a:latin typeface="+mn-ea"/>
                <a:cs typeface="Consolas" panose="020B0609020204030204" pitchFamily="49" charset="0"/>
              </a:rPr>
              <a:t>path[j]</a:t>
            </a:r>
            <a:r>
              <a:rPr kumimoji="1" lang="zh-CN" altLang="en-US" b="1" dirty="0">
                <a:latin typeface="+mn-ea"/>
                <a:cs typeface="Consolas" panose="020B0609020204030204" pitchFamily="49" charset="0"/>
              </a:rPr>
              <a:t>推出的逆路径：</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对应的最短路径为：</a:t>
            </a:r>
            <a:r>
              <a:rPr kumimoji="1" lang="en-US" altLang="zh-CN" b="1" dirty="0">
                <a:solidFill>
                  <a:srgbClr val="B60A70"/>
                </a:solidFill>
                <a:latin typeface="+mn-ea"/>
                <a:cs typeface="Consolas" panose="020B0609020204030204" pitchFamily="49" charset="0"/>
              </a:rPr>
              <a:t>v</a:t>
            </a:r>
            <a:r>
              <a:rPr kumimoji="1" lang="en-US" altLang="zh-CN" b="1" dirty="0">
                <a:latin typeface="+mn-ea"/>
                <a:cs typeface="Consolas" panose="020B0609020204030204" pitchFamily="49" charset="0"/>
              </a:rPr>
              <a:t> </a:t>
            </a:r>
            <a:r>
              <a:rPr kumimoji="1" lang="en-US" altLang="zh-CN" b="1" dirty="0">
                <a:solidFill>
                  <a:srgbClr val="0000FF"/>
                </a:solidFill>
                <a:latin typeface="+mn-ea"/>
                <a:cs typeface="Consolas" panose="020B0609020204030204" pitchFamily="49" charset="0"/>
              </a:rPr>
              <a:t>-&gt;</a:t>
            </a:r>
            <a:r>
              <a:rPr kumimoji="1" lang="en-US" altLang="zh-CN" b="1" dirty="0">
                <a:latin typeface="+mn-ea"/>
                <a:cs typeface="Consolas" panose="020B0609020204030204" pitchFamily="49" charset="0"/>
              </a:rPr>
              <a:t> </a:t>
            </a:r>
            <a:r>
              <a:rPr kumimoji="1" lang="en-US" altLang="zh-CN" b="1" dirty="0">
                <a:solidFill>
                  <a:srgbClr val="CC00FF"/>
                </a:solidFill>
                <a:latin typeface="+mn-ea"/>
                <a:cs typeface="Consolas" panose="020B0609020204030204" pitchFamily="49" charset="0"/>
              </a:rPr>
              <a:t>u</a:t>
            </a:r>
            <a:r>
              <a:rPr kumimoji="1" lang="en-US" altLang="zh-CN" b="1" dirty="0">
                <a:latin typeface="+mn-ea"/>
                <a:cs typeface="Consolas" panose="020B0609020204030204" pitchFamily="49" charset="0"/>
              </a:rPr>
              <a:t> </a:t>
            </a:r>
            <a:r>
              <a:rPr kumimoji="1" lang="en-US" altLang="zh-CN" b="1" dirty="0">
                <a:solidFill>
                  <a:srgbClr val="0000FF"/>
                </a:solidFill>
                <a:latin typeface="+mn-ea"/>
                <a:cs typeface="Consolas" panose="020B0609020204030204" pitchFamily="49" charset="0"/>
              </a:rPr>
              <a:t>-&gt;</a:t>
            </a:r>
            <a:r>
              <a:rPr kumimoji="1" lang="en-US" altLang="zh-CN" b="1" dirty="0">
                <a:latin typeface="+mn-ea"/>
                <a:cs typeface="Consolas" panose="020B0609020204030204" pitchFamily="49" charset="0"/>
              </a:rPr>
              <a:t> </a:t>
            </a:r>
            <a:r>
              <a:rPr kumimoji="1" lang="en-US" altLang="zh-CN" b="1" dirty="0">
                <a:solidFill>
                  <a:srgbClr val="CC00FF"/>
                </a:solidFill>
                <a:latin typeface="+mn-ea"/>
                <a:cs typeface="Consolas" panose="020B0609020204030204" pitchFamily="49" charset="0"/>
              </a:rPr>
              <a:t>w</a:t>
            </a:r>
            <a:r>
              <a:rPr kumimoji="1" lang="en-US" altLang="zh-CN" b="1" dirty="0">
                <a:latin typeface="+mn-ea"/>
                <a:cs typeface="Consolas" panose="020B0609020204030204" pitchFamily="49" charset="0"/>
              </a:rPr>
              <a:t> </a:t>
            </a:r>
            <a:r>
              <a:rPr kumimoji="1" lang="en-US" altLang="zh-CN" b="1" dirty="0">
                <a:solidFill>
                  <a:srgbClr val="0000FF"/>
                </a:solidFill>
                <a:latin typeface="+mn-ea"/>
                <a:cs typeface="Consolas" panose="020B0609020204030204" pitchFamily="49" charset="0"/>
              </a:rPr>
              <a:t>-&gt;</a:t>
            </a:r>
            <a:r>
              <a:rPr kumimoji="1" lang="en-US" altLang="zh-CN" b="1" dirty="0">
                <a:latin typeface="+mn-ea"/>
                <a:cs typeface="Consolas" panose="020B0609020204030204" pitchFamily="49" charset="0"/>
              </a:rPr>
              <a:t> </a:t>
            </a:r>
            <a:r>
              <a:rPr kumimoji="1" lang="en-US" altLang="zh-CN" b="1" dirty="0">
                <a:solidFill>
                  <a:srgbClr val="CC00FF"/>
                </a:solidFill>
                <a:latin typeface="+mn-ea"/>
                <a:cs typeface="Consolas" panose="020B0609020204030204" pitchFamily="49" charset="0"/>
              </a:rPr>
              <a:t>j</a:t>
            </a:r>
            <a:endParaRPr kumimoji="1" lang="en-US" altLang="zh-CN" b="1" dirty="0">
              <a:solidFill>
                <a:srgbClr val="CC00FF"/>
              </a:solidFill>
              <a:latin typeface="+mn-ea"/>
              <a:cs typeface="Consolas" panose="020B0609020204030204" pitchFamily="49" charset="0"/>
            </a:endParaRPr>
          </a:p>
        </p:txBody>
      </p:sp>
      <p:sp>
        <p:nvSpPr>
          <p:cNvPr id="39" name="文本框 38"/>
          <p:cNvSpPr txBox="1"/>
          <p:nvPr>
            <p:custDataLst>
              <p:tags r:id="rId20"/>
            </p:custDataLst>
          </p:nvPr>
        </p:nvSpPr>
        <p:spPr>
          <a:xfrm>
            <a:off x="2954385" y="4695564"/>
            <a:ext cx="275223" cy="396583"/>
          </a:xfrm>
          <a:prstGeom prst="rect">
            <a:avLst/>
          </a:prstGeom>
          <a:noFill/>
        </p:spPr>
        <p:txBody>
          <a:bodyPr wrap="square">
            <a:spAutoFit/>
          </a:bodyPr>
          <a:lstStyle/>
          <a:p>
            <a:pPr>
              <a:lnSpc>
                <a:spcPct val="120000"/>
              </a:lnSpc>
            </a:pPr>
            <a:r>
              <a:rPr kumimoji="1" lang="en-US" altLang="zh-CN" b="1" dirty="0">
                <a:solidFill>
                  <a:srgbClr val="CC00FF"/>
                </a:solidFill>
                <a:latin typeface="+mn-ea"/>
                <a:cs typeface="Consolas" panose="020B0609020204030204" pitchFamily="49" charset="0"/>
              </a:rPr>
              <a:t>j</a:t>
            </a:r>
            <a:endParaRPr kumimoji="1" lang="en-US" altLang="zh-CN" b="1" dirty="0">
              <a:solidFill>
                <a:srgbClr val="CC00FF"/>
              </a:solidFill>
              <a:latin typeface="+mn-ea"/>
              <a:cs typeface="Consolas" panose="020B0609020204030204" pitchFamily="49" charset="0"/>
            </a:endParaRPr>
          </a:p>
        </p:txBody>
      </p:sp>
      <p:sp>
        <p:nvSpPr>
          <p:cNvPr id="42" name="文本框 41"/>
          <p:cNvSpPr txBox="1"/>
          <p:nvPr>
            <p:custDataLst>
              <p:tags r:id="rId21"/>
            </p:custDataLst>
          </p:nvPr>
        </p:nvSpPr>
        <p:spPr>
          <a:xfrm>
            <a:off x="3061916" y="4695564"/>
            <a:ext cx="550990" cy="396583"/>
          </a:xfrm>
          <a:prstGeom prst="rect">
            <a:avLst/>
          </a:prstGeom>
          <a:noFill/>
        </p:spPr>
        <p:txBody>
          <a:bodyPr wrap="square">
            <a:spAutoFit/>
          </a:bodyPr>
          <a:lstStyle/>
          <a:p>
            <a:pPr>
              <a:lnSpc>
                <a:spcPct val="120000"/>
              </a:lnSpc>
            </a:pPr>
            <a:r>
              <a:rPr kumimoji="1" lang="en-US" altLang="zh-CN" b="1" dirty="0">
                <a:latin typeface="+mn-ea"/>
                <a:cs typeface="Consolas" panose="020B0609020204030204" pitchFamily="49" charset="0"/>
              </a:rPr>
              <a:t>, </a:t>
            </a:r>
            <a:r>
              <a:rPr kumimoji="1" lang="en-US" altLang="zh-CN" b="1" dirty="0">
                <a:solidFill>
                  <a:srgbClr val="CC00FF"/>
                </a:solidFill>
                <a:latin typeface="+mn-ea"/>
                <a:cs typeface="Consolas" panose="020B0609020204030204" pitchFamily="49" charset="0"/>
              </a:rPr>
              <a:t>w</a:t>
            </a:r>
            <a:endParaRPr kumimoji="1" lang="en-US" altLang="zh-CN" b="1" dirty="0">
              <a:solidFill>
                <a:srgbClr val="CC00FF"/>
              </a:solidFill>
              <a:latin typeface="+mn-ea"/>
              <a:cs typeface="Consolas" panose="020B0609020204030204" pitchFamily="49" charset="0"/>
            </a:endParaRPr>
          </a:p>
        </p:txBody>
      </p:sp>
      <p:sp>
        <p:nvSpPr>
          <p:cNvPr id="43" name="文本框 42"/>
          <p:cNvSpPr txBox="1"/>
          <p:nvPr>
            <p:custDataLst>
              <p:tags r:id="rId22"/>
            </p:custDataLst>
          </p:nvPr>
        </p:nvSpPr>
        <p:spPr>
          <a:xfrm>
            <a:off x="3421563" y="4695563"/>
            <a:ext cx="477426" cy="396583"/>
          </a:xfrm>
          <a:prstGeom prst="rect">
            <a:avLst/>
          </a:prstGeom>
          <a:noFill/>
        </p:spPr>
        <p:txBody>
          <a:bodyPr wrap="square">
            <a:spAutoFit/>
          </a:bodyPr>
          <a:lstStyle/>
          <a:p>
            <a:pPr>
              <a:lnSpc>
                <a:spcPct val="120000"/>
              </a:lnSpc>
            </a:pPr>
            <a:r>
              <a:rPr kumimoji="1" lang="en-US" altLang="zh-CN" b="1" dirty="0">
                <a:latin typeface="+mn-ea"/>
                <a:cs typeface="Consolas" panose="020B0609020204030204" pitchFamily="49" charset="0"/>
              </a:rPr>
              <a:t>,</a:t>
            </a:r>
            <a:r>
              <a:rPr kumimoji="1" lang="en-US" altLang="zh-CN" b="1" dirty="0">
                <a:solidFill>
                  <a:srgbClr val="CC00FF"/>
                </a:solidFill>
                <a:latin typeface="+mn-ea"/>
                <a:cs typeface="Consolas" panose="020B0609020204030204" pitchFamily="49" charset="0"/>
              </a:rPr>
              <a:t> u</a:t>
            </a:r>
            <a:endParaRPr kumimoji="1" lang="en-US" altLang="zh-CN" b="1" dirty="0">
              <a:solidFill>
                <a:srgbClr val="CC00FF"/>
              </a:solidFill>
              <a:latin typeface="+mn-ea"/>
              <a:cs typeface="Consolas" panose="020B0609020204030204" pitchFamily="49" charset="0"/>
            </a:endParaRPr>
          </a:p>
        </p:txBody>
      </p:sp>
      <p:sp>
        <p:nvSpPr>
          <p:cNvPr id="44" name="文本框 43"/>
          <p:cNvSpPr txBox="1"/>
          <p:nvPr>
            <p:custDataLst>
              <p:tags r:id="rId23"/>
            </p:custDataLst>
          </p:nvPr>
        </p:nvSpPr>
        <p:spPr>
          <a:xfrm>
            <a:off x="3748842" y="4695562"/>
            <a:ext cx="509794" cy="396583"/>
          </a:xfrm>
          <a:prstGeom prst="rect">
            <a:avLst/>
          </a:prstGeom>
          <a:noFill/>
        </p:spPr>
        <p:txBody>
          <a:bodyPr wrap="square">
            <a:spAutoFit/>
          </a:bodyPr>
          <a:lstStyle/>
          <a:p>
            <a:pPr>
              <a:lnSpc>
                <a:spcPct val="120000"/>
              </a:lnSpc>
            </a:pPr>
            <a:r>
              <a:rPr kumimoji="1" lang="en-US" altLang="zh-CN" b="1" dirty="0">
                <a:latin typeface="+mn-ea"/>
                <a:cs typeface="Consolas" panose="020B0609020204030204" pitchFamily="49" charset="0"/>
              </a:rPr>
              <a:t>, </a:t>
            </a:r>
            <a:r>
              <a:rPr kumimoji="1" lang="en-US" altLang="zh-CN" b="1" dirty="0">
                <a:solidFill>
                  <a:srgbClr val="B60A70"/>
                </a:solidFill>
                <a:latin typeface="+mn-ea"/>
                <a:cs typeface="Consolas" panose="020B0609020204030204" pitchFamily="49" charset="0"/>
              </a:rPr>
              <a:t>v</a:t>
            </a:r>
            <a:endParaRPr kumimoji="1" lang="en-US" altLang="zh-CN" b="1" dirty="0">
              <a:solidFill>
                <a:srgbClr val="B60A70"/>
              </a:solidFill>
              <a:latin typeface="+mn-ea"/>
              <a:cs typeface="Consolas" panose="020B0609020204030204" pitchFamily="49" charset="0"/>
            </a:endParaRPr>
          </a:p>
        </p:txBody>
      </p:sp>
      <p:sp>
        <p:nvSpPr>
          <p:cNvPr id="46" name="文本框 45"/>
          <p:cNvSpPr txBox="1"/>
          <p:nvPr>
            <p:custDataLst>
              <p:tags r:id="rId24"/>
            </p:custDataLst>
          </p:nvPr>
        </p:nvSpPr>
        <p:spPr>
          <a:xfrm>
            <a:off x="434" y="720453"/>
            <a:ext cx="9143566" cy="430374"/>
          </a:xfrm>
          <a:prstGeom prst="rect">
            <a:avLst/>
          </a:prstGeom>
          <a:noFill/>
        </p:spPr>
        <p:txBody>
          <a:bodyPr wrap="square">
            <a:spAutoFit/>
          </a:bodyPr>
          <a:lstStyle/>
          <a:p>
            <a:pPr>
              <a:lnSpc>
                <a:spcPct val="120000"/>
              </a:lnSpc>
            </a:pPr>
            <a:r>
              <a:rPr kumimoji="1" lang="zh-CN" altLang="en-US" sz="2000" b="1" dirty="0">
                <a:solidFill>
                  <a:srgbClr val="0099BC"/>
                </a:solidFill>
                <a:latin typeface="+mn-ea"/>
                <a:cs typeface="Consolas" panose="020B0609020204030204" pitchFamily="49" charset="0"/>
              </a:rPr>
              <a:t>狄克斯特拉算法需要同时求出源点到其他点的最短路径长度和最短路径</a:t>
            </a:r>
            <a:endParaRPr kumimoji="1" lang="en-US" altLang="zh-CN" sz="2000" b="1" dirty="0">
              <a:solidFill>
                <a:srgbClr val="0099BC"/>
              </a:solidFill>
              <a:latin typeface="+mn-ea"/>
              <a:cs typeface="Consolas" panose="020B0609020204030204" pitchFamily="49" charset="0"/>
            </a:endParaRPr>
          </a:p>
        </p:txBody>
      </p:sp>
      <p:sp>
        <p:nvSpPr>
          <p:cNvPr id="47" name="文本框 46"/>
          <p:cNvSpPr txBox="1"/>
          <p:nvPr>
            <p:custDataLst>
              <p:tags r:id="rId25"/>
            </p:custDataLst>
          </p:nvPr>
        </p:nvSpPr>
        <p:spPr>
          <a:xfrm>
            <a:off x="4064839" y="4695562"/>
            <a:ext cx="1403513" cy="396583"/>
          </a:xfrm>
          <a:prstGeom prst="rect">
            <a:avLst/>
          </a:prstGeom>
          <a:noFill/>
        </p:spPr>
        <p:txBody>
          <a:bodyPr wrap="square">
            <a:spAutoFit/>
          </a:bodyPr>
          <a:lstStyle/>
          <a:p>
            <a:pPr>
              <a:lnSpc>
                <a:spcPct val="120000"/>
              </a:lnSpc>
            </a:pPr>
            <a:r>
              <a:rPr kumimoji="1" lang="en-US" altLang="zh-CN" b="1" dirty="0">
                <a:solidFill>
                  <a:srgbClr val="B60A70"/>
                </a:solidFill>
                <a:latin typeface="+mn-ea"/>
                <a:cs typeface="Consolas" panose="020B0609020204030204" pitchFamily="49" charset="0"/>
              </a:rPr>
              <a:t>(</a:t>
            </a:r>
            <a:r>
              <a:rPr kumimoji="1" lang="zh-CN" altLang="en-US" b="1" dirty="0">
                <a:solidFill>
                  <a:srgbClr val="B60A70"/>
                </a:solidFill>
                <a:latin typeface="+mn-ea"/>
                <a:cs typeface="Consolas" panose="020B0609020204030204" pitchFamily="49" charset="0"/>
              </a:rPr>
              <a:t>到达源点</a:t>
            </a:r>
            <a:r>
              <a:rPr kumimoji="1" lang="en-US" altLang="zh-CN" b="1" dirty="0">
                <a:solidFill>
                  <a:srgbClr val="B60A70"/>
                </a:solidFill>
                <a:latin typeface="+mn-ea"/>
                <a:cs typeface="Consolas" panose="020B0609020204030204" pitchFamily="49" charset="0"/>
              </a:rPr>
              <a:t>)</a:t>
            </a:r>
            <a:endParaRPr kumimoji="1" lang="en-US" altLang="zh-CN" b="1" dirty="0">
              <a:solidFill>
                <a:srgbClr val="B60A70"/>
              </a:solidFill>
              <a:latin typeface="+mn-ea"/>
              <a:cs typeface="Consolas" panose="020B0609020204030204" pitchFamily="49" charset="0"/>
            </a:endParaRPr>
          </a:p>
        </p:txBody>
      </p:sp>
      <p:sp>
        <p:nvSpPr>
          <p:cNvPr id="5" name="文本框 4"/>
          <p:cNvSpPr txBox="1"/>
          <p:nvPr>
            <p:custDataLst>
              <p:tags r:id="rId26"/>
            </p:custDataLst>
          </p:nvPr>
        </p:nvSpPr>
        <p:spPr>
          <a:xfrm>
            <a:off x="4071" y="4278822"/>
            <a:ext cx="1372005" cy="369332"/>
          </a:xfrm>
          <a:prstGeom prst="rect">
            <a:avLst/>
          </a:prstGeom>
          <a:noFill/>
        </p:spPr>
        <p:txBody>
          <a:bodyPr wrap="square">
            <a:spAutoFit/>
          </a:bodyPr>
          <a:lstStyle/>
          <a:p>
            <a:pPr algn="ctr"/>
            <a:r>
              <a:rPr kumimoji="1" lang="en-US" altLang="zh-CN" b="1" dirty="0">
                <a:solidFill>
                  <a:srgbClr val="7030A0"/>
                </a:solidFill>
                <a:latin typeface="+mn-ea"/>
                <a:cs typeface="Consolas" panose="020B0609020204030204" pitchFamily="49" charset="0"/>
              </a:rPr>
              <a:t>path[</a:t>
            </a:r>
            <a:r>
              <a:rPr kumimoji="1" lang="en-US" altLang="zh-CN" b="1" dirty="0">
                <a:solidFill>
                  <a:srgbClr val="B50988"/>
                </a:solidFill>
                <a:latin typeface="+mn-ea"/>
                <a:cs typeface="Consolas" panose="020B0609020204030204" pitchFamily="49" charset="0"/>
              </a:rPr>
              <a:t>v</a:t>
            </a:r>
            <a:r>
              <a:rPr kumimoji="1" lang="en-US" altLang="zh-CN" b="1" dirty="0">
                <a:solidFill>
                  <a:srgbClr val="7030A0"/>
                </a:solidFill>
                <a:latin typeface="+mn-ea"/>
                <a:cs typeface="Consolas" panose="020B0609020204030204" pitchFamily="49" charset="0"/>
              </a:rPr>
              <a:t>]=</a:t>
            </a:r>
            <a:r>
              <a:rPr kumimoji="1" lang="en-US" altLang="zh-CN" b="1" dirty="0">
                <a:solidFill>
                  <a:srgbClr val="B60A70"/>
                </a:solidFill>
                <a:latin typeface="+mn-ea"/>
                <a:cs typeface="Consolas" panose="020B0609020204030204" pitchFamily="49" charset="0"/>
              </a:rPr>
              <a:t>v</a:t>
            </a:r>
            <a:endParaRPr lang="zh-CN" altLang="en-US" dirty="0">
              <a:solidFill>
                <a:srgbClr val="B60A70"/>
              </a:solidFill>
            </a:endParaRPr>
          </a:p>
        </p:txBody>
      </p:sp>
      <p:cxnSp>
        <p:nvCxnSpPr>
          <p:cNvPr id="7" name="直接箭头连接符 6"/>
          <p:cNvCxnSpPr>
            <a:stCxn id="5" idx="0"/>
          </p:cNvCxnSpPr>
          <p:nvPr>
            <p:custDataLst>
              <p:tags r:id="rId27"/>
            </p:custDataLst>
          </p:nvPr>
        </p:nvCxnSpPr>
        <p:spPr>
          <a:xfrm flipH="1" flipV="1">
            <a:off x="690073" y="4055206"/>
            <a:ext cx="1" cy="2236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wipe(left)">
                                      <p:cBhvr>
                                        <p:cTn id="12" dur="5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left)">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left)">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
                                            <p:txEl>
                                              <p:pRg st="0" end="0"/>
                                            </p:txEl>
                                          </p:spTgt>
                                        </p:tgtEl>
                                        <p:attrNameLst>
                                          <p:attrName>style.visibility</p:attrName>
                                        </p:attrNameLst>
                                      </p:cBhvr>
                                      <p:to>
                                        <p:strVal val="visible"/>
                                      </p:to>
                                    </p:set>
                                    <p:animEffect transition="in" filter="wipe(left)">
                                      <p:cBhvr>
                                        <p:cTn id="32" dur="500"/>
                                        <p:tgtEl>
                                          <p:spTgt spid="3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wipe(left)">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wipe(left)">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par>
                                <p:cTn id="54" presetID="10" presetClass="entr" presetSubtype="0" fill="hold"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par>
                                <p:cTn id="60" presetID="10" presetClass="entr" presetSubtype="0"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38">
                                            <p:txEl>
                                              <p:pRg st="0" end="0"/>
                                            </p:txEl>
                                          </p:spTgt>
                                        </p:tgtEl>
                                        <p:attrNameLst>
                                          <p:attrName>style.visibility</p:attrName>
                                        </p:attrNameLst>
                                      </p:cBhvr>
                                      <p:to>
                                        <p:strVal val="visible"/>
                                      </p:to>
                                    </p:set>
                                    <p:animEffect transition="in" filter="wipe(left)">
                                      <p:cBhvr>
                                        <p:cTn id="70" dur="500"/>
                                        <p:tgtEl>
                                          <p:spTgt spid="38">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500"/>
                                        <p:tgtEl>
                                          <p:spTgt spid="3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childTnLst>
                          </p:cTn>
                        </p:par>
                        <p:par>
                          <p:cTn id="81" fill="hold">
                            <p:stCondLst>
                              <p:cond delay="500"/>
                            </p:stCondLst>
                            <p:childTnLst>
                              <p:par>
                                <p:cTn id="82" presetID="22" presetClass="entr" presetSubtype="4"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wipe(down)">
                                      <p:cBhvr>
                                        <p:cTn id="84" dur="500"/>
                                        <p:tgtEl>
                                          <p:spTgt spid="34"/>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500"/>
                                        <p:tgtEl>
                                          <p:spTgt spid="4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500"/>
                                        <p:tgtEl>
                                          <p:spTgt spid="27"/>
                                        </p:tgtEl>
                                      </p:cBhvr>
                                    </p:animEffect>
                                  </p:childTnLst>
                                </p:cTn>
                              </p:par>
                            </p:childTnLst>
                          </p:cTn>
                        </p:par>
                        <p:par>
                          <p:cTn id="95" fill="hold">
                            <p:stCondLst>
                              <p:cond delay="500"/>
                            </p:stCondLst>
                            <p:childTnLst>
                              <p:par>
                                <p:cTn id="96" presetID="22" presetClass="entr" presetSubtype="4" fill="hold"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wipe(down)">
                                      <p:cBhvr>
                                        <p:cTn id="98" dur="500"/>
                                        <p:tgtEl>
                                          <p:spTgt spid="32"/>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500"/>
                                        <p:tgtEl>
                                          <p:spTgt spid="43"/>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500"/>
                                        <p:tgtEl>
                                          <p:spTgt spid="18"/>
                                        </p:tgtEl>
                                      </p:cBhvr>
                                    </p:animEffect>
                                  </p:childTnLst>
                                </p:cTn>
                              </p:par>
                            </p:childTnLst>
                          </p:cTn>
                        </p:par>
                        <p:par>
                          <p:cTn id="109" fill="hold">
                            <p:stCondLst>
                              <p:cond delay="500"/>
                            </p:stCondLst>
                            <p:childTnLst>
                              <p:par>
                                <p:cTn id="110" presetID="22" presetClass="entr" presetSubtype="4" fill="hold" nodeType="after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wipe(down)">
                                      <p:cBhvr>
                                        <p:cTn id="112" dur="500"/>
                                        <p:tgtEl>
                                          <p:spTgt spid="29"/>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4"/>
                                        </p:tgtEl>
                                        <p:attrNameLst>
                                          <p:attrName>style.visibility</p:attrName>
                                        </p:attrNameLst>
                                      </p:cBhvr>
                                      <p:to>
                                        <p:strVal val="visible"/>
                                      </p:to>
                                    </p:set>
                                    <p:animEffect transition="in" filter="fade">
                                      <p:cBhvr>
                                        <p:cTn id="117" dur="500"/>
                                        <p:tgtEl>
                                          <p:spTgt spid="44"/>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5"/>
                                        </p:tgtEl>
                                        <p:attrNameLst>
                                          <p:attrName>style.visibility</p:attrName>
                                        </p:attrNameLst>
                                      </p:cBhvr>
                                      <p:to>
                                        <p:strVal val="visible"/>
                                      </p:to>
                                    </p:set>
                                    <p:animEffect transition="in" filter="fade">
                                      <p:cBhvr>
                                        <p:cTn id="122" dur="500"/>
                                        <p:tgtEl>
                                          <p:spTgt spid="5"/>
                                        </p:tgtEl>
                                      </p:cBhvr>
                                    </p:animEffect>
                                  </p:childTnLst>
                                </p:cTn>
                              </p:par>
                            </p:childTnLst>
                          </p:cTn>
                        </p:par>
                        <p:par>
                          <p:cTn id="123" fill="hold">
                            <p:stCondLst>
                              <p:cond delay="500"/>
                            </p:stCondLst>
                            <p:childTnLst>
                              <p:par>
                                <p:cTn id="124" presetID="22" presetClass="entr" presetSubtype="4" fill="hold" nodeType="afterEffect">
                                  <p:stCondLst>
                                    <p:cond delay="0"/>
                                  </p:stCondLst>
                                  <p:childTnLst>
                                    <p:set>
                                      <p:cBhvr>
                                        <p:cTn id="125" dur="1" fill="hold">
                                          <p:stCondLst>
                                            <p:cond delay="0"/>
                                          </p:stCondLst>
                                        </p:cTn>
                                        <p:tgtEl>
                                          <p:spTgt spid="7"/>
                                        </p:tgtEl>
                                        <p:attrNameLst>
                                          <p:attrName>style.visibility</p:attrName>
                                        </p:attrNameLst>
                                      </p:cBhvr>
                                      <p:to>
                                        <p:strVal val="visible"/>
                                      </p:to>
                                    </p:set>
                                    <p:animEffect transition="in" filter="wipe(down)">
                                      <p:cBhvr>
                                        <p:cTn id="126" dur="500"/>
                                        <p:tgtEl>
                                          <p:spTgt spid="7"/>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500"/>
                                        <p:tgtEl>
                                          <p:spTgt spid="47"/>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38">
                                            <p:txEl>
                                              <p:pRg st="1" end="1"/>
                                            </p:txEl>
                                          </p:spTgt>
                                        </p:tgtEl>
                                        <p:attrNameLst>
                                          <p:attrName>style.visibility</p:attrName>
                                        </p:attrNameLst>
                                      </p:cBhvr>
                                      <p:to>
                                        <p:strVal val="visible"/>
                                      </p:to>
                                    </p:set>
                                    <p:animEffect transition="in" filter="wipe(left)">
                                      <p:cBhvr>
                                        <p:cTn id="136" dur="500"/>
                                        <p:tgtEl>
                                          <p:spTgt spid="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1" grpId="0" bldLvl="0" animBg="1"/>
      <p:bldP spid="14" grpId="0" bldLvl="0" animBg="1"/>
      <p:bldP spid="16" grpId="0" bldLvl="0" animBg="1"/>
      <p:bldP spid="18" grpId="0"/>
      <p:bldP spid="27" grpId="0"/>
      <p:bldP spid="28" grpId="0"/>
      <p:bldP spid="39" grpId="0"/>
      <p:bldP spid="42" grpId="0"/>
      <p:bldP spid="43" grpId="0"/>
      <p:bldP spid="44" grpId="0"/>
      <p:bldP spid="47"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75" name="Text Box 2"/>
          <p:cNvSpPr txBox="1">
            <a:spLocks noChangeArrowheads="1"/>
          </p:cNvSpPr>
          <p:nvPr>
            <p:custDataLst>
              <p:tags r:id="rId2"/>
            </p:custDataLst>
          </p:nvPr>
        </p:nvSpPr>
        <p:spPr bwMode="auto">
          <a:xfrm>
            <a:off x="-2348" y="5339713"/>
            <a:ext cx="2459547" cy="396583"/>
          </a:xfrm>
          <a:prstGeom prst="rect">
            <a:avLst/>
          </a:prstGeom>
          <a:noFill/>
          <a:ln w="9525">
            <a:noFill/>
            <a:miter lim="800000"/>
          </a:ln>
          <a:effectLst/>
        </p:spPr>
        <p:txBody>
          <a:bodyPr wrap="square">
            <a:spAutoFit/>
          </a:bodyPr>
          <a:p>
            <a:pPr>
              <a:lnSpc>
                <a:spcPct val="120000"/>
              </a:lnSpc>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         </a:t>
            </a:r>
            <a:endParaRPr kumimoji="1" lang="en-US" altLang="zh-CN" b="1" dirty="0">
              <a:latin typeface="+mn-ea"/>
              <a:cs typeface="Consolas" panose="020B0609020204030204" pitchFamily="49" charset="0"/>
            </a:endParaRPr>
          </a:p>
        </p:txBody>
      </p:sp>
      <p:sp>
        <p:nvSpPr>
          <p:cNvPr id="59" name="Text Box 2"/>
          <p:cNvSpPr txBox="1">
            <a:spLocks noChangeArrowheads="1"/>
          </p:cNvSpPr>
          <p:nvPr>
            <p:custDataLst>
              <p:tags r:id="rId3"/>
            </p:custDataLst>
          </p:nvPr>
        </p:nvSpPr>
        <p:spPr bwMode="auto">
          <a:xfrm>
            <a:off x="-2348" y="3819609"/>
            <a:ext cx="1517833" cy="1243738"/>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第一次循环：</a:t>
            </a:r>
            <a:endParaRPr kumimoji="1" lang="en-US" altLang="zh-CN" sz="2000" b="1" dirty="0">
              <a:solidFill>
                <a:srgbClr val="0099BC"/>
              </a:solidFill>
              <a:latin typeface="+mn-ea"/>
              <a:cs typeface="Consolas" panose="020B0609020204030204" pitchFamily="49" charset="0"/>
            </a:endParaRPr>
          </a:p>
          <a:p>
            <a:pPr>
              <a:lnSpc>
                <a:spcPct val="150000"/>
              </a:lnSpc>
            </a:pPr>
            <a:r>
              <a:rPr kumimoji="1" lang="en-US" altLang="zh-CN" b="1" dirty="0">
                <a:solidFill>
                  <a:srgbClr val="B60A70"/>
                </a:solidFill>
                <a:latin typeface="+mn-ea"/>
                <a:cs typeface="Consolas" panose="020B0609020204030204" pitchFamily="49" charset="0"/>
              </a:rPr>
              <a:t>S</a:t>
            </a:r>
            <a:r>
              <a:rPr kumimoji="1" lang="zh-CN" altLang="en-US" b="1" dirty="0">
                <a:solidFill>
                  <a:srgbClr val="B60A70"/>
                </a:solidFill>
                <a:latin typeface="+mn-ea"/>
                <a:cs typeface="Consolas" panose="020B0609020204030204" pitchFamily="49" charset="0"/>
              </a:rPr>
              <a:t>：</a:t>
            </a:r>
            <a:endParaRPr kumimoji="1" lang="en-US" altLang="zh-CN" b="1" dirty="0">
              <a:solidFill>
                <a:srgbClr val="B60A70"/>
              </a:solidFill>
              <a:latin typeface="+mn-ea"/>
              <a:cs typeface="Consolas" panose="020B0609020204030204" pitchFamily="49" charset="0"/>
            </a:endParaRPr>
          </a:p>
          <a:p>
            <a:pPr>
              <a:lnSpc>
                <a:spcPct val="150000"/>
              </a:lnSpc>
            </a:pP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a:t>
            </a:r>
            <a:endParaRPr kumimoji="1" lang="en-US" altLang="zh-CN" b="1" dirty="0">
              <a:solidFill>
                <a:schemeClr val="tx1">
                  <a:lumMod val="50000"/>
                  <a:lumOff val="50000"/>
                </a:schemeClr>
              </a:solidFill>
              <a:latin typeface="+mn-ea"/>
              <a:cs typeface="Consolas" panose="020B0609020204030204" pitchFamily="49" charset="0"/>
            </a:endParaRPr>
          </a:p>
        </p:txBody>
      </p:sp>
      <p:sp>
        <p:nvSpPr>
          <p:cNvPr id="46" name="Text Box 2"/>
          <p:cNvSpPr txBox="1">
            <a:spLocks noChangeArrowheads="1"/>
          </p:cNvSpPr>
          <p:nvPr>
            <p:custDataLst>
              <p:tags r:id="rId4"/>
            </p:custDataLst>
          </p:nvPr>
        </p:nvSpPr>
        <p:spPr bwMode="auto">
          <a:xfrm>
            <a:off x="4532572" y="5339713"/>
            <a:ext cx="2459547" cy="396583"/>
          </a:xfrm>
          <a:prstGeom prst="rect">
            <a:avLst/>
          </a:prstGeom>
          <a:noFill/>
          <a:ln w="9525">
            <a:noFill/>
            <a:miter lim="800000"/>
          </a:ln>
          <a:effectLst/>
        </p:spPr>
        <p:txBody>
          <a:bodyPr wrap="square">
            <a:spAutoFit/>
          </a:bodyPr>
          <a:p>
            <a:pPr>
              <a:lnSpc>
                <a:spcPct val="120000"/>
              </a:lnSpc>
            </a:pPr>
            <a:r>
              <a:rPr kumimoji="1" lang="en-US" altLang="zh-CN" b="1" dirty="0">
                <a:solidFill>
                  <a:srgbClr val="7030A0"/>
                </a:solidFill>
                <a:latin typeface="+mn-ea"/>
                <a:cs typeface="Consolas" panose="020B0609020204030204" pitchFamily="49" charset="0"/>
              </a:rPr>
              <a:t>path[]</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11" name="任意多边形: 形状 10"/>
          <p:cNvSpPr/>
          <p:nvPr>
            <p:custDataLst>
              <p:tags r:id="rId5"/>
            </p:custDataLst>
          </p:nvPr>
        </p:nvSpPr>
        <p:spPr>
          <a:xfrm>
            <a:off x="2179787" y="2559740"/>
            <a:ext cx="816853" cy="705716"/>
          </a:xfrm>
          <a:custGeom>
            <a:avLst/>
            <a:gdLst>
              <a:gd name="connsiteX0" fmla="*/ 266700 w 762000"/>
              <a:gd name="connsiteY0" fmla="*/ 40481 h 664387"/>
              <a:gd name="connsiteX1" fmla="*/ 219075 w 762000"/>
              <a:gd name="connsiteY1" fmla="*/ 45243 h 664387"/>
              <a:gd name="connsiteX2" fmla="*/ 204788 w 762000"/>
              <a:gd name="connsiteY2" fmla="*/ 50006 h 664387"/>
              <a:gd name="connsiteX3" fmla="*/ 171450 w 762000"/>
              <a:gd name="connsiteY3" fmla="*/ 66675 h 664387"/>
              <a:gd name="connsiteX4" fmla="*/ 154782 w 762000"/>
              <a:gd name="connsiteY4" fmla="*/ 80962 h 664387"/>
              <a:gd name="connsiteX5" fmla="*/ 130969 w 762000"/>
              <a:gd name="connsiteY5" fmla="*/ 95250 h 664387"/>
              <a:gd name="connsiteX6" fmla="*/ 85725 w 762000"/>
              <a:gd name="connsiteY6" fmla="*/ 133350 h 664387"/>
              <a:gd name="connsiteX7" fmla="*/ 57150 w 762000"/>
              <a:gd name="connsiteY7" fmla="*/ 159543 h 664387"/>
              <a:gd name="connsiteX8" fmla="*/ 45244 w 762000"/>
              <a:gd name="connsiteY8" fmla="*/ 195262 h 664387"/>
              <a:gd name="connsiteX9" fmla="*/ 40482 w 762000"/>
              <a:gd name="connsiteY9" fmla="*/ 211931 h 664387"/>
              <a:gd name="connsiteX10" fmla="*/ 33338 w 762000"/>
              <a:gd name="connsiteY10" fmla="*/ 233362 h 664387"/>
              <a:gd name="connsiteX11" fmla="*/ 23813 w 762000"/>
              <a:gd name="connsiteY11" fmla="*/ 257175 h 664387"/>
              <a:gd name="connsiteX12" fmla="*/ 19050 w 762000"/>
              <a:gd name="connsiteY12" fmla="*/ 280987 h 664387"/>
              <a:gd name="connsiteX13" fmla="*/ 14288 w 762000"/>
              <a:gd name="connsiteY13" fmla="*/ 295275 h 664387"/>
              <a:gd name="connsiteX14" fmla="*/ 0 w 762000"/>
              <a:gd name="connsiteY14" fmla="*/ 357187 h 664387"/>
              <a:gd name="connsiteX15" fmla="*/ 7144 w 762000"/>
              <a:gd name="connsiteY15" fmla="*/ 452437 h 664387"/>
              <a:gd name="connsiteX16" fmla="*/ 9525 w 762000"/>
              <a:gd name="connsiteY16" fmla="*/ 464343 h 664387"/>
              <a:gd name="connsiteX17" fmla="*/ 26194 w 762000"/>
              <a:gd name="connsiteY17" fmla="*/ 497681 h 664387"/>
              <a:gd name="connsiteX18" fmla="*/ 42863 w 762000"/>
              <a:gd name="connsiteY18" fmla="*/ 531018 h 664387"/>
              <a:gd name="connsiteX19" fmla="*/ 47625 w 762000"/>
              <a:gd name="connsiteY19" fmla="*/ 538162 h 664387"/>
              <a:gd name="connsiteX20" fmla="*/ 109538 w 762000"/>
              <a:gd name="connsiteY20" fmla="*/ 590550 h 664387"/>
              <a:gd name="connsiteX21" fmla="*/ 128588 w 762000"/>
              <a:gd name="connsiteY21" fmla="*/ 597693 h 664387"/>
              <a:gd name="connsiteX22" fmla="*/ 171450 w 762000"/>
              <a:gd name="connsiteY22" fmla="*/ 619125 h 664387"/>
              <a:gd name="connsiteX23" fmla="*/ 207169 w 762000"/>
              <a:gd name="connsiteY23" fmla="*/ 628650 h 664387"/>
              <a:gd name="connsiteX24" fmla="*/ 242888 w 762000"/>
              <a:gd name="connsiteY24" fmla="*/ 633412 h 664387"/>
              <a:gd name="connsiteX25" fmla="*/ 257175 w 762000"/>
              <a:gd name="connsiteY25" fmla="*/ 635793 h 664387"/>
              <a:gd name="connsiteX26" fmla="*/ 300038 w 762000"/>
              <a:gd name="connsiteY26" fmla="*/ 642937 h 664387"/>
              <a:gd name="connsiteX27" fmla="*/ 390525 w 762000"/>
              <a:gd name="connsiteY27" fmla="*/ 647700 h 664387"/>
              <a:gd name="connsiteX28" fmla="*/ 459582 w 762000"/>
              <a:gd name="connsiteY28" fmla="*/ 659606 h 664387"/>
              <a:gd name="connsiteX29" fmla="*/ 495300 w 762000"/>
              <a:gd name="connsiteY29" fmla="*/ 664368 h 664387"/>
              <a:gd name="connsiteX30" fmla="*/ 554832 w 762000"/>
              <a:gd name="connsiteY30" fmla="*/ 657225 h 664387"/>
              <a:gd name="connsiteX31" fmla="*/ 590550 w 762000"/>
              <a:gd name="connsiteY31" fmla="*/ 638175 h 664387"/>
              <a:gd name="connsiteX32" fmla="*/ 602457 w 762000"/>
              <a:gd name="connsiteY32" fmla="*/ 626268 h 664387"/>
              <a:gd name="connsiteX33" fmla="*/ 626269 w 762000"/>
              <a:gd name="connsiteY33" fmla="*/ 609600 h 664387"/>
              <a:gd name="connsiteX34" fmla="*/ 642938 w 762000"/>
              <a:gd name="connsiteY34" fmla="*/ 592931 h 664387"/>
              <a:gd name="connsiteX35" fmla="*/ 664369 w 762000"/>
              <a:gd name="connsiteY35" fmla="*/ 578643 h 664387"/>
              <a:gd name="connsiteX36" fmla="*/ 681038 w 762000"/>
              <a:gd name="connsiteY36" fmla="*/ 559593 h 664387"/>
              <a:gd name="connsiteX37" fmla="*/ 707232 w 762000"/>
              <a:gd name="connsiteY37" fmla="*/ 526256 h 664387"/>
              <a:gd name="connsiteX38" fmla="*/ 742950 w 762000"/>
              <a:gd name="connsiteY38" fmla="*/ 454818 h 664387"/>
              <a:gd name="connsiteX39" fmla="*/ 752475 w 762000"/>
              <a:gd name="connsiteY39" fmla="*/ 383381 h 664387"/>
              <a:gd name="connsiteX40" fmla="*/ 762000 w 762000"/>
              <a:gd name="connsiteY40" fmla="*/ 333375 h 664387"/>
              <a:gd name="connsiteX41" fmla="*/ 750094 w 762000"/>
              <a:gd name="connsiteY41" fmla="*/ 214312 h 664387"/>
              <a:gd name="connsiteX42" fmla="*/ 733425 w 762000"/>
              <a:gd name="connsiteY42" fmla="*/ 183356 h 664387"/>
              <a:gd name="connsiteX43" fmla="*/ 728663 w 762000"/>
              <a:gd name="connsiteY43" fmla="*/ 173831 h 664387"/>
              <a:gd name="connsiteX44" fmla="*/ 702469 w 762000"/>
              <a:gd name="connsiteY44" fmla="*/ 142875 h 664387"/>
              <a:gd name="connsiteX45" fmla="*/ 671513 w 762000"/>
              <a:gd name="connsiteY45" fmla="*/ 102393 h 664387"/>
              <a:gd name="connsiteX46" fmla="*/ 652463 w 762000"/>
              <a:gd name="connsiteY46" fmla="*/ 78581 h 664387"/>
              <a:gd name="connsiteX47" fmla="*/ 559594 w 762000"/>
              <a:gd name="connsiteY47" fmla="*/ 30956 h 664387"/>
              <a:gd name="connsiteX48" fmla="*/ 533400 w 762000"/>
              <a:gd name="connsiteY48" fmla="*/ 21431 h 664387"/>
              <a:gd name="connsiteX49" fmla="*/ 521494 w 762000"/>
              <a:gd name="connsiteY49" fmla="*/ 16668 h 664387"/>
              <a:gd name="connsiteX50" fmla="*/ 507207 w 762000"/>
              <a:gd name="connsiteY50" fmla="*/ 14287 h 664387"/>
              <a:gd name="connsiteX51" fmla="*/ 495300 w 762000"/>
              <a:gd name="connsiteY51" fmla="*/ 11906 h 664387"/>
              <a:gd name="connsiteX52" fmla="*/ 473869 w 762000"/>
              <a:gd name="connsiteY52" fmla="*/ 7143 h 664387"/>
              <a:gd name="connsiteX53" fmla="*/ 454819 w 762000"/>
              <a:gd name="connsiteY53" fmla="*/ 4762 h 664387"/>
              <a:gd name="connsiteX54" fmla="*/ 423863 w 762000"/>
              <a:gd name="connsiteY54" fmla="*/ 0 h 664387"/>
              <a:gd name="connsiteX55" fmla="*/ 335757 w 762000"/>
              <a:gd name="connsiteY55" fmla="*/ 9525 h 664387"/>
              <a:gd name="connsiteX56" fmla="*/ 307182 w 762000"/>
              <a:gd name="connsiteY56" fmla="*/ 16668 h 664387"/>
              <a:gd name="connsiteX57" fmla="*/ 297657 w 762000"/>
              <a:gd name="connsiteY57" fmla="*/ 19050 h 664387"/>
              <a:gd name="connsiteX58" fmla="*/ 266700 w 762000"/>
              <a:gd name="connsiteY58" fmla="*/ 40481 h 664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62000" h="664387">
                <a:moveTo>
                  <a:pt x="266700" y="40481"/>
                </a:moveTo>
                <a:cubicBezTo>
                  <a:pt x="253603" y="44846"/>
                  <a:pt x="234844" y="42817"/>
                  <a:pt x="219075" y="45243"/>
                </a:cubicBezTo>
                <a:cubicBezTo>
                  <a:pt x="214113" y="46006"/>
                  <a:pt x="209449" y="48142"/>
                  <a:pt x="204788" y="50006"/>
                </a:cubicBezTo>
                <a:cubicBezTo>
                  <a:pt x="195858" y="53578"/>
                  <a:pt x="180155" y="60147"/>
                  <a:pt x="171450" y="66675"/>
                </a:cubicBezTo>
                <a:cubicBezTo>
                  <a:pt x="165596" y="71066"/>
                  <a:pt x="160760" y="76742"/>
                  <a:pt x="154782" y="80962"/>
                </a:cubicBezTo>
                <a:cubicBezTo>
                  <a:pt x="147219" y="86300"/>
                  <a:pt x="138344" y="89655"/>
                  <a:pt x="130969" y="95250"/>
                </a:cubicBezTo>
                <a:cubicBezTo>
                  <a:pt x="115261" y="107166"/>
                  <a:pt x="101498" y="121520"/>
                  <a:pt x="85725" y="133350"/>
                </a:cubicBezTo>
                <a:cubicBezTo>
                  <a:pt x="73501" y="142518"/>
                  <a:pt x="64659" y="146670"/>
                  <a:pt x="57150" y="159543"/>
                </a:cubicBezTo>
                <a:cubicBezTo>
                  <a:pt x="49681" y="172348"/>
                  <a:pt x="49035" y="181046"/>
                  <a:pt x="45244" y="195262"/>
                </a:cubicBezTo>
                <a:cubicBezTo>
                  <a:pt x="43755" y="200846"/>
                  <a:pt x="42206" y="206415"/>
                  <a:pt x="40482" y="211931"/>
                </a:cubicBezTo>
                <a:cubicBezTo>
                  <a:pt x="38236" y="219118"/>
                  <a:pt x="35941" y="226296"/>
                  <a:pt x="33338" y="233362"/>
                </a:cubicBezTo>
                <a:cubicBezTo>
                  <a:pt x="30383" y="241384"/>
                  <a:pt x="26270" y="248986"/>
                  <a:pt x="23813" y="257175"/>
                </a:cubicBezTo>
                <a:cubicBezTo>
                  <a:pt x="21487" y="264928"/>
                  <a:pt x="21013" y="273134"/>
                  <a:pt x="19050" y="280987"/>
                </a:cubicBezTo>
                <a:cubicBezTo>
                  <a:pt x="17832" y="285857"/>
                  <a:pt x="15451" y="290391"/>
                  <a:pt x="14288" y="295275"/>
                </a:cubicBezTo>
                <a:cubicBezTo>
                  <a:pt x="-8000" y="388885"/>
                  <a:pt x="20304" y="282743"/>
                  <a:pt x="0" y="357187"/>
                </a:cubicBezTo>
                <a:cubicBezTo>
                  <a:pt x="2381" y="388937"/>
                  <a:pt x="4325" y="420723"/>
                  <a:pt x="7144" y="452437"/>
                </a:cubicBezTo>
                <a:cubicBezTo>
                  <a:pt x="7502" y="456468"/>
                  <a:pt x="8362" y="460466"/>
                  <a:pt x="9525" y="464343"/>
                </a:cubicBezTo>
                <a:cubicBezTo>
                  <a:pt x="13338" y="477052"/>
                  <a:pt x="19831" y="485485"/>
                  <a:pt x="26194" y="497681"/>
                </a:cubicBezTo>
                <a:cubicBezTo>
                  <a:pt x="31941" y="508696"/>
                  <a:pt x="35972" y="520680"/>
                  <a:pt x="42863" y="531018"/>
                </a:cubicBezTo>
                <a:cubicBezTo>
                  <a:pt x="44450" y="533399"/>
                  <a:pt x="45700" y="536044"/>
                  <a:pt x="47625" y="538162"/>
                </a:cubicBezTo>
                <a:cubicBezTo>
                  <a:pt x="61312" y="553218"/>
                  <a:pt x="96194" y="585546"/>
                  <a:pt x="109538" y="590550"/>
                </a:cubicBezTo>
                <a:cubicBezTo>
                  <a:pt x="115888" y="592931"/>
                  <a:pt x="122430" y="594851"/>
                  <a:pt x="128588" y="597693"/>
                </a:cubicBezTo>
                <a:cubicBezTo>
                  <a:pt x="143092" y="604387"/>
                  <a:pt x="156015" y="615009"/>
                  <a:pt x="171450" y="619125"/>
                </a:cubicBezTo>
                <a:cubicBezTo>
                  <a:pt x="183356" y="622300"/>
                  <a:pt x="195086" y="626233"/>
                  <a:pt x="207169" y="628650"/>
                </a:cubicBezTo>
                <a:cubicBezTo>
                  <a:pt x="218947" y="631006"/>
                  <a:pt x="230997" y="631713"/>
                  <a:pt x="242888" y="633412"/>
                </a:cubicBezTo>
                <a:cubicBezTo>
                  <a:pt x="247668" y="634095"/>
                  <a:pt x="252413" y="634999"/>
                  <a:pt x="257175" y="635793"/>
                </a:cubicBezTo>
                <a:cubicBezTo>
                  <a:pt x="274396" y="641535"/>
                  <a:pt x="268140" y="639947"/>
                  <a:pt x="300038" y="642937"/>
                </a:cubicBezTo>
                <a:cubicBezTo>
                  <a:pt x="313898" y="644236"/>
                  <a:pt x="380449" y="647220"/>
                  <a:pt x="390525" y="647700"/>
                </a:cubicBezTo>
                <a:lnTo>
                  <a:pt x="459582" y="659606"/>
                </a:lnTo>
                <a:cubicBezTo>
                  <a:pt x="471444" y="661493"/>
                  <a:pt x="483292" y="664668"/>
                  <a:pt x="495300" y="664368"/>
                </a:cubicBezTo>
                <a:cubicBezTo>
                  <a:pt x="515280" y="663869"/>
                  <a:pt x="534988" y="659606"/>
                  <a:pt x="554832" y="657225"/>
                </a:cubicBezTo>
                <a:cubicBezTo>
                  <a:pt x="570256" y="651055"/>
                  <a:pt x="574066" y="650263"/>
                  <a:pt x="590550" y="638175"/>
                </a:cubicBezTo>
                <a:cubicBezTo>
                  <a:pt x="595076" y="634856"/>
                  <a:pt x="598113" y="629822"/>
                  <a:pt x="602457" y="626268"/>
                </a:cubicBezTo>
                <a:cubicBezTo>
                  <a:pt x="613748" y="617030"/>
                  <a:pt x="616532" y="618452"/>
                  <a:pt x="626269" y="609600"/>
                </a:cubicBezTo>
                <a:cubicBezTo>
                  <a:pt x="632083" y="604314"/>
                  <a:pt x="636839" y="597886"/>
                  <a:pt x="642938" y="592931"/>
                </a:cubicBezTo>
                <a:cubicBezTo>
                  <a:pt x="649601" y="587517"/>
                  <a:pt x="657908" y="584297"/>
                  <a:pt x="664369" y="578643"/>
                </a:cubicBezTo>
                <a:cubicBezTo>
                  <a:pt x="670719" y="573087"/>
                  <a:pt x="675695" y="566123"/>
                  <a:pt x="681038" y="559593"/>
                </a:cubicBezTo>
                <a:cubicBezTo>
                  <a:pt x="689987" y="548655"/>
                  <a:pt x="699487" y="538077"/>
                  <a:pt x="707232" y="526256"/>
                </a:cubicBezTo>
                <a:cubicBezTo>
                  <a:pt x="718196" y="509521"/>
                  <a:pt x="734469" y="472992"/>
                  <a:pt x="742950" y="454818"/>
                </a:cubicBezTo>
                <a:cubicBezTo>
                  <a:pt x="763937" y="349887"/>
                  <a:pt x="737981" y="487736"/>
                  <a:pt x="752475" y="383381"/>
                </a:cubicBezTo>
                <a:cubicBezTo>
                  <a:pt x="754809" y="366574"/>
                  <a:pt x="758825" y="350044"/>
                  <a:pt x="762000" y="333375"/>
                </a:cubicBezTo>
                <a:cubicBezTo>
                  <a:pt x="758433" y="265601"/>
                  <a:pt x="764008" y="261619"/>
                  <a:pt x="750094" y="214312"/>
                </a:cubicBezTo>
                <a:cubicBezTo>
                  <a:pt x="746029" y="200489"/>
                  <a:pt x="741505" y="197208"/>
                  <a:pt x="733425" y="183356"/>
                </a:cubicBezTo>
                <a:cubicBezTo>
                  <a:pt x="731636" y="180290"/>
                  <a:pt x="730819" y="176651"/>
                  <a:pt x="728663" y="173831"/>
                </a:cubicBezTo>
                <a:cubicBezTo>
                  <a:pt x="720452" y="163094"/>
                  <a:pt x="709726" y="154279"/>
                  <a:pt x="702469" y="142875"/>
                </a:cubicBezTo>
                <a:cubicBezTo>
                  <a:pt x="656365" y="70426"/>
                  <a:pt x="709920" y="150403"/>
                  <a:pt x="671513" y="102393"/>
                </a:cubicBezTo>
                <a:cubicBezTo>
                  <a:pt x="657869" y="85337"/>
                  <a:pt x="680395" y="98237"/>
                  <a:pt x="652463" y="78581"/>
                </a:cubicBezTo>
                <a:cubicBezTo>
                  <a:pt x="605899" y="45814"/>
                  <a:pt x="607844" y="49837"/>
                  <a:pt x="559594" y="30956"/>
                </a:cubicBezTo>
                <a:cubicBezTo>
                  <a:pt x="520679" y="15728"/>
                  <a:pt x="577990" y="37645"/>
                  <a:pt x="533400" y="21431"/>
                </a:cubicBezTo>
                <a:cubicBezTo>
                  <a:pt x="529383" y="19970"/>
                  <a:pt x="525618" y="17793"/>
                  <a:pt x="521494" y="16668"/>
                </a:cubicBezTo>
                <a:cubicBezTo>
                  <a:pt x="516836" y="15398"/>
                  <a:pt x="511957" y="15151"/>
                  <a:pt x="507207" y="14287"/>
                </a:cubicBezTo>
                <a:cubicBezTo>
                  <a:pt x="503225" y="13563"/>
                  <a:pt x="499258" y="12754"/>
                  <a:pt x="495300" y="11906"/>
                </a:cubicBezTo>
                <a:cubicBezTo>
                  <a:pt x="488144" y="10373"/>
                  <a:pt x="481076" y="8415"/>
                  <a:pt x="473869" y="7143"/>
                </a:cubicBezTo>
                <a:cubicBezTo>
                  <a:pt x="467567" y="6031"/>
                  <a:pt x="461154" y="5667"/>
                  <a:pt x="454819" y="4762"/>
                </a:cubicBezTo>
                <a:cubicBezTo>
                  <a:pt x="444484" y="3286"/>
                  <a:pt x="434182" y="1587"/>
                  <a:pt x="423863" y="0"/>
                </a:cubicBezTo>
                <a:cubicBezTo>
                  <a:pt x="325726" y="3505"/>
                  <a:pt x="386391" y="-4941"/>
                  <a:pt x="335757" y="9525"/>
                </a:cubicBezTo>
                <a:cubicBezTo>
                  <a:pt x="326317" y="12222"/>
                  <a:pt x="316707" y="14287"/>
                  <a:pt x="307182" y="16668"/>
                </a:cubicBezTo>
                <a:lnTo>
                  <a:pt x="297657" y="19050"/>
                </a:lnTo>
                <a:cubicBezTo>
                  <a:pt x="287497" y="26669"/>
                  <a:pt x="279797" y="36116"/>
                  <a:pt x="266700" y="40481"/>
                </a:cubicBezTo>
                <a:close/>
              </a:path>
            </a:pathLst>
          </a:custGeom>
          <a:solidFill>
            <a:srgbClr val="B60A70">
              <a:alpha val="21000"/>
            </a:srgbClr>
          </a:solidFill>
          <a:ln w="19050">
            <a:solidFill>
              <a:srgbClr val="B60A70">
                <a:alpha val="49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任意多边形: 形状 13"/>
          <p:cNvSpPr/>
          <p:nvPr>
            <p:custDataLst>
              <p:tags r:id="rId6"/>
            </p:custDataLst>
          </p:nvPr>
        </p:nvSpPr>
        <p:spPr>
          <a:xfrm>
            <a:off x="2949477" y="1855527"/>
            <a:ext cx="3422842" cy="2109042"/>
          </a:xfrm>
          <a:custGeom>
            <a:avLst/>
            <a:gdLst>
              <a:gd name="connsiteX0" fmla="*/ 430380 w 3025942"/>
              <a:gd name="connsiteY0" fmla="*/ 48006 h 2019681"/>
              <a:gd name="connsiteX1" fmla="*/ 325605 w 3025942"/>
              <a:gd name="connsiteY1" fmla="*/ 57531 h 2019681"/>
              <a:gd name="connsiteX2" fmla="*/ 268455 w 3025942"/>
              <a:gd name="connsiteY2" fmla="*/ 86106 h 2019681"/>
              <a:gd name="connsiteX3" fmla="*/ 216067 w 3025942"/>
              <a:gd name="connsiteY3" fmla="*/ 109919 h 2019681"/>
              <a:gd name="connsiteX4" fmla="*/ 182730 w 3025942"/>
              <a:gd name="connsiteY4" fmla="*/ 143256 h 2019681"/>
              <a:gd name="connsiteX5" fmla="*/ 144630 w 3025942"/>
              <a:gd name="connsiteY5" fmla="*/ 181356 h 2019681"/>
              <a:gd name="connsiteX6" fmla="*/ 120817 w 3025942"/>
              <a:gd name="connsiteY6" fmla="*/ 205169 h 2019681"/>
              <a:gd name="connsiteX7" fmla="*/ 63667 w 3025942"/>
              <a:gd name="connsiteY7" fmla="*/ 271844 h 2019681"/>
              <a:gd name="connsiteX8" fmla="*/ 49380 w 3025942"/>
              <a:gd name="connsiteY8" fmla="*/ 300419 h 2019681"/>
              <a:gd name="connsiteX9" fmla="*/ 39855 w 3025942"/>
              <a:gd name="connsiteY9" fmla="*/ 348044 h 2019681"/>
              <a:gd name="connsiteX10" fmla="*/ 25567 w 3025942"/>
              <a:gd name="connsiteY10" fmla="*/ 395669 h 2019681"/>
              <a:gd name="connsiteX11" fmla="*/ 30330 w 3025942"/>
              <a:gd name="connsiteY11" fmla="*/ 495681 h 2019681"/>
              <a:gd name="connsiteX12" fmla="*/ 63667 w 3025942"/>
              <a:gd name="connsiteY12" fmla="*/ 571881 h 2019681"/>
              <a:gd name="connsiteX13" fmla="*/ 73192 w 3025942"/>
              <a:gd name="connsiteY13" fmla="*/ 600456 h 2019681"/>
              <a:gd name="connsiteX14" fmla="*/ 97005 w 3025942"/>
              <a:gd name="connsiteY14" fmla="*/ 638556 h 2019681"/>
              <a:gd name="connsiteX15" fmla="*/ 125580 w 3025942"/>
              <a:gd name="connsiteY15" fmla="*/ 681419 h 2019681"/>
              <a:gd name="connsiteX16" fmla="*/ 139867 w 3025942"/>
              <a:gd name="connsiteY16" fmla="*/ 709994 h 2019681"/>
              <a:gd name="connsiteX17" fmla="*/ 168442 w 3025942"/>
              <a:gd name="connsiteY17" fmla="*/ 733806 h 2019681"/>
              <a:gd name="connsiteX18" fmla="*/ 230355 w 3025942"/>
              <a:gd name="connsiteY18" fmla="*/ 767144 h 2019681"/>
              <a:gd name="connsiteX19" fmla="*/ 254167 w 3025942"/>
              <a:gd name="connsiteY19" fmla="*/ 800481 h 2019681"/>
              <a:gd name="connsiteX20" fmla="*/ 258930 w 3025942"/>
              <a:gd name="connsiteY20" fmla="*/ 814769 h 2019681"/>
              <a:gd name="connsiteX21" fmla="*/ 273217 w 3025942"/>
              <a:gd name="connsiteY21" fmla="*/ 838581 h 2019681"/>
              <a:gd name="connsiteX22" fmla="*/ 282742 w 3025942"/>
              <a:gd name="connsiteY22" fmla="*/ 871919 h 2019681"/>
              <a:gd name="connsiteX23" fmla="*/ 301792 w 3025942"/>
              <a:gd name="connsiteY23" fmla="*/ 914781 h 2019681"/>
              <a:gd name="connsiteX24" fmla="*/ 306555 w 3025942"/>
              <a:gd name="connsiteY24" fmla="*/ 929069 h 2019681"/>
              <a:gd name="connsiteX25" fmla="*/ 297030 w 3025942"/>
              <a:gd name="connsiteY25" fmla="*/ 1095756 h 2019681"/>
              <a:gd name="connsiteX26" fmla="*/ 287505 w 3025942"/>
              <a:gd name="connsiteY26" fmla="*/ 1124331 h 2019681"/>
              <a:gd name="connsiteX27" fmla="*/ 263692 w 3025942"/>
              <a:gd name="connsiteY27" fmla="*/ 1181481 h 2019681"/>
              <a:gd name="connsiteX28" fmla="*/ 192255 w 3025942"/>
              <a:gd name="connsiteY28" fmla="*/ 1252919 h 2019681"/>
              <a:gd name="connsiteX29" fmla="*/ 177967 w 3025942"/>
              <a:gd name="connsiteY29" fmla="*/ 1271969 h 2019681"/>
              <a:gd name="connsiteX30" fmla="*/ 111292 w 3025942"/>
              <a:gd name="connsiteY30" fmla="*/ 1338644 h 2019681"/>
              <a:gd name="connsiteX31" fmla="*/ 101767 w 3025942"/>
              <a:gd name="connsiteY31" fmla="*/ 1352931 h 2019681"/>
              <a:gd name="connsiteX32" fmla="*/ 82717 w 3025942"/>
              <a:gd name="connsiteY32" fmla="*/ 1405319 h 2019681"/>
              <a:gd name="connsiteX33" fmla="*/ 73192 w 3025942"/>
              <a:gd name="connsiteY33" fmla="*/ 1424369 h 2019681"/>
              <a:gd name="connsiteX34" fmla="*/ 30330 w 3025942"/>
              <a:gd name="connsiteY34" fmla="*/ 1543431 h 2019681"/>
              <a:gd name="connsiteX35" fmla="*/ 25567 w 3025942"/>
              <a:gd name="connsiteY35" fmla="*/ 1567244 h 2019681"/>
              <a:gd name="connsiteX36" fmla="*/ 6517 w 3025942"/>
              <a:gd name="connsiteY36" fmla="*/ 1624394 h 2019681"/>
              <a:gd name="connsiteX37" fmla="*/ 6517 w 3025942"/>
              <a:gd name="connsiteY37" fmla="*/ 1724406 h 2019681"/>
              <a:gd name="connsiteX38" fmla="*/ 20805 w 3025942"/>
              <a:gd name="connsiteY38" fmla="*/ 1743456 h 2019681"/>
              <a:gd name="connsiteX39" fmla="*/ 54142 w 3025942"/>
              <a:gd name="connsiteY39" fmla="*/ 1781556 h 2019681"/>
              <a:gd name="connsiteX40" fmla="*/ 73192 w 3025942"/>
              <a:gd name="connsiteY40" fmla="*/ 1805369 h 2019681"/>
              <a:gd name="connsiteX41" fmla="*/ 92242 w 3025942"/>
              <a:gd name="connsiteY41" fmla="*/ 1819656 h 2019681"/>
              <a:gd name="connsiteX42" fmla="*/ 158917 w 3025942"/>
              <a:gd name="connsiteY42" fmla="*/ 1857756 h 2019681"/>
              <a:gd name="connsiteX43" fmla="*/ 244642 w 3025942"/>
              <a:gd name="connsiteY43" fmla="*/ 1895856 h 2019681"/>
              <a:gd name="connsiteX44" fmla="*/ 268455 w 3025942"/>
              <a:gd name="connsiteY44" fmla="*/ 1905381 h 2019681"/>
              <a:gd name="connsiteX45" fmla="*/ 287505 w 3025942"/>
              <a:gd name="connsiteY45" fmla="*/ 1914906 h 2019681"/>
              <a:gd name="connsiteX46" fmla="*/ 306555 w 3025942"/>
              <a:gd name="connsiteY46" fmla="*/ 1919669 h 2019681"/>
              <a:gd name="connsiteX47" fmla="*/ 320842 w 3025942"/>
              <a:gd name="connsiteY47" fmla="*/ 1924431 h 2019681"/>
              <a:gd name="connsiteX48" fmla="*/ 358942 w 3025942"/>
              <a:gd name="connsiteY48" fmla="*/ 1938719 h 2019681"/>
              <a:gd name="connsiteX49" fmla="*/ 392280 w 3025942"/>
              <a:gd name="connsiteY49" fmla="*/ 1943481 h 2019681"/>
              <a:gd name="connsiteX50" fmla="*/ 520867 w 3025942"/>
              <a:gd name="connsiteY50" fmla="*/ 1962531 h 2019681"/>
              <a:gd name="connsiteX51" fmla="*/ 535155 w 3025942"/>
              <a:gd name="connsiteY51" fmla="*/ 1967294 h 2019681"/>
              <a:gd name="connsiteX52" fmla="*/ 597067 w 3025942"/>
              <a:gd name="connsiteY52" fmla="*/ 1976819 h 2019681"/>
              <a:gd name="connsiteX53" fmla="*/ 692317 w 3025942"/>
              <a:gd name="connsiteY53" fmla="*/ 1991106 h 2019681"/>
              <a:gd name="connsiteX54" fmla="*/ 816142 w 3025942"/>
              <a:gd name="connsiteY54" fmla="*/ 2005394 h 2019681"/>
              <a:gd name="connsiteX55" fmla="*/ 849480 w 3025942"/>
              <a:gd name="connsiteY55" fmla="*/ 2010156 h 2019681"/>
              <a:gd name="connsiteX56" fmla="*/ 1087605 w 3025942"/>
              <a:gd name="connsiteY56" fmla="*/ 2019681 h 2019681"/>
              <a:gd name="connsiteX57" fmla="*/ 1382880 w 3025942"/>
              <a:gd name="connsiteY57" fmla="*/ 2010156 h 2019681"/>
              <a:gd name="connsiteX58" fmla="*/ 1444792 w 3025942"/>
              <a:gd name="connsiteY58" fmla="*/ 2014919 h 2019681"/>
              <a:gd name="connsiteX59" fmla="*/ 1668630 w 3025942"/>
              <a:gd name="connsiteY59" fmla="*/ 2005394 h 2019681"/>
              <a:gd name="connsiteX60" fmla="*/ 1763880 w 3025942"/>
              <a:gd name="connsiteY60" fmla="*/ 1986344 h 2019681"/>
              <a:gd name="connsiteX61" fmla="*/ 1782930 w 3025942"/>
              <a:gd name="connsiteY61" fmla="*/ 1981581 h 2019681"/>
              <a:gd name="connsiteX62" fmla="*/ 1821030 w 3025942"/>
              <a:gd name="connsiteY62" fmla="*/ 1976819 h 2019681"/>
              <a:gd name="connsiteX63" fmla="*/ 1887705 w 3025942"/>
              <a:gd name="connsiteY63" fmla="*/ 1967294 h 2019681"/>
              <a:gd name="connsiteX64" fmla="*/ 1921042 w 3025942"/>
              <a:gd name="connsiteY64" fmla="*/ 1957769 h 2019681"/>
              <a:gd name="connsiteX65" fmla="*/ 1968667 w 3025942"/>
              <a:gd name="connsiteY65" fmla="*/ 1953006 h 2019681"/>
              <a:gd name="connsiteX66" fmla="*/ 2030580 w 3025942"/>
              <a:gd name="connsiteY66" fmla="*/ 1938719 h 2019681"/>
              <a:gd name="connsiteX67" fmla="*/ 2249655 w 3025942"/>
              <a:gd name="connsiteY67" fmla="*/ 1876806 h 2019681"/>
              <a:gd name="connsiteX68" fmla="*/ 2397292 w 3025942"/>
              <a:gd name="connsiteY68" fmla="*/ 1819656 h 2019681"/>
              <a:gd name="connsiteX69" fmla="*/ 2473492 w 3025942"/>
              <a:gd name="connsiteY69" fmla="*/ 1781556 h 2019681"/>
              <a:gd name="connsiteX70" fmla="*/ 2611605 w 3025942"/>
              <a:gd name="connsiteY70" fmla="*/ 1686306 h 2019681"/>
              <a:gd name="connsiteX71" fmla="*/ 2659230 w 3025942"/>
              <a:gd name="connsiteY71" fmla="*/ 1643444 h 2019681"/>
              <a:gd name="connsiteX72" fmla="*/ 2759242 w 3025942"/>
              <a:gd name="connsiteY72" fmla="*/ 1533906 h 2019681"/>
              <a:gd name="connsiteX73" fmla="*/ 2825917 w 3025942"/>
              <a:gd name="connsiteY73" fmla="*/ 1433894 h 2019681"/>
              <a:gd name="connsiteX74" fmla="*/ 2849730 w 3025942"/>
              <a:gd name="connsiteY74" fmla="*/ 1395794 h 2019681"/>
              <a:gd name="connsiteX75" fmla="*/ 2864017 w 3025942"/>
              <a:gd name="connsiteY75" fmla="*/ 1362456 h 2019681"/>
              <a:gd name="connsiteX76" fmla="*/ 2892592 w 3025942"/>
              <a:gd name="connsiteY76" fmla="*/ 1276731 h 2019681"/>
              <a:gd name="connsiteX77" fmla="*/ 2921167 w 3025942"/>
              <a:gd name="connsiteY77" fmla="*/ 1171956 h 2019681"/>
              <a:gd name="connsiteX78" fmla="*/ 2949742 w 3025942"/>
              <a:gd name="connsiteY78" fmla="*/ 1119569 h 2019681"/>
              <a:gd name="connsiteX79" fmla="*/ 2968792 w 3025942"/>
              <a:gd name="connsiteY79" fmla="*/ 1071944 h 2019681"/>
              <a:gd name="connsiteX80" fmla="*/ 3021180 w 3025942"/>
              <a:gd name="connsiteY80" fmla="*/ 957644 h 2019681"/>
              <a:gd name="connsiteX81" fmla="*/ 3025942 w 3025942"/>
              <a:gd name="connsiteY81" fmla="*/ 933831 h 2019681"/>
              <a:gd name="connsiteX82" fmla="*/ 3021180 w 3025942"/>
              <a:gd name="connsiteY82" fmla="*/ 900494 h 2019681"/>
              <a:gd name="connsiteX83" fmla="*/ 3016417 w 3025942"/>
              <a:gd name="connsiteY83" fmla="*/ 857631 h 2019681"/>
              <a:gd name="connsiteX84" fmla="*/ 2987842 w 3025942"/>
              <a:gd name="connsiteY84" fmla="*/ 719519 h 2019681"/>
              <a:gd name="connsiteX85" fmla="*/ 2954505 w 3025942"/>
              <a:gd name="connsiteY85" fmla="*/ 638556 h 2019681"/>
              <a:gd name="connsiteX86" fmla="*/ 2949742 w 3025942"/>
              <a:gd name="connsiteY86" fmla="*/ 624269 h 2019681"/>
              <a:gd name="connsiteX87" fmla="*/ 2887830 w 3025942"/>
              <a:gd name="connsiteY87" fmla="*/ 571881 h 2019681"/>
              <a:gd name="connsiteX88" fmla="*/ 2873542 w 3025942"/>
              <a:gd name="connsiteY88" fmla="*/ 557594 h 2019681"/>
              <a:gd name="connsiteX89" fmla="*/ 2797342 w 3025942"/>
              <a:gd name="connsiteY89" fmla="*/ 495681 h 2019681"/>
              <a:gd name="connsiteX90" fmla="*/ 2730667 w 3025942"/>
              <a:gd name="connsiteY90" fmla="*/ 429006 h 2019681"/>
              <a:gd name="connsiteX91" fmla="*/ 2611605 w 3025942"/>
              <a:gd name="connsiteY91" fmla="*/ 343281 h 2019681"/>
              <a:gd name="connsiteX92" fmla="*/ 2592555 w 3025942"/>
              <a:gd name="connsiteY92" fmla="*/ 333756 h 2019681"/>
              <a:gd name="connsiteX93" fmla="*/ 2502067 w 3025942"/>
              <a:gd name="connsiteY93" fmla="*/ 300419 h 2019681"/>
              <a:gd name="connsiteX94" fmla="*/ 2444917 w 3025942"/>
              <a:gd name="connsiteY94" fmla="*/ 290894 h 2019681"/>
              <a:gd name="connsiteX95" fmla="*/ 2368717 w 3025942"/>
              <a:gd name="connsiteY95" fmla="*/ 257556 h 2019681"/>
              <a:gd name="connsiteX96" fmla="*/ 2330617 w 3025942"/>
              <a:gd name="connsiteY96" fmla="*/ 238506 h 2019681"/>
              <a:gd name="connsiteX97" fmla="*/ 2306805 w 3025942"/>
              <a:gd name="connsiteY97" fmla="*/ 228981 h 2019681"/>
              <a:gd name="connsiteX98" fmla="*/ 2278230 w 3025942"/>
              <a:gd name="connsiteY98" fmla="*/ 214694 h 2019681"/>
              <a:gd name="connsiteX99" fmla="*/ 2230605 w 3025942"/>
              <a:gd name="connsiteY99" fmla="*/ 200406 h 2019681"/>
              <a:gd name="connsiteX100" fmla="*/ 2192505 w 3025942"/>
              <a:gd name="connsiteY100" fmla="*/ 186119 h 2019681"/>
              <a:gd name="connsiteX101" fmla="*/ 2121067 w 3025942"/>
              <a:gd name="connsiteY101" fmla="*/ 167069 h 2019681"/>
              <a:gd name="connsiteX102" fmla="*/ 2063917 w 3025942"/>
              <a:gd name="connsiteY102" fmla="*/ 148019 h 2019681"/>
              <a:gd name="connsiteX103" fmla="*/ 2025817 w 3025942"/>
              <a:gd name="connsiteY103" fmla="*/ 138494 h 2019681"/>
              <a:gd name="connsiteX104" fmla="*/ 1987717 w 3025942"/>
              <a:gd name="connsiteY104" fmla="*/ 124206 h 2019681"/>
              <a:gd name="connsiteX105" fmla="*/ 1935330 w 3025942"/>
              <a:gd name="connsiteY105" fmla="*/ 109919 h 2019681"/>
              <a:gd name="connsiteX106" fmla="*/ 1911517 w 3025942"/>
              <a:gd name="connsiteY106" fmla="*/ 100394 h 2019681"/>
              <a:gd name="connsiteX107" fmla="*/ 1887705 w 3025942"/>
              <a:gd name="connsiteY107" fmla="*/ 95631 h 2019681"/>
              <a:gd name="connsiteX108" fmla="*/ 1854367 w 3025942"/>
              <a:gd name="connsiteY108" fmla="*/ 86106 h 2019681"/>
              <a:gd name="connsiteX109" fmla="*/ 1797217 w 3025942"/>
              <a:gd name="connsiteY109" fmla="*/ 81344 h 2019681"/>
              <a:gd name="connsiteX110" fmla="*/ 1725780 w 3025942"/>
              <a:gd name="connsiteY110" fmla="*/ 71819 h 2019681"/>
              <a:gd name="connsiteX111" fmla="*/ 1687680 w 3025942"/>
              <a:gd name="connsiteY111" fmla="*/ 62294 h 2019681"/>
              <a:gd name="connsiteX112" fmla="*/ 1625767 w 3025942"/>
              <a:gd name="connsiteY112" fmla="*/ 52769 h 2019681"/>
              <a:gd name="connsiteX113" fmla="*/ 1587667 w 3025942"/>
              <a:gd name="connsiteY113" fmla="*/ 48006 h 2019681"/>
              <a:gd name="connsiteX114" fmla="*/ 1544805 w 3025942"/>
              <a:gd name="connsiteY114" fmla="*/ 38481 h 2019681"/>
              <a:gd name="connsiteX115" fmla="*/ 1497180 w 3025942"/>
              <a:gd name="connsiteY115" fmla="*/ 33719 h 2019681"/>
              <a:gd name="connsiteX116" fmla="*/ 1430505 w 3025942"/>
              <a:gd name="connsiteY116" fmla="*/ 24194 h 2019681"/>
              <a:gd name="connsiteX117" fmla="*/ 1382880 w 3025942"/>
              <a:gd name="connsiteY117" fmla="*/ 14669 h 2019681"/>
              <a:gd name="connsiteX118" fmla="*/ 1278105 w 3025942"/>
              <a:gd name="connsiteY118" fmla="*/ 9906 h 2019681"/>
              <a:gd name="connsiteX119" fmla="*/ 1054267 w 3025942"/>
              <a:gd name="connsiteY119" fmla="*/ 381 h 2019681"/>
              <a:gd name="connsiteX120" fmla="*/ 711367 w 3025942"/>
              <a:gd name="connsiteY120" fmla="*/ 9906 h 2019681"/>
              <a:gd name="connsiteX121" fmla="*/ 649455 w 3025942"/>
              <a:gd name="connsiteY121" fmla="*/ 19431 h 2019681"/>
              <a:gd name="connsiteX122" fmla="*/ 616117 w 3025942"/>
              <a:gd name="connsiteY122" fmla="*/ 28956 h 2019681"/>
              <a:gd name="connsiteX123" fmla="*/ 597067 w 3025942"/>
              <a:gd name="connsiteY123" fmla="*/ 33719 h 2019681"/>
              <a:gd name="connsiteX124" fmla="*/ 582780 w 3025942"/>
              <a:gd name="connsiteY124" fmla="*/ 38481 h 2019681"/>
              <a:gd name="connsiteX125" fmla="*/ 478005 w 3025942"/>
              <a:gd name="connsiteY125" fmla="*/ 48006 h 2019681"/>
              <a:gd name="connsiteX126" fmla="*/ 430380 w 3025942"/>
              <a:gd name="connsiteY126" fmla="*/ 48006 h 201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3025942" h="2019681">
                <a:moveTo>
                  <a:pt x="430380" y="48006"/>
                </a:moveTo>
                <a:cubicBezTo>
                  <a:pt x="395455" y="51181"/>
                  <a:pt x="360197" y="51766"/>
                  <a:pt x="325605" y="57531"/>
                </a:cubicBezTo>
                <a:cubicBezTo>
                  <a:pt x="270212" y="66763"/>
                  <a:pt x="304127" y="68271"/>
                  <a:pt x="268455" y="86106"/>
                </a:cubicBezTo>
                <a:cubicBezTo>
                  <a:pt x="168852" y="135906"/>
                  <a:pt x="305879" y="56031"/>
                  <a:pt x="216067" y="109919"/>
                </a:cubicBezTo>
                <a:cubicBezTo>
                  <a:pt x="197506" y="137759"/>
                  <a:pt x="217045" y="111580"/>
                  <a:pt x="182730" y="143256"/>
                </a:cubicBezTo>
                <a:cubicBezTo>
                  <a:pt x="169533" y="155438"/>
                  <a:pt x="157330" y="168656"/>
                  <a:pt x="144630" y="181356"/>
                </a:cubicBezTo>
                <a:lnTo>
                  <a:pt x="120817" y="205169"/>
                </a:lnTo>
                <a:cubicBezTo>
                  <a:pt x="101873" y="224113"/>
                  <a:pt x="74594" y="249990"/>
                  <a:pt x="63667" y="271844"/>
                </a:cubicBezTo>
                <a:lnTo>
                  <a:pt x="49380" y="300419"/>
                </a:lnTo>
                <a:cubicBezTo>
                  <a:pt x="46163" y="319720"/>
                  <a:pt x="45182" y="330288"/>
                  <a:pt x="39855" y="348044"/>
                </a:cubicBezTo>
                <a:cubicBezTo>
                  <a:pt x="22456" y="406043"/>
                  <a:pt x="36549" y="351745"/>
                  <a:pt x="25567" y="395669"/>
                </a:cubicBezTo>
                <a:cubicBezTo>
                  <a:pt x="27155" y="429006"/>
                  <a:pt x="25015" y="462732"/>
                  <a:pt x="30330" y="495681"/>
                </a:cubicBezTo>
                <a:cubicBezTo>
                  <a:pt x="34642" y="522415"/>
                  <a:pt x="53377" y="547183"/>
                  <a:pt x="63667" y="571881"/>
                </a:cubicBezTo>
                <a:cubicBezTo>
                  <a:pt x="67529" y="581149"/>
                  <a:pt x="69037" y="591316"/>
                  <a:pt x="73192" y="600456"/>
                </a:cubicBezTo>
                <a:cubicBezTo>
                  <a:pt x="85233" y="626947"/>
                  <a:pt x="85555" y="617946"/>
                  <a:pt x="97005" y="638556"/>
                </a:cubicBezTo>
                <a:cubicBezTo>
                  <a:pt x="118630" y="677481"/>
                  <a:pt x="101026" y="656865"/>
                  <a:pt x="125580" y="681419"/>
                </a:cubicBezTo>
                <a:cubicBezTo>
                  <a:pt x="130342" y="690944"/>
                  <a:pt x="133960" y="701133"/>
                  <a:pt x="139867" y="709994"/>
                </a:cubicBezTo>
                <a:cubicBezTo>
                  <a:pt x="145624" y="718630"/>
                  <a:pt x="159240" y="728787"/>
                  <a:pt x="168442" y="733806"/>
                </a:cubicBezTo>
                <a:cubicBezTo>
                  <a:pt x="184649" y="742646"/>
                  <a:pt x="214037" y="754906"/>
                  <a:pt x="230355" y="767144"/>
                </a:cubicBezTo>
                <a:cubicBezTo>
                  <a:pt x="244110" y="777460"/>
                  <a:pt x="247483" y="784885"/>
                  <a:pt x="254167" y="800481"/>
                </a:cubicBezTo>
                <a:cubicBezTo>
                  <a:pt x="256145" y="805095"/>
                  <a:pt x="256685" y="810279"/>
                  <a:pt x="258930" y="814769"/>
                </a:cubicBezTo>
                <a:cubicBezTo>
                  <a:pt x="263070" y="823048"/>
                  <a:pt x="268455" y="830644"/>
                  <a:pt x="273217" y="838581"/>
                </a:cubicBezTo>
                <a:cubicBezTo>
                  <a:pt x="276392" y="849694"/>
                  <a:pt x="278684" y="861098"/>
                  <a:pt x="282742" y="871919"/>
                </a:cubicBezTo>
                <a:cubicBezTo>
                  <a:pt x="288232" y="886558"/>
                  <a:pt x="295778" y="900349"/>
                  <a:pt x="301792" y="914781"/>
                </a:cubicBezTo>
                <a:cubicBezTo>
                  <a:pt x="303723" y="919415"/>
                  <a:pt x="304967" y="924306"/>
                  <a:pt x="306555" y="929069"/>
                </a:cubicBezTo>
                <a:cubicBezTo>
                  <a:pt x="306363" y="934264"/>
                  <a:pt x="305606" y="1055732"/>
                  <a:pt x="297030" y="1095756"/>
                </a:cubicBezTo>
                <a:cubicBezTo>
                  <a:pt x="294926" y="1105573"/>
                  <a:pt x="290458" y="1114735"/>
                  <a:pt x="287505" y="1124331"/>
                </a:cubicBezTo>
                <a:cubicBezTo>
                  <a:pt x="280587" y="1146814"/>
                  <a:pt x="279802" y="1163582"/>
                  <a:pt x="263692" y="1181481"/>
                </a:cubicBezTo>
                <a:cubicBezTo>
                  <a:pt x="241164" y="1206512"/>
                  <a:pt x="212461" y="1225979"/>
                  <a:pt x="192255" y="1252919"/>
                </a:cubicBezTo>
                <a:cubicBezTo>
                  <a:pt x="187492" y="1259269"/>
                  <a:pt x="183417" y="1266198"/>
                  <a:pt x="177967" y="1271969"/>
                </a:cubicBezTo>
                <a:cubicBezTo>
                  <a:pt x="156386" y="1294820"/>
                  <a:pt x="128727" y="1312492"/>
                  <a:pt x="111292" y="1338644"/>
                </a:cubicBezTo>
                <a:cubicBezTo>
                  <a:pt x="108117" y="1343406"/>
                  <a:pt x="104327" y="1347812"/>
                  <a:pt x="101767" y="1352931"/>
                </a:cubicBezTo>
                <a:cubicBezTo>
                  <a:pt x="91356" y="1373753"/>
                  <a:pt x="91607" y="1383095"/>
                  <a:pt x="82717" y="1405319"/>
                </a:cubicBezTo>
                <a:cubicBezTo>
                  <a:pt x="80080" y="1411911"/>
                  <a:pt x="75537" y="1417668"/>
                  <a:pt x="73192" y="1424369"/>
                </a:cubicBezTo>
                <a:cubicBezTo>
                  <a:pt x="28637" y="1551671"/>
                  <a:pt x="69635" y="1454995"/>
                  <a:pt x="30330" y="1543431"/>
                </a:cubicBezTo>
                <a:cubicBezTo>
                  <a:pt x="28742" y="1551369"/>
                  <a:pt x="27851" y="1559478"/>
                  <a:pt x="25567" y="1567244"/>
                </a:cubicBezTo>
                <a:cubicBezTo>
                  <a:pt x="19901" y="1586508"/>
                  <a:pt x="6517" y="1624394"/>
                  <a:pt x="6517" y="1624394"/>
                </a:cubicBezTo>
                <a:cubicBezTo>
                  <a:pt x="-83" y="1663997"/>
                  <a:pt x="-4041" y="1674257"/>
                  <a:pt x="6517" y="1724406"/>
                </a:cubicBezTo>
                <a:cubicBezTo>
                  <a:pt x="8152" y="1732173"/>
                  <a:pt x="16253" y="1736953"/>
                  <a:pt x="20805" y="1743456"/>
                </a:cubicBezTo>
                <a:cubicBezTo>
                  <a:pt x="83782" y="1833422"/>
                  <a:pt x="9954" y="1737367"/>
                  <a:pt x="54142" y="1781556"/>
                </a:cubicBezTo>
                <a:cubicBezTo>
                  <a:pt x="61330" y="1788744"/>
                  <a:pt x="66004" y="1798181"/>
                  <a:pt x="73192" y="1805369"/>
                </a:cubicBezTo>
                <a:cubicBezTo>
                  <a:pt x="78805" y="1810982"/>
                  <a:pt x="85469" y="1815517"/>
                  <a:pt x="92242" y="1819656"/>
                </a:cubicBezTo>
                <a:cubicBezTo>
                  <a:pt x="114084" y="1833004"/>
                  <a:pt x="136488" y="1845420"/>
                  <a:pt x="158917" y="1857756"/>
                </a:cubicBezTo>
                <a:cubicBezTo>
                  <a:pt x="187719" y="1873597"/>
                  <a:pt x="212993" y="1882824"/>
                  <a:pt x="244642" y="1895856"/>
                </a:cubicBezTo>
                <a:cubicBezTo>
                  <a:pt x="252547" y="1899111"/>
                  <a:pt x="260808" y="1901558"/>
                  <a:pt x="268455" y="1905381"/>
                </a:cubicBezTo>
                <a:cubicBezTo>
                  <a:pt x="274805" y="1908556"/>
                  <a:pt x="280858" y="1912413"/>
                  <a:pt x="287505" y="1914906"/>
                </a:cubicBezTo>
                <a:cubicBezTo>
                  <a:pt x="293634" y="1917204"/>
                  <a:pt x="300261" y="1917871"/>
                  <a:pt x="306555" y="1919669"/>
                </a:cubicBezTo>
                <a:cubicBezTo>
                  <a:pt x="311382" y="1921048"/>
                  <a:pt x="316124" y="1922715"/>
                  <a:pt x="320842" y="1924431"/>
                </a:cubicBezTo>
                <a:cubicBezTo>
                  <a:pt x="333589" y="1929066"/>
                  <a:pt x="345836" y="1935224"/>
                  <a:pt x="358942" y="1938719"/>
                </a:cubicBezTo>
                <a:cubicBezTo>
                  <a:pt x="369788" y="1941611"/>
                  <a:pt x="381141" y="1942089"/>
                  <a:pt x="392280" y="1943481"/>
                </a:cubicBezTo>
                <a:cubicBezTo>
                  <a:pt x="459792" y="1951920"/>
                  <a:pt x="464188" y="1949451"/>
                  <a:pt x="520867" y="1962531"/>
                </a:cubicBezTo>
                <a:cubicBezTo>
                  <a:pt x="525759" y="1963660"/>
                  <a:pt x="530221" y="1966369"/>
                  <a:pt x="535155" y="1967294"/>
                </a:cubicBezTo>
                <a:cubicBezTo>
                  <a:pt x="555677" y="1971142"/>
                  <a:pt x="576496" y="1973241"/>
                  <a:pt x="597067" y="1976819"/>
                </a:cubicBezTo>
                <a:cubicBezTo>
                  <a:pt x="682663" y="1991705"/>
                  <a:pt x="606581" y="1982533"/>
                  <a:pt x="692317" y="1991106"/>
                </a:cubicBezTo>
                <a:cubicBezTo>
                  <a:pt x="747165" y="2004819"/>
                  <a:pt x="695331" y="1992897"/>
                  <a:pt x="816142" y="2005394"/>
                </a:cubicBezTo>
                <a:cubicBezTo>
                  <a:pt x="827308" y="2006549"/>
                  <a:pt x="838270" y="2009566"/>
                  <a:pt x="849480" y="2010156"/>
                </a:cubicBezTo>
                <a:cubicBezTo>
                  <a:pt x="928809" y="2014331"/>
                  <a:pt x="1087605" y="2019681"/>
                  <a:pt x="1087605" y="2019681"/>
                </a:cubicBezTo>
                <a:lnTo>
                  <a:pt x="1382880" y="2010156"/>
                </a:lnTo>
                <a:cubicBezTo>
                  <a:pt x="1403576" y="2009880"/>
                  <a:pt x="1424097" y="2015264"/>
                  <a:pt x="1444792" y="2014919"/>
                </a:cubicBezTo>
                <a:cubicBezTo>
                  <a:pt x="1519462" y="2013675"/>
                  <a:pt x="1594017" y="2008569"/>
                  <a:pt x="1668630" y="2005394"/>
                </a:cubicBezTo>
                <a:cubicBezTo>
                  <a:pt x="1749705" y="1981071"/>
                  <a:pt x="1682274" y="1998002"/>
                  <a:pt x="1763880" y="1986344"/>
                </a:cubicBezTo>
                <a:cubicBezTo>
                  <a:pt x="1770360" y="1985418"/>
                  <a:pt x="1776474" y="1982657"/>
                  <a:pt x="1782930" y="1981581"/>
                </a:cubicBezTo>
                <a:cubicBezTo>
                  <a:pt x="1795555" y="1979477"/>
                  <a:pt x="1808360" y="1978629"/>
                  <a:pt x="1821030" y="1976819"/>
                </a:cubicBezTo>
                <a:cubicBezTo>
                  <a:pt x="1917162" y="1963086"/>
                  <a:pt x="1767214" y="1982354"/>
                  <a:pt x="1887705" y="1967294"/>
                </a:cubicBezTo>
                <a:cubicBezTo>
                  <a:pt x="1897887" y="1963900"/>
                  <a:pt x="1910570" y="1959265"/>
                  <a:pt x="1921042" y="1957769"/>
                </a:cubicBezTo>
                <a:cubicBezTo>
                  <a:pt x="1936836" y="1955513"/>
                  <a:pt x="1952792" y="1954594"/>
                  <a:pt x="1968667" y="1953006"/>
                </a:cubicBezTo>
                <a:cubicBezTo>
                  <a:pt x="2075765" y="1917307"/>
                  <a:pt x="1911417" y="1970196"/>
                  <a:pt x="2030580" y="1938719"/>
                </a:cubicBezTo>
                <a:cubicBezTo>
                  <a:pt x="2103949" y="1919339"/>
                  <a:pt x="2177664" y="1900803"/>
                  <a:pt x="2249655" y="1876806"/>
                </a:cubicBezTo>
                <a:cubicBezTo>
                  <a:pt x="2299741" y="1860111"/>
                  <a:pt x="2349634" y="1842532"/>
                  <a:pt x="2397292" y="1819656"/>
                </a:cubicBezTo>
                <a:cubicBezTo>
                  <a:pt x="2422893" y="1807367"/>
                  <a:pt x="2448962" y="1795865"/>
                  <a:pt x="2473492" y="1781556"/>
                </a:cubicBezTo>
                <a:cubicBezTo>
                  <a:pt x="2517638" y="1755805"/>
                  <a:pt x="2570533" y="1720893"/>
                  <a:pt x="2611605" y="1686306"/>
                </a:cubicBezTo>
                <a:cubicBezTo>
                  <a:pt x="2627942" y="1672549"/>
                  <a:pt x="2643703" y="1658109"/>
                  <a:pt x="2659230" y="1643444"/>
                </a:cubicBezTo>
                <a:cubicBezTo>
                  <a:pt x="2687410" y="1616830"/>
                  <a:pt x="2742064" y="1559673"/>
                  <a:pt x="2759242" y="1533906"/>
                </a:cubicBezTo>
                <a:cubicBezTo>
                  <a:pt x="2781467" y="1500569"/>
                  <a:pt x="2803959" y="1467408"/>
                  <a:pt x="2825917" y="1433894"/>
                </a:cubicBezTo>
                <a:cubicBezTo>
                  <a:pt x="2834125" y="1421367"/>
                  <a:pt x="2843831" y="1409560"/>
                  <a:pt x="2849730" y="1395794"/>
                </a:cubicBezTo>
                <a:cubicBezTo>
                  <a:pt x="2854492" y="1384681"/>
                  <a:pt x="2859527" y="1373681"/>
                  <a:pt x="2864017" y="1362456"/>
                </a:cubicBezTo>
                <a:cubicBezTo>
                  <a:pt x="2874569" y="1336077"/>
                  <a:pt x="2886084" y="1304063"/>
                  <a:pt x="2892592" y="1276731"/>
                </a:cubicBezTo>
                <a:cubicBezTo>
                  <a:pt x="2907194" y="1215400"/>
                  <a:pt x="2894216" y="1231249"/>
                  <a:pt x="2921167" y="1171956"/>
                </a:cubicBezTo>
                <a:cubicBezTo>
                  <a:pt x="2929398" y="1153848"/>
                  <a:pt x="2941190" y="1137528"/>
                  <a:pt x="2949742" y="1119569"/>
                </a:cubicBezTo>
                <a:cubicBezTo>
                  <a:pt x="2957093" y="1104132"/>
                  <a:pt x="2961891" y="1087587"/>
                  <a:pt x="2968792" y="1071944"/>
                </a:cubicBezTo>
                <a:cubicBezTo>
                  <a:pt x="2985709" y="1033599"/>
                  <a:pt x="3021180" y="957644"/>
                  <a:pt x="3021180" y="957644"/>
                </a:cubicBezTo>
                <a:cubicBezTo>
                  <a:pt x="3022767" y="949706"/>
                  <a:pt x="3025942" y="941926"/>
                  <a:pt x="3025942" y="933831"/>
                </a:cubicBezTo>
                <a:cubicBezTo>
                  <a:pt x="3025942" y="922606"/>
                  <a:pt x="3022572" y="911632"/>
                  <a:pt x="3021180" y="900494"/>
                </a:cubicBezTo>
                <a:cubicBezTo>
                  <a:pt x="3019397" y="886229"/>
                  <a:pt x="3019021" y="871769"/>
                  <a:pt x="3016417" y="857631"/>
                </a:cubicBezTo>
                <a:cubicBezTo>
                  <a:pt x="3007900" y="811397"/>
                  <a:pt x="3003908" y="763701"/>
                  <a:pt x="2987842" y="719519"/>
                </a:cubicBezTo>
                <a:cubicBezTo>
                  <a:pt x="2945448" y="602936"/>
                  <a:pt x="2988394" y="714806"/>
                  <a:pt x="2954505" y="638556"/>
                </a:cubicBezTo>
                <a:cubicBezTo>
                  <a:pt x="2952466" y="633969"/>
                  <a:pt x="2953292" y="627819"/>
                  <a:pt x="2949742" y="624269"/>
                </a:cubicBezTo>
                <a:cubicBezTo>
                  <a:pt x="2930626" y="605153"/>
                  <a:pt x="2906947" y="590996"/>
                  <a:pt x="2887830" y="571881"/>
                </a:cubicBezTo>
                <a:cubicBezTo>
                  <a:pt x="2883067" y="567119"/>
                  <a:pt x="2878755" y="561859"/>
                  <a:pt x="2873542" y="557594"/>
                </a:cubicBezTo>
                <a:cubicBezTo>
                  <a:pt x="2823608" y="516740"/>
                  <a:pt x="2845617" y="541762"/>
                  <a:pt x="2797342" y="495681"/>
                </a:cubicBezTo>
                <a:cubicBezTo>
                  <a:pt x="2774606" y="473979"/>
                  <a:pt x="2754965" y="448943"/>
                  <a:pt x="2730667" y="429006"/>
                </a:cubicBezTo>
                <a:cubicBezTo>
                  <a:pt x="2692861" y="397985"/>
                  <a:pt x="2655346" y="365152"/>
                  <a:pt x="2611605" y="343281"/>
                </a:cubicBezTo>
                <a:cubicBezTo>
                  <a:pt x="2605255" y="340106"/>
                  <a:pt x="2599166" y="336343"/>
                  <a:pt x="2592555" y="333756"/>
                </a:cubicBezTo>
                <a:cubicBezTo>
                  <a:pt x="2562621" y="322043"/>
                  <a:pt x="2533774" y="305704"/>
                  <a:pt x="2502067" y="300419"/>
                </a:cubicBezTo>
                <a:lnTo>
                  <a:pt x="2444917" y="290894"/>
                </a:lnTo>
                <a:cubicBezTo>
                  <a:pt x="2375544" y="251252"/>
                  <a:pt x="2450740" y="291330"/>
                  <a:pt x="2368717" y="257556"/>
                </a:cubicBezTo>
                <a:cubicBezTo>
                  <a:pt x="2355587" y="252150"/>
                  <a:pt x="2343509" y="244456"/>
                  <a:pt x="2330617" y="238506"/>
                </a:cubicBezTo>
                <a:cubicBezTo>
                  <a:pt x="2322855" y="234924"/>
                  <a:pt x="2314588" y="232518"/>
                  <a:pt x="2306805" y="228981"/>
                </a:cubicBezTo>
                <a:cubicBezTo>
                  <a:pt x="2297110" y="224574"/>
                  <a:pt x="2288201" y="218433"/>
                  <a:pt x="2278230" y="214694"/>
                </a:cubicBezTo>
                <a:cubicBezTo>
                  <a:pt x="2262711" y="208874"/>
                  <a:pt x="2246329" y="205647"/>
                  <a:pt x="2230605" y="200406"/>
                </a:cubicBezTo>
                <a:cubicBezTo>
                  <a:pt x="2217737" y="196117"/>
                  <a:pt x="2205481" y="190068"/>
                  <a:pt x="2192505" y="186119"/>
                </a:cubicBezTo>
                <a:cubicBezTo>
                  <a:pt x="2168928" y="178944"/>
                  <a:pt x="2144696" y="174070"/>
                  <a:pt x="2121067" y="167069"/>
                </a:cubicBezTo>
                <a:cubicBezTo>
                  <a:pt x="2101814" y="161364"/>
                  <a:pt x="2083151" y="153789"/>
                  <a:pt x="2063917" y="148019"/>
                </a:cubicBezTo>
                <a:cubicBezTo>
                  <a:pt x="2051378" y="144257"/>
                  <a:pt x="2038312" y="142399"/>
                  <a:pt x="2025817" y="138494"/>
                </a:cubicBezTo>
                <a:cubicBezTo>
                  <a:pt x="2012871" y="134448"/>
                  <a:pt x="2000651" y="128290"/>
                  <a:pt x="1987717" y="124206"/>
                </a:cubicBezTo>
                <a:cubicBezTo>
                  <a:pt x="1970457" y="118755"/>
                  <a:pt x="1952606" y="115318"/>
                  <a:pt x="1935330" y="109919"/>
                </a:cubicBezTo>
                <a:cubicBezTo>
                  <a:pt x="1927170" y="107369"/>
                  <a:pt x="1919706" y="102851"/>
                  <a:pt x="1911517" y="100394"/>
                </a:cubicBezTo>
                <a:cubicBezTo>
                  <a:pt x="1903764" y="98068"/>
                  <a:pt x="1895558" y="97594"/>
                  <a:pt x="1887705" y="95631"/>
                </a:cubicBezTo>
                <a:cubicBezTo>
                  <a:pt x="1876493" y="92828"/>
                  <a:pt x="1865783" y="87908"/>
                  <a:pt x="1854367" y="86106"/>
                </a:cubicBezTo>
                <a:cubicBezTo>
                  <a:pt x="1835485" y="83125"/>
                  <a:pt x="1816216" y="83455"/>
                  <a:pt x="1797217" y="81344"/>
                </a:cubicBezTo>
                <a:cubicBezTo>
                  <a:pt x="1773341" y="78691"/>
                  <a:pt x="1749448" y="75935"/>
                  <a:pt x="1725780" y="71819"/>
                </a:cubicBezTo>
                <a:cubicBezTo>
                  <a:pt x="1712883" y="69576"/>
                  <a:pt x="1700540" y="64743"/>
                  <a:pt x="1687680" y="62294"/>
                </a:cubicBezTo>
                <a:cubicBezTo>
                  <a:pt x="1667168" y="58387"/>
                  <a:pt x="1646438" y="55722"/>
                  <a:pt x="1625767" y="52769"/>
                </a:cubicBezTo>
                <a:cubicBezTo>
                  <a:pt x="1613097" y="50959"/>
                  <a:pt x="1600271" y="50230"/>
                  <a:pt x="1587667" y="48006"/>
                </a:cubicBezTo>
                <a:cubicBezTo>
                  <a:pt x="1573254" y="45462"/>
                  <a:pt x="1559262" y="40764"/>
                  <a:pt x="1544805" y="38481"/>
                </a:cubicBezTo>
                <a:cubicBezTo>
                  <a:pt x="1529046" y="35993"/>
                  <a:pt x="1513011" y="35698"/>
                  <a:pt x="1497180" y="33719"/>
                </a:cubicBezTo>
                <a:cubicBezTo>
                  <a:pt x="1474903" y="30934"/>
                  <a:pt x="1452650" y="27885"/>
                  <a:pt x="1430505" y="24194"/>
                </a:cubicBezTo>
                <a:cubicBezTo>
                  <a:pt x="1414536" y="21532"/>
                  <a:pt x="1398999" y="16180"/>
                  <a:pt x="1382880" y="14669"/>
                </a:cubicBezTo>
                <a:cubicBezTo>
                  <a:pt x="1348072" y="11406"/>
                  <a:pt x="1313034" y="11392"/>
                  <a:pt x="1278105" y="9906"/>
                </a:cubicBezTo>
                <a:cubicBezTo>
                  <a:pt x="988593" y="-2414"/>
                  <a:pt x="1318002" y="12370"/>
                  <a:pt x="1054267" y="381"/>
                </a:cubicBezTo>
                <a:cubicBezTo>
                  <a:pt x="947410" y="2077"/>
                  <a:pt x="823814" y="-5427"/>
                  <a:pt x="711367" y="9906"/>
                </a:cubicBezTo>
                <a:cubicBezTo>
                  <a:pt x="690678" y="12727"/>
                  <a:pt x="669930" y="15336"/>
                  <a:pt x="649455" y="19431"/>
                </a:cubicBezTo>
                <a:cubicBezTo>
                  <a:pt x="638122" y="21698"/>
                  <a:pt x="627267" y="25915"/>
                  <a:pt x="616117" y="28956"/>
                </a:cubicBezTo>
                <a:cubicBezTo>
                  <a:pt x="609802" y="30678"/>
                  <a:pt x="603361" y="31921"/>
                  <a:pt x="597067" y="33719"/>
                </a:cubicBezTo>
                <a:cubicBezTo>
                  <a:pt x="592240" y="35098"/>
                  <a:pt x="587764" y="37883"/>
                  <a:pt x="582780" y="38481"/>
                </a:cubicBezTo>
                <a:cubicBezTo>
                  <a:pt x="547961" y="42659"/>
                  <a:pt x="512921" y="44733"/>
                  <a:pt x="478005" y="48006"/>
                </a:cubicBezTo>
                <a:lnTo>
                  <a:pt x="430380" y="48006"/>
                </a:lnTo>
                <a:close/>
              </a:path>
            </a:pathLst>
          </a:custGeom>
          <a:solidFill>
            <a:schemeClr val="bg1">
              <a:lumMod val="65000"/>
              <a:alpha val="22000"/>
            </a:schemeClr>
          </a:solidFill>
          <a:ln w="19050">
            <a:solidFill>
              <a:schemeClr val="bg1">
                <a:lumMod val="50000"/>
                <a:alpha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Oval 31"/>
          <p:cNvSpPr>
            <a:spLocks noChangeArrowheads="1"/>
          </p:cNvSpPr>
          <p:nvPr>
            <p:custDataLst>
              <p:tags r:id="rId7"/>
            </p:custDataLst>
          </p:nvPr>
        </p:nvSpPr>
        <p:spPr bwMode="auto">
          <a:xfrm>
            <a:off x="2389376"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 name="Oval 31"/>
          <p:cNvSpPr>
            <a:spLocks noChangeArrowheads="1"/>
          </p:cNvSpPr>
          <p:nvPr>
            <p:custDataLst>
              <p:tags r:id="rId8"/>
            </p:custDataLst>
          </p:nvPr>
        </p:nvSpPr>
        <p:spPr bwMode="auto">
          <a:xfrm>
            <a:off x="3209738" y="206451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 name="Oval 31"/>
          <p:cNvSpPr>
            <a:spLocks noChangeArrowheads="1"/>
          </p:cNvSpPr>
          <p:nvPr>
            <p:custDataLst>
              <p:tags r:id="rId9"/>
            </p:custDataLst>
          </p:nvPr>
        </p:nvSpPr>
        <p:spPr bwMode="auto">
          <a:xfrm>
            <a:off x="3212884" y="3311770"/>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 name="Oval 31"/>
          <p:cNvSpPr>
            <a:spLocks noChangeArrowheads="1"/>
          </p:cNvSpPr>
          <p:nvPr>
            <p:custDataLst>
              <p:tags r:id="rId10"/>
            </p:custDataLst>
          </p:nvPr>
        </p:nvSpPr>
        <p:spPr bwMode="auto">
          <a:xfrm>
            <a:off x="4064039"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 name="Oval 31"/>
          <p:cNvSpPr>
            <a:spLocks noChangeArrowheads="1"/>
          </p:cNvSpPr>
          <p:nvPr>
            <p:custDataLst>
              <p:tags r:id="rId11"/>
            </p:custDataLst>
          </p:nvPr>
        </p:nvSpPr>
        <p:spPr bwMode="auto">
          <a:xfrm>
            <a:off x="4929891" y="3311769"/>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12"/>
            </p:custDataLst>
          </p:nvPr>
        </p:nvSpPr>
        <p:spPr bwMode="auto">
          <a:xfrm>
            <a:off x="4929891" y="2076174"/>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13"/>
            </p:custDataLst>
          </p:nvPr>
        </p:nvSpPr>
        <p:spPr bwMode="auto">
          <a:xfrm>
            <a:off x="5771991"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2" name="直接箭头连接符 11"/>
          <p:cNvCxnSpPr>
            <a:stCxn id="2" idx="0"/>
            <a:endCxn id="4" idx="2"/>
          </p:cNvCxnSpPr>
          <p:nvPr>
            <p:custDataLst>
              <p:tags r:id="rId14"/>
            </p:custDataLst>
          </p:nvPr>
        </p:nvCxnSpPr>
        <p:spPr>
          <a:xfrm flipV="1">
            <a:off x="2615729" y="2290866"/>
            <a:ext cx="594009" cy="399687"/>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2" idx="4"/>
            <a:endCxn id="5" idx="2"/>
          </p:cNvCxnSpPr>
          <p:nvPr>
            <p:custDataLst>
              <p:tags r:id="rId15"/>
            </p:custDataLst>
          </p:nvPr>
        </p:nvCxnSpPr>
        <p:spPr>
          <a:xfrm>
            <a:off x="2615729" y="3143258"/>
            <a:ext cx="597155" cy="39486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2" idx="6"/>
            <a:endCxn id="7" idx="2"/>
          </p:cNvCxnSpPr>
          <p:nvPr>
            <p:custDataLst>
              <p:tags r:id="rId16"/>
            </p:custDataLst>
          </p:nvPr>
        </p:nvCxnSpPr>
        <p:spPr>
          <a:xfrm>
            <a:off x="2842081" y="2916906"/>
            <a:ext cx="1221958" cy="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5"/>
            <a:endCxn id="7" idx="1"/>
          </p:cNvCxnSpPr>
          <p:nvPr>
            <p:custDataLst>
              <p:tags r:id="rId17"/>
            </p:custDataLst>
          </p:nvPr>
        </p:nvCxnSpPr>
        <p:spPr>
          <a:xfrm>
            <a:off x="3596146" y="2450921"/>
            <a:ext cx="534190" cy="305929"/>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5" idx="7"/>
            <a:endCxn id="7" idx="3"/>
          </p:cNvCxnSpPr>
          <p:nvPr>
            <p:custDataLst>
              <p:tags r:id="rId18"/>
            </p:custDataLst>
          </p:nvPr>
        </p:nvCxnSpPr>
        <p:spPr>
          <a:xfrm flipV="1">
            <a:off x="3599292" y="3076961"/>
            <a:ext cx="531044" cy="30110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6"/>
            <a:endCxn id="8" idx="2"/>
          </p:cNvCxnSpPr>
          <p:nvPr>
            <p:custDataLst>
              <p:tags r:id="rId19"/>
            </p:custDataLst>
          </p:nvPr>
        </p:nvCxnSpPr>
        <p:spPr>
          <a:xfrm flipV="1">
            <a:off x="3665589" y="3538122"/>
            <a:ext cx="1264302" cy="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 idx="7"/>
            <a:endCxn id="9" idx="3"/>
          </p:cNvCxnSpPr>
          <p:nvPr>
            <p:custDataLst>
              <p:tags r:id="rId20"/>
            </p:custDataLst>
          </p:nvPr>
        </p:nvCxnSpPr>
        <p:spPr>
          <a:xfrm flipV="1">
            <a:off x="4450447" y="2462582"/>
            <a:ext cx="545741" cy="294268"/>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4" idx="6"/>
            <a:endCxn id="9" idx="2"/>
          </p:cNvCxnSpPr>
          <p:nvPr>
            <p:custDataLst>
              <p:tags r:id="rId21"/>
            </p:custDataLst>
          </p:nvPr>
        </p:nvCxnSpPr>
        <p:spPr>
          <a:xfrm>
            <a:off x="3662443" y="2290866"/>
            <a:ext cx="1267448" cy="1166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5"/>
            <a:endCxn id="8" idx="1"/>
          </p:cNvCxnSpPr>
          <p:nvPr>
            <p:custDataLst>
              <p:tags r:id="rId22"/>
            </p:custDataLst>
          </p:nvPr>
        </p:nvCxnSpPr>
        <p:spPr>
          <a:xfrm>
            <a:off x="4450447" y="3076961"/>
            <a:ext cx="545741" cy="30110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8" idx="0"/>
            <a:endCxn id="9" idx="4"/>
          </p:cNvCxnSpPr>
          <p:nvPr>
            <p:custDataLst>
              <p:tags r:id="rId23"/>
            </p:custDataLst>
          </p:nvPr>
        </p:nvCxnSpPr>
        <p:spPr>
          <a:xfrm flipV="1">
            <a:off x="5156244" y="2528879"/>
            <a:ext cx="0" cy="78289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8" idx="6"/>
            <a:endCxn id="10" idx="4"/>
          </p:cNvCxnSpPr>
          <p:nvPr>
            <p:custDataLst>
              <p:tags r:id="rId24"/>
            </p:custDataLst>
          </p:nvPr>
        </p:nvCxnSpPr>
        <p:spPr>
          <a:xfrm flipV="1">
            <a:off x="5382596" y="3143258"/>
            <a:ext cx="615748" cy="394864"/>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9" idx="6"/>
            <a:endCxn id="10" idx="0"/>
          </p:cNvCxnSpPr>
          <p:nvPr>
            <p:custDataLst>
              <p:tags r:id="rId25"/>
            </p:custDataLst>
          </p:nvPr>
        </p:nvCxnSpPr>
        <p:spPr>
          <a:xfrm>
            <a:off x="5382596" y="2302527"/>
            <a:ext cx="615748" cy="38802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custDataLst>
              <p:tags r:id="rId26"/>
            </p:custDataLst>
          </p:nvPr>
        </p:nvSpPr>
        <p:spPr>
          <a:xfrm>
            <a:off x="2615728" y="224050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61" name="文本框 60"/>
          <p:cNvSpPr txBox="1"/>
          <p:nvPr>
            <p:custDataLst>
              <p:tags r:id="rId27"/>
            </p:custDataLst>
          </p:nvPr>
        </p:nvSpPr>
        <p:spPr>
          <a:xfrm>
            <a:off x="2615728" y="326545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2" name="文本框 61"/>
          <p:cNvSpPr txBox="1"/>
          <p:nvPr>
            <p:custDataLst>
              <p:tags r:id="rId28"/>
            </p:custDataLst>
          </p:nvPr>
        </p:nvSpPr>
        <p:spPr>
          <a:xfrm>
            <a:off x="3117902" y="2630951"/>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3" name="文本框 62"/>
          <p:cNvSpPr txBox="1"/>
          <p:nvPr>
            <p:custDataLst>
              <p:tags r:id="rId29"/>
            </p:custDataLst>
          </p:nvPr>
        </p:nvSpPr>
        <p:spPr>
          <a:xfrm>
            <a:off x="3613818" y="295379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2</a:t>
            </a:r>
            <a:endParaRPr lang="zh-CN" altLang="en-US" sz="1600" dirty="0">
              <a:solidFill>
                <a:schemeClr val="tx1">
                  <a:lumMod val="50000"/>
                  <a:lumOff val="50000"/>
                </a:schemeClr>
              </a:solidFill>
            </a:endParaRPr>
          </a:p>
        </p:txBody>
      </p:sp>
      <p:sp>
        <p:nvSpPr>
          <p:cNvPr id="64" name="文本框 63"/>
          <p:cNvSpPr txBox="1"/>
          <p:nvPr>
            <p:custDataLst>
              <p:tags r:id="rId30"/>
            </p:custDataLst>
          </p:nvPr>
        </p:nvSpPr>
        <p:spPr>
          <a:xfrm>
            <a:off x="4127839" y="349258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5</a:t>
            </a:r>
            <a:endParaRPr lang="zh-CN" altLang="en-US" sz="1600" dirty="0">
              <a:solidFill>
                <a:schemeClr val="tx1">
                  <a:lumMod val="50000"/>
                  <a:lumOff val="50000"/>
                </a:schemeClr>
              </a:solidFill>
            </a:endParaRPr>
          </a:p>
        </p:txBody>
      </p:sp>
      <p:sp>
        <p:nvSpPr>
          <p:cNvPr id="65" name="文本框 64"/>
          <p:cNvSpPr txBox="1"/>
          <p:nvPr>
            <p:custDataLst>
              <p:tags r:id="rId31"/>
            </p:custDataLst>
          </p:nvPr>
        </p:nvSpPr>
        <p:spPr>
          <a:xfrm>
            <a:off x="3699862" y="232355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6" name="文本框 65"/>
          <p:cNvSpPr txBox="1"/>
          <p:nvPr>
            <p:custDataLst>
              <p:tags r:id="rId32"/>
            </p:custDataLst>
          </p:nvPr>
        </p:nvSpPr>
        <p:spPr>
          <a:xfrm>
            <a:off x="4489318" y="234049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7" name="文本框 66"/>
          <p:cNvSpPr txBox="1"/>
          <p:nvPr>
            <p:custDataLst>
              <p:tags r:id="rId33"/>
            </p:custDataLst>
          </p:nvPr>
        </p:nvSpPr>
        <p:spPr>
          <a:xfrm>
            <a:off x="4121868" y="201721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7</a:t>
            </a:r>
            <a:endParaRPr lang="zh-CN" altLang="en-US" sz="1600" dirty="0">
              <a:solidFill>
                <a:schemeClr val="tx1">
                  <a:lumMod val="50000"/>
                  <a:lumOff val="50000"/>
                </a:schemeClr>
              </a:solidFill>
            </a:endParaRPr>
          </a:p>
        </p:txBody>
      </p:sp>
      <p:sp>
        <p:nvSpPr>
          <p:cNvPr id="68" name="文本框 67"/>
          <p:cNvSpPr txBox="1"/>
          <p:nvPr>
            <p:custDataLst>
              <p:tags r:id="rId34"/>
            </p:custDataLst>
          </p:nvPr>
        </p:nvSpPr>
        <p:spPr>
          <a:xfrm>
            <a:off x="4887996" y="275685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9" name="文本框 68"/>
          <p:cNvSpPr txBox="1"/>
          <p:nvPr>
            <p:custDataLst>
              <p:tags r:id="rId35"/>
            </p:custDataLst>
          </p:nvPr>
        </p:nvSpPr>
        <p:spPr>
          <a:xfrm>
            <a:off x="4409037" y="314346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70" name="文本框 69"/>
          <p:cNvSpPr txBox="1"/>
          <p:nvPr>
            <p:custDataLst>
              <p:tags r:id="rId36"/>
            </p:custDataLst>
          </p:nvPr>
        </p:nvSpPr>
        <p:spPr>
          <a:xfrm>
            <a:off x="5521947" y="2205187"/>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71" name="文本框 70"/>
          <p:cNvSpPr txBox="1"/>
          <p:nvPr>
            <p:custDataLst>
              <p:tags r:id="rId37"/>
            </p:custDataLst>
          </p:nvPr>
        </p:nvSpPr>
        <p:spPr>
          <a:xfrm>
            <a:off x="5557066" y="329007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8</a:t>
            </a:r>
            <a:endParaRPr lang="zh-CN" altLang="en-US" sz="1600" dirty="0">
              <a:solidFill>
                <a:schemeClr val="tx1">
                  <a:lumMod val="50000"/>
                  <a:lumOff val="50000"/>
                </a:schemeClr>
              </a:solidFill>
            </a:endParaRPr>
          </a:p>
        </p:txBody>
      </p:sp>
      <p:sp>
        <p:nvSpPr>
          <p:cNvPr id="84" name="矩形 83"/>
          <p:cNvSpPr/>
          <p:nvPr>
            <p:custDataLst>
              <p:tags r:id="rId38"/>
            </p:custDataLst>
          </p:nvPr>
        </p:nvSpPr>
        <p:spPr>
          <a:xfrm>
            <a:off x="5619254"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0</a:t>
            </a:r>
            <a:endParaRPr kumimoji="1" lang="zh-CN" altLang="en-US" sz="1600" b="1" dirty="0">
              <a:solidFill>
                <a:srgbClr val="7030A0"/>
              </a:solidFill>
            </a:endParaRPr>
          </a:p>
        </p:txBody>
      </p:sp>
      <p:sp>
        <p:nvSpPr>
          <p:cNvPr id="85" name="矩形 84"/>
          <p:cNvSpPr/>
          <p:nvPr>
            <p:custDataLst>
              <p:tags r:id="rId39"/>
            </p:custDataLst>
          </p:nvPr>
        </p:nvSpPr>
        <p:spPr>
          <a:xfrm>
            <a:off x="60909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1</a:t>
            </a:r>
            <a:endParaRPr kumimoji="1" lang="zh-CN" altLang="en-US" sz="1600" b="1" dirty="0">
              <a:solidFill>
                <a:srgbClr val="7030A0"/>
              </a:solidFill>
            </a:endParaRPr>
          </a:p>
        </p:txBody>
      </p:sp>
      <p:sp>
        <p:nvSpPr>
          <p:cNvPr id="86" name="矩形 85"/>
          <p:cNvSpPr/>
          <p:nvPr>
            <p:custDataLst>
              <p:tags r:id="rId40"/>
            </p:custDataLst>
          </p:nvPr>
        </p:nvSpPr>
        <p:spPr>
          <a:xfrm>
            <a:off x="6562650"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2</a:t>
            </a:r>
            <a:endParaRPr kumimoji="1" lang="zh-CN" altLang="en-US" sz="1600" b="1" dirty="0">
              <a:solidFill>
                <a:srgbClr val="7030A0"/>
              </a:solidFill>
            </a:endParaRPr>
          </a:p>
        </p:txBody>
      </p:sp>
      <p:sp>
        <p:nvSpPr>
          <p:cNvPr id="87" name="矩形 86"/>
          <p:cNvSpPr/>
          <p:nvPr>
            <p:custDataLst>
              <p:tags r:id="rId41"/>
            </p:custDataLst>
          </p:nvPr>
        </p:nvSpPr>
        <p:spPr>
          <a:xfrm>
            <a:off x="7034348"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3</a:t>
            </a:r>
            <a:endParaRPr kumimoji="1" lang="zh-CN" altLang="en-US" sz="1600" b="1" dirty="0">
              <a:solidFill>
                <a:srgbClr val="7030A0"/>
              </a:solidFill>
            </a:endParaRPr>
          </a:p>
        </p:txBody>
      </p:sp>
      <p:sp>
        <p:nvSpPr>
          <p:cNvPr id="88" name="矩形 87"/>
          <p:cNvSpPr/>
          <p:nvPr>
            <p:custDataLst>
              <p:tags r:id="rId42"/>
            </p:custDataLst>
          </p:nvPr>
        </p:nvSpPr>
        <p:spPr>
          <a:xfrm>
            <a:off x="7506046"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4</a:t>
            </a:r>
            <a:endParaRPr kumimoji="1" lang="zh-CN" altLang="en-US" sz="1600" b="1" dirty="0">
              <a:solidFill>
                <a:srgbClr val="7030A0"/>
              </a:solidFill>
            </a:endParaRPr>
          </a:p>
        </p:txBody>
      </p:sp>
      <p:sp>
        <p:nvSpPr>
          <p:cNvPr id="89" name="矩形 88"/>
          <p:cNvSpPr/>
          <p:nvPr>
            <p:custDataLst>
              <p:tags r:id="rId43"/>
            </p:custDataLst>
          </p:nvPr>
        </p:nvSpPr>
        <p:spPr>
          <a:xfrm>
            <a:off x="797606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5</a:t>
            </a:r>
            <a:endParaRPr kumimoji="1" lang="zh-CN" altLang="en-US" sz="1600" b="1" dirty="0">
              <a:solidFill>
                <a:srgbClr val="7030A0"/>
              </a:solidFill>
            </a:endParaRPr>
          </a:p>
        </p:txBody>
      </p:sp>
      <p:sp>
        <p:nvSpPr>
          <p:cNvPr id="90" name="矩形 89"/>
          <p:cNvSpPr/>
          <p:nvPr>
            <p:custDataLst>
              <p:tags r:id="rId44"/>
            </p:custDataLst>
          </p:nvPr>
        </p:nvSpPr>
        <p:spPr>
          <a:xfrm>
            <a:off x="84448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6</a:t>
            </a:r>
            <a:endParaRPr kumimoji="1" lang="zh-CN" altLang="en-US" sz="1600" b="1" dirty="0">
              <a:solidFill>
                <a:srgbClr val="7030A0"/>
              </a:solidFill>
            </a:endParaRPr>
          </a:p>
        </p:txBody>
      </p:sp>
      <p:sp>
        <p:nvSpPr>
          <p:cNvPr id="91" name="矩形 90"/>
          <p:cNvSpPr/>
          <p:nvPr>
            <p:custDataLst>
              <p:tags r:id="rId45"/>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2" name="矩形 91"/>
          <p:cNvSpPr/>
          <p:nvPr>
            <p:custDataLst>
              <p:tags r:id="rId46"/>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3" name="矩形 92"/>
          <p:cNvSpPr/>
          <p:nvPr>
            <p:custDataLst>
              <p:tags r:id="rId47"/>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4" name="矩形 93"/>
          <p:cNvSpPr/>
          <p:nvPr>
            <p:custDataLst>
              <p:tags r:id="rId48"/>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5" name="矩形 94"/>
          <p:cNvSpPr/>
          <p:nvPr>
            <p:custDataLst>
              <p:tags r:id="rId49"/>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6" name="矩形 95"/>
          <p:cNvSpPr/>
          <p:nvPr>
            <p:custDataLst>
              <p:tags r:id="rId50"/>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7" name="矩形 96"/>
          <p:cNvSpPr/>
          <p:nvPr>
            <p:custDataLst>
              <p:tags r:id="rId51"/>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9" name="左大括号 98"/>
          <p:cNvSpPr/>
          <p:nvPr>
            <p:custDataLst>
              <p:tags r:id="rId52"/>
            </p:custDataLst>
          </p:nvPr>
        </p:nvSpPr>
        <p:spPr>
          <a:xfrm rot="10800000">
            <a:off x="8922488"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0" name="矩形 99"/>
          <p:cNvSpPr/>
          <p:nvPr>
            <p:custDataLst>
              <p:tags r:id="rId53"/>
            </p:custDataLst>
          </p:nvPr>
        </p:nvSpPr>
        <p:spPr>
          <a:xfrm>
            <a:off x="982677"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0</a:t>
            </a:r>
            <a:endParaRPr kumimoji="1" lang="zh-CN" altLang="en-US" sz="1600" b="1" dirty="0">
              <a:solidFill>
                <a:srgbClr val="B60A70"/>
              </a:solidFill>
            </a:endParaRPr>
          </a:p>
        </p:txBody>
      </p:sp>
      <p:sp>
        <p:nvSpPr>
          <p:cNvPr id="101" name="矩形 100"/>
          <p:cNvSpPr/>
          <p:nvPr>
            <p:custDataLst>
              <p:tags r:id="rId54"/>
            </p:custDataLst>
          </p:nvPr>
        </p:nvSpPr>
        <p:spPr>
          <a:xfrm>
            <a:off x="14543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1</a:t>
            </a:r>
            <a:endParaRPr kumimoji="1" lang="zh-CN" altLang="en-US" sz="1600" b="1" dirty="0">
              <a:solidFill>
                <a:schemeClr val="tx1">
                  <a:lumMod val="50000"/>
                  <a:lumOff val="50000"/>
                </a:schemeClr>
              </a:solidFill>
            </a:endParaRPr>
          </a:p>
        </p:txBody>
      </p:sp>
      <p:sp>
        <p:nvSpPr>
          <p:cNvPr id="102" name="矩形 101"/>
          <p:cNvSpPr/>
          <p:nvPr>
            <p:custDataLst>
              <p:tags r:id="rId55"/>
            </p:custDataLst>
          </p:nvPr>
        </p:nvSpPr>
        <p:spPr>
          <a:xfrm>
            <a:off x="1926073"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2</a:t>
            </a:r>
            <a:endParaRPr kumimoji="1" lang="zh-CN" altLang="en-US" sz="1600" b="1" dirty="0">
              <a:solidFill>
                <a:schemeClr val="tx1">
                  <a:lumMod val="50000"/>
                  <a:lumOff val="50000"/>
                </a:schemeClr>
              </a:solidFill>
            </a:endParaRPr>
          </a:p>
        </p:txBody>
      </p:sp>
      <p:sp>
        <p:nvSpPr>
          <p:cNvPr id="103" name="矩形 102"/>
          <p:cNvSpPr/>
          <p:nvPr>
            <p:custDataLst>
              <p:tags r:id="rId56"/>
            </p:custDataLst>
          </p:nvPr>
        </p:nvSpPr>
        <p:spPr>
          <a:xfrm>
            <a:off x="2397771"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3</a:t>
            </a:r>
            <a:endParaRPr kumimoji="1" lang="zh-CN" altLang="en-US" sz="1600" b="1" dirty="0">
              <a:solidFill>
                <a:schemeClr val="tx1">
                  <a:lumMod val="50000"/>
                  <a:lumOff val="50000"/>
                </a:schemeClr>
              </a:solidFill>
            </a:endParaRPr>
          </a:p>
        </p:txBody>
      </p:sp>
      <p:sp>
        <p:nvSpPr>
          <p:cNvPr id="104" name="矩形 103"/>
          <p:cNvSpPr/>
          <p:nvPr>
            <p:custDataLst>
              <p:tags r:id="rId57"/>
            </p:custDataLst>
          </p:nvPr>
        </p:nvSpPr>
        <p:spPr>
          <a:xfrm>
            <a:off x="2869469"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4</a:t>
            </a:r>
            <a:endParaRPr kumimoji="1" lang="zh-CN" altLang="en-US" sz="1600" b="1" dirty="0">
              <a:solidFill>
                <a:schemeClr val="tx1">
                  <a:lumMod val="50000"/>
                  <a:lumOff val="50000"/>
                </a:schemeClr>
              </a:solidFill>
            </a:endParaRPr>
          </a:p>
        </p:txBody>
      </p:sp>
      <p:sp>
        <p:nvSpPr>
          <p:cNvPr id="105" name="矩形 104"/>
          <p:cNvSpPr/>
          <p:nvPr>
            <p:custDataLst>
              <p:tags r:id="rId58"/>
            </p:custDataLst>
          </p:nvPr>
        </p:nvSpPr>
        <p:spPr>
          <a:xfrm>
            <a:off x="333948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5</a:t>
            </a:r>
            <a:endParaRPr kumimoji="1" lang="zh-CN" altLang="en-US" sz="1600" b="1" dirty="0">
              <a:solidFill>
                <a:schemeClr val="tx1">
                  <a:lumMod val="50000"/>
                  <a:lumOff val="50000"/>
                </a:schemeClr>
              </a:solidFill>
            </a:endParaRPr>
          </a:p>
        </p:txBody>
      </p:sp>
      <p:sp>
        <p:nvSpPr>
          <p:cNvPr id="106" name="矩形 105"/>
          <p:cNvSpPr/>
          <p:nvPr>
            <p:custDataLst>
              <p:tags r:id="rId59"/>
            </p:custDataLst>
          </p:nvPr>
        </p:nvSpPr>
        <p:spPr>
          <a:xfrm>
            <a:off x="38082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6</a:t>
            </a:r>
            <a:endParaRPr kumimoji="1" lang="zh-CN" altLang="en-US" sz="1600" b="1" dirty="0">
              <a:solidFill>
                <a:schemeClr val="tx1">
                  <a:lumMod val="50000"/>
                  <a:lumOff val="50000"/>
                </a:schemeClr>
              </a:solidFill>
            </a:endParaRPr>
          </a:p>
        </p:txBody>
      </p:sp>
      <p:sp>
        <p:nvSpPr>
          <p:cNvPr id="107" name="矩形 106"/>
          <p:cNvSpPr/>
          <p:nvPr>
            <p:custDataLst>
              <p:tags r:id="rId60"/>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8" name="矩形 107"/>
          <p:cNvSpPr/>
          <p:nvPr>
            <p:custDataLst>
              <p:tags r:id="rId61"/>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9" name="矩形 108"/>
          <p:cNvSpPr/>
          <p:nvPr>
            <p:custDataLst>
              <p:tags r:id="rId62"/>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0" name="矩形 109"/>
          <p:cNvSpPr/>
          <p:nvPr>
            <p:custDataLst>
              <p:tags r:id="rId63"/>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1" name="矩形 110"/>
          <p:cNvSpPr/>
          <p:nvPr>
            <p:custDataLst>
              <p:tags r:id="rId64"/>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2" name="矩形 111"/>
          <p:cNvSpPr/>
          <p:nvPr>
            <p:custDataLst>
              <p:tags r:id="rId65"/>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3" name="矩形 112"/>
          <p:cNvSpPr/>
          <p:nvPr>
            <p:custDataLst>
              <p:tags r:id="rId66"/>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5" name="左大括号 114"/>
          <p:cNvSpPr/>
          <p:nvPr>
            <p:custDataLst>
              <p:tags r:id="rId67"/>
            </p:custDataLst>
          </p:nvPr>
        </p:nvSpPr>
        <p:spPr>
          <a:xfrm rot="10800000">
            <a:off x="4285911"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116" name="矩形 115"/>
          <p:cNvSpPr/>
          <p:nvPr>
            <p:custDataLst>
              <p:tags r:id="rId68"/>
            </p:custDataLst>
          </p:nvPr>
        </p:nvSpPr>
        <p:spPr>
          <a:xfrm>
            <a:off x="553767"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117" name="矩形 116"/>
          <p:cNvSpPr/>
          <p:nvPr>
            <p:custDataLst>
              <p:tags r:id="rId69"/>
            </p:custDataLst>
          </p:nvPr>
        </p:nvSpPr>
        <p:spPr>
          <a:xfrm>
            <a:off x="102546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2</a:t>
            </a:r>
            <a:endParaRPr kumimoji="1" lang="zh-CN" altLang="en-US" b="1" dirty="0">
              <a:solidFill>
                <a:schemeClr val="tx1">
                  <a:lumMod val="50000"/>
                  <a:lumOff val="50000"/>
                </a:schemeClr>
              </a:solidFill>
            </a:endParaRPr>
          </a:p>
        </p:txBody>
      </p:sp>
      <p:sp>
        <p:nvSpPr>
          <p:cNvPr id="118" name="矩形 117"/>
          <p:cNvSpPr/>
          <p:nvPr>
            <p:custDataLst>
              <p:tags r:id="rId70"/>
            </p:custDataLst>
          </p:nvPr>
        </p:nvSpPr>
        <p:spPr>
          <a:xfrm>
            <a:off x="1497163"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3</a:t>
            </a:r>
            <a:endParaRPr kumimoji="1" lang="zh-CN" altLang="en-US" b="1" dirty="0">
              <a:solidFill>
                <a:schemeClr val="tx1">
                  <a:lumMod val="50000"/>
                  <a:lumOff val="50000"/>
                </a:schemeClr>
              </a:solidFill>
            </a:endParaRPr>
          </a:p>
        </p:txBody>
      </p:sp>
      <p:sp>
        <p:nvSpPr>
          <p:cNvPr id="119" name="矩形 118"/>
          <p:cNvSpPr/>
          <p:nvPr>
            <p:custDataLst>
              <p:tags r:id="rId71"/>
            </p:custDataLst>
          </p:nvPr>
        </p:nvSpPr>
        <p:spPr>
          <a:xfrm>
            <a:off x="196886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120" name="矩形 119"/>
          <p:cNvSpPr/>
          <p:nvPr>
            <p:custDataLst>
              <p:tags r:id="rId72"/>
            </p:custDataLst>
          </p:nvPr>
        </p:nvSpPr>
        <p:spPr>
          <a:xfrm>
            <a:off x="2440559"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5</a:t>
            </a:r>
            <a:endParaRPr kumimoji="1" lang="zh-CN" altLang="en-US" b="1" dirty="0">
              <a:solidFill>
                <a:schemeClr val="tx1">
                  <a:lumMod val="50000"/>
                  <a:lumOff val="50000"/>
                </a:schemeClr>
              </a:solidFill>
            </a:endParaRPr>
          </a:p>
        </p:txBody>
      </p:sp>
      <p:sp>
        <p:nvSpPr>
          <p:cNvPr id="121" name="矩形 120"/>
          <p:cNvSpPr/>
          <p:nvPr>
            <p:custDataLst>
              <p:tags r:id="rId73"/>
            </p:custDataLst>
          </p:nvPr>
        </p:nvSpPr>
        <p:spPr>
          <a:xfrm>
            <a:off x="291057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122" name="矩形 121"/>
          <p:cNvSpPr/>
          <p:nvPr>
            <p:custDataLst>
              <p:tags r:id="rId74"/>
            </p:custDataLst>
          </p:nvPr>
        </p:nvSpPr>
        <p:spPr>
          <a:xfrm>
            <a:off x="338059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23" name="左大括号 122"/>
          <p:cNvSpPr/>
          <p:nvPr>
            <p:custDataLst>
              <p:tags r:id="rId75"/>
            </p:custDataLst>
          </p:nvPr>
        </p:nvSpPr>
        <p:spPr>
          <a:xfrm>
            <a:off x="553567"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4" name="左大括号 123"/>
          <p:cNvSpPr/>
          <p:nvPr>
            <p:custDataLst>
              <p:tags r:id="rId76"/>
            </p:custDataLst>
          </p:nvPr>
        </p:nvSpPr>
        <p:spPr>
          <a:xfrm rot="10800000">
            <a:off x="3377383"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4" name="矩形 133"/>
          <p:cNvSpPr/>
          <p:nvPr>
            <p:custDataLst>
              <p:tags r:id="rId77"/>
            </p:custDataLst>
          </p:nvPr>
        </p:nvSpPr>
        <p:spPr>
          <a:xfrm>
            <a:off x="630602" y="43317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35" name="矩形 134"/>
          <p:cNvSpPr/>
          <p:nvPr>
            <p:custDataLst>
              <p:tags r:id="rId78"/>
            </p:custDataLst>
          </p:nvPr>
        </p:nvSpPr>
        <p:spPr>
          <a:xfrm>
            <a:off x="102546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6" name="矩形 135"/>
          <p:cNvSpPr/>
          <p:nvPr>
            <p:custDataLst>
              <p:tags r:id="rId79"/>
            </p:custDataLst>
          </p:nvPr>
        </p:nvSpPr>
        <p:spPr>
          <a:xfrm>
            <a:off x="1497163"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7" name="矩形 136"/>
          <p:cNvSpPr/>
          <p:nvPr>
            <p:custDataLst>
              <p:tags r:id="rId80"/>
            </p:custDataLst>
          </p:nvPr>
        </p:nvSpPr>
        <p:spPr>
          <a:xfrm>
            <a:off x="196886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8" name="矩形 137"/>
          <p:cNvSpPr/>
          <p:nvPr>
            <p:custDataLst>
              <p:tags r:id="rId81"/>
            </p:custDataLst>
          </p:nvPr>
        </p:nvSpPr>
        <p:spPr>
          <a:xfrm>
            <a:off x="2440559"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9" name="矩形 138"/>
          <p:cNvSpPr/>
          <p:nvPr>
            <p:custDataLst>
              <p:tags r:id="rId82"/>
            </p:custDataLst>
          </p:nvPr>
        </p:nvSpPr>
        <p:spPr>
          <a:xfrm>
            <a:off x="291057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0" name="矩形 139"/>
          <p:cNvSpPr/>
          <p:nvPr>
            <p:custDataLst>
              <p:tags r:id="rId83"/>
            </p:custDataLst>
          </p:nvPr>
        </p:nvSpPr>
        <p:spPr>
          <a:xfrm>
            <a:off x="338059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1" name="左大括号 140"/>
          <p:cNvSpPr/>
          <p:nvPr>
            <p:custDataLst>
              <p:tags r:id="rId84"/>
            </p:custDataLst>
          </p:nvPr>
        </p:nvSpPr>
        <p:spPr>
          <a:xfrm>
            <a:off x="553567" y="433170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2" name="左大括号 141"/>
          <p:cNvSpPr/>
          <p:nvPr>
            <p:custDataLst>
              <p:tags r:id="rId85"/>
            </p:custDataLst>
          </p:nvPr>
        </p:nvSpPr>
        <p:spPr>
          <a:xfrm rot="10800000">
            <a:off x="1041095" y="4331998"/>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3" name="文本框 142"/>
          <p:cNvSpPr txBox="1"/>
          <p:nvPr>
            <p:custDataLst>
              <p:tags r:id="rId86"/>
            </p:custDataLst>
          </p:nvPr>
        </p:nvSpPr>
        <p:spPr>
          <a:xfrm>
            <a:off x="0" y="722511"/>
            <a:ext cx="9144000" cy="109831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重复以上步骤，直到</a:t>
            </a:r>
            <a:r>
              <a:rPr kumimoji="1" lang="en-US" altLang="zh-CN" sz="2000" b="1" dirty="0">
                <a:solidFill>
                  <a:schemeClr val="tx1">
                    <a:lumMod val="50000"/>
                    <a:lumOff val="50000"/>
                  </a:schemeClr>
                </a:solidFill>
                <a:latin typeface="+mn-ea"/>
                <a:cs typeface="Consolas" panose="020B0609020204030204" pitchFamily="49" charset="0"/>
              </a:rPr>
              <a:t>U</a:t>
            </a:r>
            <a:r>
              <a:rPr kumimoji="1" lang="zh-CN" altLang="en-US" sz="2000" b="1" dirty="0">
                <a:solidFill>
                  <a:schemeClr val="tx1">
                    <a:lumMod val="50000"/>
                    <a:lumOff val="50000"/>
                  </a:schemeClr>
                </a:solidFill>
                <a:latin typeface="+mn-ea"/>
                <a:cs typeface="Consolas" panose="020B0609020204030204" pitchFamily="49" charset="0"/>
              </a:rPr>
              <a:t>中</a:t>
            </a:r>
            <a:r>
              <a:rPr kumimoji="1" lang="zh-CN" altLang="en-US" sz="2000" b="1" dirty="0">
                <a:solidFill>
                  <a:srgbClr val="0099BC"/>
                </a:solidFill>
                <a:latin typeface="+mn-ea"/>
                <a:cs typeface="Consolas" panose="020B0609020204030204" pitchFamily="49" charset="0"/>
              </a:rPr>
              <a:t>元素为空</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以新加入</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的顶点为中间点更新</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各顶点的最短路径长度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r>
              <a:rPr kumimoji="1" lang="zh-CN" altLang="en-US" b="1" dirty="0">
                <a:latin typeface="+mn-ea"/>
                <a:cs typeface="Consolas" panose="020B0609020204030204" pitchFamily="49" charset="0"/>
              </a:rPr>
              <a:t>，下一次循环中以</a:t>
            </a:r>
            <a:r>
              <a:rPr kumimoji="1" lang="zh-CN" altLang="en-US" b="1" dirty="0">
                <a:solidFill>
                  <a:srgbClr val="CC00FF"/>
                </a:solidFill>
                <a:latin typeface="+mn-ea"/>
                <a:cs typeface="Consolas" panose="020B0609020204030204" pitchFamily="49" charset="0"/>
              </a:rPr>
              <a:t>该顶点</a:t>
            </a:r>
            <a:r>
              <a:rPr kumimoji="1" lang="zh-CN" altLang="en-US" b="1" dirty="0">
                <a:latin typeface="+mn-ea"/>
                <a:cs typeface="Consolas" panose="020B0609020204030204" pitchFamily="49" charset="0"/>
              </a:rPr>
              <a:t>为中间点修改长度</a:t>
            </a:r>
            <a:endParaRPr kumimoji="1" lang="en-US" altLang="zh-CN" b="1" dirty="0">
              <a:latin typeface="+mn-ea"/>
              <a:cs typeface="Consolas" panose="020B0609020204030204" pitchFamily="49" charset="0"/>
            </a:endParaRPr>
          </a:p>
        </p:txBody>
      </p:sp>
      <p:sp>
        <p:nvSpPr>
          <p:cNvPr id="15" name="矩形 14"/>
          <p:cNvSpPr/>
          <p:nvPr>
            <p:custDataLst>
              <p:tags r:id="rId87"/>
            </p:custDataLst>
          </p:nvPr>
        </p:nvSpPr>
        <p:spPr>
          <a:xfrm>
            <a:off x="5619254"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6" name="矩形 15"/>
          <p:cNvSpPr/>
          <p:nvPr>
            <p:custDataLst>
              <p:tags r:id="rId88"/>
            </p:custDataLst>
          </p:nvPr>
        </p:nvSpPr>
        <p:spPr>
          <a:xfrm>
            <a:off x="609095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1</a:t>
            </a:r>
            <a:endParaRPr kumimoji="1" lang="zh-CN" altLang="en-US" b="1" dirty="0">
              <a:solidFill>
                <a:srgbClr val="CC00FF"/>
              </a:solidFill>
            </a:endParaRPr>
          </a:p>
        </p:txBody>
      </p:sp>
      <p:sp>
        <p:nvSpPr>
          <p:cNvPr id="18" name="矩形 17"/>
          <p:cNvSpPr/>
          <p:nvPr>
            <p:custDataLst>
              <p:tags r:id="rId89"/>
            </p:custDataLst>
          </p:nvPr>
        </p:nvSpPr>
        <p:spPr>
          <a:xfrm>
            <a:off x="6562650"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9" name="矩形 18"/>
          <p:cNvSpPr/>
          <p:nvPr>
            <p:custDataLst>
              <p:tags r:id="rId90"/>
            </p:custDataLst>
          </p:nvPr>
        </p:nvSpPr>
        <p:spPr>
          <a:xfrm>
            <a:off x="7034348"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1" name="矩形 20"/>
          <p:cNvSpPr/>
          <p:nvPr>
            <p:custDataLst>
              <p:tags r:id="rId91"/>
            </p:custDataLst>
          </p:nvPr>
        </p:nvSpPr>
        <p:spPr>
          <a:xfrm>
            <a:off x="7506046"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2" name="矩形 21"/>
          <p:cNvSpPr/>
          <p:nvPr>
            <p:custDataLst>
              <p:tags r:id="rId92"/>
            </p:custDataLst>
          </p:nvPr>
        </p:nvSpPr>
        <p:spPr>
          <a:xfrm>
            <a:off x="797606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4" name="左大括号 23"/>
          <p:cNvSpPr/>
          <p:nvPr>
            <p:custDataLst>
              <p:tags r:id="rId93"/>
            </p:custDataLst>
          </p:nvPr>
        </p:nvSpPr>
        <p:spPr>
          <a:xfrm>
            <a:off x="547998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5" name="左大括号 24"/>
          <p:cNvSpPr/>
          <p:nvPr>
            <p:custDataLst>
              <p:tags r:id="rId94"/>
            </p:custDataLst>
          </p:nvPr>
        </p:nvSpPr>
        <p:spPr>
          <a:xfrm rot="10800000">
            <a:off x="6605980"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7" name="矩形 26"/>
          <p:cNvSpPr/>
          <p:nvPr>
            <p:custDataLst>
              <p:tags r:id="rId95"/>
            </p:custDataLst>
          </p:nvPr>
        </p:nvSpPr>
        <p:spPr>
          <a:xfrm>
            <a:off x="5619254"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2</a:t>
            </a:r>
            <a:endParaRPr kumimoji="1" lang="zh-CN" altLang="en-US" b="1" dirty="0">
              <a:solidFill>
                <a:schemeClr val="tx1">
                  <a:lumMod val="50000"/>
                  <a:lumOff val="50000"/>
                </a:schemeClr>
              </a:solidFill>
            </a:endParaRPr>
          </a:p>
        </p:txBody>
      </p:sp>
      <p:sp>
        <p:nvSpPr>
          <p:cNvPr id="28" name="矩形 27"/>
          <p:cNvSpPr/>
          <p:nvPr>
            <p:custDataLst>
              <p:tags r:id="rId96"/>
            </p:custDataLst>
          </p:nvPr>
        </p:nvSpPr>
        <p:spPr>
          <a:xfrm>
            <a:off x="609095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3</a:t>
            </a:r>
            <a:endParaRPr kumimoji="1" lang="zh-CN" altLang="en-US" b="1" dirty="0">
              <a:solidFill>
                <a:schemeClr val="tx1">
                  <a:lumMod val="50000"/>
                  <a:lumOff val="50000"/>
                </a:schemeClr>
              </a:solidFill>
            </a:endParaRPr>
          </a:p>
        </p:txBody>
      </p:sp>
      <p:sp>
        <p:nvSpPr>
          <p:cNvPr id="29" name="矩形 28"/>
          <p:cNvSpPr/>
          <p:nvPr>
            <p:custDataLst>
              <p:tags r:id="rId97"/>
            </p:custDataLst>
          </p:nvPr>
        </p:nvSpPr>
        <p:spPr>
          <a:xfrm>
            <a:off x="6562650"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30" name="矩形 29"/>
          <p:cNvSpPr/>
          <p:nvPr>
            <p:custDataLst>
              <p:tags r:id="rId98"/>
            </p:custDataLst>
          </p:nvPr>
        </p:nvSpPr>
        <p:spPr>
          <a:xfrm>
            <a:off x="7034348"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5</a:t>
            </a:r>
            <a:endParaRPr kumimoji="1" lang="zh-CN" altLang="en-US" b="1" dirty="0">
              <a:solidFill>
                <a:schemeClr val="tx1">
                  <a:lumMod val="50000"/>
                  <a:lumOff val="50000"/>
                </a:schemeClr>
              </a:solidFill>
            </a:endParaRPr>
          </a:p>
        </p:txBody>
      </p:sp>
      <p:sp>
        <p:nvSpPr>
          <p:cNvPr id="31" name="矩形 30"/>
          <p:cNvSpPr/>
          <p:nvPr>
            <p:custDataLst>
              <p:tags r:id="rId99"/>
            </p:custDataLst>
          </p:nvPr>
        </p:nvSpPr>
        <p:spPr>
          <a:xfrm>
            <a:off x="7506046"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32" name="矩形 31"/>
          <p:cNvSpPr/>
          <p:nvPr>
            <p:custDataLst>
              <p:tags r:id="rId100"/>
            </p:custDataLst>
          </p:nvPr>
        </p:nvSpPr>
        <p:spPr>
          <a:xfrm>
            <a:off x="797606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35" name="左大括号 34"/>
          <p:cNvSpPr/>
          <p:nvPr>
            <p:custDataLst>
              <p:tags r:id="rId101"/>
            </p:custDataLst>
          </p:nvPr>
        </p:nvSpPr>
        <p:spPr>
          <a:xfrm>
            <a:off x="5479989" y="4697324"/>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7" name="左大括号 36"/>
          <p:cNvSpPr/>
          <p:nvPr>
            <p:custDataLst>
              <p:tags r:id="rId102"/>
            </p:custDataLst>
          </p:nvPr>
        </p:nvSpPr>
        <p:spPr>
          <a:xfrm rot="10800000">
            <a:off x="8004764"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8" name="箭头: 下 37"/>
          <p:cNvSpPr/>
          <p:nvPr>
            <p:custDataLst>
              <p:tags r:id="rId103"/>
            </p:custDataLst>
          </p:nvPr>
        </p:nvSpPr>
        <p:spPr>
          <a:xfrm rot="16200000">
            <a:off x="3181671" y="2416883"/>
            <a:ext cx="331319" cy="4070531"/>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圆角 39"/>
          <p:cNvSpPr/>
          <p:nvPr>
            <p:custDataLst>
              <p:tags r:id="rId104"/>
            </p:custDataLst>
          </p:nvPr>
        </p:nvSpPr>
        <p:spPr>
          <a:xfrm>
            <a:off x="360789" y="1135097"/>
            <a:ext cx="6220484"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1" name="矩形: 圆角 40"/>
          <p:cNvSpPr/>
          <p:nvPr>
            <p:custDataLst>
              <p:tags r:id="rId105"/>
            </p:custDataLst>
          </p:nvPr>
        </p:nvSpPr>
        <p:spPr>
          <a:xfrm>
            <a:off x="360789" y="1466133"/>
            <a:ext cx="8319995"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3" name="矩形 42"/>
          <p:cNvSpPr/>
          <p:nvPr>
            <p:custDataLst>
              <p:tags r:id="rId106"/>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4</a:t>
            </a:r>
            <a:endParaRPr kumimoji="1" lang="zh-CN" altLang="en-US" b="1" dirty="0">
              <a:solidFill>
                <a:srgbClr val="FF0000"/>
              </a:solidFill>
            </a:endParaRPr>
          </a:p>
        </p:txBody>
      </p:sp>
      <p:sp>
        <p:nvSpPr>
          <p:cNvPr id="44" name="矩形 43"/>
          <p:cNvSpPr/>
          <p:nvPr>
            <p:custDataLst>
              <p:tags r:id="rId107"/>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6</a:t>
            </a:r>
            <a:endParaRPr kumimoji="1" lang="zh-CN" altLang="en-US" b="1" dirty="0">
              <a:solidFill>
                <a:srgbClr val="FF0000"/>
              </a:solidFill>
            </a:endParaRPr>
          </a:p>
        </p:txBody>
      </p:sp>
      <p:sp>
        <p:nvSpPr>
          <p:cNvPr id="47" name="矩形 46"/>
          <p:cNvSpPr/>
          <p:nvPr>
            <p:custDataLst>
              <p:tags r:id="rId108"/>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6</a:t>
            </a:r>
            <a:endParaRPr kumimoji="1" lang="zh-CN" altLang="en-US" b="1" dirty="0">
              <a:solidFill>
                <a:srgbClr val="FF0000"/>
              </a:solidFill>
            </a:endParaRPr>
          </a:p>
        </p:txBody>
      </p:sp>
      <p:sp>
        <p:nvSpPr>
          <p:cNvPr id="50" name="矩形 49"/>
          <p:cNvSpPr/>
          <p:nvPr>
            <p:custDataLst>
              <p:tags r:id="rId109"/>
            </p:custDataLst>
          </p:nvPr>
        </p:nvSpPr>
        <p:spPr>
          <a:xfrm>
            <a:off x="982677"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0</a:t>
            </a:r>
            <a:endParaRPr lang="zh-CN" altLang="en-US" dirty="0">
              <a:solidFill>
                <a:srgbClr val="0000FF"/>
              </a:solidFill>
            </a:endParaRPr>
          </a:p>
        </p:txBody>
      </p:sp>
      <p:sp>
        <p:nvSpPr>
          <p:cNvPr id="51" name="矩形 50"/>
          <p:cNvSpPr/>
          <p:nvPr>
            <p:custDataLst>
              <p:tags r:id="rId110"/>
            </p:custDataLst>
          </p:nvPr>
        </p:nvSpPr>
        <p:spPr>
          <a:xfrm>
            <a:off x="145437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4</a:t>
            </a:r>
            <a:endParaRPr lang="zh-CN" altLang="en-US" dirty="0">
              <a:solidFill>
                <a:srgbClr val="0000FF"/>
              </a:solidFill>
            </a:endParaRPr>
          </a:p>
        </p:txBody>
      </p:sp>
      <p:sp>
        <p:nvSpPr>
          <p:cNvPr id="52" name="矩形 51"/>
          <p:cNvSpPr/>
          <p:nvPr>
            <p:custDataLst>
              <p:tags r:id="rId111"/>
            </p:custDataLst>
          </p:nvPr>
        </p:nvSpPr>
        <p:spPr>
          <a:xfrm>
            <a:off x="1926073"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6</a:t>
            </a:r>
            <a:endParaRPr lang="zh-CN" altLang="en-US" dirty="0">
              <a:solidFill>
                <a:srgbClr val="0000FF"/>
              </a:solidFill>
            </a:endParaRPr>
          </a:p>
        </p:txBody>
      </p:sp>
      <p:sp>
        <p:nvSpPr>
          <p:cNvPr id="53" name="矩形 52"/>
          <p:cNvSpPr/>
          <p:nvPr>
            <p:custDataLst>
              <p:tags r:id="rId112"/>
            </p:custDataLst>
          </p:nvPr>
        </p:nvSpPr>
        <p:spPr>
          <a:xfrm>
            <a:off x="2397771"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6</a:t>
            </a:r>
            <a:endParaRPr lang="zh-CN" altLang="en-US" dirty="0">
              <a:solidFill>
                <a:srgbClr val="0000FF"/>
              </a:solidFill>
            </a:endParaRPr>
          </a:p>
        </p:txBody>
      </p:sp>
      <p:sp>
        <p:nvSpPr>
          <p:cNvPr id="54" name="矩形 53"/>
          <p:cNvSpPr/>
          <p:nvPr>
            <p:custDataLst>
              <p:tags r:id="rId113"/>
            </p:custDataLst>
          </p:nvPr>
        </p:nvSpPr>
        <p:spPr>
          <a:xfrm>
            <a:off x="2869469"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2" name="矩形 71"/>
          <p:cNvSpPr/>
          <p:nvPr>
            <p:custDataLst>
              <p:tags r:id="rId114"/>
            </p:custDataLst>
          </p:nvPr>
        </p:nvSpPr>
        <p:spPr>
          <a:xfrm>
            <a:off x="333948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3" name="矩形 72"/>
          <p:cNvSpPr/>
          <p:nvPr>
            <p:custDataLst>
              <p:tags r:id="rId115"/>
            </p:custDataLst>
          </p:nvPr>
        </p:nvSpPr>
        <p:spPr>
          <a:xfrm>
            <a:off x="380827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4" name="左大括号 73"/>
          <p:cNvSpPr/>
          <p:nvPr>
            <p:custDataLst>
              <p:tags r:id="rId116"/>
            </p:custDataLst>
          </p:nvPr>
        </p:nvSpPr>
        <p:spPr>
          <a:xfrm>
            <a:off x="843412"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6" name="左大括号 75"/>
          <p:cNvSpPr/>
          <p:nvPr>
            <p:custDataLst>
              <p:tags r:id="rId117"/>
            </p:custDataLst>
          </p:nvPr>
        </p:nvSpPr>
        <p:spPr>
          <a:xfrm rot="10800000">
            <a:off x="4285911"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8" name="左大括号 77"/>
          <p:cNvSpPr/>
          <p:nvPr>
            <p:custDataLst>
              <p:tags r:id="rId118"/>
            </p:custDataLst>
          </p:nvPr>
        </p:nvSpPr>
        <p:spPr>
          <a:xfrm rot="16200000">
            <a:off x="2561693" y="4629884"/>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0" name="文本框 79"/>
          <p:cNvSpPr txBox="1"/>
          <p:nvPr>
            <p:custDataLst>
              <p:tags r:id="rId119"/>
            </p:custDataLst>
          </p:nvPr>
        </p:nvSpPr>
        <p:spPr>
          <a:xfrm>
            <a:off x="291747" y="6345994"/>
            <a:ext cx="4679156"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当前中间点</a:t>
            </a:r>
            <a:r>
              <a:rPr kumimoji="1" lang="en-US" altLang="zh-CN" b="1" dirty="0">
                <a:solidFill>
                  <a:srgbClr val="B60A70"/>
                </a:solidFill>
                <a:latin typeface="+mn-ea"/>
                <a:cs typeface="Consolas" panose="020B0609020204030204" pitchFamily="49" charset="0"/>
              </a:rPr>
              <a:t>(0)</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U</a:t>
            </a:r>
            <a:r>
              <a:rPr kumimoji="1" lang="zh-CN" altLang="en-US" b="1" dirty="0">
                <a:solidFill>
                  <a:srgbClr val="0000FF"/>
                </a:solidFill>
                <a:latin typeface="+mn-ea"/>
                <a:cs typeface="Consolas" panose="020B0609020204030204" pitchFamily="49" charset="0"/>
              </a:rPr>
              <a:t>中各点的直线距离</a:t>
            </a:r>
            <a:endParaRPr lang="zh-CN" altLang="en-US" dirty="0">
              <a:solidFill>
                <a:srgbClr val="0000FF"/>
              </a:solidFill>
            </a:endParaRPr>
          </a:p>
        </p:txBody>
      </p:sp>
      <p:sp>
        <p:nvSpPr>
          <p:cNvPr id="81" name="左大括号 80"/>
          <p:cNvSpPr/>
          <p:nvPr>
            <p:custDataLst>
              <p:tags r:id="rId120"/>
            </p:custDataLst>
          </p:nvPr>
        </p:nvSpPr>
        <p:spPr>
          <a:xfrm rot="16200000">
            <a:off x="7199837" y="4194231"/>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2" name="文本框 81"/>
          <p:cNvSpPr txBox="1"/>
          <p:nvPr>
            <p:custDataLst>
              <p:tags r:id="rId121"/>
            </p:custDataLst>
          </p:nvPr>
        </p:nvSpPr>
        <p:spPr>
          <a:xfrm>
            <a:off x="5492404" y="5930583"/>
            <a:ext cx="3554129"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使用当前中间点</a:t>
            </a:r>
            <a:r>
              <a:rPr kumimoji="1" lang="en-US" altLang="zh-CN" b="1" dirty="0">
                <a:solidFill>
                  <a:srgbClr val="B60A70"/>
                </a:solidFill>
                <a:latin typeface="+mn-ea"/>
                <a:cs typeface="Consolas" panose="020B0609020204030204" pitchFamily="49" charset="0"/>
              </a:rPr>
              <a:t>(0)</a:t>
            </a:r>
            <a:r>
              <a:rPr kumimoji="1" lang="zh-CN" altLang="en-US" b="1" dirty="0">
                <a:solidFill>
                  <a:srgbClr val="0000FF"/>
                </a:solidFill>
                <a:latin typeface="+mn-ea"/>
                <a:cs typeface="Consolas" panose="020B0609020204030204" pitchFamily="49" charset="0"/>
              </a:rPr>
              <a:t>更新前驱顶点</a:t>
            </a:r>
            <a:endParaRPr lang="zh-CN" altLang="en-US" dirty="0">
              <a:solidFill>
                <a:srgbClr val="0000FF"/>
              </a:solidFill>
            </a:endParaRPr>
          </a:p>
        </p:txBody>
      </p:sp>
      <p:sp>
        <p:nvSpPr>
          <p:cNvPr id="55" name="矩形 54"/>
          <p:cNvSpPr/>
          <p:nvPr>
            <p:custDataLst>
              <p:tags r:id="rId122"/>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0</a:t>
            </a:r>
            <a:endParaRPr kumimoji="1" lang="zh-CN" altLang="en-US" b="1" dirty="0">
              <a:solidFill>
                <a:srgbClr val="FF0000"/>
              </a:solidFill>
            </a:endParaRPr>
          </a:p>
        </p:txBody>
      </p:sp>
      <p:sp>
        <p:nvSpPr>
          <p:cNvPr id="56" name="矩形 55"/>
          <p:cNvSpPr/>
          <p:nvPr>
            <p:custDataLst>
              <p:tags r:id="rId123"/>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0</a:t>
            </a:r>
            <a:endParaRPr kumimoji="1" lang="zh-CN" altLang="en-US" b="1" dirty="0">
              <a:solidFill>
                <a:srgbClr val="FF0000"/>
              </a:solidFill>
            </a:endParaRPr>
          </a:p>
        </p:txBody>
      </p:sp>
      <p:sp>
        <p:nvSpPr>
          <p:cNvPr id="57" name="矩形 56"/>
          <p:cNvSpPr/>
          <p:nvPr>
            <p:custDataLst>
              <p:tags r:id="rId124"/>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0</a:t>
            </a:r>
            <a:endParaRPr kumimoji="1" lang="zh-CN" altLang="en-US" b="1" dirty="0">
              <a:solidFill>
                <a:srgbClr val="FF0000"/>
              </a:solidFill>
            </a:endParaRPr>
          </a:p>
        </p:txBody>
      </p:sp>
      <p:sp>
        <p:nvSpPr>
          <p:cNvPr id="58" name="矩形 57"/>
          <p:cNvSpPr/>
          <p:nvPr>
            <p:custDataLst>
              <p:tags r:id="rId125"/>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0</a:t>
            </a:r>
            <a:endParaRPr kumimoji="1" lang="zh-CN" altLang="en-US" b="1" dirty="0">
              <a:solidFill>
                <a:srgbClr val="FF0000"/>
              </a:solidFill>
            </a:endParaRPr>
          </a:p>
        </p:txBody>
      </p:sp>
      <p:sp>
        <p:nvSpPr>
          <p:cNvPr id="49" name="文本框 48"/>
          <p:cNvSpPr txBox="1"/>
          <p:nvPr>
            <p:custDataLst>
              <p:tags r:id="rId126"/>
            </p:custDataLst>
          </p:nvPr>
        </p:nvSpPr>
        <p:spPr>
          <a:xfrm>
            <a:off x="1739173" y="3980969"/>
            <a:ext cx="3216315" cy="396583"/>
          </a:xfrm>
          <a:prstGeom prst="rect">
            <a:avLst/>
          </a:prstGeom>
          <a:noFill/>
        </p:spPr>
        <p:txBody>
          <a:bodyPr wrap="square">
            <a:spAutoFit/>
          </a:bodyPr>
          <a:p>
            <a:pPr algn="ctr">
              <a:lnSpc>
                <a:spcPct val="120000"/>
              </a:lnSpc>
            </a:pPr>
            <a:r>
              <a:rPr kumimoji="1" lang="zh-CN" altLang="en-US" b="1" dirty="0">
                <a:solidFill>
                  <a:srgbClr val="0070C0"/>
                </a:solidFill>
                <a:latin typeface="+mn-ea"/>
                <a:cs typeface="Consolas" panose="020B0609020204030204" pitchFamily="49" charset="0"/>
              </a:rPr>
              <a:t>选取</a:t>
            </a:r>
            <a:r>
              <a:rPr kumimoji="1" lang="en-US" altLang="zh-CN" b="1" dirty="0">
                <a:solidFill>
                  <a:srgbClr val="0070C0"/>
                </a:solidFill>
                <a:latin typeface="+mn-ea"/>
                <a:cs typeface="Consolas" panose="020B0609020204030204" pitchFamily="49" charset="0"/>
              </a:rPr>
              <a:t>U</a:t>
            </a:r>
            <a:r>
              <a:rPr kumimoji="1" lang="zh-CN" altLang="en-US" b="1" dirty="0">
                <a:solidFill>
                  <a:srgbClr val="0070C0"/>
                </a:solidFill>
                <a:latin typeface="+mn-ea"/>
                <a:cs typeface="Consolas" panose="020B0609020204030204" pitchFamily="49" charset="0"/>
              </a:rPr>
              <a:t>中与源点距离最短的点</a:t>
            </a:r>
            <a:endParaRPr kumimoji="1" lang="en-US" altLang="zh-CN" b="1" dirty="0">
              <a:solidFill>
                <a:srgbClr val="0070C0"/>
              </a:solidFill>
              <a:latin typeface="+mn-ea"/>
              <a:cs typeface="Consolas" panose="020B0609020204030204" pitchFamily="49" charset="0"/>
            </a:endParaRPr>
          </a:p>
        </p:txBody>
      </p:sp>
      <p:sp>
        <p:nvSpPr>
          <p:cNvPr id="77" name="矩形: 圆角 48"/>
          <p:cNvSpPr/>
          <p:nvPr>
            <p:custDataLst>
              <p:tags r:id="rId127"/>
            </p:custDataLst>
          </p:nvPr>
        </p:nvSpPr>
        <p:spPr>
          <a:xfrm>
            <a:off x="1488702" y="5099763"/>
            <a:ext cx="408330" cy="62314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34" name="矩形 33"/>
          <p:cNvSpPr/>
          <p:nvPr>
            <p:custDataLst>
              <p:tags r:id="rId128"/>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0</a:t>
            </a:r>
            <a:endParaRPr kumimoji="1" lang="zh-CN" altLang="en-US" b="1" dirty="0">
              <a:solidFill>
                <a:srgbClr val="FF0000"/>
              </a:solidFill>
            </a:endParaRPr>
          </a:p>
        </p:txBody>
      </p:sp>
      <p:sp>
        <p:nvSpPr>
          <p:cNvPr id="114" name="左大括号 113"/>
          <p:cNvSpPr/>
          <p:nvPr>
            <p:custDataLst>
              <p:tags r:id="rId129"/>
            </p:custDataLst>
          </p:nvPr>
        </p:nvSpPr>
        <p:spPr>
          <a:xfrm>
            <a:off x="963427"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98" name="左大括号 97"/>
          <p:cNvSpPr/>
          <p:nvPr>
            <p:custDataLst>
              <p:tags r:id="rId130"/>
            </p:custDataLst>
          </p:nvPr>
        </p:nvSpPr>
        <p:spPr>
          <a:xfrm>
            <a:off x="5556824"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animEffect transition="in" filter="wipe(left)">
                                      <p:cBhvr>
                                        <p:cTn id="7" dur="500"/>
                                        <p:tgtEl>
                                          <p:spTgt spid="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
                                            <p:txEl>
                                              <p:pRg st="1" end="1"/>
                                            </p:txEl>
                                          </p:spTgt>
                                        </p:tgtEl>
                                        <p:attrNameLst>
                                          <p:attrName>style.visibility</p:attrName>
                                        </p:attrNameLst>
                                      </p:cBhvr>
                                      <p:to>
                                        <p:strVal val="visible"/>
                                      </p:to>
                                    </p:set>
                                    <p:animEffect transition="in" filter="wipe(left)">
                                      <p:cBhvr>
                                        <p:cTn id="12" dur="500"/>
                                        <p:tgtEl>
                                          <p:spTgt spid="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4"/>
                                        </p:tgtEl>
                                        <p:attrNameLst>
                                          <p:attrName>style.visibility</p:attrName>
                                        </p:attrNameLst>
                                      </p:cBhvr>
                                      <p:to>
                                        <p:strVal val="visible"/>
                                      </p:to>
                                    </p:set>
                                    <p:animEffect transition="in" filter="fade">
                                      <p:cBhvr>
                                        <p:cTn id="17" dur="500"/>
                                        <p:tgtEl>
                                          <p:spTgt spid="13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fade">
                                      <p:cBhvr>
                                        <p:cTn id="20" dur="500"/>
                                        <p:tgtEl>
                                          <p:spTgt spid="13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fade">
                                      <p:cBhvr>
                                        <p:cTn id="23" dur="500"/>
                                        <p:tgtEl>
                                          <p:spTgt spid="13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fade">
                                      <p:cBhvr>
                                        <p:cTn id="26" dur="500"/>
                                        <p:tgtEl>
                                          <p:spTgt spid="13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8"/>
                                        </p:tgtEl>
                                        <p:attrNameLst>
                                          <p:attrName>style.visibility</p:attrName>
                                        </p:attrNameLst>
                                      </p:cBhvr>
                                      <p:to>
                                        <p:strVal val="visible"/>
                                      </p:to>
                                    </p:set>
                                    <p:animEffect transition="in" filter="fade">
                                      <p:cBhvr>
                                        <p:cTn id="29" dur="500"/>
                                        <p:tgtEl>
                                          <p:spTgt spid="13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9"/>
                                        </p:tgtEl>
                                        <p:attrNameLst>
                                          <p:attrName>style.visibility</p:attrName>
                                        </p:attrNameLst>
                                      </p:cBhvr>
                                      <p:to>
                                        <p:strVal val="visible"/>
                                      </p:to>
                                    </p:set>
                                    <p:animEffect transition="in" filter="fade">
                                      <p:cBhvr>
                                        <p:cTn id="32" dur="500"/>
                                        <p:tgtEl>
                                          <p:spTgt spid="13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0"/>
                                        </p:tgtEl>
                                        <p:attrNameLst>
                                          <p:attrName>style.visibility</p:attrName>
                                        </p:attrNameLst>
                                      </p:cBhvr>
                                      <p:to>
                                        <p:strVal val="visible"/>
                                      </p:to>
                                    </p:set>
                                    <p:animEffect transition="in" filter="fade">
                                      <p:cBhvr>
                                        <p:cTn id="35" dur="500"/>
                                        <p:tgtEl>
                                          <p:spTgt spid="1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1"/>
                                        </p:tgtEl>
                                        <p:attrNameLst>
                                          <p:attrName>style.visibility</p:attrName>
                                        </p:attrNameLst>
                                      </p:cBhvr>
                                      <p:to>
                                        <p:strVal val="visible"/>
                                      </p:to>
                                    </p:set>
                                    <p:animEffect transition="in" filter="fade">
                                      <p:cBhvr>
                                        <p:cTn id="38" dur="500"/>
                                        <p:tgtEl>
                                          <p:spTgt spid="14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2"/>
                                        </p:tgtEl>
                                        <p:attrNameLst>
                                          <p:attrName>style.visibility</p:attrName>
                                        </p:attrNameLst>
                                      </p:cBhvr>
                                      <p:to>
                                        <p:strVal val="visible"/>
                                      </p:to>
                                    </p:set>
                                    <p:animEffect transition="in" filter="fade">
                                      <p:cBhvr>
                                        <p:cTn id="41" dur="500"/>
                                        <p:tgtEl>
                                          <p:spTgt spid="14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59">
                                            <p:txEl>
                                              <p:pRg st="2" end="2"/>
                                            </p:txEl>
                                          </p:spTgt>
                                        </p:tgtEl>
                                        <p:attrNameLst>
                                          <p:attrName>style.visibility</p:attrName>
                                        </p:attrNameLst>
                                      </p:cBhvr>
                                      <p:to>
                                        <p:strVal val="visible"/>
                                      </p:to>
                                    </p:set>
                                    <p:animEffect transition="in" filter="wipe(left)">
                                      <p:cBhvr>
                                        <p:cTn id="49" dur="500"/>
                                        <p:tgtEl>
                                          <p:spTgt spid="59">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16"/>
                                        </p:tgtEl>
                                        <p:attrNameLst>
                                          <p:attrName>style.visibility</p:attrName>
                                        </p:attrNameLst>
                                      </p:cBhvr>
                                      <p:to>
                                        <p:strVal val="visible"/>
                                      </p:to>
                                    </p:set>
                                    <p:animEffect transition="in" filter="fade">
                                      <p:cBhvr>
                                        <p:cTn id="54" dur="500"/>
                                        <p:tgtEl>
                                          <p:spTgt spid="1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7"/>
                                        </p:tgtEl>
                                        <p:attrNameLst>
                                          <p:attrName>style.visibility</p:attrName>
                                        </p:attrNameLst>
                                      </p:cBhvr>
                                      <p:to>
                                        <p:strVal val="visible"/>
                                      </p:to>
                                    </p:set>
                                    <p:animEffect transition="in" filter="fade">
                                      <p:cBhvr>
                                        <p:cTn id="57" dur="500"/>
                                        <p:tgtEl>
                                          <p:spTgt spid="11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18"/>
                                        </p:tgtEl>
                                        <p:attrNameLst>
                                          <p:attrName>style.visibility</p:attrName>
                                        </p:attrNameLst>
                                      </p:cBhvr>
                                      <p:to>
                                        <p:strVal val="visible"/>
                                      </p:to>
                                    </p:set>
                                    <p:animEffect transition="in" filter="fade">
                                      <p:cBhvr>
                                        <p:cTn id="60" dur="500"/>
                                        <p:tgtEl>
                                          <p:spTgt spid="1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19"/>
                                        </p:tgtEl>
                                        <p:attrNameLst>
                                          <p:attrName>style.visibility</p:attrName>
                                        </p:attrNameLst>
                                      </p:cBhvr>
                                      <p:to>
                                        <p:strVal val="visible"/>
                                      </p:to>
                                    </p:set>
                                    <p:animEffect transition="in" filter="fade">
                                      <p:cBhvr>
                                        <p:cTn id="63" dur="500"/>
                                        <p:tgtEl>
                                          <p:spTgt spid="11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20"/>
                                        </p:tgtEl>
                                        <p:attrNameLst>
                                          <p:attrName>style.visibility</p:attrName>
                                        </p:attrNameLst>
                                      </p:cBhvr>
                                      <p:to>
                                        <p:strVal val="visible"/>
                                      </p:to>
                                    </p:set>
                                    <p:animEffect transition="in" filter="fade">
                                      <p:cBhvr>
                                        <p:cTn id="66" dur="500"/>
                                        <p:tgtEl>
                                          <p:spTgt spid="1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21"/>
                                        </p:tgtEl>
                                        <p:attrNameLst>
                                          <p:attrName>style.visibility</p:attrName>
                                        </p:attrNameLst>
                                      </p:cBhvr>
                                      <p:to>
                                        <p:strVal val="visible"/>
                                      </p:to>
                                    </p:set>
                                    <p:animEffect transition="in" filter="fade">
                                      <p:cBhvr>
                                        <p:cTn id="69" dur="500"/>
                                        <p:tgtEl>
                                          <p:spTgt spid="12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22"/>
                                        </p:tgtEl>
                                        <p:attrNameLst>
                                          <p:attrName>style.visibility</p:attrName>
                                        </p:attrNameLst>
                                      </p:cBhvr>
                                      <p:to>
                                        <p:strVal val="visible"/>
                                      </p:to>
                                    </p:set>
                                    <p:animEffect transition="in" filter="fade">
                                      <p:cBhvr>
                                        <p:cTn id="72" dur="500"/>
                                        <p:tgtEl>
                                          <p:spTgt spid="12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23"/>
                                        </p:tgtEl>
                                        <p:attrNameLst>
                                          <p:attrName>style.visibility</p:attrName>
                                        </p:attrNameLst>
                                      </p:cBhvr>
                                      <p:to>
                                        <p:strVal val="visible"/>
                                      </p:to>
                                    </p:set>
                                    <p:animEffect transition="in" filter="fade">
                                      <p:cBhvr>
                                        <p:cTn id="75" dur="500"/>
                                        <p:tgtEl>
                                          <p:spTgt spid="12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4"/>
                                        </p:tgtEl>
                                        <p:attrNameLst>
                                          <p:attrName>style.visibility</p:attrName>
                                        </p:attrNameLst>
                                      </p:cBhvr>
                                      <p:to>
                                        <p:strVal val="visible"/>
                                      </p:to>
                                    </p:set>
                                    <p:animEffect transition="in" filter="fade">
                                      <p:cBhvr>
                                        <p:cTn id="78" dur="500"/>
                                        <p:tgtEl>
                                          <p:spTgt spid="12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500"/>
                                        <p:tgtEl>
                                          <p:spTgt spid="1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75">
                                            <p:txEl>
                                              <p:pRg st="0" end="0"/>
                                            </p:txEl>
                                          </p:spTgt>
                                        </p:tgtEl>
                                        <p:attrNameLst>
                                          <p:attrName>style.visibility</p:attrName>
                                        </p:attrNameLst>
                                      </p:cBhvr>
                                      <p:to>
                                        <p:strVal val="visible"/>
                                      </p:to>
                                    </p:set>
                                    <p:animEffect transition="in" filter="wipe(left)">
                                      <p:cBhvr>
                                        <p:cTn id="86" dur="500"/>
                                        <p:tgtEl>
                                          <p:spTgt spid="75">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00"/>
                                        </p:tgtEl>
                                        <p:attrNameLst>
                                          <p:attrName>style.visibility</p:attrName>
                                        </p:attrNameLst>
                                      </p:cBhvr>
                                      <p:to>
                                        <p:strVal val="visible"/>
                                      </p:to>
                                    </p:set>
                                    <p:animEffect transition="in" filter="fade">
                                      <p:cBhvr>
                                        <p:cTn id="91" dur="500"/>
                                        <p:tgtEl>
                                          <p:spTgt spid="10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01"/>
                                        </p:tgtEl>
                                        <p:attrNameLst>
                                          <p:attrName>style.visibility</p:attrName>
                                        </p:attrNameLst>
                                      </p:cBhvr>
                                      <p:to>
                                        <p:strVal val="visible"/>
                                      </p:to>
                                    </p:set>
                                    <p:animEffect transition="in" filter="fade">
                                      <p:cBhvr>
                                        <p:cTn id="94" dur="500"/>
                                        <p:tgtEl>
                                          <p:spTgt spid="10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03"/>
                                        </p:tgtEl>
                                        <p:attrNameLst>
                                          <p:attrName>style.visibility</p:attrName>
                                        </p:attrNameLst>
                                      </p:cBhvr>
                                      <p:to>
                                        <p:strVal val="visible"/>
                                      </p:to>
                                    </p:set>
                                    <p:animEffect transition="in" filter="fade">
                                      <p:cBhvr>
                                        <p:cTn id="100" dur="500"/>
                                        <p:tgtEl>
                                          <p:spTgt spid="10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4"/>
                                        </p:tgtEl>
                                        <p:attrNameLst>
                                          <p:attrName>style.visibility</p:attrName>
                                        </p:attrNameLst>
                                      </p:cBhvr>
                                      <p:to>
                                        <p:strVal val="visible"/>
                                      </p:to>
                                    </p:set>
                                    <p:animEffect transition="in" filter="fade">
                                      <p:cBhvr>
                                        <p:cTn id="103" dur="500"/>
                                        <p:tgtEl>
                                          <p:spTgt spid="10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05"/>
                                        </p:tgtEl>
                                        <p:attrNameLst>
                                          <p:attrName>style.visibility</p:attrName>
                                        </p:attrNameLst>
                                      </p:cBhvr>
                                      <p:to>
                                        <p:strVal val="visible"/>
                                      </p:to>
                                    </p:set>
                                    <p:animEffect transition="in" filter="fade">
                                      <p:cBhvr>
                                        <p:cTn id="106" dur="500"/>
                                        <p:tgtEl>
                                          <p:spTgt spid="10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06"/>
                                        </p:tgtEl>
                                        <p:attrNameLst>
                                          <p:attrName>style.visibility</p:attrName>
                                        </p:attrNameLst>
                                      </p:cBhvr>
                                      <p:to>
                                        <p:strVal val="visible"/>
                                      </p:to>
                                    </p:set>
                                    <p:animEffect transition="in" filter="fade">
                                      <p:cBhvr>
                                        <p:cTn id="109" dur="500"/>
                                        <p:tgtEl>
                                          <p:spTgt spid="10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7"/>
                                        </p:tgtEl>
                                        <p:attrNameLst>
                                          <p:attrName>style.visibility</p:attrName>
                                        </p:attrNameLst>
                                      </p:cBhvr>
                                      <p:to>
                                        <p:strVal val="visible"/>
                                      </p:to>
                                    </p:set>
                                    <p:animEffect transition="in" filter="fade">
                                      <p:cBhvr>
                                        <p:cTn id="112" dur="500"/>
                                        <p:tgtEl>
                                          <p:spTgt spid="10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08"/>
                                        </p:tgtEl>
                                        <p:attrNameLst>
                                          <p:attrName>style.visibility</p:attrName>
                                        </p:attrNameLst>
                                      </p:cBhvr>
                                      <p:to>
                                        <p:strVal val="visible"/>
                                      </p:to>
                                    </p:set>
                                    <p:animEffect transition="in" filter="fade">
                                      <p:cBhvr>
                                        <p:cTn id="115" dur="500"/>
                                        <p:tgtEl>
                                          <p:spTgt spid="10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9"/>
                                        </p:tgtEl>
                                        <p:attrNameLst>
                                          <p:attrName>style.visibility</p:attrName>
                                        </p:attrNameLst>
                                      </p:cBhvr>
                                      <p:to>
                                        <p:strVal val="visible"/>
                                      </p:to>
                                    </p:set>
                                    <p:animEffect transition="in" filter="fade">
                                      <p:cBhvr>
                                        <p:cTn id="118" dur="500"/>
                                        <p:tgtEl>
                                          <p:spTgt spid="10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10"/>
                                        </p:tgtEl>
                                        <p:attrNameLst>
                                          <p:attrName>style.visibility</p:attrName>
                                        </p:attrNameLst>
                                      </p:cBhvr>
                                      <p:to>
                                        <p:strVal val="visible"/>
                                      </p:to>
                                    </p:set>
                                    <p:animEffect transition="in" filter="fade">
                                      <p:cBhvr>
                                        <p:cTn id="121" dur="500"/>
                                        <p:tgtEl>
                                          <p:spTgt spid="11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1"/>
                                        </p:tgtEl>
                                        <p:attrNameLst>
                                          <p:attrName>style.visibility</p:attrName>
                                        </p:attrNameLst>
                                      </p:cBhvr>
                                      <p:to>
                                        <p:strVal val="visible"/>
                                      </p:to>
                                    </p:set>
                                    <p:animEffect transition="in" filter="fade">
                                      <p:cBhvr>
                                        <p:cTn id="124" dur="500"/>
                                        <p:tgtEl>
                                          <p:spTgt spid="11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12"/>
                                        </p:tgtEl>
                                        <p:attrNameLst>
                                          <p:attrName>style.visibility</p:attrName>
                                        </p:attrNameLst>
                                      </p:cBhvr>
                                      <p:to>
                                        <p:strVal val="visible"/>
                                      </p:to>
                                    </p:set>
                                    <p:animEffect transition="in" filter="fade">
                                      <p:cBhvr>
                                        <p:cTn id="127" dur="500"/>
                                        <p:tgtEl>
                                          <p:spTgt spid="11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13"/>
                                        </p:tgtEl>
                                        <p:attrNameLst>
                                          <p:attrName>style.visibility</p:attrName>
                                        </p:attrNameLst>
                                      </p:cBhvr>
                                      <p:to>
                                        <p:strVal val="visible"/>
                                      </p:to>
                                    </p:set>
                                    <p:animEffect transition="in" filter="fade">
                                      <p:cBhvr>
                                        <p:cTn id="130" dur="500"/>
                                        <p:tgtEl>
                                          <p:spTgt spid="11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14"/>
                                        </p:tgtEl>
                                        <p:attrNameLst>
                                          <p:attrName>style.visibility</p:attrName>
                                        </p:attrNameLst>
                                      </p:cBhvr>
                                      <p:to>
                                        <p:strVal val="visible"/>
                                      </p:to>
                                    </p:set>
                                    <p:animEffect transition="in" filter="fade">
                                      <p:cBhvr>
                                        <p:cTn id="133" dur="500"/>
                                        <p:tgtEl>
                                          <p:spTgt spid="11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15"/>
                                        </p:tgtEl>
                                        <p:attrNameLst>
                                          <p:attrName>style.visibility</p:attrName>
                                        </p:attrNameLst>
                                      </p:cBhvr>
                                      <p:to>
                                        <p:strVal val="visible"/>
                                      </p:to>
                                    </p:set>
                                    <p:animEffect transition="in" filter="fade">
                                      <p:cBhvr>
                                        <p:cTn id="136" dur="500"/>
                                        <p:tgtEl>
                                          <p:spTgt spid="11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nodeType="clickEffect">
                                  <p:stCondLst>
                                    <p:cond delay="0"/>
                                  </p:stCondLst>
                                  <p:childTnLst>
                                    <p:set>
                                      <p:cBhvr>
                                        <p:cTn id="140" dur="1" fill="hold">
                                          <p:stCondLst>
                                            <p:cond delay="0"/>
                                          </p:stCondLst>
                                        </p:cTn>
                                        <p:tgtEl>
                                          <p:spTgt spid="46">
                                            <p:txEl>
                                              <p:pRg st="0" end="0"/>
                                            </p:txEl>
                                          </p:spTgt>
                                        </p:tgtEl>
                                        <p:attrNameLst>
                                          <p:attrName>style.visibility</p:attrName>
                                        </p:attrNameLst>
                                      </p:cBhvr>
                                      <p:to>
                                        <p:strVal val="visible"/>
                                      </p:to>
                                    </p:set>
                                    <p:animEffect transition="in" filter="wipe(left)">
                                      <p:cBhvr>
                                        <p:cTn id="141" dur="500"/>
                                        <p:tgtEl>
                                          <p:spTgt spid="46">
                                            <p:txEl>
                                              <p:pRg st="0" end="0"/>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84"/>
                                        </p:tgtEl>
                                        <p:attrNameLst>
                                          <p:attrName>style.visibility</p:attrName>
                                        </p:attrNameLst>
                                      </p:cBhvr>
                                      <p:to>
                                        <p:strVal val="visible"/>
                                      </p:to>
                                    </p:set>
                                    <p:animEffect transition="in" filter="fade">
                                      <p:cBhvr>
                                        <p:cTn id="146" dur="500"/>
                                        <p:tgtEl>
                                          <p:spTgt spid="84"/>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85"/>
                                        </p:tgtEl>
                                        <p:attrNameLst>
                                          <p:attrName>style.visibility</p:attrName>
                                        </p:attrNameLst>
                                      </p:cBhvr>
                                      <p:to>
                                        <p:strVal val="visible"/>
                                      </p:to>
                                    </p:set>
                                    <p:animEffect transition="in" filter="fade">
                                      <p:cBhvr>
                                        <p:cTn id="149" dur="500"/>
                                        <p:tgtEl>
                                          <p:spTgt spid="85"/>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86"/>
                                        </p:tgtEl>
                                        <p:attrNameLst>
                                          <p:attrName>style.visibility</p:attrName>
                                        </p:attrNameLst>
                                      </p:cBhvr>
                                      <p:to>
                                        <p:strVal val="visible"/>
                                      </p:to>
                                    </p:set>
                                    <p:animEffect transition="in" filter="fade">
                                      <p:cBhvr>
                                        <p:cTn id="152" dur="500"/>
                                        <p:tgtEl>
                                          <p:spTgt spid="86"/>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87"/>
                                        </p:tgtEl>
                                        <p:attrNameLst>
                                          <p:attrName>style.visibility</p:attrName>
                                        </p:attrNameLst>
                                      </p:cBhvr>
                                      <p:to>
                                        <p:strVal val="visible"/>
                                      </p:to>
                                    </p:set>
                                    <p:animEffect transition="in" filter="fade">
                                      <p:cBhvr>
                                        <p:cTn id="155" dur="500"/>
                                        <p:tgtEl>
                                          <p:spTgt spid="8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88"/>
                                        </p:tgtEl>
                                        <p:attrNameLst>
                                          <p:attrName>style.visibility</p:attrName>
                                        </p:attrNameLst>
                                      </p:cBhvr>
                                      <p:to>
                                        <p:strVal val="visible"/>
                                      </p:to>
                                    </p:set>
                                    <p:animEffect transition="in" filter="fade">
                                      <p:cBhvr>
                                        <p:cTn id="158" dur="500"/>
                                        <p:tgtEl>
                                          <p:spTgt spid="88"/>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89"/>
                                        </p:tgtEl>
                                        <p:attrNameLst>
                                          <p:attrName>style.visibility</p:attrName>
                                        </p:attrNameLst>
                                      </p:cBhvr>
                                      <p:to>
                                        <p:strVal val="visible"/>
                                      </p:to>
                                    </p:set>
                                    <p:animEffect transition="in" filter="fade">
                                      <p:cBhvr>
                                        <p:cTn id="161" dur="500"/>
                                        <p:tgtEl>
                                          <p:spTgt spid="89"/>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90"/>
                                        </p:tgtEl>
                                        <p:attrNameLst>
                                          <p:attrName>style.visibility</p:attrName>
                                        </p:attrNameLst>
                                      </p:cBhvr>
                                      <p:to>
                                        <p:strVal val="visible"/>
                                      </p:to>
                                    </p:set>
                                    <p:animEffect transition="in" filter="fade">
                                      <p:cBhvr>
                                        <p:cTn id="164" dur="500"/>
                                        <p:tgtEl>
                                          <p:spTgt spid="90"/>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91"/>
                                        </p:tgtEl>
                                        <p:attrNameLst>
                                          <p:attrName>style.visibility</p:attrName>
                                        </p:attrNameLst>
                                      </p:cBhvr>
                                      <p:to>
                                        <p:strVal val="visible"/>
                                      </p:to>
                                    </p:set>
                                    <p:animEffect transition="in" filter="fade">
                                      <p:cBhvr>
                                        <p:cTn id="167" dur="500"/>
                                        <p:tgtEl>
                                          <p:spTgt spid="91"/>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92"/>
                                        </p:tgtEl>
                                        <p:attrNameLst>
                                          <p:attrName>style.visibility</p:attrName>
                                        </p:attrNameLst>
                                      </p:cBhvr>
                                      <p:to>
                                        <p:strVal val="visible"/>
                                      </p:to>
                                    </p:set>
                                    <p:animEffect transition="in" filter="fade">
                                      <p:cBhvr>
                                        <p:cTn id="170" dur="500"/>
                                        <p:tgtEl>
                                          <p:spTgt spid="92"/>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93"/>
                                        </p:tgtEl>
                                        <p:attrNameLst>
                                          <p:attrName>style.visibility</p:attrName>
                                        </p:attrNameLst>
                                      </p:cBhvr>
                                      <p:to>
                                        <p:strVal val="visible"/>
                                      </p:to>
                                    </p:set>
                                    <p:animEffect transition="in" filter="fade">
                                      <p:cBhvr>
                                        <p:cTn id="173" dur="500"/>
                                        <p:tgtEl>
                                          <p:spTgt spid="93"/>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94"/>
                                        </p:tgtEl>
                                        <p:attrNameLst>
                                          <p:attrName>style.visibility</p:attrName>
                                        </p:attrNameLst>
                                      </p:cBhvr>
                                      <p:to>
                                        <p:strVal val="visible"/>
                                      </p:to>
                                    </p:set>
                                    <p:animEffect transition="in" filter="fade">
                                      <p:cBhvr>
                                        <p:cTn id="176" dur="500"/>
                                        <p:tgtEl>
                                          <p:spTgt spid="94"/>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95"/>
                                        </p:tgtEl>
                                        <p:attrNameLst>
                                          <p:attrName>style.visibility</p:attrName>
                                        </p:attrNameLst>
                                      </p:cBhvr>
                                      <p:to>
                                        <p:strVal val="visible"/>
                                      </p:to>
                                    </p:set>
                                    <p:animEffect transition="in" filter="fade">
                                      <p:cBhvr>
                                        <p:cTn id="179" dur="500"/>
                                        <p:tgtEl>
                                          <p:spTgt spid="95"/>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96"/>
                                        </p:tgtEl>
                                        <p:attrNameLst>
                                          <p:attrName>style.visibility</p:attrName>
                                        </p:attrNameLst>
                                      </p:cBhvr>
                                      <p:to>
                                        <p:strVal val="visible"/>
                                      </p:to>
                                    </p:set>
                                    <p:animEffect transition="in" filter="fade">
                                      <p:cBhvr>
                                        <p:cTn id="182" dur="500"/>
                                        <p:tgtEl>
                                          <p:spTgt spid="96"/>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97"/>
                                        </p:tgtEl>
                                        <p:attrNameLst>
                                          <p:attrName>style.visibility</p:attrName>
                                        </p:attrNameLst>
                                      </p:cBhvr>
                                      <p:to>
                                        <p:strVal val="visible"/>
                                      </p:to>
                                    </p:set>
                                    <p:animEffect transition="in" filter="fade">
                                      <p:cBhvr>
                                        <p:cTn id="185" dur="500"/>
                                        <p:tgtEl>
                                          <p:spTgt spid="97"/>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98"/>
                                        </p:tgtEl>
                                        <p:attrNameLst>
                                          <p:attrName>style.visibility</p:attrName>
                                        </p:attrNameLst>
                                      </p:cBhvr>
                                      <p:to>
                                        <p:strVal val="visible"/>
                                      </p:to>
                                    </p:set>
                                    <p:animEffect transition="in" filter="fade">
                                      <p:cBhvr>
                                        <p:cTn id="188" dur="500"/>
                                        <p:tgtEl>
                                          <p:spTgt spid="98"/>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99"/>
                                        </p:tgtEl>
                                        <p:attrNameLst>
                                          <p:attrName>style.visibility</p:attrName>
                                        </p:attrNameLst>
                                      </p:cBhvr>
                                      <p:to>
                                        <p:strVal val="visible"/>
                                      </p:to>
                                    </p:set>
                                    <p:animEffect transition="in" filter="fade">
                                      <p:cBhvr>
                                        <p:cTn id="191" dur="500"/>
                                        <p:tgtEl>
                                          <p:spTgt spid="99"/>
                                        </p:tgtEl>
                                      </p:cBhvr>
                                    </p:animEffect>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40"/>
                                        </p:tgtEl>
                                        <p:attrNameLst>
                                          <p:attrName>style.visibility</p:attrName>
                                        </p:attrNameLst>
                                      </p:cBhvr>
                                      <p:to>
                                        <p:strVal val="visible"/>
                                      </p:to>
                                    </p:set>
                                    <p:animEffect transition="in" filter="fade">
                                      <p:cBhvr>
                                        <p:cTn id="196" dur="500"/>
                                        <p:tgtEl>
                                          <p:spTgt spid="40"/>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74"/>
                                        </p:tgtEl>
                                        <p:attrNameLst>
                                          <p:attrName>style.visibility</p:attrName>
                                        </p:attrNameLst>
                                      </p:cBhvr>
                                      <p:to>
                                        <p:strVal val="visible"/>
                                      </p:to>
                                    </p:set>
                                    <p:animEffect transition="in" filter="fade">
                                      <p:cBhvr>
                                        <p:cTn id="201" dur="500"/>
                                        <p:tgtEl>
                                          <p:spTgt spid="74"/>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6"/>
                                        </p:tgtEl>
                                        <p:attrNameLst>
                                          <p:attrName>style.visibility</p:attrName>
                                        </p:attrNameLst>
                                      </p:cBhvr>
                                      <p:to>
                                        <p:strVal val="visible"/>
                                      </p:to>
                                    </p:set>
                                    <p:animEffect transition="in" filter="fade">
                                      <p:cBhvr>
                                        <p:cTn id="204" dur="500"/>
                                        <p:tgtEl>
                                          <p:spTgt spid="76"/>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1" fill="hold" grpId="0" nodeType="clickEffect">
                                  <p:stCondLst>
                                    <p:cond delay="0"/>
                                  </p:stCondLst>
                                  <p:childTnLst>
                                    <p:set>
                                      <p:cBhvr>
                                        <p:cTn id="208" dur="1" fill="hold">
                                          <p:stCondLst>
                                            <p:cond delay="0"/>
                                          </p:stCondLst>
                                        </p:cTn>
                                        <p:tgtEl>
                                          <p:spTgt spid="78"/>
                                        </p:tgtEl>
                                        <p:attrNameLst>
                                          <p:attrName>style.visibility</p:attrName>
                                        </p:attrNameLst>
                                      </p:cBhvr>
                                      <p:to>
                                        <p:strVal val="visible"/>
                                      </p:to>
                                    </p:set>
                                    <p:animEffect transition="in" filter="wipe(up)">
                                      <p:cBhvr>
                                        <p:cTn id="209" dur="500"/>
                                        <p:tgtEl>
                                          <p:spTgt spid="78"/>
                                        </p:tgtEl>
                                      </p:cBhvr>
                                    </p:animEffect>
                                  </p:childTnLst>
                                </p:cTn>
                              </p:par>
                            </p:childTnLst>
                          </p:cTn>
                        </p:par>
                        <p:par>
                          <p:cTn id="210" fill="hold">
                            <p:stCondLst>
                              <p:cond delay="500"/>
                            </p:stCondLst>
                            <p:childTnLst>
                              <p:par>
                                <p:cTn id="211" presetID="10" presetClass="entr" presetSubtype="0" fill="hold" grpId="0" nodeType="afterEffect">
                                  <p:stCondLst>
                                    <p:cond delay="0"/>
                                  </p:stCondLst>
                                  <p:childTnLst>
                                    <p:set>
                                      <p:cBhvr>
                                        <p:cTn id="212" dur="1" fill="hold">
                                          <p:stCondLst>
                                            <p:cond delay="0"/>
                                          </p:stCondLst>
                                        </p:cTn>
                                        <p:tgtEl>
                                          <p:spTgt spid="80"/>
                                        </p:tgtEl>
                                        <p:attrNameLst>
                                          <p:attrName>style.visibility</p:attrName>
                                        </p:attrNameLst>
                                      </p:cBhvr>
                                      <p:to>
                                        <p:strVal val="visible"/>
                                      </p:to>
                                    </p:set>
                                    <p:animEffect transition="in" filter="fade">
                                      <p:cBhvr>
                                        <p:cTn id="213" dur="500"/>
                                        <p:tgtEl>
                                          <p:spTgt spid="80"/>
                                        </p:tgtEl>
                                      </p:cBhvr>
                                    </p:animEffect>
                                  </p:childTnLst>
                                </p:cTn>
                              </p:par>
                            </p:childTnLst>
                          </p:cTn>
                        </p:par>
                      </p:childTnLst>
                    </p:cTn>
                  </p:par>
                  <p:par>
                    <p:cTn id="214" fill="hold">
                      <p:stCondLst>
                        <p:cond delay="indefinite"/>
                      </p:stCondLst>
                      <p:childTnLst>
                        <p:par>
                          <p:cTn id="215" fill="hold">
                            <p:stCondLst>
                              <p:cond delay="0"/>
                            </p:stCondLst>
                            <p:childTnLst>
                              <p:par>
                                <p:cTn id="216" presetID="1" presetClass="emph" presetSubtype="2" fill="hold" nodeType="clickEffect">
                                  <p:stCondLst>
                                    <p:cond delay="0"/>
                                  </p:stCondLst>
                                  <p:childTnLst>
                                    <p:animClr clrSpc="rgb" dir="cw">
                                      <p:cBhvr>
                                        <p:cTn id="217" dur="500" fill="hold"/>
                                        <p:tgtEl>
                                          <p:spTgt spid="4"/>
                                        </p:tgtEl>
                                        <p:attrNameLst>
                                          <p:attrName>fillcolor</p:attrName>
                                        </p:attrNameLst>
                                      </p:cBhvr>
                                      <p:to>
                                        <a:srgbClr val="0070C0"/>
                                      </p:to>
                                    </p:animClr>
                                    <p:set>
                                      <p:cBhvr>
                                        <p:cTn id="218" dur="500" fill="hold"/>
                                        <p:tgtEl>
                                          <p:spTgt spid="4"/>
                                        </p:tgtEl>
                                        <p:attrNameLst>
                                          <p:attrName>fill.type</p:attrName>
                                        </p:attrNameLst>
                                      </p:cBhvr>
                                      <p:to>
                                        <p:strVal val="solid"/>
                                      </p:to>
                                    </p:set>
                                    <p:set>
                                      <p:cBhvr>
                                        <p:cTn id="219" dur="500" fill="hold"/>
                                        <p:tgtEl>
                                          <p:spTgt spid="4"/>
                                        </p:tgtEl>
                                        <p:attrNameLst>
                                          <p:attrName>fill.on</p:attrName>
                                        </p:attrNameLst>
                                      </p:cBhvr>
                                      <p:to>
                                        <p:strVal val="true"/>
                                      </p:to>
                                    </p:set>
                                  </p:childTnLst>
                                </p:cTn>
                              </p:par>
                              <p:par>
                                <p:cTn id="220" presetID="1" presetClass="emph" presetSubtype="2" fill="hold" nodeType="withEffect">
                                  <p:stCondLst>
                                    <p:cond delay="0"/>
                                  </p:stCondLst>
                                  <p:childTnLst>
                                    <p:animClr clrSpc="rgb" dir="cw">
                                      <p:cBhvr>
                                        <p:cTn id="221" dur="500" fill="hold"/>
                                        <p:tgtEl>
                                          <p:spTgt spid="7"/>
                                        </p:tgtEl>
                                        <p:attrNameLst>
                                          <p:attrName>fillcolor</p:attrName>
                                        </p:attrNameLst>
                                      </p:cBhvr>
                                      <p:to>
                                        <a:srgbClr val="0070C0"/>
                                      </p:to>
                                    </p:animClr>
                                    <p:set>
                                      <p:cBhvr>
                                        <p:cTn id="222" dur="500" fill="hold"/>
                                        <p:tgtEl>
                                          <p:spTgt spid="7"/>
                                        </p:tgtEl>
                                        <p:attrNameLst>
                                          <p:attrName>fill.type</p:attrName>
                                        </p:attrNameLst>
                                      </p:cBhvr>
                                      <p:to>
                                        <p:strVal val="solid"/>
                                      </p:to>
                                    </p:set>
                                    <p:set>
                                      <p:cBhvr>
                                        <p:cTn id="223" dur="500" fill="hold"/>
                                        <p:tgtEl>
                                          <p:spTgt spid="7"/>
                                        </p:tgtEl>
                                        <p:attrNameLst>
                                          <p:attrName>fill.on</p:attrName>
                                        </p:attrNameLst>
                                      </p:cBhvr>
                                      <p:to>
                                        <p:strVal val="true"/>
                                      </p:to>
                                    </p:set>
                                  </p:childTnLst>
                                </p:cTn>
                              </p:par>
                              <p:par>
                                <p:cTn id="224" presetID="1" presetClass="emph" presetSubtype="2" fill="hold" nodeType="withEffect">
                                  <p:stCondLst>
                                    <p:cond delay="0"/>
                                  </p:stCondLst>
                                  <p:childTnLst>
                                    <p:animClr clrSpc="rgb" dir="cw">
                                      <p:cBhvr>
                                        <p:cTn id="225" dur="500" fill="hold"/>
                                        <p:tgtEl>
                                          <p:spTgt spid="5"/>
                                        </p:tgtEl>
                                        <p:attrNameLst>
                                          <p:attrName>fillcolor</p:attrName>
                                        </p:attrNameLst>
                                      </p:cBhvr>
                                      <p:to>
                                        <a:srgbClr val="0070C0"/>
                                      </p:to>
                                    </p:animClr>
                                    <p:set>
                                      <p:cBhvr>
                                        <p:cTn id="226" dur="500" fill="hold"/>
                                        <p:tgtEl>
                                          <p:spTgt spid="5"/>
                                        </p:tgtEl>
                                        <p:attrNameLst>
                                          <p:attrName>fill.type</p:attrName>
                                        </p:attrNameLst>
                                      </p:cBhvr>
                                      <p:to>
                                        <p:strVal val="solid"/>
                                      </p:to>
                                    </p:set>
                                    <p:set>
                                      <p:cBhvr>
                                        <p:cTn id="227" dur="500" fill="hold"/>
                                        <p:tgtEl>
                                          <p:spTgt spid="5"/>
                                        </p:tgtEl>
                                        <p:attrNameLst>
                                          <p:attrName>fill.on</p:attrName>
                                        </p:attrNameLst>
                                      </p:cBhvr>
                                      <p:to>
                                        <p:strVal val="true"/>
                                      </p:to>
                                    </p:set>
                                  </p:childTnLst>
                                </p:cTn>
                              </p:par>
                              <p:par>
                                <p:cTn id="228" presetID="7" presetClass="emph" presetSubtype="2" fill="hold" nodeType="withEffect">
                                  <p:stCondLst>
                                    <p:cond delay="0"/>
                                  </p:stCondLst>
                                  <p:childTnLst>
                                    <p:animClr clrSpc="rgb" dir="cw">
                                      <p:cBhvr>
                                        <p:cTn id="229" dur="500" fill="hold"/>
                                        <p:tgtEl>
                                          <p:spTgt spid="12"/>
                                        </p:tgtEl>
                                        <p:attrNameLst>
                                          <p:attrName>stroke.color</p:attrName>
                                        </p:attrNameLst>
                                      </p:cBhvr>
                                      <p:to>
                                        <a:srgbClr val="0000FF"/>
                                      </p:to>
                                    </p:animClr>
                                    <p:set>
                                      <p:cBhvr>
                                        <p:cTn id="230" dur="500" fill="hold"/>
                                        <p:tgtEl>
                                          <p:spTgt spid="12"/>
                                        </p:tgtEl>
                                        <p:attrNameLst>
                                          <p:attrName>stroke.on</p:attrName>
                                        </p:attrNameLst>
                                      </p:cBhvr>
                                      <p:to>
                                        <p:strVal val="true"/>
                                      </p:to>
                                    </p:set>
                                  </p:childTnLst>
                                </p:cTn>
                              </p:par>
                              <p:par>
                                <p:cTn id="231" presetID="7" presetClass="emph" presetSubtype="2" fill="hold" nodeType="withEffect">
                                  <p:stCondLst>
                                    <p:cond delay="0"/>
                                  </p:stCondLst>
                                  <p:childTnLst>
                                    <p:animClr clrSpc="rgb" dir="cw">
                                      <p:cBhvr>
                                        <p:cTn id="232" dur="500" fill="hold"/>
                                        <p:tgtEl>
                                          <p:spTgt spid="17"/>
                                        </p:tgtEl>
                                        <p:attrNameLst>
                                          <p:attrName>stroke.color</p:attrName>
                                        </p:attrNameLst>
                                      </p:cBhvr>
                                      <p:to>
                                        <a:srgbClr val="0000FF"/>
                                      </p:to>
                                    </p:animClr>
                                    <p:set>
                                      <p:cBhvr>
                                        <p:cTn id="233" dur="500" fill="hold"/>
                                        <p:tgtEl>
                                          <p:spTgt spid="17"/>
                                        </p:tgtEl>
                                        <p:attrNameLst>
                                          <p:attrName>stroke.on</p:attrName>
                                        </p:attrNameLst>
                                      </p:cBhvr>
                                      <p:to>
                                        <p:strVal val="true"/>
                                      </p:to>
                                    </p:set>
                                  </p:childTnLst>
                                </p:cTn>
                              </p:par>
                              <p:par>
                                <p:cTn id="234" presetID="7" presetClass="emph" presetSubtype="2" fill="hold" nodeType="withEffect">
                                  <p:stCondLst>
                                    <p:cond delay="0"/>
                                  </p:stCondLst>
                                  <p:childTnLst>
                                    <p:animClr clrSpc="rgb" dir="cw">
                                      <p:cBhvr>
                                        <p:cTn id="235" dur="500" fill="hold"/>
                                        <p:tgtEl>
                                          <p:spTgt spid="13"/>
                                        </p:tgtEl>
                                        <p:attrNameLst>
                                          <p:attrName>stroke.color</p:attrName>
                                        </p:attrNameLst>
                                      </p:cBhvr>
                                      <p:to>
                                        <a:srgbClr val="0000FF"/>
                                      </p:to>
                                    </p:animClr>
                                    <p:set>
                                      <p:cBhvr>
                                        <p:cTn id="236" dur="500" fill="hold"/>
                                        <p:tgtEl>
                                          <p:spTgt spid="13"/>
                                        </p:tgtEl>
                                        <p:attrNameLst>
                                          <p:attrName>stroke.on</p:attrName>
                                        </p:attrNameLst>
                                      </p:cBhvr>
                                      <p:to>
                                        <p:strVal val="true"/>
                                      </p:to>
                                    </p:set>
                                  </p:childTnLst>
                                </p:cTn>
                              </p:par>
                              <p:par>
                                <p:cTn id="237" presetID="3" presetClass="emph" presetSubtype="2" fill="hold" grpId="0" nodeType="withEffect">
                                  <p:stCondLst>
                                    <p:cond delay="0"/>
                                  </p:stCondLst>
                                  <p:childTnLst>
                                    <p:animClr clrSpc="rgb" dir="cw">
                                      <p:cBhvr override="childStyle">
                                        <p:cTn id="238" dur="500" fill="hold"/>
                                        <p:tgtEl>
                                          <p:spTgt spid="60"/>
                                        </p:tgtEl>
                                        <p:attrNameLst>
                                          <p:attrName>style.color</p:attrName>
                                        </p:attrNameLst>
                                      </p:cBhvr>
                                      <p:to>
                                        <a:srgbClr val="0000FF"/>
                                      </p:to>
                                    </p:animClr>
                                  </p:childTnLst>
                                </p:cTn>
                              </p:par>
                              <p:par>
                                <p:cTn id="239" presetID="3" presetClass="emph" presetSubtype="2" fill="hold" grpId="0" nodeType="withEffect">
                                  <p:stCondLst>
                                    <p:cond delay="0"/>
                                  </p:stCondLst>
                                  <p:childTnLst>
                                    <p:animClr clrSpc="rgb" dir="cw">
                                      <p:cBhvr override="childStyle">
                                        <p:cTn id="240" dur="500" fill="hold"/>
                                        <p:tgtEl>
                                          <p:spTgt spid="62"/>
                                        </p:tgtEl>
                                        <p:attrNameLst>
                                          <p:attrName>style.color</p:attrName>
                                        </p:attrNameLst>
                                      </p:cBhvr>
                                      <p:to>
                                        <a:srgbClr val="0000FF"/>
                                      </p:to>
                                    </p:animClr>
                                  </p:childTnLst>
                                </p:cTn>
                              </p:par>
                              <p:par>
                                <p:cTn id="241" presetID="3" presetClass="emph" presetSubtype="2" fill="hold" grpId="0" nodeType="withEffect">
                                  <p:stCondLst>
                                    <p:cond delay="0"/>
                                  </p:stCondLst>
                                  <p:childTnLst>
                                    <p:animClr clrSpc="rgb" dir="cw">
                                      <p:cBhvr override="childStyle">
                                        <p:cTn id="242" dur="500" fill="hold"/>
                                        <p:tgtEl>
                                          <p:spTgt spid="61"/>
                                        </p:tgtEl>
                                        <p:attrNameLst>
                                          <p:attrName>style.color</p:attrName>
                                        </p:attrNameLst>
                                      </p:cBhvr>
                                      <p:to>
                                        <a:srgbClr val="0000FF"/>
                                      </p:to>
                                    </p:animClr>
                                  </p:childTnLst>
                                </p:cTn>
                              </p:par>
                            </p:childTnLst>
                          </p:cTn>
                        </p:par>
                      </p:childTnLst>
                    </p:cTn>
                  </p:par>
                  <p:par>
                    <p:cTn id="243" fill="hold">
                      <p:stCondLst>
                        <p:cond delay="indefinite"/>
                      </p:stCondLst>
                      <p:childTnLst>
                        <p:par>
                          <p:cTn id="244" fill="hold">
                            <p:stCondLst>
                              <p:cond delay="0"/>
                            </p:stCondLst>
                            <p:childTnLst>
                              <p:par>
                                <p:cTn id="245" presetID="10" presetClass="entr" presetSubtype="0" fill="hold" grpId="0" nodeType="clickEffect">
                                  <p:stCondLst>
                                    <p:cond delay="0"/>
                                  </p:stCondLst>
                                  <p:childTnLst>
                                    <p:set>
                                      <p:cBhvr>
                                        <p:cTn id="246" dur="1" fill="hold">
                                          <p:stCondLst>
                                            <p:cond delay="0"/>
                                          </p:stCondLst>
                                        </p:cTn>
                                        <p:tgtEl>
                                          <p:spTgt spid="50"/>
                                        </p:tgtEl>
                                        <p:attrNameLst>
                                          <p:attrName>style.visibility</p:attrName>
                                        </p:attrNameLst>
                                      </p:cBhvr>
                                      <p:to>
                                        <p:strVal val="visible"/>
                                      </p:to>
                                    </p:set>
                                    <p:animEffect transition="in" filter="fade">
                                      <p:cBhvr>
                                        <p:cTn id="247" dur="500"/>
                                        <p:tgtEl>
                                          <p:spTgt spid="50"/>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51"/>
                                        </p:tgtEl>
                                        <p:attrNameLst>
                                          <p:attrName>style.visibility</p:attrName>
                                        </p:attrNameLst>
                                      </p:cBhvr>
                                      <p:to>
                                        <p:strVal val="visible"/>
                                      </p:to>
                                    </p:set>
                                    <p:animEffect transition="in" filter="fade">
                                      <p:cBhvr>
                                        <p:cTn id="250" dur="500"/>
                                        <p:tgtEl>
                                          <p:spTgt spid="51"/>
                                        </p:tgtEl>
                                      </p:cBhvr>
                                    </p:animEffect>
                                  </p:childTnLst>
                                </p:cTn>
                              </p:par>
                              <p:par>
                                <p:cTn id="251" presetID="10" presetClass="entr" presetSubtype="0" fill="hold" grpId="0" nodeType="withEffect">
                                  <p:stCondLst>
                                    <p:cond delay="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500"/>
                                        <p:tgtEl>
                                          <p:spTgt spid="52"/>
                                        </p:tgtEl>
                                      </p:cBhvr>
                                    </p:animEffect>
                                  </p:childTnLst>
                                </p:cTn>
                              </p:par>
                              <p:par>
                                <p:cTn id="254" presetID="10" presetClass="entr" presetSubtype="0" fill="hold" grpId="0" nodeType="withEffect">
                                  <p:stCondLst>
                                    <p:cond delay="0"/>
                                  </p:stCondLst>
                                  <p:childTnLst>
                                    <p:set>
                                      <p:cBhvr>
                                        <p:cTn id="255" dur="1" fill="hold">
                                          <p:stCondLst>
                                            <p:cond delay="0"/>
                                          </p:stCondLst>
                                        </p:cTn>
                                        <p:tgtEl>
                                          <p:spTgt spid="53"/>
                                        </p:tgtEl>
                                        <p:attrNameLst>
                                          <p:attrName>style.visibility</p:attrName>
                                        </p:attrNameLst>
                                      </p:cBhvr>
                                      <p:to>
                                        <p:strVal val="visible"/>
                                      </p:to>
                                    </p:set>
                                    <p:animEffect transition="in" filter="fade">
                                      <p:cBhvr>
                                        <p:cTn id="256" dur="500"/>
                                        <p:tgtEl>
                                          <p:spTgt spid="53"/>
                                        </p:tgtEl>
                                      </p:cBhvr>
                                    </p:animEffect>
                                  </p:childTnLst>
                                </p:cTn>
                              </p:par>
                            </p:childTnLst>
                          </p:cTn>
                        </p:par>
                      </p:childTnLst>
                    </p:cTn>
                  </p:par>
                  <p:par>
                    <p:cTn id="257" fill="hold">
                      <p:stCondLst>
                        <p:cond delay="indefinite"/>
                      </p:stCondLst>
                      <p:childTnLst>
                        <p:par>
                          <p:cTn id="258" fill="hold">
                            <p:stCondLst>
                              <p:cond delay="0"/>
                            </p:stCondLst>
                            <p:childTnLst>
                              <p:par>
                                <p:cTn id="259" presetID="10" presetClass="entr" presetSubtype="0" fill="hold" grpId="0" nodeType="clickEffect">
                                  <p:stCondLst>
                                    <p:cond delay="0"/>
                                  </p:stCondLst>
                                  <p:childTnLst>
                                    <p:set>
                                      <p:cBhvr>
                                        <p:cTn id="260" dur="1" fill="hold">
                                          <p:stCondLst>
                                            <p:cond delay="0"/>
                                          </p:stCondLst>
                                        </p:cTn>
                                        <p:tgtEl>
                                          <p:spTgt spid="54"/>
                                        </p:tgtEl>
                                        <p:attrNameLst>
                                          <p:attrName>style.visibility</p:attrName>
                                        </p:attrNameLst>
                                      </p:cBhvr>
                                      <p:to>
                                        <p:strVal val="visible"/>
                                      </p:to>
                                    </p:set>
                                    <p:animEffect transition="in" filter="fade">
                                      <p:cBhvr>
                                        <p:cTn id="261" dur="500"/>
                                        <p:tgtEl>
                                          <p:spTgt spid="54"/>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72"/>
                                        </p:tgtEl>
                                        <p:attrNameLst>
                                          <p:attrName>style.visibility</p:attrName>
                                        </p:attrNameLst>
                                      </p:cBhvr>
                                      <p:to>
                                        <p:strVal val="visible"/>
                                      </p:to>
                                    </p:set>
                                    <p:animEffect transition="in" filter="fade">
                                      <p:cBhvr>
                                        <p:cTn id="264" dur="500"/>
                                        <p:tgtEl>
                                          <p:spTgt spid="72"/>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73"/>
                                        </p:tgtEl>
                                        <p:attrNameLst>
                                          <p:attrName>style.visibility</p:attrName>
                                        </p:attrNameLst>
                                      </p:cBhvr>
                                      <p:to>
                                        <p:strVal val="visible"/>
                                      </p:to>
                                    </p:set>
                                    <p:animEffect transition="in" filter="fade">
                                      <p:cBhvr>
                                        <p:cTn id="267" dur="500"/>
                                        <p:tgtEl>
                                          <p:spTgt spid="73"/>
                                        </p:tgtEl>
                                      </p:cBhvr>
                                    </p:animEffect>
                                  </p:childTnLst>
                                </p:cTn>
                              </p:par>
                            </p:childTnLst>
                          </p:cTn>
                        </p:par>
                      </p:childTnLst>
                    </p:cTn>
                  </p:par>
                  <p:par>
                    <p:cTn id="268" fill="hold">
                      <p:stCondLst>
                        <p:cond delay="indefinite"/>
                      </p:stCondLst>
                      <p:childTnLst>
                        <p:par>
                          <p:cTn id="269" fill="hold">
                            <p:stCondLst>
                              <p:cond delay="0"/>
                            </p:stCondLst>
                            <p:childTnLst>
                              <p:par>
                                <p:cTn id="270" presetID="10" presetClass="entr" presetSubtype="0" fill="hold" grpId="0" nodeType="clickEffect">
                                  <p:stCondLst>
                                    <p:cond delay="0"/>
                                  </p:stCondLst>
                                  <p:childTnLst>
                                    <p:set>
                                      <p:cBhvr>
                                        <p:cTn id="271" dur="1" fill="hold">
                                          <p:stCondLst>
                                            <p:cond delay="0"/>
                                          </p:stCondLst>
                                        </p:cTn>
                                        <p:tgtEl>
                                          <p:spTgt spid="34"/>
                                        </p:tgtEl>
                                        <p:attrNameLst>
                                          <p:attrName>style.visibility</p:attrName>
                                        </p:attrNameLst>
                                      </p:cBhvr>
                                      <p:to>
                                        <p:strVal val="visible"/>
                                      </p:to>
                                    </p:set>
                                    <p:animEffect transition="in" filter="fade">
                                      <p:cBhvr>
                                        <p:cTn id="272" dur="500"/>
                                        <p:tgtEl>
                                          <p:spTgt spid="34"/>
                                        </p:tgtEl>
                                      </p:cBhvr>
                                    </p:animEffect>
                                  </p:childTnLst>
                                </p:cTn>
                              </p:par>
                              <p:par>
                                <p:cTn id="273" presetID="10" presetClass="entr" presetSubtype="0" fill="hold" grpId="0" nodeType="withEffect">
                                  <p:stCondLst>
                                    <p:cond delay="0"/>
                                  </p:stCondLst>
                                  <p:childTnLst>
                                    <p:set>
                                      <p:cBhvr>
                                        <p:cTn id="274" dur="1" fill="hold">
                                          <p:stCondLst>
                                            <p:cond delay="0"/>
                                          </p:stCondLst>
                                        </p:cTn>
                                        <p:tgtEl>
                                          <p:spTgt spid="43"/>
                                        </p:tgtEl>
                                        <p:attrNameLst>
                                          <p:attrName>style.visibility</p:attrName>
                                        </p:attrNameLst>
                                      </p:cBhvr>
                                      <p:to>
                                        <p:strVal val="visible"/>
                                      </p:to>
                                    </p:set>
                                    <p:animEffect transition="in" filter="fade">
                                      <p:cBhvr>
                                        <p:cTn id="275" dur="500"/>
                                        <p:tgtEl>
                                          <p:spTgt spid="43"/>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44"/>
                                        </p:tgtEl>
                                        <p:attrNameLst>
                                          <p:attrName>style.visibility</p:attrName>
                                        </p:attrNameLst>
                                      </p:cBhvr>
                                      <p:to>
                                        <p:strVal val="visible"/>
                                      </p:to>
                                    </p:set>
                                    <p:animEffect transition="in" filter="fade">
                                      <p:cBhvr>
                                        <p:cTn id="278" dur="500"/>
                                        <p:tgtEl>
                                          <p:spTgt spid="44"/>
                                        </p:tgtEl>
                                      </p:cBhvr>
                                    </p:animEffect>
                                  </p:childTnLst>
                                </p:cTn>
                              </p:par>
                              <p:par>
                                <p:cTn id="279" presetID="10" presetClass="entr" presetSubtype="0" fill="hold" grpId="0" nodeType="withEffect">
                                  <p:stCondLst>
                                    <p:cond delay="0"/>
                                  </p:stCondLst>
                                  <p:childTnLst>
                                    <p:set>
                                      <p:cBhvr>
                                        <p:cTn id="280" dur="1" fill="hold">
                                          <p:stCondLst>
                                            <p:cond delay="0"/>
                                          </p:stCondLst>
                                        </p:cTn>
                                        <p:tgtEl>
                                          <p:spTgt spid="47"/>
                                        </p:tgtEl>
                                        <p:attrNameLst>
                                          <p:attrName>style.visibility</p:attrName>
                                        </p:attrNameLst>
                                      </p:cBhvr>
                                      <p:to>
                                        <p:strVal val="visible"/>
                                      </p:to>
                                    </p:set>
                                    <p:animEffect transition="in" filter="fade">
                                      <p:cBhvr>
                                        <p:cTn id="281" dur="500"/>
                                        <p:tgtEl>
                                          <p:spTgt spid="47"/>
                                        </p:tgtEl>
                                      </p:cBhvr>
                                    </p:animEffect>
                                  </p:childTnLst>
                                </p:cTn>
                              </p:par>
                            </p:childTnLst>
                          </p:cTn>
                        </p:par>
                      </p:childTnLst>
                    </p:cTn>
                  </p:par>
                  <p:par>
                    <p:cTn id="282" fill="hold">
                      <p:stCondLst>
                        <p:cond delay="indefinite"/>
                      </p:stCondLst>
                      <p:childTnLst>
                        <p:par>
                          <p:cTn id="283" fill="hold">
                            <p:stCondLst>
                              <p:cond delay="0"/>
                            </p:stCondLst>
                            <p:childTnLst>
                              <p:par>
                                <p:cTn id="284" presetID="22" presetClass="entr" presetSubtype="1" fill="hold" grpId="0" nodeType="clickEffect">
                                  <p:stCondLst>
                                    <p:cond delay="0"/>
                                  </p:stCondLst>
                                  <p:childTnLst>
                                    <p:set>
                                      <p:cBhvr>
                                        <p:cTn id="285" dur="1" fill="hold">
                                          <p:stCondLst>
                                            <p:cond delay="0"/>
                                          </p:stCondLst>
                                        </p:cTn>
                                        <p:tgtEl>
                                          <p:spTgt spid="81"/>
                                        </p:tgtEl>
                                        <p:attrNameLst>
                                          <p:attrName>style.visibility</p:attrName>
                                        </p:attrNameLst>
                                      </p:cBhvr>
                                      <p:to>
                                        <p:strVal val="visible"/>
                                      </p:to>
                                    </p:set>
                                    <p:animEffect transition="in" filter="wipe(up)">
                                      <p:cBhvr>
                                        <p:cTn id="286" dur="500"/>
                                        <p:tgtEl>
                                          <p:spTgt spid="81"/>
                                        </p:tgtEl>
                                      </p:cBhvr>
                                    </p:animEffect>
                                  </p:childTnLst>
                                </p:cTn>
                              </p:par>
                              <p:par>
                                <p:cTn id="287" presetID="10" presetClass="entr" presetSubtype="0" fill="hold" grpId="0" nodeType="withEffect">
                                  <p:stCondLst>
                                    <p:cond delay="0"/>
                                  </p:stCondLst>
                                  <p:childTnLst>
                                    <p:set>
                                      <p:cBhvr>
                                        <p:cTn id="288" dur="1" fill="hold">
                                          <p:stCondLst>
                                            <p:cond delay="0"/>
                                          </p:stCondLst>
                                        </p:cTn>
                                        <p:tgtEl>
                                          <p:spTgt spid="82"/>
                                        </p:tgtEl>
                                        <p:attrNameLst>
                                          <p:attrName>style.visibility</p:attrName>
                                        </p:attrNameLst>
                                      </p:cBhvr>
                                      <p:to>
                                        <p:strVal val="visible"/>
                                      </p:to>
                                    </p:set>
                                    <p:animEffect transition="in" filter="fade">
                                      <p:cBhvr>
                                        <p:cTn id="289" dur="500"/>
                                        <p:tgtEl>
                                          <p:spTgt spid="82"/>
                                        </p:tgtEl>
                                      </p:cBhvr>
                                    </p:animEffect>
                                  </p:childTnLst>
                                </p:cTn>
                              </p:par>
                              <p:par>
                                <p:cTn id="290" presetID="1" presetClass="exit" presetSubtype="0" fill="hold" grpId="1" nodeType="withEffect">
                                  <p:stCondLst>
                                    <p:cond delay="0"/>
                                  </p:stCondLst>
                                  <p:childTnLst>
                                    <p:set>
                                      <p:cBhvr>
                                        <p:cTn id="291" dur="1" fill="hold">
                                          <p:stCondLst>
                                            <p:cond delay="0"/>
                                          </p:stCondLst>
                                        </p:cTn>
                                        <p:tgtEl>
                                          <p:spTgt spid="74"/>
                                        </p:tgtEl>
                                        <p:attrNameLst>
                                          <p:attrName>style.visibility</p:attrName>
                                        </p:attrNameLst>
                                      </p:cBhvr>
                                      <p:to>
                                        <p:strVal val="hidden"/>
                                      </p:to>
                                    </p:set>
                                  </p:childTnLst>
                                </p:cTn>
                              </p:par>
                              <p:par>
                                <p:cTn id="292" presetID="1" presetClass="exit" presetSubtype="0" fill="hold" grpId="1" nodeType="withEffect">
                                  <p:stCondLst>
                                    <p:cond delay="0"/>
                                  </p:stCondLst>
                                  <p:childTnLst>
                                    <p:set>
                                      <p:cBhvr>
                                        <p:cTn id="293" dur="1" fill="hold">
                                          <p:stCondLst>
                                            <p:cond delay="0"/>
                                          </p:stCondLst>
                                        </p:cTn>
                                        <p:tgtEl>
                                          <p:spTgt spid="76"/>
                                        </p:tgtEl>
                                        <p:attrNameLst>
                                          <p:attrName>style.visibility</p:attrName>
                                        </p:attrNameLst>
                                      </p:cBhvr>
                                      <p:to>
                                        <p:strVal val="hidden"/>
                                      </p:to>
                                    </p:set>
                                  </p:childTnLst>
                                </p:cTn>
                              </p:par>
                              <p:par>
                                <p:cTn id="294" presetID="1" presetClass="exit" presetSubtype="0" fill="hold" grpId="1" nodeType="withEffect">
                                  <p:stCondLst>
                                    <p:cond delay="0"/>
                                  </p:stCondLst>
                                  <p:childTnLst>
                                    <p:set>
                                      <p:cBhvr>
                                        <p:cTn id="295" dur="1" fill="hold">
                                          <p:stCondLst>
                                            <p:cond delay="0"/>
                                          </p:stCondLst>
                                        </p:cTn>
                                        <p:tgtEl>
                                          <p:spTgt spid="78"/>
                                        </p:tgtEl>
                                        <p:attrNameLst>
                                          <p:attrName>style.visibility</p:attrName>
                                        </p:attrNameLst>
                                      </p:cBhvr>
                                      <p:to>
                                        <p:strVal val="hidden"/>
                                      </p:to>
                                    </p:set>
                                  </p:childTnLst>
                                </p:cTn>
                              </p:par>
                              <p:par>
                                <p:cTn id="296" presetID="1" presetClass="exit" presetSubtype="0" fill="hold" grpId="1" nodeType="withEffect">
                                  <p:stCondLst>
                                    <p:cond delay="0"/>
                                  </p:stCondLst>
                                  <p:childTnLst>
                                    <p:set>
                                      <p:cBhvr>
                                        <p:cTn id="297" dur="1" fill="hold">
                                          <p:stCondLst>
                                            <p:cond delay="0"/>
                                          </p:stCondLst>
                                        </p:cTn>
                                        <p:tgtEl>
                                          <p:spTgt spid="80"/>
                                        </p:tgtEl>
                                        <p:attrNameLst>
                                          <p:attrName>style.visibility</p:attrName>
                                        </p:attrNameLst>
                                      </p:cBhvr>
                                      <p:to>
                                        <p:strVal val="hidden"/>
                                      </p:to>
                                    </p:set>
                                  </p:childTnLst>
                                </p:cTn>
                              </p:par>
                              <p:par>
                                <p:cTn id="298" presetID="1" presetClass="exit" presetSubtype="0" fill="hold" grpId="1" nodeType="withEffect">
                                  <p:stCondLst>
                                    <p:cond delay="0"/>
                                  </p:stCondLst>
                                  <p:childTnLst>
                                    <p:set>
                                      <p:cBhvr>
                                        <p:cTn id="299" dur="1" fill="hold">
                                          <p:stCondLst>
                                            <p:cond delay="0"/>
                                          </p:stCondLst>
                                        </p:cTn>
                                        <p:tgtEl>
                                          <p:spTgt spid="50"/>
                                        </p:tgtEl>
                                        <p:attrNameLst>
                                          <p:attrName>style.visibility</p:attrName>
                                        </p:attrNameLst>
                                      </p:cBhvr>
                                      <p:to>
                                        <p:strVal val="hidden"/>
                                      </p:to>
                                    </p:set>
                                  </p:childTnLst>
                                </p:cTn>
                              </p:par>
                              <p:par>
                                <p:cTn id="300" presetID="1" presetClass="exit" presetSubtype="0" fill="hold" grpId="1" nodeType="withEffect">
                                  <p:stCondLst>
                                    <p:cond delay="0"/>
                                  </p:stCondLst>
                                  <p:childTnLst>
                                    <p:set>
                                      <p:cBhvr>
                                        <p:cTn id="301" dur="1" fill="hold">
                                          <p:stCondLst>
                                            <p:cond delay="0"/>
                                          </p:stCondLst>
                                        </p:cTn>
                                        <p:tgtEl>
                                          <p:spTgt spid="51"/>
                                        </p:tgtEl>
                                        <p:attrNameLst>
                                          <p:attrName>style.visibility</p:attrName>
                                        </p:attrNameLst>
                                      </p:cBhvr>
                                      <p:to>
                                        <p:strVal val="hidden"/>
                                      </p:to>
                                    </p:set>
                                  </p:childTnLst>
                                </p:cTn>
                              </p:par>
                              <p:par>
                                <p:cTn id="302" presetID="1" presetClass="exit" presetSubtype="0" fill="hold" grpId="1" nodeType="withEffect">
                                  <p:stCondLst>
                                    <p:cond delay="0"/>
                                  </p:stCondLst>
                                  <p:childTnLst>
                                    <p:set>
                                      <p:cBhvr>
                                        <p:cTn id="303" dur="1" fill="hold">
                                          <p:stCondLst>
                                            <p:cond delay="0"/>
                                          </p:stCondLst>
                                        </p:cTn>
                                        <p:tgtEl>
                                          <p:spTgt spid="52"/>
                                        </p:tgtEl>
                                        <p:attrNameLst>
                                          <p:attrName>style.visibility</p:attrName>
                                        </p:attrNameLst>
                                      </p:cBhvr>
                                      <p:to>
                                        <p:strVal val="hidden"/>
                                      </p:to>
                                    </p:set>
                                  </p:childTnLst>
                                </p:cTn>
                              </p:par>
                              <p:par>
                                <p:cTn id="304" presetID="1" presetClass="exit" presetSubtype="0" fill="hold" grpId="1" nodeType="withEffect">
                                  <p:stCondLst>
                                    <p:cond delay="0"/>
                                  </p:stCondLst>
                                  <p:childTnLst>
                                    <p:set>
                                      <p:cBhvr>
                                        <p:cTn id="305" dur="1" fill="hold">
                                          <p:stCondLst>
                                            <p:cond delay="0"/>
                                          </p:stCondLst>
                                        </p:cTn>
                                        <p:tgtEl>
                                          <p:spTgt spid="53"/>
                                        </p:tgtEl>
                                        <p:attrNameLst>
                                          <p:attrName>style.visibility</p:attrName>
                                        </p:attrNameLst>
                                      </p:cBhvr>
                                      <p:to>
                                        <p:strVal val="hidden"/>
                                      </p:to>
                                    </p:set>
                                  </p:childTnLst>
                                </p:cTn>
                              </p:par>
                              <p:par>
                                <p:cTn id="306" presetID="1" presetClass="exit" presetSubtype="0" fill="hold" grpId="1" nodeType="withEffect">
                                  <p:stCondLst>
                                    <p:cond delay="0"/>
                                  </p:stCondLst>
                                  <p:childTnLst>
                                    <p:set>
                                      <p:cBhvr>
                                        <p:cTn id="307" dur="1" fill="hold">
                                          <p:stCondLst>
                                            <p:cond delay="0"/>
                                          </p:stCondLst>
                                        </p:cTn>
                                        <p:tgtEl>
                                          <p:spTgt spid="54"/>
                                        </p:tgtEl>
                                        <p:attrNameLst>
                                          <p:attrName>style.visibility</p:attrName>
                                        </p:attrNameLst>
                                      </p:cBhvr>
                                      <p:to>
                                        <p:strVal val="hidden"/>
                                      </p:to>
                                    </p:set>
                                  </p:childTnLst>
                                </p:cTn>
                              </p:par>
                              <p:par>
                                <p:cTn id="308" presetID="1" presetClass="exit" presetSubtype="0" fill="hold" grpId="1" nodeType="withEffect">
                                  <p:stCondLst>
                                    <p:cond delay="0"/>
                                  </p:stCondLst>
                                  <p:childTnLst>
                                    <p:set>
                                      <p:cBhvr>
                                        <p:cTn id="309" dur="1" fill="hold">
                                          <p:stCondLst>
                                            <p:cond delay="0"/>
                                          </p:stCondLst>
                                        </p:cTn>
                                        <p:tgtEl>
                                          <p:spTgt spid="72"/>
                                        </p:tgtEl>
                                        <p:attrNameLst>
                                          <p:attrName>style.visibility</p:attrName>
                                        </p:attrNameLst>
                                      </p:cBhvr>
                                      <p:to>
                                        <p:strVal val="hidden"/>
                                      </p:to>
                                    </p:set>
                                  </p:childTnLst>
                                </p:cTn>
                              </p:par>
                              <p:par>
                                <p:cTn id="310" presetID="1" presetClass="exit" presetSubtype="0" fill="hold" grpId="1" nodeType="withEffect">
                                  <p:stCondLst>
                                    <p:cond delay="0"/>
                                  </p:stCondLst>
                                  <p:childTnLst>
                                    <p:set>
                                      <p:cBhvr>
                                        <p:cTn id="311" dur="1" fill="hold">
                                          <p:stCondLst>
                                            <p:cond delay="0"/>
                                          </p:stCondLst>
                                        </p:cTn>
                                        <p:tgtEl>
                                          <p:spTgt spid="73"/>
                                        </p:tgtEl>
                                        <p:attrNameLst>
                                          <p:attrName>style.visibility</p:attrName>
                                        </p:attrNameLst>
                                      </p:cBhvr>
                                      <p:to>
                                        <p:strVal val="hidden"/>
                                      </p:to>
                                    </p:set>
                                  </p:childTnLst>
                                </p:cTn>
                              </p:par>
                            </p:childTnLst>
                          </p:cTn>
                        </p:par>
                      </p:childTnLst>
                    </p:cTn>
                  </p:par>
                  <p:par>
                    <p:cTn id="312" fill="hold">
                      <p:stCondLst>
                        <p:cond delay="indefinite"/>
                      </p:stCondLst>
                      <p:childTnLst>
                        <p:par>
                          <p:cTn id="313" fill="hold">
                            <p:stCondLst>
                              <p:cond delay="0"/>
                            </p:stCondLst>
                            <p:childTnLst>
                              <p:par>
                                <p:cTn id="314" presetID="10" presetClass="entr" presetSubtype="0" fill="hold" grpId="0" nodeType="clickEffect">
                                  <p:stCondLst>
                                    <p:cond delay="0"/>
                                  </p:stCondLst>
                                  <p:childTnLst>
                                    <p:set>
                                      <p:cBhvr>
                                        <p:cTn id="315" dur="1" fill="hold">
                                          <p:stCondLst>
                                            <p:cond delay="0"/>
                                          </p:stCondLst>
                                        </p:cTn>
                                        <p:tgtEl>
                                          <p:spTgt spid="55"/>
                                        </p:tgtEl>
                                        <p:attrNameLst>
                                          <p:attrName>style.visibility</p:attrName>
                                        </p:attrNameLst>
                                      </p:cBhvr>
                                      <p:to>
                                        <p:strVal val="visible"/>
                                      </p:to>
                                    </p:set>
                                    <p:animEffect transition="in" filter="fade">
                                      <p:cBhvr>
                                        <p:cTn id="316" dur="500"/>
                                        <p:tgtEl>
                                          <p:spTgt spid="55"/>
                                        </p:tgtEl>
                                      </p:cBhvr>
                                    </p:animEffect>
                                  </p:childTnLst>
                                </p:cTn>
                              </p:par>
                              <p:par>
                                <p:cTn id="317" presetID="10" presetClass="entr" presetSubtype="0" fill="hold" grpId="0" nodeType="withEffect">
                                  <p:stCondLst>
                                    <p:cond delay="0"/>
                                  </p:stCondLst>
                                  <p:childTnLst>
                                    <p:set>
                                      <p:cBhvr>
                                        <p:cTn id="318" dur="1" fill="hold">
                                          <p:stCondLst>
                                            <p:cond delay="0"/>
                                          </p:stCondLst>
                                        </p:cTn>
                                        <p:tgtEl>
                                          <p:spTgt spid="56"/>
                                        </p:tgtEl>
                                        <p:attrNameLst>
                                          <p:attrName>style.visibility</p:attrName>
                                        </p:attrNameLst>
                                      </p:cBhvr>
                                      <p:to>
                                        <p:strVal val="visible"/>
                                      </p:to>
                                    </p:set>
                                    <p:animEffect transition="in" filter="fade">
                                      <p:cBhvr>
                                        <p:cTn id="319" dur="500"/>
                                        <p:tgtEl>
                                          <p:spTgt spid="56"/>
                                        </p:tgtEl>
                                      </p:cBhvr>
                                    </p:animEffect>
                                  </p:childTnLst>
                                </p:cTn>
                              </p:par>
                              <p:par>
                                <p:cTn id="320" presetID="10" presetClass="entr" presetSubtype="0" fill="hold" grpId="0" nodeType="withEffect">
                                  <p:stCondLst>
                                    <p:cond delay="0"/>
                                  </p:stCondLst>
                                  <p:childTnLst>
                                    <p:set>
                                      <p:cBhvr>
                                        <p:cTn id="321" dur="1" fill="hold">
                                          <p:stCondLst>
                                            <p:cond delay="0"/>
                                          </p:stCondLst>
                                        </p:cTn>
                                        <p:tgtEl>
                                          <p:spTgt spid="57"/>
                                        </p:tgtEl>
                                        <p:attrNameLst>
                                          <p:attrName>style.visibility</p:attrName>
                                        </p:attrNameLst>
                                      </p:cBhvr>
                                      <p:to>
                                        <p:strVal val="visible"/>
                                      </p:to>
                                    </p:set>
                                    <p:animEffect transition="in" filter="fade">
                                      <p:cBhvr>
                                        <p:cTn id="322" dur="500"/>
                                        <p:tgtEl>
                                          <p:spTgt spid="57"/>
                                        </p:tgtEl>
                                      </p:cBhvr>
                                    </p:animEffect>
                                  </p:childTnLst>
                                </p:cTn>
                              </p:par>
                              <p:par>
                                <p:cTn id="323" presetID="10" presetClass="entr" presetSubtype="0" fill="hold" grpId="0" nodeType="withEffect">
                                  <p:stCondLst>
                                    <p:cond delay="0"/>
                                  </p:stCondLst>
                                  <p:childTnLst>
                                    <p:set>
                                      <p:cBhvr>
                                        <p:cTn id="324" dur="1" fill="hold">
                                          <p:stCondLst>
                                            <p:cond delay="0"/>
                                          </p:stCondLst>
                                        </p:cTn>
                                        <p:tgtEl>
                                          <p:spTgt spid="58"/>
                                        </p:tgtEl>
                                        <p:attrNameLst>
                                          <p:attrName>style.visibility</p:attrName>
                                        </p:attrNameLst>
                                      </p:cBhvr>
                                      <p:to>
                                        <p:strVal val="visible"/>
                                      </p:to>
                                    </p:set>
                                    <p:animEffect transition="in" filter="fade">
                                      <p:cBhvr>
                                        <p:cTn id="325" dur="500"/>
                                        <p:tgtEl>
                                          <p:spTgt spid="58"/>
                                        </p:tgtEl>
                                      </p:cBhvr>
                                    </p:animEffect>
                                  </p:childTnLst>
                                </p:cTn>
                              </p:par>
                            </p:childTnLst>
                          </p:cTn>
                        </p:par>
                      </p:childTnLst>
                    </p:cTn>
                  </p:par>
                  <p:par>
                    <p:cTn id="326" fill="hold">
                      <p:stCondLst>
                        <p:cond delay="indefinite"/>
                      </p:stCondLst>
                      <p:childTnLst>
                        <p:par>
                          <p:cTn id="327" fill="hold">
                            <p:stCondLst>
                              <p:cond delay="0"/>
                            </p:stCondLst>
                            <p:childTnLst>
                              <p:par>
                                <p:cTn id="328" presetID="1" presetClass="exit" presetSubtype="0" fill="hold" grpId="1" nodeType="clickEffect">
                                  <p:stCondLst>
                                    <p:cond delay="0"/>
                                  </p:stCondLst>
                                  <p:childTnLst>
                                    <p:set>
                                      <p:cBhvr>
                                        <p:cTn id="329" dur="1" fill="hold">
                                          <p:stCondLst>
                                            <p:cond delay="0"/>
                                          </p:stCondLst>
                                        </p:cTn>
                                        <p:tgtEl>
                                          <p:spTgt spid="40"/>
                                        </p:tgtEl>
                                        <p:attrNameLst>
                                          <p:attrName>style.visibility</p:attrName>
                                        </p:attrNameLst>
                                      </p:cBhvr>
                                      <p:to>
                                        <p:strVal val="hidden"/>
                                      </p:to>
                                    </p:set>
                                  </p:childTnLst>
                                </p:cTn>
                              </p:par>
                              <p:par>
                                <p:cTn id="330" presetID="10" presetClass="entr" presetSubtype="0" fill="hold" grpId="0" nodeType="withEffect">
                                  <p:stCondLst>
                                    <p:cond delay="0"/>
                                  </p:stCondLst>
                                  <p:childTnLst>
                                    <p:set>
                                      <p:cBhvr>
                                        <p:cTn id="331" dur="1" fill="hold">
                                          <p:stCondLst>
                                            <p:cond delay="0"/>
                                          </p:stCondLst>
                                        </p:cTn>
                                        <p:tgtEl>
                                          <p:spTgt spid="41"/>
                                        </p:tgtEl>
                                        <p:attrNameLst>
                                          <p:attrName>style.visibility</p:attrName>
                                        </p:attrNameLst>
                                      </p:cBhvr>
                                      <p:to>
                                        <p:strVal val="visible"/>
                                      </p:to>
                                    </p:set>
                                    <p:animEffect transition="in" filter="fade">
                                      <p:cBhvr>
                                        <p:cTn id="332" dur="500"/>
                                        <p:tgtEl>
                                          <p:spTgt spid="41"/>
                                        </p:tgtEl>
                                      </p:cBhvr>
                                    </p:animEffect>
                                  </p:childTnLst>
                                </p:cTn>
                              </p:par>
                              <p:par>
                                <p:cTn id="333" presetID="7" presetClass="emph" presetSubtype="2" fill="hold" nodeType="withEffect">
                                  <p:stCondLst>
                                    <p:cond delay="0"/>
                                  </p:stCondLst>
                                  <p:childTnLst>
                                    <p:animClr clrSpc="rgb" dir="cw">
                                      <p:cBhvr>
                                        <p:cTn id="334" dur="10" fill="hold"/>
                                        <p:tgtEl>
                                          <p:spTgt spid="12"/>
                                        </p:tgtEl>
                                        <p:attrNameLst>
                                          <p:attrName>stroke.color</p:attrName>
                                        </p:attrNameLst>
                                      </p:cBhvr>
                                      <p:to>
                                        <a:srgbClr val="7F7F7F"/>
                                      </p:to>
                                    </p:animClr>
                                    <p:set>
                                      <p:cBhvr>
                                        <p:cTn id="335" dur="10" fill="hold"/>
                                        <p:tgtEl>
                                          <p:spTgt spid="12"/>
                                        </p:tgtEl>
                                        <p:attrNameLst>
                                          <p:attrName>stroke.on</p:attrName>
                                        </p:attrNameLst>
                                      </p:cBhvr>
                                      <p:to>
                                        <p:strVal val="true"/>
                                      </p:to>
                                    </p:set>
                                  </p:childTnLst>
                                </p:cTn>
                              </p:par>
                              <p:par>
                                <p:cTn id="336" presetID="7" presetClass="emph" presetSubtype="2" fill="hold" nodeType="withEffect">
                                  <p:stCondLst>
                                    <p:cond delay="0"/>
                                  </p:stCondLst>
                                  <p:childTnLst>
                                    <p:animClr clrSpc="rgb" dir="cw">
                                      <p:cBhvr>
                                        <p:cTn id="337" dur="10" fill="hold"/>
                                        <p:tgtEl>
                                          <p:spTgt spid="17"/>
                                        </p:tgtEl>
                                        <p:attrNameLst>
                                          <p:attrName>stroke.color</p:attrName>
                                        </p:attrNameLst>
                                      </p:cBhvr>
                                      <p:to>
                                        <a:srgbClr val="7F7F7F"/>
                                      </p:to>
                                    </p:animClr>
                                    <p:set>
                                      <p:cBhvr>
                                        <p:cTn id="338" dur="10" fill="hold"/>
                                        <p:tgtEl>
                                          <p:spTgt spid="17"/>
                                        </p:tgtEl>
                                        <p:attrNameLst>
                                          <p:attrName>stroke.on</p:attrName>
                                        </p:attrNameLst>
                                      </p:cBhvr>
                                      <p:to>
                                        <p:strVal val="true"/>
                                      </p:to>
                                    </p:set>
                                  </p:childTnLst>
                                </p:cTn>
                              </p:par>
                              <p:par>
                                <p:cTn id="339" presetID="7" presetClass="emph" presetSubtype="2" fill="hold" nodeType="withEffect">
                                  <p:stCondLst>
                                    <p:cond delay="0"/>
                                  </p:stCondLst>
                                  <p:childTnLst>
                                    <p:animClr clrSpc="rgb" dir="cw">
                                      <p:cBhvr>
                                        <p:cTn id="340" dur="10" fill="hold"/>
                                        <p:tgtEl>
                                          <p:spTgt spid="13"/>
                                        </p:tgtEl>
                                        <p:attrNameLst>
                                          <p:attrName>stroke.color</p:attrName>
                                        </p:attrNameLst>
                                      </p:cBhvr>
                                      <p:to>
                                        <a:srgbClr val="7F7F7F"/>
                                      </p:to>
                                    </p:animClr>
                                    <p:set>
                                      <p:cBhvr>
                                        <p:cTn id="341" dur="10" fill="hold"/>
                                        <p:tgtEl>
                                          <p:spTgt spid="13"/>
                                        </p:tgtEl>
                                        <p:attrNameLst>
                                          <p:attrName>stroke.on</p:attrName>
                                        </p:attrNameLst>
                                      </p:cBhvr>
                                      <p:to>
                                        <p:strVal val="true"/>
                                      </p:to>
                                    </p:set>
                                  </p:childTnLst>
                                </p:cTn>
                              </p:par>
                              <p:par>
                                <p:cTn id="342" presetID="3" presetClass="emph" presetSubtype="2" fill="hold" grpId="1" nodeType="withEffect">
                                  <p:stCondLst>
                                    <p:cond delay="0"/>
                                  </p:stCondLst>
                                  <p:childTnLst>
                                    <p:animClr clrSpc="rgb" dir="cw">
                                      <p:cBhvr override="childStyle">
                                        <p:cTn id="343" dur="10" fill="hold"/>
                                        <p:tgtEl>
                                          <p:spTgt spid="60"/>
                                        </p:tgtEl>
                                        <p:attrNameLst>
                                          <p:attrName>style.color</p:attrName>
                                        </p:attrNameLst>
                                      </p:cBhvr>
                                      <p:to>
                                        <a:srgbClr val="7F7F7F"/>
                                      </p:to>
                                    </p:animClr>
                                  </p:childTnLst>
                                </p:cTn>
                              </p:par>
                              <p:par>
                                <p:cTn id="344" presetID="3" presetClass="emph" presetSubtype="2" fill="hold" grpId="1" nodeType="withEffect">
                                  <p:stCondLst>
                                    <p:cond delay="0"/>
                                  </p:stCondLst>
                                  <p:childTnLst>
                                    <p:animClr clrSpc="rgb" dir="cw">
                                      <p:cBhvr override="childStyle">
                                        <p:cTn id="345" dur="10" fill="hold"/>
                                        <p:tgtEl>
                                          <p:spTgt spid="62"/>
                                        </p:tgtEl>
                                        <p:attrNameLst>
                                          <p:attrName>style.color</p:attrName>
                                        </p:attrNameLst>
                                      </p:cBhvr>
                                      <p:to>
                                        <a:srgbClr val="7F7F7F"/>
                                      </p:to>
                                    </p:animClr>
                                  </p:childTnLst>
                                </p:cTn>
                              </p:par>
                              <p:par>
                                <p:cTn id="346" presetID="3" presetClass="emph" presetSubtype="2" fill="hold" grpId="1" nodeType="withEffect">
                                  <p:stCondLst>
                                    <p:cond delay="0"/>
                                  </p:stCondLst>
                                  <p:childTnLst>
                                    <p:animClr clrSpc="rgb" dir="cw">
                                      <p:cBhvr override="childStyle">
                                        <p:cTn id="347" dur="10" fill="hold"/>
                                        <p:tgtEl>
                                          <p:spTgt spid="61"/>
                                        </p:tgtEl>
                                        <p:attrNameLst>
                                          <p:attrName>style.color</p:attrName>
                                        </p:attrNameLst>
                                      </p:cBhvr>
                                      <p:to>
                                        <a:srgbClr val="7F7F7F"/>
                                      </p:to>
                                    </p:animClr>
                                  </p:childTnLst>
                                </p:cTn>
                              </p:par>
                              <p:par>
                                <p:cTn id="348" presetID="1" presetClass="emph" presetSubtype="2" fill="hold" nodeType="withEffect">
                                  <p:stCondLst>
                                    <p:cond delay="0"/>
                                  </p:stCondLst>
                                  <p:childTnLst>
                                    <p:animClr clrSpc="rgb" dir="cw">
                                      <p:cBhvr>
                                        <p:cTn id="349" dur="10" fill="hold"/>
                                        <p:tgtEl>
                                          <p:spTgt spid="4"/>
                                        </p:tgtEl>
                                        <p:attrNameLst>
                                          <p:attrName>fillcolor</p:attrName>
                                        </p:attrNameLst>
                                      </p:cBhvr>
                                      <p:to>
                                        <a:srgbClr val="A5A5A5"/>
                                      </p:to>
                                    </p:animClr>
                                    <p:set>
                                      <p:cBhvr>
                                        <p:cTn id="350" dur="10" fill="hold"/>
                                        <p:tgtEl>
                                          <p:spTgt spid="4"/>
                                        </p:tgtEl>
                                        <p:attrNameLst>
                                          <p:attrName>fill.type</p:attrName>
                                        </p:attrNameLst>
                                      </p:cBhvr>
                                      <p:to>
                                        <p:strVal val="solid"/>
                                      </p:to>
                                    </p:set>
                                    <p:set>
                                      <p:cBhvr>
                                        <p:cTn id="351" dur="10" fill="hold"/>
                                        <p:tgtEl>
                                          <p:spTgt spid="4"/>
                                        </p:tgtEl>
                                        <p:attrNameLst>
                                          <p:attrName>fill.on</p:attrName>
                                        </p:attrNameLst>
                                      </p:cBhvr>
                                      <p:to>
                                        <p:strVal val="true"/>
                                      </p:to>
                                    </p:set>
                                  </p:childTnLst>
                                </p:cTn>
                              </p:par>
                              <p:par>
                                <p:cTn id="352" presetID="1" presetClass="emph" presetSubtype="2" fill="hold" nodeType="withEffect">
                                  <p:stCondLst>
                                    <p:cond delay="0"/>
                                  </p:stCondLst>
                                  <p:childTnLst>
                                    <p:animClr clrSpc="rgb" dir="cw">
                                      <p:cBhvr>
                                        <p:cTn id="353" dur="10" fill="hold"/>
                                        <p:tgtEl>
                                          <p:spTgt spid="7"/>
                                        </p:tgtEl>
                                        <p:attrNameLst>
                                          <p:attrName>fillcolor</p:attrName>
                                        </p:attrNameLst>
                                      </p:cBhvr>
                                      <p:to>
                                        <a:srgbClr val="A5A5A5"/>
                                      </p:to>
                                    </p:animClr>
                                    <p:set>
                                      <p:cBhvr>
                                        <p:cTn id="354" dur="10" fill="hold"/>
                                        <p:tgtEl>
                                          <p:spTgt spid="7"/>
                                        </p:tgtEl>
                                        <p:attrNameLst>
                                          <p:attrName>fill.type</p:attrName>
                                        </p:attrNameLst>
                                      </p:cBhvr>
                                      <p:to>
                                        <p:strVal val="solid"/>
                                      </p:to>
                                    </p:set>
                                    <p:set>
                                      <p:cBhvr>
                                        <p:cTn id="355" dur="10" fill="hold"/>
                                        <p:tgtEl>
                                          <p:spTgt spid="7"/>
                                        </p:tgtEl>
                                        <p:attrNameLst>
                                          <p:attrName>fill.on</p:attrName>
                                        </p:attrNameLst>
                                      </p:cBhvr>
                                      <p:to>
                                        <p:strVal val="true"/>
                                      </p:to>
                                    </p:set>
                                  </p:childTnLst>
                                </p:cTn>
                              </p:par>
                              <p:par>
                                <p:cTn id="356" presetID="1" presetClass="emph" presetSubtype="2" fill="hold" nodeType="withEffect">
                                  <p:stCondLst>
                                    <p:cond delay="0"/>
                                  </p:stCondLst>
                                  <p:childTnLst>
                                    <p:animClr clrSpc="rgb" dir="cw">
                                      <p:cBhvr>
                                        <p:cTn id="357" dur="10" fill="hold"/>
                                        <p:tgtEl>
                                          <p:spTgt spid="5"/>
                                        </p:tgtEl>
                                        <p:attrNameLst>
                                          <p:attrName>fillcolor</p:attrName>
                                        </p:attrNameLst>
                                      </p:cBhvr>
                                      <p:to>
                                        <a:srgbClr val="A5A5A5"/>
                                      </p:to>
                                    </p:animClr>
                                    <p:set>
                                      <p:cBhvr>
                                        <p:cTn id="358" dur="10" fill="hold"/>
                                        <p:tgtEl>
                                          <p:spTgt spid="5"/>
                                        </p:tgtEl>
                                        <p:attrNameLst>
                                          <p:attrName>fill.type</p:attrName>
                                        </p:attrNameLst>
                                      </p:cBhvr>
                                      <p:to>
                                        <p:strVal val="solid"/>
                                      </p:to>
                                    </p:set>
                                    <p:set>
                                      <p:cBhvr>
                                        <p:cTn id="359" dur="10" fill="hold"/>
                                        <p:tgtEl>
                                          <p:spTgt spid="5"/>
                                        </p:tgtEl>
                                        <p:attrNameLst>
                                          <p:attrName>fill.on</p:attrName>
                                        </p:attrNameLst>
                                      </p:cBhvr>
                                      <p:to>
                                        <p:strVal val="true"/>
                                      </p:to>
                                    </p:set>
                                  </p:childTnLst>
                                </p:cTn>
                              </p:par>
                            </p:childTnLst>
                          </p:cTn>
                        </p:par>
                      </p:childTnLst>
                    </p:cTn>
                  </p:par>
                  <p:par>
                    <p:cTn id="360" fill="hold">
                      <p:stCondLst>
                        <p:cond delay="indefinite"/>
                      </p:stCondLst>
                      <p:childTnLst>
                        <p:par>
                          <p:cTn id="361" fill="hold">
                            <p:stCondLst>
                              <p:cond delay="0"/>
                            </p:stCondLst>
                            <p:childTnLst>
                              <p:par>
                                <p:cTn id="362" presetID="22" presetClass="entr" presetSubtype="8" fill="hold" grpId="0" nodeType="clickEffect">
                                  <p:stCondLst>
                                    <p:cond delay="0"/>
                                  </p:stCondLst>
                                  <p:childTnLst>
                                    <p:set>
                                      <p:cBhvr>
                                        <p:cTn id="363" dur="1" fill="hold">
                                          <p:stCondLst>
                                            <p:cond delay="0"/>
                                          </p:stCondLst>
                                        </p:cTn>
                                        <p:tgtEl>
                                          <p:spTgt spid="49"/>
                                        </p:tgtEl>
                                        <p:attrNameLst>
                                          <p:attrName>style.visibility</p:attrName>
                                        </p:attrNameLst>
                                      </p:cBhvr>
                                      <p:to>
                                        <p:strVal val="visible"/>
                                      </p:to>
                                    </p:set>
                                    <p:animEffect transition="in" filter="wipe(left)">
                                      <p:cBhvr>
                                        <p:cTn id="364" dur="500"/>
                                        <p:tgtEl>
                                          <p:spTgt spid="49"/>
                                        </p:tgtEl>
                                      </p:cBhvr>
                                    </p:animEffect>
                                  </p:childTnLst>
                                </p:cTn>
                              </p:par>
                              <p:par>
                                <p:cTn id="365" presetID="22" presetClass="entr" presetSubtype="8" fill="hold" grpId="0" nodeType="withEffect">
                                  <p:stCondLst>
                                    <p:cond delay="0"/>
                                  </p:stCondLst>
                                  <p:childTnLst>
                                    <p:set>
                                      <p:cBhvr>
                                        <p:cTn id="366" dur="1" fill="hold">
                                          <p:stCondLst>
                                            <p:cond delay="0"/>
                                          </p:stCondLst>
                                        </p:cTn>
                                        <p:tgtEl>
                                          <p:spTgt spid="38"/>
                                        </p:tgtEl>
                                        <p:attrNameLst>
                                          <p:attrName>style.visibility</p:attrName>
                                        </p:attrNameLst>
                                      </p:cBhvr>
                                      <p:to>
                                        <p:strVal val="visible"/>
                                      </p:to>
                                    </p:set>
                                    <p:animEffect transition="in" filter="wipe(left)">
                                      <p:cBhvr>
                                        <p:cTn id="367" dur="500"/>
                                        <p:tgtEl>
                                          <p:spTgt spid="38"/>
                                        </p:tgtEl>
                                      </p:cBhvr>
                                    </p:animEffect>
                                  </p:childTnLst>
                                </p:cTn>
                              </p:par>
                            </p:childTnLst>
                          </p:cTn>
                        </p:par>
                      </p:childTnLst>
                    </p:cTn>
                  </p:par>
                  <p:par>
                    <p:cTn id="368" fill="hold">
                      <p:stCondLst>
                        <p:cond delay="indefinite"/>
                      </p:stCondLst>
                      <p:childTnLst>
                        <p:par>
                          <p:cTn id="369" fill="hold">
                            <p:stCondLst>
                              <p:cond delay="0"/>
                            </p:stCondLst>
                            <p:childTnLst>
                              <p:par>
                                <p:cTn id="370" presetID="10" presetClass="entr" presetSubtype="0" fill="hold" grpId="0" nodeType="clickEffect">
                                  <p:stCondLst>
                                    <p:cond delay="0"/>
                                  </p:stCondLst>
                                  <p:childTnLst>
                                    <p:set>
                                      <p:cBhvr>
                                        <p:cTn id="371" dur="1" fill="hold">
                                          <p:stCondLst>
                                            <p:cond delay="0"/>
                                          </p:stCondLst>
                                        </p:cTn>
                                        <p:tgtEl>
                                          <p:spTgt spid="77"/>
                                        </p:tgtEl>
                                        <p:attrNameLst>
                                          <p:attrName>style.visibility</p:attrName>
                                        </p:attrNameLst>
                                      </p:cBhvr>
                                      <p:to>
                                        <p:strVal val="visible"/>
                                      </p:to>
                                    </p:set>
                                    <p:animEffect transition="in" filter="fade">
                                      <p:cBhvr>
                                        <p:cTn id="372" dur="500"/>
                                        <p:tgtEl>
                                          <p:spTgt spid="77"/>
                                        </p:tgtEl>
                                      </p:cBhvr>
                                    </p:animEffect>
                                  </p:childTnLst>
                                </p:cTn>
                              </p:par>
                            </p:childTnLst>
                          </p:cTn>
                        </p:par>
                      </p:childTnLst>
                    </p:cTn>
                  </p:par>
                  <p:par>
                    <p:cTn id="373" fill="hold">
                      <p:stCondLst>
                        <p:cond delay="indefinite"/>
                      </p:stCondLst>
                      <p:childTnLst>
                        <p:par>
                          <p:cTn id="374" fill="hold">
                            <p:stCondLst>
                              <p:cond delay="0"/>
                            </p:stCondLst>
                            <p:childTnLst>
                              <p:par>
                                <p:cTn id="375" presetID="10" presetClass="entr" presetSubtype="0" fill="hold" grpId="0" nodeType="clickEffect">
                                  <p:stCondLst>
                                    <p:cond delay="0"/>
                                  </p:stCondLst>
                                  <p:childTnLst>
                                    <p:set>
                                      <p:cBhvr>
                                        <p:cTn id="376" dur="1" fill="hold">
                                          <p:stCondLst>
                                            <p:cond delay="0"/>
                                          </p:stCondLst>
                                        </p:cTn>
                                        <p:tgtEl>
                                          <p:spTgt spid="15"/>
                                        </p:tgtEl>
                                        <p:attrNameLst>
                                          <p:attrName>style.visibility</p:attrName>
                                        </p:attrNameLst>
                                      </p:cBhvr>
                                      <p:to>
                                        <p:strVal val="visible"/>
                                      </p:to>
                                    </p:set>
                                    <p:animEffect transition="in" filter="fade">
                                      <p:cBhvr>
                                        <p:cTn id="377" dur="500"/>
                                        <p:tgtEl>
                                          <p:spTgt spid="15"/>
                                        </p:tgtEl>
                                      </p:cBhvr>
                                    </p:animEffect>
                                  </p:childTnLst>
                                </p:cTn>
                              </p:par>
                              <p:par>
                                <p:cTn id="378" presetID="10" presetClass="entr" presetSubtype="0" fill="hold" grpId="0" nodeType="withEffect">
                                  <p:stCondLst>
                                    <p:cond delay="0"/>
                                  </p:stCondLst>
                                  <p:childTnLst>
                                    <p:set>
                                      <p:cBhvr>
                                        <p:cTn id="379" dur="1" fill="hold">
                                          <p:stCondLst>
                                            <p:cond delay="0"/>
                                          </p:stCondLst>
                                        </p:cTn>
                                        <p:tgtEl>
                                          <p:spTgt spid="16"/>
                                        </p:tgtEl>
                                        <p:attrNameLst>
                                          <p:attrName>style.visibility</p:attrName>
                                        </p:attrNameLst>
                                      </p:cBhvr>
                                      <p:to>
                                        <p:strVal val="visible"/>
                                      </p:to>
                                    </p:set>
                                    <p:animEffect transition="in" filter="fade">
                                      <p:cBhvr>
                                        <p:cTn id="380" dur="500"/>
                                        <p:tgtEl>
                                          <p:spTgt spid="16"/>
                                        </p:tgtEl>
                                      </p:cBhvr>
                                    </p:animEffect>
                                  </p:childTnLst>
                                </p:cTn>
                              </p:par>
                              <p:par>
                                <p:cTn id="381" presetID="10" presetClass="entr" presetSubtype="0" fill="hold" grpId="0" nodeType="withEffect">
                                  <p:stCondLst>
                                    <p:cond delay="0"/>
                                  </p:stCondLst>
                                  <p:childTnLst>
                                    <p:set>
                                      <p:cBhvr>
                                        <p:cTn id="382" dur="1" fill="hold">
                                          <p:stCondLst>
                                            <p:cond delay="0"/>
                                          </p:stCondLst>
                                        </p:cTn>
                                        <p:tgtEl>
                                          <p:spTgt spid="18"/>
                                        </p:tgtEl>
                                        <p:attrNameLst>
                                          <p:attrName>style.visibility</p:attrName>
                                        </p:attrNameLst>
                                      </p:cBhvr>
                                      <p:to>
                                        <p:strVal val="visible"/>
                                      </p:to>
                                    </p:set>
                                    <p:animEffect transition="in" filter="fade">
                                      <p:cBhvr>
                                        <p:cTn id="383" dur="500"/>
                                        <p:tgtEl>
                                          <p:spTgt spid="18"/>
                                        </p:tgtEl>
                                      </p:cBhvr>
                                    </p:animEffect>
                                  </p:childTnLst>
                                </p:cTn>
                              </p:par>
                              <p:par>
                                <p:cTn id="384" presetID="10" presetClass="entr" presetSubtype="0" fill="hold" grpId="0" nodeType="withEffect">
                                  <p:stCondLst>
                                    <p:cond delay="0"/>
                                  </p:stCondLst>
                                  <p:childTnLst>
                                    <p:set>
                                      <p:cBhvr>
                                        <p:cTn id="385" dur="1" fill="hold">
                                          <p:stCondLst>
                                            <p:cond delay="0"/>
                                          </p:stCondLst>
                                        </p:cTn>
                                        <p:tgtEl>
                                          <p:spTgt spid="19"/>
                                        </p:tgtEl>
                                        <p:attrNameLst>
                                          <p:attrName>style.visibility</p:attrName>
                                        </p:attrNameLst>
                                      </p:cBhvr>
                                      <p:to>
                                        <p:strVal val="visible"/>
                                      </p:to>
                                    </p:set>
                                    <p:animEffect transition="in" filter="fade">
                                      <p:cBhvr>
                                        <p:cTn id="386" dur="500"/>
                                        <p:tgtEl>
                                          <p:spTgt spid="19"/>
                                        </p:tgtEl>
                                      </p:cBhvr>
                                    </p:animEffect>
                                  </p:childTnLst>
                                </p:cTn>
                              </p:par>
                              <p:par>
                                <p:cTn id="387" presetID="10" presetClass="entr" presetSubtype="0" fill="hold" grpId="0" nodeType="withEffect">
                                  <p:stCondLst>
                                    <p:cond delay="0"/>
                                  </p:stCondLst>
                                  <p:childTnLst>
                                    <p:set>
                                      <p:cBhvr>
                                        <p:cTn id="388" dur="1" fill="hold">
                                          <p:stCondLst>
                                            <p:cond delay="0"/>
                                          </p:stCondLst>
                                        </p:cTn>
                                        <p:tgtEl>
                                          <p:spTgt spid="21"/>
                                        </p:tgtEl>
                                        <p:attrNameLst>
                                          <p:attrName>style.visibility</p:attrName>
                                        </p:attrNameLst>
                                      </p:cBhvr>
                                      <p:to>
                                        <p:strVal val="visible"/>
                                      </p:to>
                                    </p:set>
                                    <p:animEffect transition="in" filter="fade">
                                      <p:cBhvr>
                                        <p:cTn id="389" dur="500"/>
                                        <p:tgtEl>
                                          <p:spTgt spid="21"/>
                                        </p:tgtEl>
                                      </p:cBhvr>
                                    </p:animEffect>
                                  </p:childTnLst>
                                </p:cTn>
                              </p:par>
                              <p:par>
                                <p:cTn id="390" presetID="10" presetClass="entr" presetSubtype="0" fill="hold" grpId="0" nodeType="withEffect">
                                  <p:stCondLst>
                                    <p:cond delay="0"/>
                                  </p:stCondLst>
                                  <p:childTnLst>
                                    <p:set>
                                      <p:cBhvr>
                                        <p:cTn id="391" dur="1" fill="hold">
                                          <p:stCondLst>
                                            <p:cond delay="0"/>
                                          </p:stCondLst>
                                        </p:cTn>
                                        <p:tgtEl>
                                          <p:spTgt spid="22"/>
                                        </p:tgtEl>
                                        <p:attrNameLst>
                                          <p:attrName>style.visibility</p:attrName>
                                        </p:attrNameLst>
                                      </p:cBhvr>
                                      <p:to>
                                        <p:strVal val="visible"/>
                                      </p:to>
                                    </p:set>
                                    <p:animEffect transition="in" filter="fade">
                                      <p:cBhvr>
                                        <p:cTn id="392" dur="500"/>
                                        <p:tgtEl>
                                          <p:spTgt spid="22"/>
                                        </p:tgtEl>
                                      </p:cBhvr>
                                    </p:animEffect>
                                  </p:childTnLst>
                                </p:cTn>
                              </p:par>
                              <p:par>
                                <p:cTn id="393" presetID="10" presetClass="entr" presetSubtype="0" fill="hold" grpId="0" nodeType="withEffect">
                                  <p:stCondLst>
                                    <p:cond delay="0"/>
                                  </p:stCondLst>
                                  <p:childTnLst>
                                    <p:set>
                                      <p:cBhvr>
                                        <p:cTn id="394" dur="1" fill="hold">
                                          <p:stCondLst>
                                            <p:cond delay="0"/>
                                          </p:stCondLst>
                                        </p:cTn>
                                        <p:tgtEl>
                                          <p:spTgt spid="24"/>
                                        </p:tgtEl>
                                        <p:attrNameLst>
                                          <p:attrName>style.visibility</p:attrName>
                                        </p:attrNameLst>
                                      </p:cBhvr>
                                      <p:to>
                                        <p:strVal val="visible"/>
                                      </p:to>
                                    </p:set>
                                    <p:animEffect transition="in" filter="fade">
                                      <p:cBhvr>
                                        <p:cTn id="395" dur="500"/>
                                        <p:tgtEl>
                                          <p:spTgt spid="24"/>
                                        </p:tgtEl>
                                      </p:cBhvr>
                                    </p:animEffect>
                                  </p:childTnLst>
                                </p:cTn>
                              </p:par>
                              <p:par>
                                <p:cTn id="396" presetID="10" presetClass="entr" presetSubtype="0" fill="hold" grpId="0" nodeType="withEffect">
                                  <p:stCondLst>
                                    <p:cond delay="0"/>
                                  </p:stCondLst>
                                  <p:childTnLst>
                                    <p:set>
                                      <p:cBhvr>
                                        <p:cTn id="397" dur="1" fill="hold">
                                          <p:stCondLst>
                                            <p:cond delay="0"/>
                                          </p:stCondLst>
                                        </p:cTn>
                                        <p:tgtEl>
                                          <p:spTgt spid="25"/>
                                        </p:tgtEl>
                                        <p:attrNameLst>
                                          <p:attrName>style.visibility</p:attrName>
                                        </p:attrNameLst>
                                      </p:cBhvr>
                                      <p:to>
                                        <p:strVal val="visible"/>
                                      </p:to>
                                    </p:set>
                                    <p:animEffect transition="in" filter="fade">
                                      <p:cBhvr>
                                        <p:cTn id="398" dur="500"/>
                                        <p:tgtEl>
                                          <p:spTgt spid="25"/>
                                        </p:tgtEl>
                                      </p:cBhvr>
                                    </p:animEffect>
                                  </p:childTnLst>
                                </p:cTn>
                              </p:par>
                              <p:par>
                                <p:cTn id="399" presetID="10" presetClass="entr" presetSubtype="0" fill="hold" grpId="0" nodeType="withEffect">
                                  <p:stCondLst>
                                    <p:cond delay="0"/>
                                  </p:stCondLst>
                                  <p:childTnLst>
                                    <p:set>
                                      <p:cBhvr>
                                        <p:cTn id="400" dur="1" fill="hold">
                                          <p:stCondLst>
                                            <p:cond delay="0"/>
                                          </p:stCondLst>
                                        </p:cTn>
                                        <p:tgtEl>
                                          <p:spTgt spid="27"/>
                                        </p:tgtEl>
                                        <p:attrNameLst>
                                          <p:attrName>style.visibility</p:attrName>
                                        </p:attrNameLst>
                                      </p:cBhvr>
                                      <p:to>
                                        <p:strVal val="visible"/>
                                      </p:to>
                                    </p:set>
                                    <p:animEffect transition="in" filter="fade">
                                      <p:cBhvr>
                                        <p:cTn id="401" dur="500"/>
                                        <p:tgtEl>
                                          <p:spTgt spid="27"/>
                                        </p:tgtEl>
                                      </p:cBhvr>
                                    </p:animEffect>
                                  </p:childTnLst>
                                </p:cTn>
                              </p:par>
                              <p:par>
                                <p:cTn id="402" presetID="10" presetClass="entr" presetSubtype="0" fill="hold" grpId="0" nodeType="withEffect">
                                  <p:stCondLst>
                                    <p:cond delay="0"/>
                                  </p:stCondLst>
                                  <p:childTnLst>
                                    <p:set>
                                      <p:cBhvr>
                                        <p:cTn id="403" dur="1" fill="hold">
                                          <p:stCondLst>
                                            <p:cond delay="0"/>
                                          </p:stCondLst>
                                        </p:cTn>
                                        <p:tgtEl>
                                          <p:spTgt spid="28"/>
                                        </p:tgtEl>
                                        <p:attrNameLst>
                                          <p:attrName>style.visibility</p:attrName>
                                        </p:attrNameLst>
                                      </p:cBhvr>
                                      <p:to>
                                        <p:strVal val="visible"/>
                                      </p:to>
                                    </p:set>
                                    <p:animEffect transition="in" filter="fade">
                                      <p:cBhvr>
                                        <p:cTn id="404" dur="500"/>
                                        <p:tgtEl>
                                          <p:spTgt spid="28"/>
                                        </p:tgtEl>
                                      </p:cBhvr>
                                    </p:animEffect>
                                  </p:childTnLst>
                                </p:cTn>
                              </p:par>
                              <p:par>
                                <p:cTn id="405" presetID="10" presetClass="entr" presetSubtype="0" fill="hold" grpId="0" nodeType="withEffect">
                                  <p:stCondLst>
                                    <p:cond delay="0"/>
                                  </p:stCondLst>
                                  <p:childTnLst>
                                    <p:set>
                                      <p:cBhvr>
                                        <p:cTn id="406" dur="1" fill="hold">
                                          <p:stCondLst>
                                            <p:cond delay="0"/>
                                          </p:stCondLst>
                                        </p:cTn>
                                        <p:tgtEl>
                                          <p:spTgt spid="29"/>
                                        </p:tgtEl>
                                        <p:attrNameLst>
                                          <p:attrName>style.visibility</p:attrName>
                                        </p:attrNameLst>
                                      </p:cBhvr>
                                      <p:to>
                                        <p:strVal val="visible"/>
                                      </p:to>
                                    </p:set>
                                    <p:animEffect transition="in" filter="fade">
                                      <p:cBhvr>
                                        <p:cTn id="407" dur="500"/>
                                        <p:tgtEl>
                                          <p:spTgt spid="29"/>
                                        </p:tgtEl>
                                      </p:cBhvr>
                                    </p:animEffect>
                                  </p:childTnLst>
                                </p:cTn>
                              </p:par>
                              <p:par>
                                <p:cTn id="408" presetID="10" presetClass="entr" presetSubtype="0" fill="hold" grpId="0" nodeType="withEffect">
                                  <p:stCondLst>
                                    <p:cond delay="0"/>
                                  </p:stCondLst>
                                  <p:childTnLst>
                                    <p:set>
                                      <p:cBhvr>
                                        <p:cTn id="409" dur="1" fill="hold">
                                          <p:stCondLst>
                                            <p:cond delay="0"/>
                                          </p:stCondLst>
                                        </p:cTn>
                                        <p:tgtEl>
                                          <p:spTgt spid="30"/>
                                        </p:tgtEl>
                                        <p:attrNameLst>
                                          <p:attrName>style.visibility</p:attrName>
                                        </p:attrNameLst>
                                      </p:cBhvr>
                                      <p:to>
                                        <p:strVal val="visible"/>
                                      </p:to>
                                    </p:set>
                                    <p:animEffect transition="in" filter="fade">
                                      <p:cBhvr>
                                        <p:cTn id="410" dur="500"/>
                                        <p:tgtEl>
                                          <p:spTgt spid="30"/>
                                        </p:tgtEl>
                                      </p:cBhvr>
                                    </p:animEffect>
                                  </p:childTnLst>
                                </p:cTn>
                              </p:par>
                              <p:par>
                                <p:cTn id="411" presetID="10" presetClass="entr" presetSubtype="0" fill="hold" grpId="0" nodeType="withEffect">
                                  <p:stCondLst>
                                    <p:cond delay="0"/>
                                  </p:stCondLst>
                                  <p:childTnLst>
                                    <p:set>
                                      <p:cBhvr>
                                        <p:cTn id="412" dur="1" fill="hold">
                                          <p:stCondLst>
                                            <p:cond delay="0"/>
                                          </p:stCondLst>
                                        </p:cTn>
                                        <p:tgtEl>
                                          <p:spTgt spid="31"/>
                                        </p:tgtEl>
                                        <p:attrNameLst>
                                          <p:attrName>style.visibility</p:attrName>
                                        </p:attrNameLst>
                                      </p:cBhvr>
                                      <p:to>
                                        <p:strVal val="visible"/>
                                      </p:to>
                                    </p:set>
                                    <p:animEffect transition="in" filter="fade">
                                      <p:cBhvr>
                                        <p:cTn id="413" dur="500"/>
                                        <p:tgtEl>
                                          <p:spTgt spid="31"/>
                                        </p:tgtEl>
                                      </p:cBhvr>
                                    </p:animEffect>
                                  </p:childTnLst>
                                </p:cTn>
                              </p:par>
                              <p:par>
                                <p:cTn id="414" presetID="10" presetClass="entr" presetSubtype="0" fill="hold" grpId="0" nodeType="withEffect">
                                  <p:stCondLst>
                                    <p:cond delay="0"/>
                                  </p:stCondLst>
                                  <p:childTnLst>
                                    <p:set>
                                      <p:cBhvr>
                                        <p:cTn id="415" dur="1" fill="hold">
                                          <p:stCondLst>
                                            <p:cond delay="0"/>
                                          </p:stCondLst>
                                        </p:cTn>
                                        <p:tgtEl>
                                          <p:spTgt spid="32"/>
                                        </p:tgtEl>
                                        <p:attrNameLst>
                                          <p:attrName>style.visibility</p:attrName>
                                        </p:attrNameLst>
                                      </p:cBhvr>
                                      <p:to>
                                        <p:strVal val="visible"/>
                                      </p:to>
                                    </p:set>
                                    <p:animEffect transition="in" filter="fade">
                                      <p:cBhvr>
                                        <p:cTn id="416" dur="500"/>
                                        <p:tgtEl>
                                          <p:spTgt spid="32"/>
                                        </p:tgtEl>
                                      </p:cBhvr>
                                    </p:animEffect>
                                  </p:childTnLst>
                                </p:cTn>
                              </p:par>
                              <p:par>
                                <p:cTn id="417" presetID="10" presetClass="entr" presetSubtype="0" fill="hold" grpId="0" nodeType="withEffect">
                                  <p:stCondLst>
                                    <p:cond delay="0"/>
                                  </p:stCondLst>
                                  <p:childTnLst>
                                    <p:set>
                                      <p:cBhvr>
                                        <p:cTn id="418" dur="1" fill="hold">
                                          <p:stCondLst>
                                            <p:cond delay="0"/>
                                          </p:stCondLst>
                                        </p:cTn>
                                        <p:tgtEl>
                                          <p:spTgt spid="35"/>
                                        </p:tgtEl>
                                        <p:attrNameLst>
                                          <p:attrName>style.visibility</p:attrName>
                                        </p:attrNameLst>
                                      </p:cBhvr>
                                      <p:to>
                                        <p:strVal val="visible"/>
                                      </p:to>
                                    </p:set>
                                    <p:animEffect transition="in" filter="fade">
                                      <p:cBhvr>
                                        <p:cTn id="419" dur="500"/>
                                        <p:tgtEl>
                                          <p:spTgt spid="35"/>
                                        </p:tgtEl>
                                      </p:cBhvr>
                                    </p:animEffect>
                                  </p:childTnLst>
                                </p:cTn>
                              </p:par>
                              <p:par>
                                <p:cTn id="420" presetID="10" presetClass="entr" presetSubtype="0" fill="hold" grpId="0" nodeType="withEffect">
                                  <p:stCondLst>
                                    <p:cond delay="0"/>
                                  </p:stCondLst>
                                  <p:childTnLst>
                                    <p:set>
                                      <p:cBhvr>
                                        <p:cTn id="421" dur="1" fill="hold">
                                          <p:stCondLst>
                                            <p:cond delay="0"/>
                                          </p:stCondLst>
                                        </p:cTn>
                                        <p:tgtEl>
                                          <p:spTgt spid="37"/>
                                        </p:tgtEl>
                                        <p:attrNameLst>
                                          <p:attrName>style.visibility</p:attrName>
                                        </p:attrNameLst>
                                      </p:cBhvr>
                                      <p:to>
                                        <p:strVal val="visible"/>
                                      </p:to>
                                    </p:set>
                                    <p:animEffect transition="in" filter="fade">
                                      <p:cBhvr>
                                        <p:cTn id="4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p:bldP spid="60" grpId="0"/>
      <p:bldP spid="60" grpId="1"/>
      <p:bldP spid="61" grpId="0"/>
      <p:bldP spid="61" grpId="1"/>
      <p:bldP spid="62" grpId="0"/>
      <p:bldP spid="62" grpId="1"/>
      <p:bldP spid="84" grpId="0" bldLvl="0" animBg="1"/>
      <p:bldP spid="85" grpId="0" bldLvl="0" animBg="1"/>
      <p:bldP spid="86" grpId="0" bldLvl="0" animBg="1"/>
      <p:bldP spid="87" grpId="0" bldLvl="0" animBg="1"/>
      <p:bldP spid="88" grpId="0" bldLvl="0" animBg="1"/>
      <p:bldP spid="89" grpId="0" bldLvl="0" animBg="1"/>
      <p:bldP spid="90" grpId="0" bldLvl="0" animBg="1"/>
      <p:bldP spid="91" grpId="0" bldLvl="0" animBg="1"/>
      <p:bldP spid="92" grpId="0" bldLvl="0" animBg="1"/>
      <p:bldP spid="93" grpId="0" bldLvl="0" animBg="1"/>
      <p:bldP spid="94" grpId="0" bldLvl="0" animBg="1"/>
      <p:bldP spid="95" grpId="0" bldLvl="0" animBg="1"/>
      <p:bldP spid="96" grpId="0" bldLvl="0" animBg="1"/>
      <p:bldP spid="97" grpId="0" bldLvl="0" animBg="1"/>
      <p:bldP spid="98" grpId="0" bldLvl="0" animBg="1"/>
      <p:bldP spid="99" grpId="0" bldLvl="0" animBg="1"/>
      <p:bldP spid="100" grpId="0" bldLvl="0" animBg="1"/>
      <p:bldP spid="101" grpId="0" bldLvl="0" animBg="1"/>
      <p:bldP spid="102" grpId="0" bldLvl="0" animBg="1"/>
      <p:bldP spid="103" grpId="0" bldLvl="0" animBg="1"/>
      <p:bldP spid="104" grpId="0" bldLvl="0" animBg="1"/>
      <p:bldP spid="105" grpId="0" bldLvl="0" animBg="1"/>
      <p:bldP spid="106" grpId="0" bldLvl="0" animBg="1"/>
      <p:bldP spid="107" grpId="0" bldLvl="0" animBg="1"/>
      <p:bldP spid="108" grpId="0" bldLvl="0" animBg="1"/>
      <p:bldP spid="109" grpId="0" bldLvl="0" animBg="1"/>
      <p:bldP spid="110" grpId="0" bldLvl="0" animBg="1"/>
      <p:bldP spid="111" grpId="0" bldLvl="0" animBg="1"/>
      <p:bldP spid="112" grpId="0" bldLvl="0" animBg="1"/>
      <p:bldP spid="113" grpId="0" bldLvl="0" animBg="1"/>
      <p:bldP spid="114" grpId="0" bldLvl="0" animBg="1"/>
      <p:bldP spid="115" grpId="0" bldLvl="0" animBg="1"/>
      <p:bldP spid="116" grpId="0" bldLvl="0" animBg="1"/>
      <p:bldP spid="117" grpId="0" bldLvl="0" animBg="1"/>
      <p:bldP spid="118" grpId="0" bldLvl="0" animBg="1"/>
      <p:bldP spid="119" grpId="0" bldLvl="0" animBg="1"/>
      <p:bldP spid="120" grpId="0" bldLvl="0" animBg="1"/>
      <p:bldP spid="121" grpId="0" bldLvl="0" animBg="1"/>
      <p:bldP spid="122" grpId="0" bldLvl="0" animBg="1"/>
      <p:bldP spid="123" grpId="0" bldLvl="0" animBg="1"/>
      <p:bldP spid="124" grpId="0" bldLvl="0" animBg="1"/>
      <p:bldP spid="134" grpId="0" bldLvl="0" animBg="1"/>
      <p:bldP spid="135" grpId="0" bldLvl="0" animBg="1"/>
      <p:bldP spid="136" grpId="0" bldLvl="0" animBg="1"/>
      <p:bldP spid="137" grpId="0" bldLvl="0" animBg="1"/>
      <p:bldP spid="138" grpId="0" bldLvl="0" animBg="1"/>
      <p:bldP spid="139" grpId="0" bldLvl="0" animBg="1"/>
      <p:bldP spid="140" grpId="0" bldLvl="0" animBg="1"/>
      <p:bldP spid="141" grpId="0" bldLvl="0" animBg="1"/>
      <p:bldP spid="142" grpId="0" bldLvl="0" animBg="1"/>
      <p:bldP spid="15" grpId="0" bldLvl="0" animBg="1"/>
      <p:bldP spid="16" grpId="0" bldLvl="0" animBg="1"/>
      <p:bldP spid="18" grpId="0" bldLvl="0" animBg="1"/>
      <p:bldP spid="19" grpId="0" bldLvl="0" animBg="1"/>
      <p:bldP spid="21" grpId="0" bldLvl="0" animBg="1"/>
      <p:bldP spid="22" grpId="0" bldLvl="0" animBg="1"/>
      <p:bldP spid="24" grpId="0" bldLvl="0" animBg="1"/>
      <p:bldP spid="25" grpId="0" bldLvl="0" animBg="1"/>
      <p:bldP spid="27" grpId="0" bldLvl="0" animBg="1"/>
      <p:bldP spid="28" grpId="0" bldLvl="0" animBg="1"/>
      <p:bldP spid="29" grpId="0" bldLvl="0" animBg="1"/>
      <p:bldP spid="30" grpId="0" bldLvl="0" animBg="1"/>
      <p:bldP spid="31" grpId="0" bldLvl="0" animBg="1"/>
      <p:bldP spid="32" grpId="0" bldLvl="0" animBg="1"/>
      <p:bldP spid="35" grpId="0" bldLvl="0" animBg="1"/>
      <p:bldP spid="37" grpId="0" bldLvl="0" animBg="1"/>
      <p:bldP spid="38" grpId="0" bldLvl="0" animBg="1"/>
      <p:bldP spid="40" grpId="0" bldLvl="0" animBg="1"/>
      <p:bldP spid="40" grpId="1" bldLvl="0" animBg="1"/>
      <p:bldP spid="41" grpId="0" bldLvl="0" animBg="1"/>
      <p:bldP spid="34" grpId="0" bldLvl="0" animBg="1"/>
      <p:bldP spid="43" grpId="0" bldLvl="0" animBg="1"/>
      <p:bldP spid="44" grpId="0" bldLvl="0" animBg="1"/>
      <p:bldP spid="47" grpId="0" bldLvl="0" animBg="1"/>
      <p:bldP spid="50" grpId="0" bldLvl="0" animBg="1"/>
      <p:bldP spid="50" grpId="1" bldLvl="0" animBg="1"/>
      <p:bldP spid="51" grpId="0" bldLvl="0" animBg="1"/>
      <p:bldP spid="51" grpId="1" bldLvl="0" animBg="1"/>
      <p:bldP spid="52" grpId="0" bldLvl="0" animBg="1"/>
      <p:bldP spid="52" grpId="1" bldLvl="0" animBg="1"/>
      <p:bldP spid="53" grpId="0" bldLvl="0" animBg="1"/>
      <p:bldP spid="53" grpId="1" bldLvl="0" animBg="1"/>
      <p:bldP spid="54" grpId="0" bldLvl="0" animBg="1"/>
      <p:bldP spid="54" grpId="1" bldLvl="0" animBg="1"/>
      <p:bldP spid="72" grpId="0" bldLvl="0" animBg="1"/>
      <p:bldP spid="72" grpId="1" bldLvl="0" animBg="1"/>
      <p:bldP spid="73" grpId="0" bldLvl="0" animBg="1"/>
      <p:bldP spid="73" grpId="1" bldLvl="0" animBg="1"/>
      <p:bldP spid="74" grpId="0" bldLvl="0" animBg="1"/>
      <p:bldP spid="74" grpId="1" bldLvl="0" animBg="1"/>
      <p:bldP spid="76" grpId="0" bldLvl="0" animBg="1"/>
      <p:bldP spid="76" grpId="1" bldLvl="0" animBg="1"/>
      <p:bldP spid="78" grpId="0" bldLvl="0" animBg="1"/>
      <p:bldP spid="78" grpId="1" bldLvl="0" animBg="1"/>
      <p:bldP spid="80" grpId="0"/>
      <p:bldP spid="80" grpId="1"/>
      <p:bldP spid="81" grpId="0" bldLvl="0" animBg="1"/>
      <p:bldP spid="82" grpId="0"/>
      <p:bldP spid="55" grpId="0" bldLvl="0" animBg="1"/>
      <p:bldP spid="56" grpId="0" bldLvl="0" animBg="1"/>
      <p:bldP spid="57" grpId="0" bldLvl="0" animBg="1"/>
      <p:bldP spid="58" grpId="0" bldLvl="0" animBg="1"/>
      <p:bldP spid="49" grpId="0"/>
      <p:bldP spid="77"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77" name="任意多边形: 形状 76"/>
          <p:cNvSpPr/>
          <p:nvPr>
            <p:custDataLst>
              <p:tags r:id="rId2"/>
            </p:custDataLst>
          </p:nvPr>
        </p:nvSpPr>
        <p:spPr>
          <a:xfrm>
            <a:off x="2187517" y="2003425"/>
            <a:ext cx="1616133" cy="1239973"/>
          </a:xfrm>
          <a:custGeom>
            <a:avLst/>
            <a:gdLst>
              <a:gd name="connsiteX0" fmla="*/ 457258 w 1616133"/>
              <a:gd name="connsiteY0" fmla="*/ 209550 h 1239973"/>
              <a:gd name="connsiteX1" fmla="*/ 441383 w 1616133"/>
              <a:gd name="connsiteY1" fmla="*/ 212725 h 1239973"/>
              <a:gd name="connsiteX2" fmla="*/ 412808 w 1616133"/>
              <a:gd name="connsiteY2" fmla="*/ 225425 h 1239973"/>
              <a:gd name="connsiteX3" fmla="*/ 406458 w 1616133"/>
              <a:gd name="connsiteY3" fmla="*/ 234950 h 1239973"/>
              <a:gd name="connsiteX4" fmla="*/ 396933 w 1616133"/>
              <a:gd name="connsiteY4" fmla="*/ 241300 h 1239973"/>
              <a:gd name="connsiteX5" fmla="*/ 387408 w 1616133"/>
              <a:gd name="connsiteY5" fmla="*/ 250825 h 1239973"/>
              <a:gd name="connsiteX6" fmla="*/ 374708 w 1616133"/>
              <a:gd name="connsiteY6" fmla="*/ 260350 h 1239973"/>
              <a:gd name="connsiteX7" fmla="*/ 355658 w 1616133"/>
              <a:gd name="connsiteY7" fmla="*/ 279400 h 1239973"/>
              <a:gd name="connsiteX8" fmla="*/ 336608 w 1616133"/>
              <a:gd name="connsiteY8" fmla="*/ 295275 h 1239973"/>
              <a:gd name="connsiteX9" fmla="*/ 320733 w 1616133"/>
              <a:gd name="connsiteY9" fmla="*/ 314325 h 1239973"/>
              <a:gd name="connsiteX10" fmla="*/ 301683 w 1616133"/>
              <a:gd name="connsiteY10" fmla="*/ 336550 h 1239973"/>
              <a:gd name="connsiteX11" fmla="*/ 288983 w 1616133"/>
              <a:gd name="connsiteY11" fmla="*/ 355600 h 1239973"/>
              <a:gd name="connsiteX12" fmla="*/ 273108 w 1616133"/>
              <a:gd name="connsiteY12" fmla="*/ 368300 h 1239973"/>
              <a:gd name="connsiteX13" fmla="*/ 266758 w 1616133"/>
              <a:gd name="connsiteY13" fmla="*/ 377825 h 1239973"/>
              <a:gd name="connsiteX14" fmla="*/ 235008 w 1616133"/>
              <a:gd name="connsiteY14" fmla="*/ 403225 h 1239973"/>
              <a:gd name="connsiteX15" fmla="*/ 215958 w 1616133"/>
              <a:gd name="connsiteY15" fmla="*/ 419100 h 1239973"/>
              <a:gd name="connsiteX16" fmla="*/ 196908 w 1616133"/>
              <a:gd name="connsiteY16" fmla="*/ 444500 h 1239973"/>
              <a:gd name="connsiteX17" fmla="*/ 187383 w 1616133"/>
              <a:gd name="connsiteY17" fmla="*/ 460375 h 1239973"/>
              <a:gd name="connsiteX18" fmla="*/ 174683 w 1616133"/>
              <a:gd name="connsiteY18" fmla="*/ 469900 h 1239973"/>
              <a:gd name="connsiteX19" fmla="*/ 152458 w 1616133"/>
              <a:gd name="connsiteY19" fmla="*/ 514350 h 1239973"/>
              <a:gd name="connsiteX20" fmla="*/ 139758 w 1616133"/>
              <a:gd name="connsiteY20" fmla="*/ 530225 h 1239973"/>
              <a:gd name="connsiteX21" fmla="*/ 130233 w 1616133"/>
              <a:gd name="connsiteY21" fmla="*/ 539750 h 1239973"/>
              <a:gd name="connsiteX22" fmla="*/ 120708 w 1616133"/>
              <a:gd name="connsiteY22" fmla="*/ 555625 h 1239973"/>
              <a:gd name="connsiteX23" fmla="*/ 104833 w 1616133"/>
              <a:gd name="connsiteY23" fmla="*/ 581025 h 1239973"/>
              <a:gd name="connsiteX24" fmla="*/ 98483 w 1616133"/>
              <a:gd name="connsiteY24" fmla="*/ 593725 h 1239973"/>
              <a:gd name="connsiteX25" fmla="*/ 85783 w 1616133"/>
              <a:gd name="connsiteY25" fmla="*/ 609600 h 1239973"/>
              <a:gd name="connsiteX26" fmla="*/ 79433 w 1616133"/>
              <a:gd name="connsiteY26" fmla="*/ 619125 h 1239973"/>
              <a:gd name="connsiteX27" fmla="*/ 60383 w 1616133"/>
              <a:gd name="connsiteY27" fmla="*/ 644525 h 1239973"/>
              <a:gd name="connsiteX28" fmla="*/ 47683 w 1616133"/>
              <a:gd name="connsiteY28" fmla="*/ 673100 h 1239973"/>
              <a:gd name="connsiteX29" fmla="*/ 44508 w 1616133"/>
              <a:gd name="connsiteY29" fmla="*/ 688975 h 1239973"/>
              <a:gd name="connsiteX30" fmla="*/ 34983 w 1616133"/>
              <a:gd name="connsiteY30" fmla="*/ 708025 h 1239973"/>
              <a:gd name="connsiteX31" fmla="*/ 25458 w 1616133"/>
              <a:gd name="connsiteY31" fmla="*/ 749300 h 1239973"/>
              <a:gd name="connsiteX32" fmla="*/ 15933 w 1616133"/>
              <a:gd name="connsiteY32" fmla="*/ 774700 h 1239973"/>
              <a:gd name="connsiteX33" fmla="*/ 12758 w 1616133"/>
              <a:gd name="connsiteY33" fmla="*/ 787400 h 1239973"/>
              <a:gd name="connsiteX34" fmla="*/ 3233 w 1616133"/>
              <a:gd name="connsiteY34" fmla="*/ 815975 h 1239973"/>
              <a:gd name="connsiteX35" fmla="*/ 58 w 1616133"/>
              <a:gd name="connsiteY35" fmla="*/ 860425 h 1239973"/>
              <a:gd name="connsiteX36" fmla="*/ 6408 w 1616133"/>
              <a:gd name="connsiteY36" fmla="*/ 914400 h 1239973"/>
              <a:gd name="connsiteX37" fmla="*/ 9583 w 1616133"/>
              <a:gd name="connsiteY37" fmla="*/ 927100 h 1239973"/>
              <a:gd name="connsiteX38" fmla="*/ 15933 w 1616133"/>
              <a:gd name="connsiteY38" fmla="*/ 949325 h 1239973"/>
              <a:gd name="connsiteX39" fmla="*/ 28633 w 1616133"/>
              <a:gd name="connsiteY39" fmla="*/ 1028700 h 1239973"/>
              <a:gd name="connsiteX40" fmla="*/ 38158 w 1616133"/>
              <a:gd name="connsiteY40" fmla="*/ 1047750 h 1239973"/>
              <a:gd name="connsiteX41" fmla="*/ 47683 w 1616133"/>
              <a:gd name="connsiteY41" fmla="*/ 1079500 h 1239973"/>
              <a:gd name="connsiteX42" fmla="*/ 54033 w 1616133"/>
              <a:gd name="connsiteY42" fmla="*/ 1092200 h 1239973"/>
              <a:gd name="connsiteX43" fmla="*/ 57208 w 1616133"/>
              <a:gd name="connsiteY43" fmla="*/ 1101725 h 1239973"/>
              <a:gd name="connsiteX44" fmla="*/ 85783 w 1616133"/>
              <a:gd name="connsiteY44" fmla="*/ 1146175 h 1239973"/>
              <a:gd name="connsiteX45" fmla="*/ 114358 w 1616133"/>
              <a:gd name="connsiteY45" fmla="*/ 1181100 h 1239973"/>
              <a:gd name="connsiteX46" fmla="*/ 158808 w 1616133"/>
              <a:gd name="connsiteY46" fmla="*/ 1196975 h 1239973"/>
              <a:gd name="connsiteX47" fmla="*/ 177858 w 1616133"/>
              <a:gd name="connsiteY47" fmla="*/ 1206500 h 1239973"/>
              <a:gd name="connsiteX48" fmla="*/ 203258 w 1616133"/>
              <a:gd name="connsiteY48" fmla="*/ 1212850 h 1239973"/>
              <a:gd name="connsiteX49" fmla="*/ 260408 w 1616133"/>
              <a:gd name="connsiteY49" fmla="*/ 1222375 h 1239973"/>
              <a:gd name="connsiteX50" fmla="*/ 285808 w 1616133"/>
              <a:gd name="connsiteY50" fmla="*/ 1225550 h 1239973"/>
              <a:gd name="connsiteX51" fmla="*/ 311208 w 1616133"/>
              <a:gd name="connsiteY51" fmla="*/ 1231900 h 1239973"/>
              <a:gd name="connsiteX52" fmla="*/ 409633 w 1616133"/>
              <a:gd name="connsiteY52" fmla="*/ 1235075 h 1239973"/>
              <a:gd name="connsiteX53" fmla="*/ 536633 w 1616133"/>
              <a:gd name="connsiteY53" fmla="*/ 1235075 h 1239973"/>
              <a:gd name="connsiteX54" fmla="*/ 565208 w 1616133"/>
              <a:gd name="connsiteY54" fmla="*/ 1225550 h 1239973"/>
              <a:gd name="connsiteX55" fmla="*/ 609658 w 1616133"/>
              <a:gd name="connsiteY55" fmla="*/ 1212850 h 1239973"/>
              <a:gd name="connsiteX56" fmla="*/ 635058 w 1616133"/>
              <a:gd name="connsiteY56" fmla="*/ 1203325 h 1239973"/>
              <a:gd name="connsiteX57" fmla="*/ 663633 w 1616133"/>
              <a:gd name="connsiteY57" fmla="*/ 1193800 h 1239973"/>
              <a:gd name="connsiteX58" fmla="*/ 723958 w 1616133"/>
              <a:gd name="connsiteY58" fmla="*/ 1165225 h 1239973"/>
              <a:gd name="connsiteX59" fmla="*/ 758883 w 1616133"/>
              <a:gd name="connsiteY59" fmla="*/ 1146175 h 1239973"/>
              <a:gd name="connsiteX60" fmla="*/ 819208 w 1616133"/>
              <a:gd name="connsiteY60" fmla="*/ 1111250 h 1239973"/>
              <a:gd name="connsiteX61" fmla="*/ 908108 w 1616133"/>
              <a:gd name="connsiteY61" fmla="*/ 1066800 h 1239973"/>
              <a:gd name="connsiteX62" fmla="*/ 946208 w 1616133"/>
              <a:gd name="connsiteY62" fmla="*/ 1047750 h 1239973"/>
              <a:gd name="connsiteX63" fmla="*/ 965258 w 1616133"/>
              <a:gd name="connsiteY63" fmla="*/ 1038225 h 1239973"/>
              <a:gd name="connsiteX64" fmla="*/ 981133 w 1616133"/>
              <a:gd name="connsiteY64" fmla="*/ 1028700 h 1239973"/>
              <a:gd name="connsiteX65" fmla="*/ 1003358 w 1616133"/>
              <a:gd name="connsiteY65" fmla="*/ 1019175 h 1239973"/>
              <a:gd name="connsiteX66" fmla="*/ 1019233 w 1616133"/>
              <a:gd name="connsiteY66" fmla="*/ 1009650 h 1239973"/>
              <a:gd name="connsiteX67" fmla="*/ 1038283 w 1616133"/>
              <a:gd name="connsiteY67" fmla="*/ 1003300 h 1239973"/>
              <a:gd name="connsiteX68" fmla="*/ 1073208 w 1616133"/>
              <a:gd name="connsiteY68" fmla="*/ 987425 h 1239973"/>
              <a:gd name="connsiteX69" fmla="*/ 1146233 w 1616133"/>
              <a:gd name="connsiteY69" fmla="*/ 946150 h 1239973"/>
              <a:gd name="connsiteX70" fmla="*/ 1187508 w 1616133"/>
              <a:gd name="connsiteY70" fmla="*/ 904875 h 1239973"/>
              <a:gd name="connsiteX71" fmla="*/ 1219258 w 1616133"/>
              <a:gd name="connsiteY71" fmla="*/ 873125 h 1239973"/>
              <a:gd name="connsiteX72" fmla="*/ 1238308 w 1616133"/>
              <a:gd name="connsiteY72" fmla="*/ 854075 h 1239973"/>
              <a:gd name="connsiteX73" fmla="*/ 1285933 w 1616133"/>
              <a:gd name="connsiteY73" fmla="*/ 809625 h 1239973"/>
              <a:gd name="connsiteX74" fmla="*/ 1301808 w 1616133"/>
              <a:gd name="connsiteY74" fmla="*/ 790575 h 1239973"/>
              <a:gd name="connsiteX75" fmla="*/ 1320858 w 1616133"/>
              <a:gd name="connsiteY75" fmla="*/ 774700 h 1239973"/>
              <a:gd name="connsiteX76" fmla="*/ 1339908 w 1616133"/>
              <a:gd name="connsiteY76" fmla="*/ 752475 h 1239973"/>
              <a:gd name="connsiteX77" fmla="*/ 1358958 w 1616133"/>
              <a:gd name="connsiteY77" fmla="*/ 733425 h 1239973"/>
              <a:gd name="connsiteX78" fmla="*/ 1387533 w 1616133"/>
              <a:gd name="connsiteY78" fmla="*/ 701675 h 1239973"/>
              <a:gd name="connsiteX79" fmla="*/ 1409758 w 1616133"/>
              <a:gd name="connsiteY79" fmla="*/ 679450 h 1239973"/>
              <a:gd name="connsiteX80" fmla="*/ 1438333 w 1616133"/>
              <a:gd name="connsiteY80" fmla="*/ 647700 h 1239973"/>
              <a:gd name="connsiteX81" fmla="*/ 1476433 w 1616133"/>
              <a:gd name="connsiteY81" fmla="*/ 609600 h 1239973"/>
              <a:gd name="connsiteX82" fmla="*/ 1492308 w 1616133"/>
              <a:gd name="connsiteY82" fmla="*/ 593725 h 1239973"/>
              <a:gd name="connsiteX83" fmla="*/ 1527233 w 1616133"/>
              <a:gd name="connsiteY83" fmla="*/ 542925 h 1239973"/>
              <a:gd name="connsiteX84" fmla="*/ 1568508 w 1616133"/>
              <a:gd name="connsiteY84" fmla="*/ 473075 h 1239973"/>
              <a:gd name="connsiteX85" fmla="*/ 1581208 w 1616133"/>
              <a:gd name="connsiteY85" fmla="*/ 447675 h 1239973"/>
              <a:gd name="connsiteX86" fmla="*/ 1597083 w 1616133"/>
              <a:gd name="connsiteY86" fmla="*/ 393700 h 1239973"/>
              <a:gd name="connsiteX87" fmla="*/ 1600258 w 1616133"/>
              <a:gd name="connsiteY87" fmla="*/ 371475 h 1239973"/>
              <a:gd name="connsiteX88" fmla="*/ 1603433 w 1616133"/>
              <a:gd name="connsiteY88" fmla="*/ 355600 h 1239973"/>
              <a:gd name="connsiteX89" fmla="*/ 1606608 w 1616133"/>
              <a:gd name="connsiteY89" fmla="*/ 336550 h 1239973"/>
              <a:gd name="connsiteX90" fmla="*/ 1609783 w 1616133"/>
              <a:gd name="connsiteY90" fmla="*/ 292100 h 1239973"/>
              <a:gd name="connsiteX91" fmla="*/ 1612958 w 1616133"/>
              <a:gd name="connsiteY91" fmla="*/ 266700 h 1239973"/>
              <a:gd name="connsiteX92" fmla="*/ 1616133 w 1616133"/>
              <a:gd name="connsiteY92" fmla="*/ 200025 h 1239973"/>
              <a:gd name="connsiteX93" fmla="*/ 1606608 w 1616133"/>
              <a:gd name="connsiteY93" fmla="*/ 152400 h 1239973"/>
              <a:gd name="connsiteX94" fmla="*/ 1597083 w 1616133"/>
              <a:gd name="connsiteY94" fmla="*/ 136525 h 1239973"/>
              <a:gd name="connsiteX95" fmla="*/ 1527233 w 1616133"/>
              <a:gd name="connsiteY95" fmla="*/ 85725 h 1239973"/>
              <a:gd name="connsiteX96" fmla="*/ 1505008 w 1616133"/>
              <a:gd name="connsiteY96" fmla="*/ 73025 h 1239973"/>
              <a:gd name="connsiteX97" fmla="*/ 1457383 w 1616133"/>
              <a:gd name="connsiteY97" fmla="*/ 47625 h 1239973"/>
              <a:gd name="connsiteX98" fmla="*/ 1428808 w 1616133"/>
              <a:gd name="connsiteY98" fmla="*/ 41275 h 1239973"/>
              <a:gd name="connsiteX99" fmla="*/ 1406583 w 1616133"/>
              <a:gd name="connsiteY99" fmla="*/ 34925 h 1239973"/>
              <a:gd name="connsiteX100" fmla="*/ 1349433 w 1616133"/>
              <a:gd name="connsiteY100" fmla="*/ 28575 h 1239973"/>
              <a:gd name="connsiteX101" fmla="*/ 1285933 w 1616133"/>
              <a:gd name="connsiteY101" fmla="*/ 12700 h 1239973"/>
              <a:gd name="connsiteX102" fmla="*/ 1260533 w 1616133"/>
              <a:gd name="connsiteY102" fmla="*/ 6350 h 1239973"/>
              <a:gd name="connsiteX103" fmla="*/ 1190683 w 1616133"/>
              <a:gd name="connsiteY103" fmla="*/ 0 h 1239973"/>
              <a:gd name="connsiteX104" fmla="*/ 1066858 w 1616133"/>
              <a:gd name="connsiteY104" fmla="*/ 6350 h 1239973"/>
              <a:gd name="connsiteX105" fmla="*/ 1016058 w 1616133"/>
              <a:gd name="connsiteY105" fmla="*/ 12700 h 1239973"/>
              <a:gd name="connsiteX106" fmla="*/ 981133 w 1616133"/>
              <a:gd name="connsiteY106" fmla="*/ 19050 h 1239973"/>
              <a:gd name="connsiteX107" fmla="*/ 958908 w 1616133"/>
              <a:gd name="connsiteY107" fmla="*/ 22225 h 1239973"/>
              <a:gd name="connsiteX108" fmla="*/ 920808 w 1616133"/>
              <a:gd name="connsiteY108" fmla="*/ 28575 h 1239973"/>
              <a:gd name="connsiteX109" fmla="*/ 879533 w 1616133"/>
              <a:gd name="connsiteY109" fmla="*/ 31750 h 1239973"/>
              <a:gd name="connsiteX110" fmla="*/ 854133 w 1616133"/>
              <a:gd name="connsiteY110" fmla="*/ 34925 h 1239973"/>
              <a:gd name="connsiteX111" fmla="*/ 822383 w 1616133"/>
              <a:gd name="connsiteY111" fmla="*/ 38100 h 1239973"/>
              <a:gd name="connsiteX112" fmla="*/ 749358 w 1616133"/>
              <a:gd name="connsiteY112" fmla="*/ 53975 h 1239973"/>
              <a:gd name="connsiteX113" fmla="*/ 704908 w 1616133"/>
              <a:gd name="connsiteY113" fmla="*/ 69850 h 1239973"/>
              <a:gd name="connsiteX114" fmla="*/ 644583 w 1616133"/>
              <a:gd name="connsiteY114" fmla="*/ 95250 h 1239973"/>
              <a:gd name="connsiteX115" fmla="*/ 612833 w 1616133"/>
              <a:gd name="connsiteY115" fmla="*/ 104775 h 1239973"/>
              <a:gd name="connsiteX116" fmla="*/ 600133 w 1616133"/>
              <a:gd name="connsiteY116" fmla="*/ 111125 h 1239973"/>
              <a:gd name="connsiteX117" fmla="*/ 584258 w 1616133"/>
              <a:gd name="connsiteY117" fmla="*/ 117475 h 1239973"/>
              <a:gd name="connsiteX118" fmla="*/ 552508 w 1616133"/>
              <a:gd name="connsiteY118" fmla="*/ 130175 h 1239973"/>
              <a:gd name="connsiteX119" fmla="*/ 542983 w 1616133"/>
              <a:gd name="connsiteY119" fmla="*/ 136525 h 1239973"/>
              <a:gd name="connsiteX120" fmla="*/ 530283 w 1616133"/>
              <a:gd name="connsiteY120" fmla="*/ 139700 h 1239973"/>
              <a:gd name="connsiteX121" fmla="*/ 501708 w 1616133"/>
              <a:gd name="connsiteY121" fmla="*/ 161925 h 1239973"/>
              <a:gd name="connsiteX122" fmla="*/ 460433 w 1616133"/>
              <a:gd name="connsiteY122" fmla="*/ 190500 h 1239973"/>
              <a:gd name="connsiteX123" fmla="*/ 457258 w 1616133"/>
              <a:gd name="connsiteY123" fmla="*/ 209550 h 123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16133" h="1239973">
                <a:moveTo>
                  <a:pt x="457258" y="209550"/>
                </a:moveTo>
                <a:cubicBezTo>
                  <a:pt x="454083" y="213254"/>
                  <a:pt x="446552" y="211174"/>
                  <a:pt x="441383" y="212725"/>
                </a:cubicBezTo>
                <a:cubicBezTo>
                  <a:pt x="431248" y="215765"/>
                  <a:pt x="422189" y="220734"/>
                  <a:pt x="412808" y="225425"/>
                </a:cubicBezTo>
                <a:cubicBezTo>
                  <a:pt x="410691" y="228600"/>
                  <a:pt x="409156" y="232252"/>
                  <a:pt x="406458" y="234950"/>
                </a:cubicBezTo>
                <a:cubicBezTo>
                  <a:pt x="403760" y="237648"/>
                  <a:pt x="399864" y="238857"/>
                  <a:pt x="396933" y="241300"/>
                </a:cubicBezTo>
                <a:cubicBezTo>
                  <a:pt x="393484" y="244175"/>
                  <a:pt x="390817" y="247903"/>
                  <a:pt x="387408" y="250825"/>
                </a:cubicBezTo>
                <a:cubicBezTo>
                  <a:pt x="383390" y="254269"/>
                  <a:pt x="378641" y="256810"/>
                  <a:pt x="374708" y="260350"/>
                </a:cubicBezTo>
                <a:cubicBezTo>
                  <a:pt x="368033" y="266357"/>
                  <a:pt x="362557" y="273651"/>
                  <a:pt x="355658" y="279400"/>
                </a:cubicBezTo>
                <a:cubicBezTo>
                  <a:pt x="349308" y="284692"/>
                  <a:pt x="342453" y="289430"/>
                  <a:pt x="336608" y="295275"/>
                </a:cubicBezTo>
                <a:cubicBezTo>
                  <a:pt x="330763" y="301120"/>
                  <a:pt x="326225" y="308147"/>
                  <a:pt x="320733" y="314325"/>
                </a:cubicBezTo>
                <a:cubicBezTo>
                  <a:pt x="305256" y="331736"/>
                  <a:pt x="316507" y="315373"/>
                  <a:pt x="301683" y="336550"/>
                </a:cubicBezTo>
                <a:cubicBezTo>
                  <a:pt x="297306" y="342802"/>
                  <a:pt x="294088" y="349927"/>
                  <a:pt x="288983" y="355600"/>
                </a:cubicBezTo>
                <a:cubicBezTo>
                  <a:pt x="284450" y="360637"/>
                  <a:pt x="277900" y="363508"/>
                  <a:pt x="273108" y="368300"/>
                </a:cubicBezTo>
                <a:cubicBezTo>
                  <a:pt x="270410" y="370998"/>
                  <a:pt x="269571" y="375247"/>
                  <a:pt x="266758" y="377825"/>
                </a:cubicBezTo>
                <a:cubicBezTo>
                  <a:pt x="256767" y="386983"/>
                  <a:pt x="245527" y="394678"/>
                  <a:pt x="235008" y="403225"/>
                </a:cubicBezTo>
                <a:cubicBezTo>
                  <a:pt x="228593" y="408437"/>
                  <a:pt x="220918" y="412487"/>
                  <a:pt x="215958" y="419100"/>
                </a:cubicBezTo>
                <a:cubicBezTo>
                  <a:pt x="209608" y="427567"/>
                  <a:pt x="202353" y="435425"/>
                  <a:pt x="196908" y="444500"/>
                </a:cubicBezTo>
                <a:cubicBezTo>
                  <a:pt x="193733" y="449792"/>
                  <a:pt x="191447" y="455731"/>
                  <a:pt x="187383" y="460375"/>
                </a:cubicBezTo>
                <a:cubicBezTo>
                  <a:pt x="183898" y="464357"/>
                  <a:pt x="178916" y="466725"/>
                  <a:pt x="174683" y="469900"/>
                </a:cubicBezTo>
                <a:cubicBezTo>
                  <a:pt x="167275" y="484717"/>
                  <a:pt x="162806" y="501414"/>
                  <a:pt x="152458" y="514350"/>
                </a:cubicBezTo>
                <a:cubicBezTo>
                  <a:pt x="148225" y="519642"/>
                  <a:pt x="144220" y="525125"/>
                  <a:pt x="139758" y="530225"/>
                </a:cubicBezTo>
                <a:cubicBezTo>
                  <a:pt x="136801" y="533604"/>
                  <a:pt x="132927" y="536158"/>
                  <a:pt x="130233" y="539750"/>
                </a:cubicBezTo>
                <a:cubicBezTo>
                  <a:pt x="126530" y="544687"/>
                  <a:pt x="123979" y="550392"/>
                  <a:pt x="120708" y="555625"/>
                </a:cubicBezTo>
                <a:cubicBezTo>
                  <a:pt x="110784" y="571503"/>
                  <a:pt x="116565" y="559907"/>
                  <a:pt x="104833" y="581025"/>
                </a:cubicBezTo>
                <a:cubicBezTo>
                  <a:pt x="102534" y="585162"/>
                  <a:pt x="101108" y="589787"/>
                  <a:pt x="98483" y="593725"/>
                </a:cubicBezTo>
                <a:cubicBezTo>
                  <a:pt x="94724" y="599364"/>
                  <a:pt x="89849" y="604179"/>
                  <a:pt x="85783" y="609600"/>
                </a:cubicBezTo>
                <a:cubicBezTo>
                  <a:pt x="83493" y="612653"/>
                  <a:pt x="81677" y="616039"/>
                  <a:pt x="79433" y="619125"/>
                </a:cubicBezTo>
                <a:cubicBezTo>
                  <a:pt x="73208" y="627684"/>
                  <a:pt x="66254" y="635719"/>
                  <a:pt x="60383" y="644525"/>
                </a:cubicBezTo>
                <a:cubicBezTo>
                  <a:pt x="56972" y="649642"/>
                  <a:pt x="49183" y="668100"/>
                  <a:pt x="47683" y="673100"/>
                </a:cubicBezTo>
                <a:cubicBezTo>
                  <a:pt x="46132" y="678269"/>
                  <a:pt x="46352" y="683903"/>
                  <a:pt x="44508" y="688975"/>
                </a:cubicBezTo>
                <a:cubicBezTo>
                  <a:pt x="42082" y="695647"/>
                  <a:pt x="38158" y="701675"/>
                  <a:pt x="34983" y="708025"/>
                </a:cubicBezTo>
                <a:cubicBezTo>
                  <a:pt x="32201" y="721934"/>
                  <a:pt x="29713" y="735684"/>
                  <a:pt x="25458" y="749300"/>
                </a:cubicBezTo>
                <a:cubicBezTo>
                  <a:pt x="22761" y="757931"/>
                  <a:pt x="18792" y="766122"/>
                  <a:pt x="15933" y="774700"/>
                </a:cubicBezTo>
                <a:cubicBezTo>
                  <a:pt x="14553" y="778840"/>
                  <a:pt x="14138" y="783260"/>
                  <a:pt x="12758" y="787400"/>
                </a:cubicBezTo>
                <a:cubicBezTo>
                  <a:pt x="802" y="823268"/>
                  <a:pt x="10842" y="785541"/>
                  <a:pt x="3233" y="815975"/>
                </a:cubicBezTo>
                <a:cubicBezTo>
                  <a:pt x="2175" y="830792"/>
                  <a:pt x="-421" y="845578"/>
                  <a:pt x="58" y="860425"/>
                </a:cubicBezTo>
                <a:cubicBezTo>
                  <a:pt x="642" y="878531"/>
                  <a:pt x="3846" y="896466"/>
                  <a:pt x="6408" y="914400"/>
                </a:cubicBezTo>
                <a:cubicBezTo>
                  <a:pt x="7025" y="918720"/>
                  <a:pt x="8435" y="922890"/>
                  <a:pt x="9583" y="927100"/>
                </a:cubicBezTo>
                <a:cubicBezTo>
                  <a:pt x="11610" y="934533"/>
                  <a:pt x="14319" y="941791"/>
                  <a:pt x="15933" y="949325"/>
                </a:cubicBezTo>
                <a:cubicBezTo>
                  <a:pt x="20756" y="971831"/>
                  <a:pt x="20674" y="1012781"/>
                  <a:pt x="28633" y="1028700"/>
                </a:cubicBezTo>
                <a:cubicBezTo>
                  <a:pt x="31808" y="1035050"/>
                  <a:pt x="35427" y="1041197"/>
                  <a:pt x="38158" y="1047750"/>
                </a:cubicBezTo>
                <a:cubicBezTo>
                  <a:pt x="65298" y="1112885"/>
                  <a:pt x="30231" y="1032961"/>
                  <a:pt x="47683" y="1079500"/>
                </a:cubicBezTo>
                <a:cubicBezTo>
                  <a:pt x="49345" y="1083932"/>
                  <a:pt x="52169" y="1087850"/>
                  <a:pt x="54033" y="1092200"/>
                </a:cubicBezTo>
                <a:cubicBezTo>
                  <a:pt x="55351" y="1095276"/>
                  <a:pt x="55621" y="1098778"/>
                  <a:pt x="57208" y="1101725"/>
                </a:cubicBezTo>
                <a:cubicBezTo>
                  <a:pt x="103803" y="1188259"/>
                  <a:pt x="58210" y="1102058"/>
                  <a:pt x="85783" y="1146175"/>
                </a:cubicBezTo>
                <a:cubicBezTo>
                  <a:pt x="95580" y="1161851"/>
                  <a:pt x="91527" y="1169684"/>
                  <a:pt x="114358" y="1181100"/>
                </a:cubicBezTo>
                <a:cubicBezTo>
                  <a:pt x="146266" y="1197054"/>
                  <a:pt x="100755" y="1175205"/>
                  <a:pt x="158808" y="1196975"/>
                </a:cubicBezTo>
                <a:cubicBezTo>
                  <a:pt x="165455" y="1199468"/>
                  <a:pt x="171172" y="1204112"/>
                  <a:pt x="177858" y="1206500"/>
                </a:cubicBezTo>
                <a:cubicBezTo>
                  <a:pt x="186077" y="1209435"/>
                  <a:pt x="194763" y="1210851"/>
                  <a:pt x="203258" y="1212850"/>
                </a:cubicBezTo>
                <a:cubicBezTo>
                  <a:pt x="239139" y="1221293"/>
                  <a:pt x="224149" y="1218109"/>
                  <a:pt x="260408" y="1222375"/>
                </a:cubicBezTo>
                <a:cubicBezTo>
                  <a:pt x="268882" y="1223372"/>
                  <a:pt x="277422" y="1223978"/>
                  <a:pt x="285808" y="1225550"/>
                </a:cubicBezTo>
                <a:cubicBezTo>
                  <a:pt x="294386" y="1227158"/>
                  <a:pt x="302506" y="1231231"/>
                  <a:pt x="311208" y="1231900"/>
                </a:cubicBezTo>
                <a:cubicBezTo>
                  <a:pt x="343937" y="1234418"/>
                  <a:pt x="376825" y="1234017"/>
                  <a:pt x="409633" y="1235075"/>
                </a:cubicBezTo>
                <a:cubicBezTo>
                  <a:pt x="460714" y="1240751"/>
                  <a:pt x="463286" y="1242410"/>
                  <a:pt x="536633" y="1235075"/>
                </a:cubicBezTo>
                <a:cubicBezTo>
                  <a:pt x="546623" y="1234076"/>
                  <a:pt x="555603" y="1228473"/>
                  <a:pt x="565208" y="1225550"/>
                </a:cubicBezTo>
                <a:cubicBezTo>
                  <a:pt x="579950" y="1221063"/>
                  <a:pt x="595230" y="1218261"/>
                  <a:pt x="609658" y="1212850"/>
                </a:cubicBezTo>
                <a:cubicBezTo>
                  <a:pt x="618125" y="1209675"/>
                  <a:pt x="626531" y="1206334"/>
                  <a:pt x="635058" y="1203325"/>
                </a:cubicBezTo>
                <a:cubicBezTo>
                  <a:pt x="644526" y="1199983"/>
                  <a:pt x="654405" y="1197755"/>
                  <a:pt x="663633" y="1193800"/>
                </a:cubicBezTo>
                <a:cubicBezTo>
                  <a:pt x="684084" y="1185035"/>
                  <a:pt x="704425" y="1175880"/>
                  <a:pt x="723958" y="1165225"/>
                </a:cubicBezTo>
                <a:cubicBezTo>
                  <a:pt x="735600" y="1158875"/>
                  <a:pt x="747346" y="1152713"/>
                  <a:pt x="758883" y="1146175"/>
                </a:cubicBezTo>
                <a:cubicBezTo>
                  <a:pt x="779098" y="1134720"/>
                  <a:pt x="797975" y="1120687"/>
                  <a:pt x="819208" y="1111250"/>
                </a:cubicBezTo>
                <a:cubicBezTo>
                  <a:pt x="873081" y="1087306"/>
                  <a:pt x="828676" y="1107797"/>
                  <a:pt x="908108" y="1066800"/>
                </a:cubicBezTo>
                <a:cubicBezTo>
                  <a:pt x="920726" y="1060288"/>
                  <a:pt x="933508" y="1054100"/>
                  <a:pt x="946208" y="1047750"/>
                </a:cubicBezTo>
                <a:cubicBezTo>
                  <a:pt x="952558" y="1044575"/>
                  <a:pt x="959170" y="1041878"/>
                  <a:pt x="965258" y="1038225"/>
                </a:cubicBezTo>
                <a:cubicBezTo>
                  <a:pt x="970550" y="1035050"/>
                  <a:pt x="975613" y="1031460"/>
                  <a:pt x="981133" y="1028700"/>
                </a:cubicBezTo>
                <a:cubicBezTo>
                  <a:pt x="988342" y="1025095"/>
                  <a:pt x="996149" y="1022780"/>
                  <a:pt x="1003358" y="1019175"/>
                </a:cubicBezTo>
                <a:cubicBezTo>
                  <a:pt x="1008878" y="1016415"/>
                  <a:pt x="1013615" y="1012204"/>
                  <a:pt x="1019233" y="1009650"/>
                </a:cubicBezTo>
                <a:cubicBezTo>
                  <a:pt x="1025327" y="1006880"/>
                  <a:pt x="1032094" y="1005849"/>
                  <a:pt x="1038283" y="1003300"/>
                </a:cubicBezTo>
                <a:cubicBezTo>
                  <a:pt x="1050108" y="998431"/>
                  <a:pt x="1061679" y="992959"/>
                  <a:pt x="1073208" y="987425"/>
                </a:cubicBezTo>
                <a:cubicBezTo>
                  <a:pt x="1093575" y="977649"/>
                  <a:pt x="1127593" y="962248"/>
                  <a:pt x="1146233" y="946150"/>
                </a:cubicBezTo>
                <a:cubicBezTo>
                  <a:pt x="1160959" y="933432"/>
                  <a:pt x="1173750" y="918633"/>
                  <a:pt x="1187508" y="904875"/>
                </a:cubicBezTo>
                <a:lnTo>
                  <a:pt x="1219258" y="873125"/>
                </a:lnTo>
                <a:cubicBezTo>
                  <a:pt x="1225608" y="866775"/>
                  <a:pt x="1231296" y="859685"/>
                  <a:pt x="1238308" y="854075"/>
                </a:cubicBezTo>
                <a:cubicBezTo>
                  <a:pt x="1257598" y="838643"/>
                  <a:pt x="1267662" y="831550"/>
                  <a:pt x="1285933" y="809625"/>
                </a:cubicBezTo>
                <a:cubicBezTo>
                  <a:pt x="1291225" y="803275"/>
                  <a:pt x="1295963" y="796420"/>
                  <a:pt x="1301808" y="790575"/>
                </a:cubicBezTo>
                <a:cubicBezTo>
                  <a:pt x="1307653" y="784730"/>
                  <a:pt x="1315013" y="780545"/>
                  <a:pt x="1320858" y="774700"/>
                </a:cubicBezTo>
                <a:cubicBezTo>
                  <a:pt x="1327757" y="767801"/>
                  <a:pt x="1333290" y="759645"/>
                  <a:pt x="1339908" y="752475"/>
                </a:cubicBezTo>
                <a:cubicBezTo>
                  <a:pt x="1345999" y="745876"/>
                  <a:pt x="1352816" y="739976"/>
                  <a:pt x="1358958" y="733425"/>
                </a:cubicBezTo>
                <a:cubicBezTo>
                  <a:pt x="1368696" y="723038"/>
                  <a:pt x="1377774" y="712043"/>
                  <a:pt x="1387533" y="701675"/>
                </a:cubicBezTo>
                <a:cubicBezTo>
                  <a:pt x="1394714" y="694046"/>
                  <a:pt x="1402678" y="687173"/>
                  <a:pt x="1409758" y="679450"/>
                </a:cubicBezTo>
                <a:cubicBezTo>
                  <a:pt x="1435025" y="651886"/>
                  <a:pt x="1408950" y="674822"/>
                  <a:pt x="1438333" y="647700"/>
                </a:cubicBezTo>
                <a:cubicBezTo>
                  <a:pt x="1500823" y="590017"/>
                  <a:pt x="1437436" y="652930"/>
                  <a:pt x="1476433" y="609600"/>
                </a:cubicBezTo>
                <a:cubicBezTo>
                  <a:pt x="1481439" y="604038"/>
                  <a:pt x="1487589" y="599533"/>
                  <a:pt x="1492308" y="593725"/>
                </a:cubicBezTo>
                <a:cubicBezTo>
                  <a:pt x="1572174" y="495429"/>
                  <a:pt x="1488508" y="596171"/>
                  <a:pt x="1527233" y="542925"/>
                </a:cubicBezTo>
                <a:cubicBezTo>
                  <a:pt x="1563067" y="493654"/>
                  <a:pt x="1521458" y="567175"/>
                  <a:pt x="1568508" y="473075"/>
                </a:cubicBezTo>
                <a:cubicBezTo>
                  <a:pt x="1572741" y="464608"/>
                  <a:pt x="1578537" y="456756"/>
                  <a:pt x="1581208" y="447675"/>
                </a:cubicBezTo>
                <a:cubicBezTo>
                  <a:pt x="1586500" y="429683"/>
                  <a:pt x="1594431" y="412265"/>
                  <a:pt x="1597083" y="393700"/>
                </a:cubicBezTo>
                <a:cubicBezTo>
                  <a:pt x="1598141" y="386292"/>
                  <a:pt x="1599028" y="378857"/>
                  <a:pt x="1600258" y="371475"/>
                </a:cubicBezTo>
                <a:cubicBezTo>
                  <a:pt x="1601145" y="366152"/>
                  <a:pt x="1602468" y="360909"/>
                  <a:pt x="1603433" y="355600"/>
                </a:cubicBezTo>
                <a:cubicBezTo>
                  <a:pt x="1604585" y="349266"/>
                  <a:pt x="1605550" y="342900"/>
                  <a:pt x="1606608" y="336550"/>
                </a:cubicBezTo>
                <a:cubicBezTo>
                  <a:pt x="1607666" y="321733"/>
                  <a:pt x="1608438" y="306893"/>
                  <a:pt x="1609783" y="292100"/>
                </a:cubicBezTo>
                <a:cubicBezTo>
                  <a:pt x="1610556" y="283602"/>
                  <a:pt x="1612371" y="275212"/>
                  <a:pt x="1612958" y="266700"/>
                </a:cubicBezTo>
                <a:cubicBezTo>
                  <a:pt x="1614489" y="244503"/>
                  <a:pt x="1615075" y="222250"/>
                  <a:pt x="1616133" y="200025"/>
                </a:cubicBezTo>
                <a:cubicBezTo>
                  <a:pt x="1612958" y="184150"/>
                  <a:pt x="1611260" y="167907"/>
                  <a:pt x="1606608" y="152400"/>
                </a:cubicBezTo>
                <a:cubicBezTo>
                  <a:pt x="1604835" y="146489"/>
                  <a:pt x="1601234" y="141091"/>
                  <a:pt x="1597083" y="136525"/>
                </a:cubicBezTo>
                <a:cubicBezTo>
                  <a:pt x="1582376" y="120347"/>
                  <a:pt x="1539951" y="92992"/>
                  <a:pt x="1527233" y="85725"/>
                </a:cubicBezTo>
                <a:cubicBezTo>
                  <a:pt x="1519825" y="81492"/>
                  <a:pt x="1512275" y="77497"/>
                  <a:pt x="1505008" y="73025"/>
                </a:cubicBezTo>
                <a:cubicBezTo>
                  <a:pt x="1482498" y="59173"/>
                  <a:pt x="1485812" y="57101"/>
                  <a:pt x="1457383" y="47625"/>
                </a:cubicBezTo>
                <a:cubicBezTo>
                  <a:pt x="1448126" y="44539"/>
                  <a:pt x="1438274" y="43642"/>
                  <a:pt x="1428808" y="41275"/>
                </a:cubicBezTo>
                <a:cubicBezTo>
                  <a:pt x="1421333" y="39406"/>
                  <a:pt x="1414171" y="36264"/>
                  <a:pt x="1406583" y="34925"/>
                </a:cubicBezTo>
                <a:cubicBezTo>
                  <a:pt x="1390788" y="32138"/>
                  <a:pt x="1365776" y="32077"/>
                  <a:pt x="1349433" y="28575"/>
                </a:cubicBezTo>
                <a:cubicBezTo>
                  <a:pt x="1328099" y="24003"/>
                  <a:pt x="1307100" y="17992"/>
                  <a:pt x="1285933" y="12700"/>
                </a:cubicBezTo>
                <a:cubicBezTo>
                  <a:pt x="1277466" y="10583"/>
                  <a:pt x="1269224" y="7140"/>
                  <a:pt x="1260533" y="6350"/>
                </a:cubicBezTo>
                <a:lnTo>
                  <a:pt x="1190683" y="0"/>
                </a:lnTo>
                <a:cubicBezTo>
                  <a:pt x="1106304" y="2813"/>
                  <a:pt x="1120837" y="-128"/>
                  <a:pt x="1066858" y="6350"/>
                </a:cubicBezTo>
                <a:cubicBezTo>
                  <a:pt x="1049914" y="8383"/>
                  <a:pt x="1032848" y="9647"/>
                  <a:pt x="1016058" y="12700"/>
                </a:cubicBezTo>
                <a:lnTo>
                  <a:pt x="981133" y="19050"/>
                </a:lnTo>
                <a:cubicBezTo>
                  <a:pt x="973751" y="20280"/>
                  <a:pt x="966290" y="20995"/>
                  <a:pt x="958908" y="22225"/>
                </a:cubicBezTo>
                <a:cubicBezTo>
                  <a:pt x="936868" y="25898"/>
                  <a:pt x="946749" y="25981"/>
                  <a:pt x="920808" y="28575"/>
                </a:cubicBezTo>
                <a:cubicBezTo>
                  <a:pt x="907078" y="29948"/>
                  <a:pt x="893270" y="30442"/>
                  <a:pt x="879533" y="31750"/>
                </a:cubicBezTo>
                <a:cubicBezTo>
                  <a:pt x="871039" y="32559"/>
                  <a:pt x="862613" y="33983"/>
                  <a:pt x="854133" y="34925"/>
                </a:cubicBezTo>
                <a:cubicBezTo>
                  <a:pt x="843562" y="36100"/>
                  <a:pt x="832912" y="36596"/>
                  <a:pt x="822383" y="38100"/>
                </a:cubicBezTo>
                <a:cubicBezTo>
                  <a:pt x="797609" y="41639"/>
                  <a:pt x="773457" y="47281"/>
                  <a:pt x="749358" y="53975"/>
                </a:cubicBezTo>
                <a:cubicBezTo>
                  <a:pt x="739431" y="56733"/>
                  <a:pt x="712663" y="66691"/>
                  <a:pt x="704908" y="69850"/>
                </a:cubicBezTo>
                <a:cubicBezTo>
                  <a:pt x="684702" y="78082"/>
                  <a:pt x="665481" y="88981"/>
                  <a:pt x="644583" y="95250"/>
                </a:cubicBezTo>
                <a:cubicBezTo>
                  <a:pt x="634000" y="98425"/>
                  <a:pt x="623239" y="101059"/>
                  <a:pt x="612833" y="104775"/>
                </a:cubicBezTo>
                <a:cubicBezTo>
                  <a:pt x="608376" y="106367"/>
                  <a:pt x="604458" y="109203"/>
                  <a:pt x="600133" y="111125"/>
                </a:cubicBezTo>
                <a:cubicBezTo>
                  <a:pt x="594925" y="113440"/>
                  <a:pt x="589446" y="115117"/>
                  <a:pt x="584258" y="117475"/>
                </a:cubicBezTo>
                <a:cubicBezTo>
                  <a:pt x="556204" y="130227"/>
                  <a:pt x="575231" y="124494"/>
                  <a:pt x="552508" y="130175"/>
                </a:cubicBezTo>
                <a:cubicBezTo>
                  <a:pt x="549333" y="132292"/>
                  <a:pt x="546490" y="135022"/>
                  <a:pt x="542983" y="136525"/>
                </a:cubicBezTo>
                <a:cubicBezTo>
                  <a:pt x="538972" y="138244"/>
                  <a:pt x="533999" y="137413"/>
                  <a:pt x="530283" y="139700"/>
                </a:cubicBezTo>
                <a:cubicBezTo>
                  <a:pt x="520006" y="146024"/>
                  <a:pt x="512501" y="156529"/>
                  <a:pt x="501708" y="161925"/>
                </a:cubicBezTo>
                <a:cubicBezTo>
                  <a:pt x="486725" y="169417"/>
                  <a:pt x="470557" y="176327"/>
                  <a:pt x="460433" y="190500"/>
                </a:cubicBezTo>
                <a:cubicBezTo>
                  <a:pt x="458488" y="193223"/>
                  <a:pt x="460433" y="205846"/>
                  <a:pt x="457258" y="209550"/>
                </a:cubicBezTo>
                <a:close/>
              </a:path>
            </a:pathLst>
          </a:custGeom>
          <a:solidFill>
            <a:srgbClr val="B60A70">
              <a:alpha val="20000"/>
            </a:srgbClr>
          </a:solidFill>
          <a:ln w="19050">
            <a:solidFill>
              <a:srgbClr val="B60A70">
                <a:alpha val="47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 name="任意多边形: 形状 78"/>
          <p:cNvSpPr/>
          <p:nvPr>
            <p:custDataLst>
              <p:tags r:id="rId3"/>
            </p:custDataLst>
          </p:nvPr>
        </p:nvSpPr>
        <p:spPr>
          <a:xfrm>
            <a:off x="3063842" y="1987550"/>
            <a:ext cx="3362386" cy="1936750"/>
          </a:xfrm>
          <a:custGeom>
            <a:avLst/>
            <a:gdLst>
              <a:gd name="connsiteX0" fmla="*/ 1571658 w 3362386"/>
              <a:gd name="connsiteY0" fmla="*/ 161925 h 1936750"/>
              <a:gd name="connsiteX1" fmla="*/ 1527208 w 3362386"/>
              <a:gd name="connsiteY1" fmla="*/ 184150 h 1936750"/>
              <a:gd name="connsiteX2" fmla="*/ 1508158 w 3362386"/>
              <a:gd name="connsiteY2" fmla="*/ 200025 h 1936750"/>
              <a:gd name="connsiteX3" fmla="*/ 1498633 w 3362386"/>
              <a:gd name="connsiteY3" fmla="*/ 203200 h 1936750"/>
              <a:gd name="connsiteX4" fmla="*/ 1479583 w 3362386"/>
              <a:gd name="connsiteY4" fmla="*/ 215900 h 1936750"/>
              <a:gd name="connsiteX5" fmla="*/ 1470058 w 3362386"/>
              <a:gd name="connsiteY5" fmla="*/ 222250 h 1936750"/>
              <a:gd name="connsiteX6" fmla="*/ 1457358 w 3362386"/>
              <a:gd name="connsiteY6" fmla="*/ 231775 h 1936750"/>
              <a:gd name="connsiteX7" fmla="*/ 1419258 w 3362386"/>
              <a:gd name="connsiteY7" fmla="*/ 263525 h 1936750"/>
              <a:gd name="connsiteX8" fmla="*/ 1403383 w 3362386"/>
              <a:gd name="connsiteY8" fmla="*/ 273050 h 1936750"/>
              <a:gd name="connsiteX9" fmla="*/ 1346233 w 3362386"/>
              <a:gd name="connsiteY9" fmla="*/ 301625 h 1936750"/>
              <a:gd name="connsiteX10" fmla="*/ 1317658 w 3362386"/>
              <a:gd name="connsiteY10" fmla="*/ 327025 h 1936750"/>
              <a:gd name="connsiteX11" fmla="*/ 1238283 w 3362386"/>
              <a:gd name="connsiteY11" fmla="*/ 374650 h 1936750"/>
              <a:gd name="connsiteX12" fmla="*/ 1225583 w 3362386"/>
              <a:gd name="connsiteY12" fmla="*/ 387350 h 1936750"/>
              <a:gd name="connsiteX13" fmla="*/ 1193833 w 3362386"/>
              <a:gd name="connsiteY13" fmla="*/ 403225 h 1936750"/>
              <a:gd name="connsiteX14" fmla="*/ 1136683 w 3362386"/>
              <a:gd name="connsiteY14" fmla="*/ 444500 h 1936750"/>
              <a:gd name="connsiteX15" fmla="*/ 1117633 w 3362386"/>
              <a:gd name="connsiteY15" fmla="*/ 457200 h 1936750"/>
              <a:gd name="connsiteX16" fmla="*/ 1104933 w 3362386"/>
              <a:gd name="connsiteY16" fmla="*/ 463550 h 1936750"/>
              <a:gd name="connsiteX17" fmla="*/ 1089058 w 3362386"/>
              <a:gd name="connsiteY17" fmla="*/ 479425 h 1936750"/>
              <a:gd name="connsiteX18" fmla="*/ 1060483 w 3362386"/>
              <a:gd name="connsiteY18" fmla="*/ 498475 h 1936750"/>
              <a:gd name="connsiteX19" fmla="*/ 987458 w 3362386"/>
              <a:gd name="connsiteY19" fmla="*/ 558800 h 1936750"/>
              <a:gd name="connsiteX20" fmla="*/ 939833 w 3362386"/>
              <a:gd name="connsiteY20" fmla="*/ 593725 h 1936750"/>
              <a:gd name="connsiteX21" fmla="*/ 904908 w 3362386"/>
              <a:gd name="connsiteY21" fmla="*/ 628650 h 1936750"/>
              <a:gd name="connsiteX22" fmla="*/ 879508 w 3362386"/>
              <a:gd name="connsiteY22" fmla="*/ 654050 h 1936750"/>
              <a:gd name="connsiteX23" fmla="*/ 866808 w 3362386"/>
              <a:gd name="connsiteY23" fmla="*/ 666750 h 1936750"/>
              <a:gd name="connsiteX24" fmla="*/ 835058 w 3362386"/>
              <a:gd name="connsiteY24" fmla="*/ 688975 h 1936750"/>
              <a:gd name="connsiteX25" fmla="*/ 793783 w 3362386"/>
              <a:gd name="connsiteY25" fmla="*/ 717550 h 1936750"/>
              <a:gd name="connsiteX26" fmla="*/ 774733 w 3362386"/>
              <a:gd name="connsiteY26" fmla="*/ 730250 h 1936750"/>
              <a:gd name="connsiteX27" fmla="*/ 742983 w 3362386"/>
              <a:gd name="connsiteY27" fmla="*/ 746125 h 1936750"/>
              <a:gd name="connsiteX28" fmla="*/ 698533 w 3362386"/>
              <a:gd name="connsiteY28" fmla="*/ 781050 h 1936750"/>
              <a:gd name="connsiteX29" fmla="*/ 654083 w 3362386"/>
              <a:gd name="connsiteY29" fmla="*/ 815975 h 1936750"/>
              <a:gd name="connsiteX30" fmla="*/ 590583 w 3362386"/>
              <a:gd name="connsiteY30" fmla="*/ 857250 h 1936750"/>
              <a:gd name="connsiteX31" fmla="*/ 571533 w 3362386"/>
              <a:gd name="connsiteY31" fmla="*/ 876300 h 1936750"/>
              <a:gd name="connsiteX32" fmla="*/ 520733 w 3362386"/>
              <a:gd name="connsiteY32" fmla="*/ 914400 h 1936750"/>
              <a:gd name="connsiteX33" fmla="*/ 495333 w 3362386"/>
              <a:gd name="connsiteY33" fmla="*/ 936625 h 1936750"/>
              <a:gd name="connsiteX34" fmla="*/ 422308 w 3362386"/>
              <a:gd name="connsiteY34" fmla="*/ 993775 h 1936750"/>
              <a:gd name="connsiteX35" fmla="*/ 409608 w 3362386"/>
              <a:gd name="connsiteY35" fmla="*/ 1006475 h 1936750"/>
              <a:gd name="connsiteX36" fmla="*/ 390558 w 3362386"/>
              <a:gd name="connsiteY36" fmla="*/ 1031875 h 1936750"/>
              <a:gd name="connsiteX37" fmla="*/ 320708 w 3362386"/>
              <a:gd name="connsiteY37" fmla="*/ 1098550 h 1936750"/>
              <a:gd name="connsiteX38" fmla="*/ 298483 w 3362386"/>
              <a:gd name="connsiteY38" fmla="*/ 1114425 h 1936750"/>
              <a:gd name="connsiteX39" fmla="*/ 282608 w 3362386"/>
              <a:gd name="connsiteY39" fmla="*/ 1127125 h 1936750"/>
              <a:gd name="connsiteX40" fmla="*/ 263558 w 3362386"/>
              <a:gd name="connsiteY40" fmla="*/ 1146175 h 1936750"/>
              <a:gd name="connsiteX41" fmla="*/ 244508 w 3362386"/>
              <a:gd name="connsiteY41" fmla="*/ 1155700 h 1936750"/>
              <a:gd name="connsiteX42" fmla="*/ 212758 w 3362386"/>
              <a:gd name="connsiteY42" fmla="*/ 1196975 h 1936750"/>
              <a:gd name="connsiteX43" fmla="*/ 196883 w 3362386"/>
              <a:gd name="connsiteY43" fmla="*/ 1212850 h 1936750"/>
              <a:gd name="connsiteX44" fmla="*/ 181008 w 3362386"/>
              <a:gd name="connsiteY44" fmla="*/ 1235075 h 1936750"/>
              <a:gd name="connsiteX45" fmla="*/ 142908 w 3362386"/>
              <a:gd name="connsiteY45" fmla="*/ 1276350 h 1936750"/>
              <a:gd name="connsiteX46" fmla="*/ 133383 w 3362386"/>
              <a:gd name="connsiteY46" fmla="*/ 1292225 h 1936750"/>
              <a:gd name="connsiteX47" fmla="*/ 98458 w 3362386"/>
              <a:gd name="connsiteY47" fmla="*/ 1336675 h 1936750"/>
              <a:gd name="connsiteX48" fmla="*/ 79408 w 3362386"/>
              <a:gd name="connsiteY48" fmla="*/ 1368425 h 1936750"/>
              <a:gd name="connsiteX49" fmla="*/ 69883 w 3362386"/>
              <a:gd name="connsiteY49" fmla="*/ 1384300 h 1936750"/>
              <a:gd name="connsiteX50" fmla="*/ 50833 w 3362386"/>
              <a:gd name="connsiteY50" fmla="*/ 1419225 h 1936750"/>
              <a:gd name="connsiteX51" fmla="*/ 44483 w 3362386"/>
              <a:gd name="connsiteY51" fmla="*/ 1438275 h 1936750"/>
              <a:gd name="connsiteX52" fmla="*/ 34958 w 3362386"/>
              <a:gd name="connsiteY52" fmla="*/ 1457325 h 1936750"/>
              <a:gd name="connsiteX53" fmla="*/ 22258 w 3362386"/>
              <a:gd name="connsiteY53" fmla="*/ 1501775 h 1936750"/>
              <a:gd name="connsiteX54" fmla="*/ 12733 w 3362386"/>
              <a:gd name="connsiteY54" fmla="*/ 1520825 h 1936750"/>
              <a:gd name="connsiteX55" fmla="*/ 6383 w 3362386"/>
              <a:gd name="connsiteY55" fmla="*/ 1558925 h 1936750"/>
              <a:gd name="connsiteX56" fmla="*/ 3208 w 3362386"/>
              <a:gd name="connsiteY56" fmla="*/ 1574800 h 1936750"/>
              <a:gd name="connsiteX57" fmla="*/ 6383 w 3362386"/>
              <a:gd name="connsiteY57" fmla="*/ 1666875 h 1936750"/>
              <a:gd name="connsiteX58" fmla="*/ 15908 w 3362386"/>
              <a:gd name="connsiteY58" fmla="*/ 1676400 h 1936750"/>
              <a:gd name="connsiteX59" fmla="*/ 25433 w 3362386"/>
              <a:gd name="connsiteY59" fmla="*/ 1692275 h 1936750"/>
              <a:gd name="connsiteX60" fmla="*/ 31783 w 3362386"/>
              <a:gd name="connsiteY60" fmla="*/ 1704975 h 1936750"/>
              <a:gd name="connsiteX61" fmla="*/ 76233 w 3362386"/>
              <a:gd name="connsiteY61" fmla="*/ 1746250 h 1936750"/>
              <a:gd name="connsiteX62" fmla="*/ 95283 w 3362386"/>
              <a:gd name="connsiteY62" fmla="*/ 1771650 h 1936750"/>
              <a:gd name="connsiteX63" fmla="*/ 114333 w 3362386"/>
              <a:gd name="connsiteY63" fmla="*/ 1790700 h 1936750"/>
              <a:gd name="connsiteX64" fmla="*/ 168308 w 3362386"/>
              <a:gd name="connsiteY64" fmla="*/ 1835150 h 1936750"/>
              <a:gd name="connsiteX65" fmla="*/ 212758 w 3362386"/>
              <a:gd name="connsiteY65" fmla="*/ 1854200 h 1936750"/>
              <a:gd name="connsiteX66" fmla="*/ 250858 w 3362386"/>
              <a:gd name="connsiteY66" fmla="*/ 1863725 h 1936750"/>
              <a:gd name="connsiteX67" fmla="*/ 473108 w 3362386"/>
              <a:gd name="connsiteY67" fmla="*/ 1876425 h 1936750"/>
              <a:gd name="connsiteX68" fmla="*/ 504858 w 3362386"/>
              <a:gd name="connsiteY68" fmla="*/ 1879600 h 1936750"/>
              <a:gd name="connsiteX69" fmla="*/ 527083 w 3362386"/>
              <a:gd name="connsiteY69" fmla="*/ 1882775 h 1936750"/>
              <a:gd name="connsiteX70" fmla="*/ 562008 w 3362386"/>
              <a:gd name="connsiteY70" fmla="*/ 1885950 h 1936750"/>
              <a:gd name="connsiteX71" fmla="*/ 647733 w 3362386"/>
              <a:gd name="connsiteY71" fmla="*/ 1898650 h 1936750"/>
              <a:gd name="connsiteX72" fmla="*/ 720758 w 3362386"/>
              <a:gd name="connsiteY72" fmla="*/ 1901825 h 1936750"/>
              <a:gd name="connsiteX73" fmla="*/ 800133 w 3362386"/>
              <a:gd name="connsiteY73" fmla="*/ 1914525 h 1936750"/>
              <a:gd name="connsiteX74" fmla="*/ 819183 w 3362386"/>
              <a:gd name="connsiteY74" fmla="*/ 1920875 h 1936750"/>
              <a:gd name="connsiteX75" fmla="*/ 863633 w 3362386"/>
              <a:gd name="connsiteY75" fmla="*/ 1924050 h 1936750"/>
              <a:gd name="connsiteX76" fmla="*/ 895383 w 3362386"/>
              <a:gd name="connsiteY76" fmla="*/ 1927225 h 1936750"/>
              <a:gd name="connsiteX77" fmla="*/ 1216058 w 3362386"/>
              <a:gd name="connsiteY77" fmla="*/ 1936750 h 1936750"/>
              <a:gd name="connsiteX78" fmla="*/ 1635158 w 3362386"/>
              <a:gd name="connsiteY78" fmla="*/ 1930400 h 1936750"/>
              <a:gd name="connsiteX79" fmla="*/ 1816133 w 3362386"/>
              <a:gd name="connsiteY79" fmla="*/ 1917700 h 1936750"/>
              <a:gd name="connsiteX80" fmla="*/ 2035208 w 3362386"/>
              <a:gd name="connsiteY80" fmla="*/ 1914525 h 1936750"/>
              <a:gd name="connsiteX81" fmla="*/ 2082833 w 3362386"/>
              <a:gd name="connsiteY81" fmla="*/ 1905000 h 1936750"/>
              <a:gd name="connsiteX82" fmla="*/ 2127283 w 3362386"/>
              <a:gd name="connsiteY82" fmla="*/ 1895475 h 1936750"/>
              <a:gd name="connsiteX83" fmla="*/ 2168558 w 3362386"/>
              <a:gd name="connsiteY83" fmla="*/ 1889125 h 1936750"/>
              <a:gd name="connsiteX84" fmla="*/ 2197133 w 3362386"/>
              <a:gd name="connsiteY84" fmla="*/ 1885950 h 1936750"/>
              <a:gd name="connsiteX85" fmla="*/ 2228883 w 3362386"/>
              <a:gd name="connsiteY85" fmla="*/ 1879600 h 1936750"/>
              <a:gd name="connsiteX86" fmla="*/ 2305083 w 3362386"/>
              <a:gd name="connsiteY86" fmla="*/ 1863725 h 1936750"/>
              <a:gd name="connsiteX87" fmla="*/ 2384458 w 3362386"/>
              <a:gd name="connsiteY87" fmla="*/ 1844675 h 1936750"/>
              <a:gd name="connsiteX88" fmla="*/ 2444783 w 3362386"/>
              <a:gd name="connsiteY88" fmla="*/ 1825625 h 1936750"/>
              <a:gd name="connsiteX89" fmla="*/ 2473358 w 3362386"/>
              <a:gd name="connsiteY89" fmla="*/ 1819275 h 1936750"/>
              <a:gd name="connsiteX90" fmla="*/ 2581308 w 3362386"/>
              <a:gd name="connsiteY90" fmla="*/ 1793875 h 1936750"/>
              <a:gd name="connsiteX91" fmla="*/ 2736883 w 3362386"/>
              <a:gd name="connsiteY91" fmla="*/ 1758950 h 1936750"/>
              <a:gd name="connsiteX92" fmla="*/ 2774983 w 3362386"/>
              <a:gd name="connsiteY92" fmla="*/ 1743075 h 1936750"/>
              <a:gd name="connsiteX93" fmla="*/ 2828958 w 3362386"/>
              <a:gd name="connsiteY93" fmla="*/ 1724025 h 1936750"/>
              <a:gd name="connsiteX94" fmla="*/ 2927383 w 3362386"/>
              <a:gd name="connsiteY94" fmla="*/ 1673225 h 1936750"/>
              <a:gd name="connsiteX95" fmla="*/ 2955958 w 3362386"/>
              <a:gd name="connsiteY95" fmla="*/ 1657350 h 1936750"/>
              <a:gd name="connsiteX96" fmla="*/ 3003583 w 3362386"/>
              <a:gd name="connsiteY96" fmla="*/ 1619250 h 1936750"/>
              <a:gd name="connsiteX97" fmla="*/ 3098833 w 3362386"/>
              <a:gd name="connsiteY97" fmla="*/ 1552575 h 1936750"/>
              <a:gd name="connsiteX98" fmla="*/ 3168683 w 3362386"/>
              <a:gd name="connsiteY98" fmla="*/ 1517650 h 1936750"/>
              <a:gd name="connsiteX99" fmla="*/ 3178208 w 3362386"/>
              <a:gd name="connsiteY99" fmla="*/ 1508125 h 1936750"/>
              <a:gd name="connsiteX100" fmla="*/ 3206783 w 3362386"/>
              <a:gd name="connsiteY100" fmla="*/ 1485900 h 1936750"/>
              <a:gd name="connsiteX101" fmla="*/ 3225833 w 3362386"/>
              <a:gd name="connsiteY101" fmla="*/ 1460500 h 1936750"/>
              <a:gd name="connsiteX102" fmla="*/ 3244883 w 3362386"/>
              <a:gd name="connsiteY102" fmla="*/ 1431925 h 1936750"/>
              <a:gd name="connsiteX103" fmla="*/ 3276633 w 3362386"/>
              <a:gd name="connsiteY103" fmla="*/ 1349375 h 1936750"/>
              <a:gd name="connsiteX104" fmla="*/ 3282983 w 3362386"/>
              <a:gd name="connsiteY104" fmla="*/ 1314450 h 1936750"/>
              <a:gd name="connsiteX105" fmla="*/ 3295683 w 3362386"/>
              <a:gd name="connsiteY105" fmla="*/ 1260475 h 1936750"/>
              <a:gd name="connsiteX106" fmla="*/ 3314733 w 3362386"/>
              <a:gd name="connsiteY106" fmla="*/ 1190625 h 1936750"/>
              <a:gd name="connsiteX107" fmla="*/ 3330608 w 3362386"/>
              <a:gd name="connsiteY107" fmla="*/ 1127125 h 1936750"/>
              <a:gd name="connsiteX108" fmla="*/ 3356008 w 3362386"/>
              <a:gd name="connsiteY108" fmla="*/ 1031875 h 1936750"/>
              <a:gd name="connsiteX109" fmla="*/ 3359183 w 3362386"/>
              <a:gd name="connsiteY109" fmla="*/ 993775 h 1936750"/>
              <a:gd name="connsiteX110" fmla="*/ 3362358 w 3362386"/>
              <a:gd name="connsiteY110" fmla="*/ 962025 h 1936750"/>
              <a:gd name="connsiteX111" fmla="*/ 3356008 w 3362386"/>
              <a:gd name="connsiteY111" fmla="*/ 889000 h 1936750"/>
              <a:gd name="connsiteX112" fmla="*/ 3343308 w 3362386"/>
              <a:gd name="connsiteY112" fmla="*/ 841375 h 1936750"/>
              <a:gd name="connsiteX113" fmla="*/ 3311558 w 3362386"/>
              <a:gd name="connsiteY113" fmla="*/ 742950 h 1936750"/>
              <a:gd name="connsiteX114" fmla="*/ 3292508 w 3362386"/>
              <a:gd name="connsiteY114" fmla="*/ 701675 h 1936750"/>
              <a:gd name="connsiteX115" fmla="*/ 3276633 w 3362386"/>
              <a:gd name="connsiteY115" fmla="*/ 663575 h 1936750"/>
              <a:gd name="connsiteX116" fmla="*/ 3203608 w 3362386"/>
              <a:gd name="connsiteY116" fmla="*/ 530225 h 1936750"/>
              <a:gd name="connsiteX117" fmla="*/ 3171858 w 3362386"/>
              <a:gd name="connsiteY117" fmla="*/ 492125 h 1936750"/>
              <a:gd name="connsiteX118" fmla="*/ 3013108 w 3362386"/>
              <a:gd name="connsiteY118" fmla="*/ 361950 h 1936750"/>
              <a:gd name="connsiteX119" fmla="*/ 2873408 w 3362386"/>
              <a:gd name="connsiteY119" fmla="*/ 263525 h 1936750"/>
              <a:gd name="connsiteX120" fmla="*/ 2813083 w 3362386"/>
              <a:gd name="connsiteY120" fmla="*/ 231775 h 1936750"/>
              <a:gd name="connsiteX121" fmla="*/ 2746408 w 3362386"/>
              <a:gd name="connsiteY121" fmla="*/ 209550 h 1936750"/>
              <a:gd name="connsiteX122" fmla="*/ 2701958 w 3362386"/>
              <a:gd name="connsiteY122" fmla="*/ 190500 h 1936750"/>
              <a:gd name="connsiteX123" fmla="*/ 2644808 w 3362386"/>
              <a:gd name="connsiteY123" fmla="*/ 165100 h 1936750"/>
              <a:gd name="connsiteX124" fmla="*/ 2571783 w 3362386"/>
              <a:gd name="connsiteY124" fmla="*/ 127000 h 1936750"/>
              <a:gd name="connsiteX125" fmla="*/ 2467008 w 3362386"/>
              <a:gd name="connsiteY125" fmla="*/ 69850 h 1936750"/>
              <a:gd name="connsiteX126" fmla="*/ 2349533 w 3362386"/>
              <a:gd name="connsiteY126" fmla="*/ 25400 h 1936750"/>
              <a:gd name="connsiteX127" fmla="*/ 2286033 w 3362386"/>
              <a:gd name="connsiteY127" fmla="*/ 12700 h 1936750"/>
              <a:gd name="connsiteX128" fmla="*/ 2254283 w 3362386"/>
              <a:gd name="connsiteY128" fmla="*/ 6350 h 1936750"/>
              <a:gd name="connsiteX129" fmla="*/ 2168558 w 3362386"/>
              <a:gd name="connsiteY129" fmla="*/ 0 h 1936750"/>
              <a:gd name="connsiteX130" fmla="*/ 2082833 w 3362386"/>
              <a:gd name="connsiteY130" fmla="*/ 3175 h 1936750"/>
              <a:gd name="connsiteX131" fmla="*/ 2054258 w 3362386"/>
              <a:gd name="connsiteY131" fmla="*/ 12700 h 1936750"/>
              <a:gd name="connsiteX132" fmla="*/ 2019333 w 3362386"/>
              <a:gd name="connsiteY132" fmla="*/ 15875 h 1936750"/>
              <a:gd name="connsiteX133" fmla="*/ 1952658 w 3362386"/>
              <a:gd name="connsiteY133" fmla="*/ 28575 h 1936750"/>
              <a:gd name="connsiteX134" fmla="*/ 1927258 w 3362386"/>
              <a:gd name="connsiteY134" fmla="*/ 31750 h 1936750"/>
              <a:gd name="connsiteX135" fmla="*/ 1844708 w 3362386"/>
              <a:gd name="connsiteY135" fmla="*/ 41275 h 1936750"/>
              <a:gd name="connsiteX136" fmla="*/ 1781208 w 3362386"/>
              <a:gd name="connsiteY136" fmla="*/ 50800 h 1936750"/>
              <a:gd name="connsiteX137" fmla="*/ 1730408 w 3362386"/>
              <a:gd name="connsiteY137" fmla="*/ 63500 h 1936750"/>
              <a:gd name="connsiteX138" fmla="*/ 1682783 w 3362386"/>
              <a:gd name="connsiteY138" fmla="*/ 73025 h 1936750"/>
              <a:gd name="connsiteX139" fmla="*/ 1670083 w 3362386"/>
              <a:gd name="connsiteY139" fmla="*/ 76200 h 1936750"/>
              <a:gd name="connsiteX140" fmla="*/ 1651033 w 3362386"/>
              <a:gd name="connsiteY140" fmla="*/ 85725 h 1936750"/>
              <a:gd name="connsiteX141" fmla="*/ 1622458 w 3362386"/>
              <a:gd name="connsiteY141" fmla="*/ 95250 h 1936750"/>
              <a:gd name="connsiteX142" fmla="*/ 1597058 w 3362386"/>
              <a:gd name="connsiteY142" fmla="*/ 107950 h 1936750"/>
              <a:gd name="connsiteX143" fmla="*/ 1571658 w 3362386"/>
              <a:gd name="connsiteY143" fmla="*/ 161925 h 193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3362386" h="1936750">
                <a:moveTo>
                  <a:pt x="1571658" y="161925"/>
                </a:moveTo>
                <a:cubicBezTo>
                  <a:pt x="1560016" y="174625"/>
                  <a:pt x="1538922" y="172436"/>
                  <a:pt x="1527208" y="184150"/>
                </a:cubicBezTo>
                <a:cubicBezTo>
                  <a:pt x="1520186" y="191172"/>
                  <a:pt x="1516999" y="195605"/>
                  <a:pt x="1508158" y="200025"/>
                </a:cubicBezTo>
                <a:cubicBezTo>
                  <a:pt x="1505165" y="201522"/>
                  <a:pt x="1501559" y="201575"/>
                  <a:pt x="1498633" y="203200"/>
                </a:cubicBezTo>
                <a:cubicBezTo>
                  <a:pt x="1491962" y="206906"/>
                  <a:pt x="1485933" y="211667"/>
                  <a:pt x="1479583" y="215900"/>
                </a:cubicBezTo>
                <a:cubicBezTo>
                  <a:pt x="1476408" y="218017"/>
                  <a:pt x="1473111" y="219960"/>
                  <a:pt x="1470058" y="222250"/>
                </a:cubicBezTo>
                <a:cubicBezTo>
                  <a:pt x="1465825" y="225425"/>
                  <a:pt x="1461376" y="228331"/>
                  <a:pt x="1457358" y="231775"/>
                </a:cubicBezTo>
                <a:cubicBezTo>
                  <a:pt x="1437531" y="248769"/>
                  <a:pt x="1456131" y="241401"/>
                  <a:pt x="1419258" y="263525"/>
                </a:cubicBezTo>
                <a:cubicBezTo>
                  <a:pt x="1413966" y="266700"/>
                  <a:pt x="1408854" y="270195"/>
                  <a:pt x="1403383" y="273050"/>
                </a:cubicBezTo>
                <a:cubicBezTo>
                  <a:pt x="1384500" y="282902"/>
                  <a:pt x="1362152" y="287475"/>
                  <a:pt x="1346233" y="301625"/>
                </a:cubicBezTo>
                <a:cubicBezTo>
                  <a:pt x="1336708" y="310092"/>
                  <a:pt x="1328214" y="319884"/>
                  <a:pt x="1317658" y="327025"/>
                </a:cubicBezTo>
                <a:cubicBezTo>
                  <a:pt x="1292101" y="344314"/>
                  <a:pt x="1260101" y="352832"/>
                  <a:pt x="1238283" y="374650"/>
                </a:cubicBezTo>
                <a:cubicBezTo>
                  <a:pt x="1234050" y="378883"/>
                  <a:pt x="1230619" y="384113"/>
                  <a:pt x="1225583" y="387350"/>
                </a:cubicBezTo>
                <a:cubicBezTo>
                  <a:pt x="1215630" y="393749"/>
                  <a:pt x="1203073" y="395833"/>
                  <a:pt x="1193833" y="403225"/>
                </a:cubicBezTo>
                <a:cubicBezTo>
                  <a:pt x="1166218" y="425317"/>
                  <a:pt x="1180254" y="414688"/>
                  <a:pt x="1136683" y="444500"/>
                </a:cubicBezTo>
                <a:cubicBezTo>
                  <a:pt x="1130384" y="448810"/>
                  <a:pt x="1124459" y="453787"/>
                  <a:pt x="1117633" y="457200"/>
                </a:cubicBezTo>
                <a:cubicBezTo>
                  <a:pt x="1113400" y="459317"/>
                  <a:pt x="1108669" y="460644"/>
                  <a:pt x="1104933" y="463550"/>
                </a:cubicBezTo>
                <a:cubicBezTo>
                  <a:pt x="1099026" y="468144"/>
                  <a:pt x="1094942" y="474802"/>
                  <a:pt x="1089058" y="479425"/>
                </a:cubicBezTo>
                <a:cubicBezTo>
                  <a:pt x="1080057" y="486498"/>
                  <a:pt x="1069504" y="491427"/>
                  <a:pt x="1060483" y="498475"/>
                </a:cubicBezTo>
                <a:cubicBezTo>
                  <a:pt x="1035603" y="517913"/>
                  <a:pt x="1012919" y="540129"/>
                  <a:pt x="987458" y="558800"/>
                </a:cubicBezTo>
                <a:cubicBezTo>
                  <a:pt x="971583" y="570442"/>
                  <a:pt x="955492" y="581794"/>
                  <a:pt x="939833" y="593725"/>
                </a:cubicBezTo>
                <a:cubicBezTo>
                  <a:pt x="911923" y="614990"/>
                  <a:pt x="928585" y="603152"/>
                  <a:pt x="904908" y="628650"/>
                </a:cubicBezTo>
                <a:cubicBezTo>
                  <a:pt x="896760" y="637424"/>
                  <a:pt x="887975" y="645583"/>
                  <a:pt x="879508" y="654050"/>
                </a:cubicBezTo>
                <a:cubicBezTo>
                  <a:pt x="875275" y="658283"/>
                  <a:pt x="871597" y="663158"/>
                  <a:pt x="866808" y="666750"/>
                </a:cubicBezTo>
                <a:cubicBezTo>
                  <a:pt x="826320" y="697116"/>
                  <a:pt x="889782" y="649887"/>
                  <a:pt x="835058" y="688975"/>
                </a:cubicBezTo>
                <a:cubicBezTo>
                  <a:pt x="770848" y="734839"/>
                  <a:pt x="838484" y="689104"/>
                  <a:pt x="793783" y="717550"/>
                </a:cubicBezTo>
                <a:cubicBezTo>
                  <a:pt x="787344" y="721647"/>
                  <a:pt x="781385" y="726508"/>
                  <a:pt x="774733" y="730250"/>
                </a:cubicBezTo>
                <a:cubicBezTo>
                  <a:pt x="764420" y="736051"/>
                  <a:pt x="752323" y="738861"/>
                  <a:pt x="742983" y="746125"/>
                </a:cubicBezTo>
                <a:cubicBezTo>
                  <a:pt x="736087" y="751489"/>
                  <a:pt x="708652" y="772617"/>
                  <a:pt x="698533" y="781050"/>
                </a:cubicBezTo>
                <a:cubicBezTo>
                  <a:pt x="676948" y="799038"/>
                  <a:pt x="677201" y="800948"/>
                  <a:pt x="654083" y="815975"/>
                </a:cubicBezTo>
                <a:cubicBezTo>
                  <a:pt x="638596" y="826042"/>
                  <a:pt x="607051" y="843316"/>
                  <a:pt x="590583" y="857250"/>
                </a:cubicBezTo>
                <a:cubicBezTo>
                  <a:pt x="583728" y="863051"/>
                  <a:pt x="578483" y="870613"/>
                  <a:pt x="571533" y="876300"/>
                </a:cubicBezTo>
                <a:cubicBezTo>
                  <a:pt x="555151" y="889704"/>
                  <a:pt x="536663" y="900462"/>
                  <a:pt x="520733" y="914400"/>
                </a:cubicBezTo>
                <a:cubicBezTo>
                  <a:pt x="512266" y="921808"/>
                  <a:pt x="504270" y="929791"/>
                  <a:pt x="495333" y="936625"/>
                </a:cubicBezTo>
                <a:cubicBezTo>
                  <a:pt x="450776" y="970698"/>
                  <a:pt x="475015" y="941068"/>
                  <a:pt x="422308" y="993775"/>
                </a:cubicBezTo>
                <a:cubicBezTo>
                  <a:pt x="418075" y="998008"/>
                  <a:pt x="413441" y="1001876"/>
                  <a:pt x="409608" y="1006475"/>
                </a:cubicBezTo>
                <a:cubicBezTo>
                  <a:pt x="402833" y="1014605"/>
                  <a:pt x="397724" y="1024086"/>
                  <a:pt x="390558" y="1031875"/>
                </a:cubicBezTo>
                <a:cubicBezTo>
                  <a:pt x="366871" y="1057622"/>
                  <a:pt x="347108" y="1078750"/>
                  <a:pt x="320708" y="1098550"/>
                </a:cubicBezTo>
                <a:cubicBezTo>
                  <a:pt x="313425" y="1104012"/>
                  <a:pt x="305766" y="1108963"/>
                  <a:pt x="298483" y="1114425"/>
                </a:cubicBezTo>
                <a:cubicBezTo>
                  <a:pt x="293062" y="1118491"/>
                  <a:pt x="287622" y="1122567"/>
                  <a:pt x="282608" y="1127125"/>
                </a:cubicBezTo>
                <a:cubicBezTo>
                  <a:pt x="275963" y="1133166"/>
                  <a:pt x="270742" y="1140787"/>
                  <a:pt x="263558" y="1146175"/>
                </a:cubicBezTo>
                <a:cubicBezTo>
                  <a:pt x="257878" y="1150435"/>
                  <a:pt x="250858" y="1152525"/>
                  <a:pt x="244508" y="1155700"/>
                </a:cubicBezTo>
                <a:cubicBezTo>
                  <a:pt x="231797" y="1173496"/>
                  <a:pt x="227227" y="1181059"/>
                  <a:pt x="212758" y="1196975"/>
                </a:cubicBezTo>
                <a:cubicBezTo>
                  <a:pt x="207724" y="1202512"/>
                  <a:pt x="201674" y="1207101"/>
                  <a:pt x="196883" y="1212850"/>
                </a:cubicBezTo>
                <a:cubicBezTo>
                  <a:pt x="191055" y="1219844"/>
                  <a:pt x="186933" y="1228163"/>
                  <a:pt x="181008" y="1235075"/>
                </a:cubicBezTo>
                <a:cubicBezTo>
                  <a:pt x="154526" y="1265971"/>
                  <a:pt x="164238" y="1247022"/>
                  <a:pt x="142908" y="1276350"/>
                </a:cubicBezTo>
                <a:cubicBezTo>
                  <a:pt x="139278" y="1281341"/>
                  <a:pt x="137086" y="1287288"/>
                  <a:pt x="133383" y="1292225"/>
                </a:cubicBezTo>
                <a:cubicBezTo>
                  <a:pt x="104620" y="1330576"/>
                  <a:pt x="123539" y="1297913"/>
                  <a:pt x="98458" y="1336675"/>
                </a:cubicBezTo>
                <a:cubicBezTo>
                  <a:pt x="91753" y="1347037"/>
                  <a:pt x="85758" y="1357842"/>
                  <a:pt x="79408" y="1368425"/>
                </a:cubicBezTo>
                <a:cubicBezTo>
                  <a:pt x="76233" y="1373717"/>
                  <a:pt x="72992" y="1378970"/>
                  <a:pt x="69883" y="1384300"/>
                </a:cubicBezTo>
                <a:cubicBezTo>
                  <a:pt x="67181" y="1388932"/>
                  <a:pt x="54150" y="1410932"/>
                  <a:pt x="50833" y="1419225"/>
                </a:cubicBezTo>
                <a:cubicBezTo>
                  <a:pt x="48347" y="1425440"/>
                  <a:pt x="47057" y="1432096"/>
                  <a:pt x="44483" y="1438275"/>
                </a:cubicBezTo>
                <a:cubicBezTo>
                  <a:pt x="41752" y="1444828"/>
                  <a:pt x="37689" y="1450772"/>
                  <a:pt x="34958" y="1457325"/>
                </a:cubicBezTo>
                <a:cubicBezTo>
                  <a:pt x="21167" y="1490424"/>
                  <a:pt x="36335" y="1462359"/>
                  <a:pt x="22258" y="1501775"/>
                </a:cubicBezTo>
                <a:cubicBezTo>
                  <a:pt x="19870" y="1508461"/>
                  <a:pt x="15908" y="1514475"/>
                  <a:pt x="12733" y="1520825"/>
                </a:cubicBezTo>
                <a:cubicBezTo>
                  <a:pt x="5250" y="1558238"/>
                  <a:pt x="14259" y="1511667"/>
                  <a:pt x="6383" y="1558925"/>
                </a:cubicBezTo>
                <a:cubicBezTo>
                  <a:pt x="5496" y="1564248"/>
                  <a:pt x="4266" y="1569508"/>
                  <a:pt x="3208" y="1574800"/>
                </a:cubicBezTo>
                <a:cubicBezTo>
                  <a:pt x="601" y="1611305"/>
                  <a:pt x="-3772" y="1630316"/>
                  <a:pt x="6383" y="1666875"/>
                </a:cubicBezTo>
                <a:cubicBezTo>
                  <a:pt x="7585" y="1671201"/>
                  <a:pt x="13214" y="1672808"/>
                  <a:pt x="15908" y="1676400"/>
                </a:cubicBezTo>
                <a:cubicBezTo>
                  <a:pt x="19611" y="1681337"/>
                  <a:pt x="22436" y="1686880"/>
                  <a:pt x="25433" y="1692275"/>
                </a:cubicBezTo>
                <a:cubicBezTo>
                  <a:pt x="27732" y="1696412"/>
                  <a:pt x="28786" y="1701312"/>
                  <a:pt x="31783" y="1704975"/>
                </a:cubicBezTo>
                <a:cubicBezTo>
                  <a:pt x="65381" y="1746039"/>
                  <a:pt x="41887" y="1709262"/>
                  <a:pt x="76233" y="1746250"/>
                </a:cubicBezTo>
                <a:cubicBezTo>
                  <a:pt x="83434" y="1754005"/>
                  <a:pt x="88395" y="1763615"/>
                  <a:pt x="95283" y="1771650"/>
                </a:cubicBezTo>
                <a:cubicBezTo>
                  <a:pt x="101127" y="1778468"/>
                  <a:pt x="107768" y="1784573"/>
                  <a:pt x="114333" y="1790700"/>
                </a:cubicBezTo>
                <a:cubicBezTo>
                  <a:pt x="124034" y="1799755"/>
                  <a:pt x="154955" y="1827867"/>
                  <a:pt x="168308" y="1835150"/>
                </a:cubicBezTo>
                <a:cubicBezTo>
                  <a:pt x="182460" y="1842869"/>
                  <a:pt x="197119" y="1850290"/>
                  <a:pt x="212758" y="1854200"/>
                </a:cubicBezTo>
                <a:cubicBezTo>
                  <a:pt x="225458" y="1857375"/>
                  <a:pt x="237912" y="1861783"/>
                  <a:pt x="250858" y="1863725"/>
                </a:cubicBezTo>
                <a:cubicBezTo>
                  <a:pt x="338761" y="1876910"/>
                  <a:pt x="377407" y="1874146"/>
                  <a:pt x="473108" y="1876425"/>
                </a:cubicBezTo>
                <a:lnTo>
                  <a:pt x="504858" y="1879600"/>
                </a:lnTo>
                <a:cubicBezTo>
                  <a:pt x="512290" y="1880474"/>
                  <a:pt x="519645" y="1881949"/>
                  <a:pt x="527083" y="1882775"/>
                </a:cubicBezTo>
                <a:cubicBezTo>
                  <a:pt x="538701" y="1884066"/>
                  <a:pt x="550418" y="1884425"/>
                  <a:pt x="562008" y="1885950"/>
                </a:cubicBezTo>
                <a:cubicBezTo>
                  <a:pt x="590648" y="1889718"/>
                  <a:pt x="618873" y="1897395"/>
                  <a:pt x="647733" y="1898650"/>
                </a:cubicBezTo>
                <a:lnTo>
                  <a:pt x="720758" y="1901825"/>
                </a:lnTo>
                <a:cubicBezTo>
                  <a:pt x="758095" y="1905559"/>
                  <a:pt x="758093" y="1904516"/>
                  <a:pt x="800133" y="1914525"/>
                </a:cubicBezTo>
                <a:cubicBezTo>
                  <a:pt x="806644" y="1916075"/>
                  <a:pt x="812564" y="1919882"/>
                  <a:pt x="819183" y="1920875"/>
                </a:cubicBezTo>
                <a:cubicBezTo>
                  <a:pt x="833873" y="1923079"/>
                  <a:pt x="848830" y="1922816"/>
                  <a:pt x="863633" y="1924050"/>
                </a:cubicBezTo>
                <a:cubicBezTo>
                  <a:pt x="874232" y="1924933"/>
                  <a:pt x="884754" y="1926842"/>
                  <a:pt x="895383" y="1927225"/>
                </a:cubicBezTo>
                <a:lnTo>
                  <a:pt x="1216058" y="1936750"/>
                </a:lnTo>
                <a:lnTo>
                  <a:pt x="1635158" y="1930400"/>
                </a:lnTo>
                <a:cubicBezTo>
                  <a:pt x="1695601" y="1928481"/>
                  <a:pt x="1755666" y="1918576"/>
                  <a:pt x="1816133" y="1917700"/>
                </a:cubicBezTo>
                <a:lnTo>
                  <a:pt x="2035208" y="1914525"/>
                </a:lnTo>
                <a:lnTo>
                  <a:pt x="2082833" y="1905000"/>
                </a:lnTo>
                <a:cubicBezTo>
                  <a:pt x="2097672" y="1901930"/>
                  <a:pt x="2112306" y="1897779"/>
                  <a:pt x="2127283" y="1895475"/>
                </a:cubicBezTo>
                <a:lnTo>
                  <a:pt x="2168558" y="1889125"/>
                </a:lnTo>
                <a:cubicBezTo>
                  <a:pt x="2178054" y="1887830"/>
                  <a:pt x="2187667" y="1887445"/>
                  <a:pt x="2197133" y="1885950"/>
                </a:cubicBezTo>
                <a:cubicBezTo>
                  <a:pt x="2207794" y="1884267"/>
                  <a:pt x="2218312" y="1881776"/>
                  <a:pt x="2228883" y="1879600"/>
                </a:cubicBezTo>
                <a:cubicBezTo>
                  <a:pt x="2254295" y="1874368"/>
                  <a:pt x="2280192" y="1871046"/>
                  <a:pt x="2305083" y="1863725"/>
                </a:cubicBezTo>
                <a:cubicBezTo>
                  <a:pt x="2367244" y="1845442"/>
                  <a:pt x="2340449" y="1850176"/>
                  <a:pt x="2384458" y="1844675"/>
                </a:cubicBezTo>
                <a:cubicBezTo>
                  <a:pt x="2411343" y="1833921"/>
                  <a:pt x="2403769" y="1836324"/>
                  <a:pt x="2444783" y="1825625"/>
                </a:cubicBezTo>
                <a:cubicBezTo>
                  <a:pt x="2454224" y="1823162"/>
                  <a:pt x="2463873" y="1821564"/>
                  <a:pt x="2473358" y="1819275"/>
                </a:cubicBezTo>
                <a:cubicBezTo>
                  <a:pt x="2508432" y="1810809"/>
                  <a:pt x="2545476" y="1800274"/>
                  <a:pt x="2581308" y="1793875"/>
                </a:cubicBezTo>
                <a:cubicBezTo>
                  <a:pt x="2643031" y="1782853"/>
                  <a:pt x="2663877" y="1789369"/>
                  <a:pt x="2736883" y="1758950"/>
                </a:cubicBezTo>
                <a:cubicBezTo>
                  <a:pt x="2749583" y="1753658"/>
                  <a:pt x="2762119" y="1747954"/>
                  <a:pt x="2774983" y="1743075"/>
                </a:cubicBezTo>
                <a:cubicBezTo>
                  <a:pt x="2792822" y="1736308"/>
                  <a:pt x="2811200" y="1731001"/>
                  <a:pt x="2828958" y="1724025"/>
                </a:cubicBezTo>
                <a:cubicBezTo>
                  <a:pt x="2863345" y="1710516"/>
                  <a:pt x="2895238" y="1690960"/>
                  <a:pt x="2927383" y="1673225"/>
                </a:cubicBezTo>
                <a:cubicBezTo>
                  <a:pt x="2936923" y="1667961"/>
                  <a:pt x="2948253" y="1665055"/>
                  <a:pt x="2955958" y="1657350"/>
                </a:cubicBezTo>
                <a:cubicBezTo>
                  <a:pt x="2984040" y="1629268"/>
                  <a:pt x="2960399" y="1651070"/>
                  <a:pt x="3003583" y="1619250"/>
                </a:cubicBezTo>
                <a:cubicBezTo>
                  <a:pt x="3047309" y="1587031"/>
                  <a:pt x="3035252" y="1589541"/>
                  <a:pt x="3098833" y="1552575"/>
                </a:cubicBezTo>
                <a:cubicBezTo>
                  <a:pt x="3121337" y="1539491"/>
                  <a:pt x="3150276" y="1536057"/>
                  <a:pt x="3168683" y="1517650"/>
                </a:cubicBezTo>
                <a:cubicBezTo>
                  <a:pt x="3171858" y="1514475"/>
                  <a:pt x="3174759" y="1511000"/>
                  <a:pt x="3178208" y="1508125"/>
                </a:cubicBezTo>
                <a:cubicBezTo>
                  <a:pt x="3187478" y="1500400"/>
                  <a:pt x="3198250" y="1494433"/>
                  <a:pt x="3206783" y="1485900"/>
                </a:cubicBezTo>
                <a:cubicBezTo>
                  <a:pt x="3214267" y="1478416"/>
                  <a:pt x="3219730" y="1469146"/>
                  <a:pt x="3225833" y="1460500"/>
                </a:cubicBezTo>
                <a:cubicBezTo>
                  <a:pt x="3232435" y="1451148"/>
                  <a:pt x="3239571" y="1442066"/>
                  <a:pt x="3244883" y="1431925"/>
                </a:cubicBezTo>
                <a:cubicBezTo>
                  <a:pt x="3252014" y="1418311"/>
                  <a:pt x="3273050" y="1362173"/>
                  <a:pt x="3276633" y="1349375"/>
                </a:cubicBezTo>
                <a:cubicBezTo>
                  <a:pt x="3279823" y="1337981"/>
                  <a:pt x="3280504" y="1326020"/>
                  <a:pt x="3282983" y="1314450"/>
                </a:cubicBezTo>
                <a:cubicBezTo>
                  <a:pt x="3286856" y="1296377"/>
                  <a:pt x="3290878" y="1278322"/>
                  <a:pt x="3295683" y="1260475"/>
                </a:cubicBezTo>
                <a:cubicBezTo>
                  <a:pt x="3318433" y="1175975"/>
                  <a:pt x="3290631" y="1301494"/>
                  <a:pt x="3314733" y="1190625"/>
                </a:cubicBezTo>
                <a:cubicBezTo>
                  <a:pt x="3330664" y="1117344"/>
                  <a:pt x="3310392" y="1200638"/>
                  <a:pt x="3330608" y="1127125"/>
                </a:cubicBezTo>
                <a:cubicBezTo>
                  <a:pt x="3339321" y="1095442"/>
                  <a:pt x="3356008" y="1031875"/>
                  <a:pt x="3356008" y="1031875"/>
                </a:cubicBezTo>
                <a:cubicBezTo>
                  <a:pt x="3357066" y="1019175"/>
                  <a:pt x="3358029" y="1006467"/>
                  <a:pt x="3359183" y="993775"/>
                </a:cubicBezTo>
                <a:cubicBezTo>
                  <a:pt x="3360146" y="983183"/>
                  <a:pt x="3362680" y="972656"/>
                  <a:pt x="3362358" y="962025"/>
                </a:cubicBezTo>
                <a:cubicBezTo>
                  <a:pt x="3361618" y="937603"/>
                  <a:pt x="3359819" y="913135"/>
                  <a:pt x="3356008" y="889000"/>
                </a:cubicBezTo>
                <a:cubicBezTo>
                  <a:pt x="3353446" y="872771"/>
                  <a:pt x="3348092" y="857093"/>
                  <a:pt x="3343308" y="841375"/>
                </a:cubicBezTo>
                <a:cubicBezTo>
                  <a:pt x="3333271" y="808395"/>
                  <a:pt x="3326004" y="774250"/>
                  <a:pt x="3311558" y="742950"/>
                </a:cubicBezTo>
                <a:cubicBezTo>
                  <a:pt x="3305208" y="729192"/>
                  <a:pt x="3298611" y="715545"/>
                  <a:pt x="3292508" y="701675"/>
                </a:cubicBezTo>
                <a:cubicBezTo>
                  <a:pt x="3286967" y="689082"/>
                  <a:pt x="3282491" y="676024"/>
                  <a:pt x="3276633" y="663575"/>
                </a:cubicBezTo>
                <a:cubicBezTo>
                  <a:pt x="3264277" y="637318"/>
                  <a:pt x="3223233" y="553775"/>
                  <a:pt x="3203608" y="530225"/>
                </a:cubicBezTo>
                <a:cubicBezTo>
                  <a:pt x="3193025" y="517525"/>
                  <a:pt x="3183972" y="503374"/>
                  <a:pt x="3171858" y="492125"/>
                </a:cubicBezTo>
                <a:cubicBezTo>
                  <a:pt x="3121176" y="445064"/>
                  <a:pt x="3067457" y="404070"/>
                  <a:pt x="3013108" y="361950"/>
                </a:cubicBezTo>
                <a:cubicBezTo>
                  <a:pt x="2949665" y="312782"/>
                  <a:pt x="2941591" y="303437"/>
                  <a:pt x="2873408" y="263525"/>
                </a:cubicBezTo>
                <a:cubicBezTo>
                  <a:pt x="2853797" y="252046"/>
                  <a:pt x="2833658" y="241420"/>
                  <a:pt x="2813083" y="231775"/>
                </a:cubicBezTo>
                <a:cubicBezTo>
                  <a:pt x="2730725" y="193170"/>
                  <a:pt x="2805609" y="231078"/>
                  <a:pt x="2746408" y="209550"/>
                </a:cubicBezTo>
                <a:cubicBezTo>
                  <a:pt x="2731258" y="204041"/>
                  <a:pt x="2716925" y="196487"/>
                  <a:pt x="2701958" y="190500"/>
                </a:cubicBezTo>
                <a:cubicBezTo>
                  <a:pt x="2633622" y="163166"/>
                  <a:pt x="2695279" y="192018"/>
                  <a:pt x="2644808" y="165100"/>
                </a:cubicBezTo>
                <a:cubicBezTo>
                  <a:pt x="2620583" y="152180"/>
                  <a:pt x="2595166" y="141389"/>
                  <a:pt x="2571783" y="127000"/>
                </a:cubicBezTo>
                <a:cubicBezTo>
                  <a:pt x="2528182" y="100169"/>
                  <a:pt x="2518840" y="92753"/>
                  <a:pt x="2467008" y="69850"/>
                </a:cubicBezTo>
                <a:cubicBezTo>
                  <a:pt x="2445348" y="60279"/>
                  <a:pt x="2378863" y="35177"/>
                  <a:pt x="2349533" y="25400"/>
                </a:cubicBezTo>
                <a:cubicBezTo>
                  <a:pt x="2321154" y="15940"/>
                  <a:pt x="2321860" y="18931"/>
                  <a:pt x="2286033" y="12700"/>
                </a:cubicBezTo>
                <a:cubicBezTo>
                  <a:pt x="2275400" y="10851"/>
                  <a:pt x="2265013" y="7510"/>
                  <a:pt x="2254283" y="6350"/>
                </a:cubicBezTo>
                <a:cubicBezTo>
                  <a:pt x="2225796" y="3270"/>
                  <a:pt x="2168558" y="0"/>
                  <a:pt x="2168558" y="0"/>
                </a:cubicBezTo>
                <a:cubicBezTo>
                  <a:pt x="2139983" y="1058"/>
                  <a:pt x="2111253" y="17"/>
                  <a:pt x="2082833" y="3175"/>
                </a:cubicBezTo>
                <a:cubicBezTo>
                  <a:pt x="2072854" y="4284"/>
                  <a:pt x="2064103" y="10731"/>
                  <a:pt x="2054258" y="12700"/>
                </a:cubicBezTo>
                <a:cubicBezTo>
                  <a:pt x="2042795" y="14993"/>
                  <a:pt x="2030924" y="14363"/>
                  <a:pt x="2019333" y="15875"/>
                </a:cubicBezTo>
                <a:cubicBezTo>
                  <a:pt x="1955214" y="24238"/>
                  <a:pt x="2006226" y="19122"/>
                  <a:pt x="1952658" y="28575"/>
                </a:cubicBezTo>
                <a:cubicBezTo>
                  <a:pt x="1944255" y="30058"/>
                  <a:pt x="1935732" y="30753"/>
                  <a:pt x="1927258" y="31750"/>
                </a:cubicBezTo>
                <a:lnTo>
                  <a:pt x="1844708" y="41275"/>
                </a:lnTo>
                <a:cubicBezTo>
                  <a:pt x="1828063" y="43233"/>
                  <a:pt x="1795236" y="47293"/>
                  <a:pt x="1781208" y="50800"/>
                </a:cubicBezTo>
                <a:cubicBezTo>
                  <a:pt x="1764275" y="55033"/>
                  <a:pt x="1747524" y="60077"/>
                  <a:pt x="1730408" y="63500"/>
                </a:cubicBezTo>
                <a:cubicBezTo>
                  <a:pt x="1714533" y="66675"/>
                  <a:pt x="1698489" y="69098"/>
                  <a:pt x="1682783" y="73025"/>
                </a:cubicBezTo>
                <a:cubicBezTo>
                  <a:pt x="1678550" y="74083"/>
                  <a:pt x="1674135" y="74579"/>
                  <a:pt x="1670083" y="76200"/>
                </a:cubicBezTo>
                <a:cubicBezTo>
                  <a:pt x="1663491" y="78837"/>
                  <a:pt x="1657625" y="83088"/>
                  <a:pt x="1651033" y="85725"/>
                </a:cubicBezTo>
                <a:cubicBezTo>
                  <a:pt x="1641711" y="89454"/>
                  <a:pt x="1631067" y="90084"/>
                  <a:pt x="1622458" y="95250"/>
                </a:cubicBezTo>
                <a:cubicBezTo>
                  <a:pt x="1603713" y="106497"/>
                  <a:pt x="1612437" y="102824"/>
                  <a:pt x="1597058" y="107950"/>
                </a:cubicBezTo>
                <a:cubicBezTo>
                  <a:pt x="1585243" y="123703"/>
                  <a:pt x="1583300" y="149225"/>
                  <a:pt x="1571658" y="161925"/>
                </a:cubicBezTo>
                <a:close/>
              </a:path>
            </a:pathLst>
          </a:custGeom>
          <a:solidFill>
            <a:schemeClr val="bg1">
              <a:lumMod val="65000"/>
              <a:alpha val="23000"/>
            </a:schemeClr>
          </a:solidFill>
          <a:ln w="19050">
            <a:solidFill>
              <a:schemeClr val="bg1">
                <a:lumMod val="50000"/>
                <a:alpha val="51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Text Box 2"/>
          <p:cNvSpPr txBox="1">
            <a:spLocks noChangeArrowheads="1"/>
          </p:cNvSpPr>
          <p:nvPr>
            <p:custDataLst>
              <p:tags r:id="rId4"/>
            </p:custDataLst>
          </p:nvPr>
        </p:nvSpPr>
        <p:spPr bwMode="auto">
          <a:xfrm>
            <a:off x="-2348" y="3819609"/>
            <a:ext cx="1517833" cy="1243738"/>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第二次循环：</a:t>
            </a:r>
            <a:endParaRPr kumimoji="1" lang="en-US" altLang="zh-CN" sz="2000" b="1" dirty="0">
              <a:solidFill>
                <a:srgbClr val="0099BC"/>
              </a:solidFill>
              <a:latin typeface="+mn-ea"/>
              <a:cs typeface="Consolas" panose="020B0609020204030204" pitchFamily="49" charset="0"/>
            </a:endParaRPr>
          </a:p>
          <a:p>
            <a:pPr>
              <a:lnSpc>
                <a:spcPct val="150000"/>
              </a:lnSpc>
            </a:pPr>
            <a:r>
              <a:rPr kumimoji="1" lang="en-US" altLang="zh-CN" b="1" dirty="0">
                <a:solidFill>
                  <a:srgbClr val="B60A70"/>
                </a:solidFill>
                <a:latin typeface="+mn-ea"/>
                <a:cs typeface="Consolas" panose="020B0609020204030204" pitchFamily="49" charset="0"/>
              </a:rPr>
              <a:t>S</a:t>
            </a:r>
            <a:r>
              <a:rPr kumimoji="1" lang="zh-CN" altLang="en-US" b="1" dirty="0">
                <a:solidFill>
                  <a:srgbClr val="B60A70"/>
                </a:solidFill>
                <a:latin typeface="+mn-ea"/>
                <a:cs typeface="Consolas" panose="020B0609020204030204" pitchFamily="49" charset="0"/>
              </a:rPr>
              <a:t>：</a:t>
            </a:r>
            <a:endParaRPr kumimoji="1" lang="en-US" altLang="zh-CN" b="1" dirty="0">
              <a:solidFill>
                <a:srgbClr val="B60A70"/>
              </a:solidFill>
              <a:latin typeface="+mn-ea"/>
              <a:cs typeface="Consolas" panose="020B0609020204030204" pitchFamily="49" charset="0"/>
            </a:endParaRPr>
          </a:p>
          <a:p>
            <a:pPr>
              <a:lnSpc>
                <a:spcPct val="150000"/>
              </a:lnSpc>
            </a:pP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a:t>
            </a:r>
            <a:endParaRPr kumimoji="1" lang="en-US" altLang="zh-CN" b="1" dirty="0">
              <a:solidFill>
                <a:schemeClr val="tx1">
                  <a:lumMod val="50000"/>
                  <a:lumOff val="50000"/>
                </a:schemeClr>
              </a:solidFill>
              <a:latin typeface="+mn-ea"/>
              <a:cs typeface="Consolas" panose="020B0609020204030204" pitchFamily="49" charset="0"/>
            </a:endParaRPr>
          </a:p>
        </p:txBody>
      </p:sp>
      <p:sp>
        <p:nvSpPr>
          <p:cNvPr id="2" name="Oval 31"/>
          <p:cNvSpPr>
            <a:spLocks noChangeArrowheads="1"/>
          </p:cNvSpPr>
          <p:nvPr>
            <p:custDataLst>
              <p:tags r:id="rId5"/>
            </p:custDataLst>
          </p:nvPr>
        </p:nvSpPr>
        <p:spPr bwMode="auto">
          <a:xfrm>
            <a:off x="2389376"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 name="Oval 31"/>
          <p:cNvSpPr>
            <a:spLocks noChangeArrowheads="1"/>
          </p:cNvSpPr>
          <p:nvPr>
            <p:custDataLst>
              <p:tags r:id="rId6"/>
            </p:custDataLst>
          </p:nvPr>
        </p:nvSpPr>
        <p:spPr bwMode="auto">
          <a:xfrm>
            <a:off x="3209738" y="2064513"/>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 name="Oval 31"/>
          <p:cNvSpPr>
            <a:spLocks noChangeArrowheads="1"/>
          </p:cNvSpPr>
          <p:nvPr>
            <p:custDataLst>
              <p:tags r:id="rId7"/>
            </p:custDataLst>
          </p:nvPr>
        </p:nvSpPr>
        <p:spPr bwMode="auto">
          <a:xfrm>
            <a:off x="3212884" y="3311770"/>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 name="Oval 31"/>
          <p:cNvSpPr>
            <a:spLocks noChangeArrowheads="1"/>
          </p:cNvSpPr>
          <p:nvPr>
            <p:custDataLst>
              <p:tags r:id="rId8"/>
            </p:custDataLst>
          </p:nvPr>
        </p:nvSpPr>
        <p:spPr bwMode="auto">
          <a:xfrm>
            <a:off x="4064039"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 name="Oval 31"/>
          <p:cNvSpPr>
            <a:spLocks noChangeArrowheads="1"/>
          </p:cNvSpPr>
          <p:nvPr>
            <p:custDataLst>
              <p:tags r:id="rId9"/>
            </p:custDataLst>
          </p:nvPr>
        </p:nvSpPr>
        <p:spPr bwMode="auto">
          <a:xfrm>
            <a:off x="4929891" y="3311769"/>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10"/>
            </p:custDataLst>
          </p:nvPr>
        </p:nvSpPr>
        <p:spPr bwMode="auto">
          <a:xfrm>
            <a:off x="4929891" y="2076174"/>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11"/>
            </p:custDataLst>
          </p:nvPr>
        </p:nvSpPr>
        <p:spPr bwMode="auto">
          <a:xfrm>
            <a:off x="5771991"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1" name="直接箭头连接符 10"/>
          <p:cNvCxnSpPr>
            <a:stCxn id="2" idx="0"/>
            <a:endCxn id="4" idx="2"/>
          </p:cNvCxnSpPr>
          <p:nvPr>
            <p:custDataLst>
              <p:tags r:id="rId12"/>
            </p:custDataLst>
          </p:nvPr>
        </p:nvCxnSpPr>
        <p:spPr>
          <a:xfrm flipV="1">
            <a:off x="2615729" y="2290866"/>
            <a:ext cx="594009" cy="399687"/>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2" idx="4"/>
            <a:endCxn id="5" idx="2"/>
          </p:cNvCxnSpPr>
          <p:nvPr>
            <p:custDataLst>
              <p:tags r:id="rId13"/>
            </p:custDataLst>
          </p:nvPr>
        </p:nvCxnSpPr>
        <p:spPr>
          <a:xfrm>
            <a:off x="2615729" y="3143258"/>
            <a:ext cx="597155" cy="39486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2" idx="6"/>
            <a:endCxn id="7" idx="2"/>
          </p:cNvCxnSpPr>
          <p:nvPr>
            <p:custDataLst>
              <p:tags r:id="rId14"/>
            </p:custDataLst>
          </p:nvPr>
        </p:nvCxnSpPr>
        <p:spPr>
          <a:xfrm>
            <a:off x="2842081" y="2916906"/>
            <a:ext cx="1221958" cy="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5"/>
            <a:endCxn id="7" idx="1"/>
          </p:cNvCxnSpPr>
          <p:nvPr>
            <p:custDataLst>
              <p:tags r:id="rId15"/>
            </p:custDataLst>
          </p:nvPr>
        </p:nvCxnSpPr>
        <p:spPr>
          <a:xfrm>
            <a:off x="3596146" y="2450921"/>
            <a:ext cx="534190" cy="305929"/>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5" idx="7"/>
            <a:endCxn id="7" idx="3"/>
          </p:cNvCxnSpPr>
          <p:nvPr>
            <p:custDataLst>
              <p:tags r:id="rId16"/>
            </p:custDataLst>
          </p:nvPr>
        </p:nvCxnSpPr>
        <p:spPr>
          <a:xfrm flipV="1">
            <a:off x="3599292" y="3076961"/>
            <a:ext cx="531044" cy="30110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6"/>
            <a:endCxn id="8" idx="2"/>
          </p:cNvCxnSpPr>
          <p:nvPr>
            <p:custDataLst>
              <p:tags r:id="rId17"/>
            </p:custDataLst>
          </p:nvPr>
        </p:nvCxnSpPr>
        <p:spPr>
          <a:xfrm flipV="1">
            <a:off x="3665589" y="3538122"/>
            <a:ext cx="1264302" cy="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 idx="7"/>
            <a:endCxn id="9" idx="3"/>
          </p:cNvCxnSpPr>
          <p:nvPr>
            <p:custDataLst>
              <p:tags r:id="rId18"/>
            </p:custDataLst>
          </p:nvPr>
        </p:nvCxnSpPr>
        <p:spPr>
          <a:xfrm flipV="1">
            <a:off x="4450447" y="2462582"/>
            <a:ext cx="545741" cy="294268"/>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4" idx="6"/>
            <a:endCxn id="9" idx="2"/>
          </p:cNvCxnSpPr>
          <p:nvPr>
            <p:custDataLst>
              <p:tags r:id="rId19"/>
            </p:custDataLst>
          </p:nvPr>
        </p:nvCxnSpPr>
        <p:spPr>
          <a:xfrm>
            <a:off x="3662443" y="2290866"/>
            <a:ext cx="1267448" cy="1166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5"/>
            <a:endCxn id="8" idx="1"/>
          </p:cNvCxnSpPr>
          <p:nvPr>
            <p:custDataLst>
              <p:tags r:id="rId20"/>
            </p:custDataLst>
          </p:nvPr>
        </p:nvCxnSpPr>
        <p:spPr>
          <a:xfrm>
            <a:off x="4450447" y="3076961"/>
            <a:ext cx="545741" cy="30110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8" idx="0"/>
            <a:endCxn id="9" idx="4"/>
          </p:cNvCxnSpPr>
          <p:nvPr>
            <p:custDataLst>
              <p:tags r:id="rId21"/>
            </p:custDataLst>
          </p:nvPr>
        </p:nvCxnSpPr>
        <p:spPr>
          <a:xfrm flipV="1">
            <a:off x="5156244" y="2528879"/>
            <a:ext cx="0" cy="78289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8" idx="6"/>
            <a:endCxn id="10" idx="4"/>
          </p:cNvCxnSpPr>
          <p:nvPr>
            <p:custDataLst>
              <p:tags r:id="rId22"/>
            </p:custDataLst>
          </p:nvPr>
        </p:nvCxnSpPr>
        <p:spPr>
          <a:xfrm flipV="1">
            <a:off x="5382596" y="3143258"/>
            <a:ext cx="615748" cy="394864"/>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9" idx="6"/>
            <a:endCxn id="10" idx="0"/>
          </p:cNvCxnSpPr>
          <p:nvPr>
            <p:custDataLst>
              <p:tags r:id="rId23"/>
            </p:custDataLst>
          </p:nvPr>
        </p:nvCxnSpPr>
        <p:spPr>
          <a:xfrm>
            <a:off x="5382596" y="2302527"/>
            <a:ext cx="615748" cy="38802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custDataLst>
              <p:tags r:id="rId24"/>
            </p:custDataLst>
          </p:nvPr>
        </p:nvSpPr>
        <p:spPr>
          <a:xfrm>
            <a:off x="2615728" y="224050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61" name="文本框 60"/>
          <p:cNvSpPr txBox="1"/>
          <p:nvPr>
            <p:custDataLst>
              <p:tags r:id="rId25"/>
            </p:custDataLst>
          </p:nvPr>
        </p:nvSpPr>
        <p:spPr>
          <a:xfrm>
            <a:off x="2615728" y="326545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2" name="文本框 61"/>
          <p:cNvSpPr txBox="1"/>
          <p:nvPr>
            <p:custDataLst>
              <p:tags r:id="rId26"/>
            </p:custDataLst>
          </p:nvPr>
        </p:nvSpPr>
        <p:spPr>
          <a:xfrm>
            <a:off x="3117902" y="2630951"/>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3" name="文本框 62"/>
          <p:cNvSpPr txBox="1"/>
          <p:nvPr>
            <p:custDataLst>
              <p:tags r:id="rId27"/>
            </p:custDataLst>
          </p:nvPr>
        </p:nvSpPr>
        <p:spPr>
          <a:xfrm>
            <a:off x="3613818" y="295379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2</a:t>
            </a:r>
            <a:endParaRPr lang="zh-CN" altLang="en-US" sz="1600" dirty="0">
              <a:solidFill>
                <a:schemeClr val="tx1">
                  <a:lumMod val="50000"/>
                  <a:lumOff val="50000"/>
                </a:schemeClr>
              </a:solidFill>
            </a:endParaRPr>
          </a:p>
        </p:txBody>
      </p:sp>
      <p:sp>
        <p:nvSpPr>
          <p:cNvPr id="64" name="文本框 63"/>
          <p:cNvSpPr txBox="1"/>
          <p:nvPr>
            <p:custDataLst>
              <p:tags r:id="rId28"/>
            </p:custDataLst>
          </p:nvPr>
        </p:nvSpPr>
        <p:spPr>
          <a:xfrm>
            <a:off x="4127839" y="349258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5</a:t>
            </a:r>
            <a:endParaRPr lang="zh-CN" altLang="en-US" sz="1600" dirty="0">
              <a:solidFill>
                <a:schemeClr val="tx1">
                  <a:lumMod val="50000"/>
                  <a:lumOff val="50000"/>
                </a:schemeClr>
              </a:solidFill>
            </a:endParaRPr>
          </a:p>
        </p:txBody>
      </p:sp>
      <p:sp>
        <p:nvSpPr>
          <p:cNvPr id="65" name="文本框 64"/>
          <p:cNvSpPr txBox="1"/>
          <p:nvPr>
            <p:custDataLst>
              <p:tags r:id="rId29"/>
            </p:custDataLst>
          </p:nvPr>
        </p:nvSpPr>
        <p:spPr>
          <a:xfrm>
            <a:off x="3699862" y="232355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6" name="文本框 65"/>
          <p:cNvSpPr txBox="1"/>
          <p:nvPr>
            <p:custDataLst>
              <p:tags r:id="rId30"/>
            </p:custDataLst>
          </p:nvPr>
        </p:nvSpPr>
        <p:spPr>
          <a:xfrm>
            <a:off x="4489318" y="234049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7" name="文本框 66"/>
          <p:cNvSpPr txBox="1"/>
          <p:nvPr>
            <p:custDataLst>
              <p:tags r:id="rId31"/>
            </p:custDataLst>
          </p:nvPr>
        </p:nvSpPr>
        <p:spPr>
          <a:xfrm>
            <a:off x="4121868" y="201721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7</a:t>
            </a:r>
            <a:endParaRPr lang="zh-CN" altLang="en-US" sz="1600" dirty="0">
              <a:solidFill>
                <a:schemeClr val="tx1">
                  <a:lumMod val="50000"/>
                  <a:lumOff val="50000"/>
                </a:schemeClr>
              </a:solidFill>
            </a:endParaRPr>
          </a:p>
        </p:txBody>
      </p:sp>
      <p:sp>
        <p:nvSpPr>
          <p:cNvPr id="68" name="文本框 67"/>
          <p:cNvSpPr txBox="1"/>
          <p:nvPr>
            <p:custDataLst>
              <p:tags r:id="rId32"/>
            </p:custDataLst>
          </p:nvPr>
        </p:nvSpPr>
        <p:spPr>
          <a:xfrm>
            <a:off x="4887996" y="275685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9" name="文本框 68"/>
          <p:cNvSpPr txBox="1"/>
          <p:nvPr>
            <p:custDataLst>
              <p:tags r:id="rId33"/>
            </p:custDataLst>
          </p:nvPr>
        </p:nvSpPr>
        <p:spPr>
          <a:xfrm>
            <a:off x="4409037" y="314346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70" name="文本框 69"/>
          <p:cNvSpPr txBox="1"/>
          <p:nvPr>
            <p:custDataLst>
              <p:tags r:id="rId34"/>
            </p:custDataLst>
          </p:nvPr>
        </p:nvSpPr>
        <p:spPr>
          <a:xfrm>
            <a:off x="5521947" y="2205187"/>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71" name="文本框 70"/>
          <p:cNvSpPr txBox="1"/>
          <p:nvPr>
            <p:custDataLst>
              <p:tags r:id="rId35"/>
            </p:custDataLst>
          </p:nvPr>
        </p:nvSpPr>
        <p:spPr>
          <a:xfrm>
            <a:off x="5557066" y="329007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8</a:t>
            </a:r>
            <a:endParaRPr lang="zh-CN" altLang="en-US" sz="1600" dirty="0">
              <a:solidFill>
                <a:schemeClr val="tx1">
                  <a:lumMod val="50000"/>
                  <a:lumOff val="50000"/>
                </a:schemeClr>
              </a:solidFill>
            </a:endParaRPr>
          </a:p>
        </p:txBody>
      </p:sp>
      <p:sp>
        <p:nvSpPr>
          <p:cNvPr id="84" name="矩形 83"/>
          <p:cNvSpPr/>
          <p:nvPr>
            <p:custDataLst>
              <p:tags r:id="rId36"/>
            </p:custDataLst>
          </p:nvPr>
        </p:nvSpPr>
        <p:spPr>
          <a:xfrm>
            <a:off x="5619254"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0</a:t>
            </a:r>
            <a:endParaRPr kumimoji="1" lang="zh-CN" altLang="en-US" sz="1600" b="1" dirty="0">
              <a:solidFill>
                <a:srgbClr val="7030A0"/>
              </a:solidFill>
            </a:endParaRPr>
          </a:p>
        </p:txBody>
      </p:sp>
      <p:sp>
        <p:nvSpPr>
          <p:cNvPr id="85" name="矩形 84"/>
          <p:cNvSpPr/>
          <p:nvPr>
            <p:custDataLst>
              <p:tags r:id="rId37"/>
            </p:custDataLst>
          </p:nvPr>
        </p:nvSpPr>
        <p:spPr>
          <a:xfrm>
            <a:off x="60909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1</a:t>
            </a:r>
            <a:endParaRPr kumimoji="1" lang="zh-CN" altLang="en-US" sz="1600" b="1" dirty="0">
              <a:solidFill>
                <a:srgbClr val="7030A0"/>
              </a:solidFill>
            </a:endParaRPr>
          </a:p>
        </p:txBody>
      </p:sp>
      <p:sp>
        <p:nvSpPr>
          <p:cNvPr id="86" name="矩形 85"/>
          <p:cNvSpPr/>
          <p:nvPr>
            <p:custDataLst>
              <p:tags r:id="rId38"/>
            </p:custDataLst>
          </p:nvPr>
        </p:nvSpPr>
        <p:spPr>
          <a:xfrm>
            <a:off x="6562650"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2</a:t>
            </a:r>
            <a:endParaRPr kumimoji="1" lang="zh-CN" altLang="en-US" sz="1600" b="1" dirty="0">
              <a:solidFill>
                <a:srgbClr val="7030A0"/>
              </a:solidFill>
            </a:endParaRPr>
          </a:p>
        </p:txBody>
      </p:sp>
      <p:sp>
        <p:nvSpPr>
          <p:cNvPr id="87" name="矩形 86"/>
          <p:cNvSpPr/>
          <p:nvPr>
            <p:custDataLst>
              <p:tags r:id="rId39"/>
            </p:custDataLst>
          </p:nvPr>
        </p:nvSpPr>
        <p:spPr>
          <a:xfrm>
            <a:off x="7034348"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3</a:t>
            </a:r>
            <a:endParaRPr kumimoji="1" lang="zh-CN" altLang="en-US" sz="1600" b="1" dirty="0">
              <a:solidFill>
                <a:srgbClr val="7030A0"/>
              </a:solidFill>
            </a:endParaRPr>
          </a:p>
        </p:txBody>
      </p:sp>
      <p:sp>
        <p:nvSpPr>
          <p:cNvPr id="88" name="矩形 87"/>
          <p:cNvSpPr/>
          <p:nvPr>
            <p:custDataLst>
              <p:tags r:id="rId40"/>
            </p:custDataLst>
          </p:nvPr>
        </p:nvSpPr>
        <p:spPr>
          <a:xfrm>
            <a:off x="7506046"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4</a:t>
            </a:r>
            <a:endParaRPr kumimoji="1" lang="zh-CN" altLang="en-US" sz="1600" b="1" dirty="0">
              <a:solidFill>
                <a:srgbClr val="7030A0"/>
              </a:solidFill>
            </a:endParaRPr>
          </a:p>
        </p:txBody>
      </p:sp>
      <p:sp>
        <p:nvSpPr>
          <p:cNvPr id="89" name="矩形 88"/>
          <p:cNvSpPr/>
          <p:nvPr>
            <p:custDataLst>
              <p:tags r:id="rId41"/>
            </p:custDataLst>
          </p:nvPr>
        </p:nvSpPr>
        <p:spPr>
          <a:xfrm>
            <a:off x="797606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5</a:t>
            </a:r>
            <a:endParaRPr kumimoji="1" lang="zh-CN" altLang="en-US" sz="1600" b="1" dirty="0">
              <a:solidFill>
                <a:srgbClr val="7030A0"/>
              </a:solidFill>
            </a:endParaRPr>
          </a:p>
        </p:txBody>
      </p:sp>
      <p:sp>
        <p:nvSpPr>
          <p:cNvPr id="90" name="矩形 89"/>
          <p:cNvSpPr/>
          <p:nvPr>
            <p:custDataLst>
              <p:tags r:id="rId42"/>
            </p:custDataLst>
          </p:nvPr>
        </p:nvSpPr>
        <p:spPr>
          <a:xfrm>
            <a:off x="84448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6</a:t>
            </a:r>
            <a:endParaRPr kumimoji="1" lang="zh-CN" altLang="en-US" sz="1600" b="1" dirty="0">
              <a:solidFill>
                <a:srgbClr val="7030A0"/>
              </a:solidFill>
            </a:endParaRPr>
          </a:p>
        </p:txBody>
      </p:sp>
      <p:sp>
        <p:nvSpPr>
          <p:cNvPr id="91" name="矩形 90"/>
          <p:cNvSpPr/>
          <p:nvPr>
            <p:custDataLst>
              <p:tags r:id="rId43"/>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2" name="矩形 91"/>
          <p:cNvSpPr/>
          <p:nvPr>
            <p:custDataLst>
              <p:tags r:id="rId44"/>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3" name="矩形 92"/>
          <p:cNvSpPr/>
          <p:nvPr>
            <p:custDataLst>
              <p:tags r:id="rId45"/>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4" name="矩形 93"/>
          <p:cNvSpPr/>
          <p:nvPr>
            <p:custDataLst>
              <p:tags r:id="rId46"/>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5" name="矩形 94"/>
          <p:cNvSpPr/>
          <p:nvPr>
            <p:custDataLst>
              <p:tags r:id="rId47"/>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6" name="矩形 95"/>
          <p:cNvSpPr/>
          <p:nvPr>
            <p:custDataLst>
              <p:tags r:id="rId48"/>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7" name="矩形 96"/>
          <p:cNvSpPr/>
          <p:nvPr>
            <p:custDataLst>
              <p:tags r:id="rId49"/>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9" name="左大括号 98"/>
          <p:cNvSpPr/>
          <p:nvPr>
            <p:custDataLst>
              <p:tags r:id="rId50"/>
            </p:custDataLst>
          </p:nvPr>
        </p:nvSpPr>
        <p:spPr>
          <a:xfrm rot="10800000">
            <a:off x="8922488"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0" name="矩形 99"/>
          <p:cNvSpPr/>
          <p:nvPr>
            <p:custDataLst>
              <p:tags r:id="rId51"/>
            </p:custDataLst>
          </p:nvPr>
        </p:nvSpPr>
        <p:spPr>
          <a:xfrm>
            <a:off x="982677"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0</a:t>
            </a:r>
            <a:endParaRPr kumimoji="1" lang="zh-CN" altLang="en-US" sz="1600" b="1" dirty="0">
              <a:solidFill>
                <a:srgbClr val="B60A70"/>
              </a:solidFill>
            </a:endParaRPr>
          </a:p>
        </p:txBody>
      </p:sp>
      <p:sp>
        <p:nvSpPr>
          <p:cNvPr id="101" name="矩形 100"/>
          <p:cNvSpPr/>
          <p:nvPr>
            <p:custDataLst>
              <p:tags r:id="rId52"/>
            </p:custDataLst>
          </p:nvPr>
        </p:nvSpPr>
        <p:spPr>
          <a:xfrm>
            <a:off x="14543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CC00FF"/>
                </a:solidFill>
              </a:rPr>
              <a:t>1</a:t>
            </a:r>
            <a:endParaRPr kumimoji="1" lang="zh-CN" altLang="en-US" sz="1600" b="1" dirty="0">
              <a:solidFill>
                <a:srgbClr val="CC00FF"/>
              </a:solidFill>
            </a:endParaRPr>
          </a:p>
        </p:txBody>
      </p:sp>
      <p:sp>
        <p:nvSpPr>
          <p:cNvPr id="102" name="矩形 101"/>
          <p:cNvSpPr/>
          <p:nvPr>
            <p:custDataLst>
              <p:tags r:id="rId53"/>
            </p:custDataLst>
          </p:nvPr>
        </p:nvSpPr>
        <p:spPr>
          <a:xfrm>
            <a:off x="1926073"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2</a:t>
            </a:r>
            <a:endParaRPr kumimoji="1" lang="zh-CN" altLang="en-US" sz="1600" b="1" dirty="0">
              <a:solidFill>
                <a:schemeClr val="tx1">
                  <a:lumMod val="50000"/>
                  <a:lumOff val="50000"/>
                </a:schemeClr>
              </a:solidFill>
            </a:endParaRPr>
          </a:p>
        </p:txBody>
      </p:sp>
      <p:sp>
        <p:nvSpPr>
          <p:cNvPr id="103" name="矩形 102"/>
          <p:cNvSpPr/>
          <p:nvPr>
            <p:custDataLst>
              <p:tags r:id="rId54"/>
            </p:custDataLst>
          </p:nvPr>
        </p:nvSpPr>
        <p:spPr>
          <a:xfrm>
            <a:off x="2397771"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3</a:t>
            </a:r>
            <a:endParaRPr kumimoji="1" lang="zh-CN" altLang="en-US" sz="1600" b="1" dirty="0">
              <a:solidFill>
                <a:schemeClr val="tx1">
                  <a:lumMod val="50000"/>
                  <a:lumOff val="50000"/>
                </a:schemeClr>
              </a:solidFill>
            </a:endParaRPr>
          </a:p>
        </p:txBody>
      </p:sp>
      <p:sp>
        <p:nvSpPr>
          <p:cNvPr id="104" name="矩形 103"/>
          <p:cNvSpPr/>
          <p:nvPr>
            <p:custDataLst>
              <p:tags r:id="rId55"/>
            </p:custDataLst>
          </p:nvPr>
        </p:nvSpPr>
        <p:spPr>
          <a:xfrm>
            <a:off x="2869469"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4</a:t>
            </a:r>
            <a:endParaRPr kumimoji="1" lang="zh-CN" altLang="en-US" sz="1600" b="1" dirty="0">
              <a:solidFill>
                <a:schemeClr val="tx1">
                  <a:lumMod val="50000"/>
                  <a:lumOff val="50000"/>
                </a:schemeClr>
              </a:solidFill>
            </a:endParaRPr>
          </a:p>
        </p:txBody>
      </p:sp>
      <p:sp>
        <p:nvSpPr>
          <p:cNvPr id="105" name="矩形 104"/>
          <p:cNvSpPr/>
          <p:nvPr>
            <p:custDataLst>
              <p:tags r:id="rId56"/>
            </p:custDataLst>
          </p:nvPr>
        </p:nvSpPr>
        <p:spPr>
          <a:xfrm>
            <a:off x="333948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5</a:t>
            </a:r>
            <a:endParaRPr kumimoji="1" lang="zh-CN" altLang="en-US" sz="1600" b="1" dirty="0">
              <a:solidFill>
                <a:schemeClr val="tx1">
                  <a:lumMod val="50000"/>
                  <a:lumOff val="50000"/>
                </a:schemeClr>
              </a:solidFill>
            </a:endParaRPr>
          </a:p>
        </p:txBody>
      </p:sp>
      <p:sp>
        <p:nvSpPr>
          <p:cNvPr id="106" name="矩形 105"/>
          <p:cNvSpPr/>
          <p:nvPr>
            <p:custDataLst>
              <p:tags r:id="rId57"/>
            </p:custDataLst>
          </p:nvPr>
        </p:nvSpPr>
        <p:spPr>
          <a:xfrm>
            <a:off x="38082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6</a:t>
            </a:r>
            <a:endParaRPr kumimoji="1" lang="zh-CN" altLang="en-US" sz="1600" b="1" dirty="0">
              <a:solidFill>
                <a:schemeClr val="tx1">
                  <a:lumMod val="50000"/>
                  <a:lumOff val="50000"/>
                </a:schemeClr>
              </a:solidFill>
            </a:endParaRPr>
          </a:p>
        </p:txBody>
      </p:sp>
      <p:sp>
        <p:nvSpPr>
          <p:cNvPr id="107" name="矩形 106"/>
          <p:cNvSpPr/>
          <p:nvPr>
            <p:custDataLst>
              <p:tags r:id="rId58"/>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8" name="矩形 107"/>
          <p:cNvSpPr/>
          <p:nvPr>
            <p:custDataLst>
              <p:tags r:id="rId59"/>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9" name="矩形 108"/>
          <p:cNvSpPr/>
          <p:nvPr>
            <p:custDataLst>
              <p:tags r:id="rId60"/>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0" name="矩形 109"/>
          <p:cNvSpPr/>
          <p:nvPr>
            <p:custDataLst>
              <p:tags r:id="rId61"/>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1" name="矩形 110"/>
          <p:cNvSpPr/>
          <p:nvPr>
            <p:custDataLst>
              <p:tags r:id="rId62"/>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2" name="矩形 111"/>
          <p:cNvSpPr/>
          <p:nvPr>
            <p:custDataLst>
              <p:tags r:id="rId63"/>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3" name="矩形 112"/>
          <p:cNvSpPr/>
          <p:nvPr>
            <p:custDataLst>
              <p:tags r:id="rId64"/>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5" name="左大括号 114"/>
          <p:cNvSpPr/>
          <p:nvPr>
            <p:custDataLst>
              <p:tags r:id="rId65"/>
            </p:custDataLst>
          </p:nvPr>
        </p:nvSpPr>
        <p:spPr>
          <a:xfrm rot="10800000">
            <a:off x="4285911"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116" name="矩形 115"/>
          <p:cNvSpPr/>
          <p:nvPr>
            <p:custDataLst>
              <p:tags r:id="rId66"/>
            </p:custDataLst>
          </p:nvPr>
        </p:nvSpPr>
        <p:spPr>
          <a:xfrm>
            <a:off x="553767"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2</a:t>
            </a:r>
            <a:endParaRPr kumimoji="1" lang="zh-CN" altLang="en-US" b="1" dirty="0">
              <a:solidFill>
                <a:schemeClr val="tx1">
                  <a:lumMod val="50000"/>
                  <a:lumOff val="50000"/>
                </a:schemeClr>
              </a:solidFill>
            </a:endParaRPr>
          </a:p>
        </p:txBody>
      </p:sp>
      <p:sp>
        <p:nvSpPr>
          <p:cNvPr id="117" name="矩形 116"/>
          <p:cNvSpPr/>
          <p:nvPr>
            <p:custDataLst>
              <p:tags r:id="rId67"/>
            </p:custDataLst>
          </p:nvPr>
        </p:nvSpPr>
        <p:spPr>
          <a:xfrm>
            <a:off x="102546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3</a:t>
            </a:r>
            <a:endParaRPr kumimoji="1" lang="zh-CN" altLang="en-US" b="1" dirty="0">
              <a:solidFill>
                <a:schemeClr val="tx1">
                  <a:lumMod val="50000"/>
                  <a:lumOff val="50000"/>
                </a:schemeClr>
              </a:solidFill>
            </a:endParaRPr>
          </a:p>
        </p:txBody>
      </p:sp>
      <p:sp>
        <p:nvSpPr>
          <p:cNvPr id="118" name="矩形 117"/>
          <p:cNvSpPr/>
          <p:nvPr>
            <p:custDataLst>
              <p:tags r:id="rId68"/>
            </p:custDataLst>
          </p:nvPr>
        </p:nvSpPr>
        <p:spPr>
          <a:xfrm>
            <a:off x="1497163"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119" name="矩形 118"/>
          <p:cNvSpPr/>
          <p:nvPr>
            <p:custDataLst>
              <p:tags r:id="rId69"/>
            </p:custDataLst>
          </p:nvPr>
        </p:nvSpPr>
        <p:spPr>
          <a:xfrm>
            <a:off x="196886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5</a:t>
            </a:r>
            <a:endParaRPr kumimoji="1" lang="zh-CN" altLang="en-US" b="1" dirty="0">
              <a:solidFill>
                <a:schemeClr val="tx1">
                  <a:lumMod val="50000"/>
                  <a:lumOff val="50000"/>
                </a:schemeClr>
              </a:solidFill>
            </a:endParaRPr>
          </a:p>
        </p:txBody>
      </p:sp>
      <p:sp>
        <p:nvSpPr>
          <p:cNvPr id="120" name="矩形 119"/>
          <p:cNvSpPr/>
          <p:nvPr>
            <p:custDataLst>
              <p:tags r:id="rId70"/>
            </p:custDataLst>
          </p:nvPr>
        </p:nvSpPr>
        <p:spPr>
          <a:xfrm>
            <a:off x="2440559"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121" name="矩形 120"/>
          <p:cNvSpPr/>
          <p:nvPr>
            <p:custDataLst>
              <p:tags r:id="rId71"/>
            </p:custDataLst>
          </p:nvPr>
        </p:nvSpPr>
        <p:spPr>
          <a:xfrm>
            <a:off x="291057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2" name="矩形 121"/>
          <p:cNvSpPr/>
          <p:nvPr>
            <p:custDataLst>
              <p:tags r:id="rId72"/>
            </p:custDataLst>
          </p:nvPr>
        </p:nvSpPr>
        <p:spPr>
          <a:xfrm>
            <a:off x="338059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23" name="左大括号 122"/>
          <p:cNvSpPr/>
          <p:nvPr>
            <p:custDataLst>
              <p:tags r:id="rId73"/>
            </p:custDataLst>
          </p:nvPr>
        </p:nvSpPr>
        <p:spPr>
          <a:xfrm>
            <a:off x="553567"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4" name="左大括号 123"/>
          <p:cNvSpPr/>
          <p:nvPr>
            <p:custDataLst>
              <p:tags r:id="rId74"/>
            </p:custDataLst>
          </p:nvPr>
        </p:nvSpPr>
        <p:spPr>
          <a:xfrm rot="10800000">
            <a:off x="2910576"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4" name="矩形 133"/>
          <p:cNvSpPr/>
          <p:nvPr>
            <p:custDataLst>
              <p:tags r:id="rId75"/>
            </p:custDataLst>
          </p:nvPr>
        </p:nvSpPr>
        <p:spPr>
          <a:xfrm>
            <a:off x="553767"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35" name="矩形 134"/>
          <p:cNvSpPr/>
          <p:nvPr>
            <p:custDataLst>
              <p:tags r:id="rId76"/>
            </p:custDataLst>
          </p:nvPr>
        </p:nvSpPr>
        <p:spPr>
          <a:xfrm>
            <a:off x="102546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1</a:t>
            </a:r>
            <a:endParaRPr kumimoji="1" lang="zh-CN" altLang="en-US" b="1" dirty="0">
              <a:solidFill>
                <a:srgbClr val="CC00FF"/>
              </a:solidFill>
            </a:endParaRPr>
          </a:p>
        </p:txBody>
      </p:sp>
      <p:sp>
        <p:nvSpPr>
          <p:cNvPr id="136" name="矩形 135"/>
          <p:cNvSpPr/>
          <p:nvPr>
            <p:custDataLst>
              <p:tags r:id="rId77"/>
            </p:custDataLst>
          </p:nvPr>
        </p:nvSpPr>
        <p:spPr>
          <a:xfrm>
            <a:off x="1497163"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7" name="矩形 136"/>
          <p:cNvSpPr/>
          <p:nvPr>
            <p:custDataLst>
              <p:tags r:id="rId78"/>
            </p:custDataLst>
          </p:nvPr>
        </p:nvSpPr>
        <p:spPr>
          <a:xfrm>
            <a:off x="196886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8" name="矩形 137"/>
          <p:cNvSpPr/>
          <p:nvPr>
            <p:custDataLst>
              <p:tags r:id="rId79"/>
            </p:custDataLst>
          </p:nvPr>
        </p:nvSpPr>
        <p:spPr>
          <a:xfrm>
            <a:off x="2440559"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9" name="矩形 138"/>
          <p:cNvSpPr/>
          <p:nvPr>
            <p:custDataLst>
              <p:tags r:id="rId80"/>
            </p:custDataLst>
          </p:nvPr>
        </p:nvSpPr>
        <p:spPr>
          <a:xfrm>
            <a:off x="291057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0" name="矩形 139"/>
          <p:cNvSpPr/>
          <p:nvPr>
            <p:custDataLst>
              <p:tags r:id="rId81"/>
            </p:custDataLst>
          </p:nvPr>
        </p:nvSpPr>
        <p:spPr>
          <a:xfrm>
            <a:off x="338059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1" name="左大括号 140"/>
          <p:cNvSpPr/>
          <p:nvPr>
            <p:custDataLst>
              <p:tags r:id="rId82"/>
            </p:custDataLst>
          </p:nvPr>
        </p:nvSpPr>
        <p:spPr>
          <a:xfrm>
            <a:off x="553567" y="428598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2" name="左大括号 141"/>
          <p:cNvSpPr/>
          <p:nvPr>
            <p:custDataLst>
              <p:tags r:id="rId83"/>
            </p:custDataLst>
          </p:nvPr>
        </p:nvSpPr>
        <p:spPr>
          <a:xfrm rot="10800000">
            <a:off x="1501032"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3" name="文本框 142"/>
          <p:cNvSpPr txBox="1"/>
          <p:nvPr>
            <p:custDataLst>
              <p:tags r:id="rId84"/>
            </p:custDataLst>
          </p:nvPr>
        </p:nvSpPr>
        <p:spPr>
          <a:xfrm>
            <a:off x="0" y="722511"/>
            <a:ext cx="9144000" cy="109831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重复以上步骤，直到</a:t>
            </a:r>
            <a:r>
              <a:rPr kumimoji="1" lang="en-US" altLang="zh-CN" sz="2000" b="1" dirty="0">
                <a:solidFill>
                  <a:schemeClr val="tx1">
                    <a:lumMod val="50000"/>
                    <a:lumOff val="50000"/>
                  </a:schemeClr>
                </a:solidFill>
                <a:latin typeface="+mn-ea"/>
                <a:cs typeface="Consolas" panose="020B0609020204030204" pitchFamily="49" charset="0"/>
              </a:rPr>
              <a:t>U</a:t>
            </a:r>
            <a:r>
              <a:rPr kumimoji="1" lang="zh-CN" altLang="en-US" sz="2000" b="1" dirty="0">
                <a:solidFill>
                  <a:schemeClr val="tx1">
                    <a:lumMod val="50000"/>
                    <a:lumOff val="50000"/>
                  </a:schemeClr>
                </a:solidFill>
                <a:latin typeface="+mn-ea"/>
                <a:cs typeface="Consolas" panose="020B0609020204030204" pitchFamily="49" charset="0"/>
              </a:rPr>
              <a:t>中</a:t>
            </a:r>
            <a:r>
              <a:rPr kumimoji="1" lang="zh-CN" altLang="en-US" sz="2000" b="1" dirty="0">
                <a:solidFill>
                  <a:srgbClr val="0099BC"/>
                </a:solidFill>
                <a:latin typeface="+mn-ea"/>
                <a:cs typeface="Consolas" panose="020B0609020204030204" pitchFamily="49" charset="0"/>
              </a:rPr>
              <a:t>元素为空</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以新加入</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的顶点为中间点更新</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各顶点的最短路径长度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r>
              <a:rPr kumimoji="1" lang="zh-CN" altLang="en-US" b="1" dirty="0">
                <a:latin typeface="+mn-ea"/>
                <a:cs typeface="Consolas" panose="020B0609020204030204" pitchFamily="49" charset="0"/>
              </a:rPr>
              <a:t>，下一次循环中以</a:t>
            </a:r>
            <a:r>
              <a:rPr kumimoji="1" lang="zh-CN" altLang="en-US" b="1" dirty="0">
                <a:solidFill>
                  <a:srgbClr val="CC00FF"/>
                </a:solidFill>
                <a:latin typeface="+mn-ea"/>
                <a:cs typeface="Consolas" panose="020B0609020204030204" pitchFamily="49" charset="0"/>
              </a:rPr>
              <a:t>该顶点</a:t>
            </a:r>
            <a:r>
              <a:rPr kumimoji="1" lang="zh-CN" altLang="en-US" b="1" dirty="0">
                <a:latin typeface="+mn-ea"/>
                <a:cs typeface="Consolas" panose="020B0609020204030204" pitchFamily="49" charset="0"/>
              </a:rPr>
              <a:t>为中间点修改长度</a:t>
            </a:r>
            <a:endParaRPr kumimoji="1" lang="en-US" altLang="zh-CN" b="1" dirty="0">
              <a:latin typeface="+mn-ea"/>
              <a:cs typeface="Consolas" panose="020B0609020204030204" pitchFamily="49" charset="0"/>
            </a:endParaRPr>
          </a:p>
        </p:txBody>
      </p:sp>
      <p:sp>
        <p:nvSpPr>
          <p:cNvPr id="12" name="矩形 11"/>
          <p:cNvSpPr/>
          <p:nvPr>
            <p:custDataLst>
              <p:tags r:id="rId85"/>
            </p:custDataLst>
          </p:nvPr>
        </p:nvSpPr>
        <p:spPr>
          <a:xfrm>
            <a:off x="5619254"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5" name="矩形 14"/>
          <p:cNvSpPr/>
          <p:nvPr>
            <p:custDataLst>
              <p:tags r:id="rId86"/>
            </p:custDataLst>
          </p:nvPr>
        </p:nvSpPr>
        <p:spPr>
          <a:xfrm>
            <a:off x="609095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6" name="矩形 15"/>
          <p:cNvSpPr/>
          <p:nvPr>
            <p:custDataLst>
              <p:tags r:id="rId87"/>
            </p:custDataLst>
          </p:nvPr>
        </p:nvSpPr>
        <p:spPr>
          <a:xfrm>
            <a:off x="6562650"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2</a:t>
            </a:r>
            <a:endParaRPr kumimoji="1" lang="zh-CN" altLang="en-US" b="1" dirty="0">
              <a:solidFill>
                <a:srgbClr val="CC00FF"/>
              </a:solidFill>
            </a:endParaRPr>
          </a:p>
        </p:txBody>
      </p:sp>
      <p:sp>
        <p:nvSpPr>
          <p:cNvPr id="18" name="矩形 17"/>
          <p:cNvSpPr/>
          <p:nvPr>
            <p:custDataLst>
              <p:tags r:id="rId88"/>
            </p:custDataLst>
          </p:nvPr>
        </p:nvSpPr>
        <p:spPr>
          <a:xfrm>
            <a:off x="7034348"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9" name="矩形 18"/>
          <p:cNvSpPr/>
          <p:nvPr>
            <p:custDataLst>
              <p:tags r:id="rId89"/>
            </p:custDataLst>
          </p:nvPr>
        </p:nvSpPr>
        <p:spPr>
          <a:xfrm>
            <a:off x="7506046"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1" name="矩形 20"/>
          <p:cNvSpPr/>
          <p:nvPr>
            <p:custDataLst>
              <p:tags r:id="rId90"/>
            </p:custDataLst>
          </p:nvPr>
        </p:nvSpPr>
        <p:spPr>
          <a:xfrm>
            <a:off x="797606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4" name="左大括号 23"/>
          <p:cNvSpPr/>
          <p:nvPr>
            <p:custDataLst>
              <p:tags r:id="rId91"/>
            </p:custDataLst>
          </p:nvPr>
        </p:nvSpPr>
        <p:spPr>
          <a:xfrm>
            <a:off x="547998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5" name="左大括号 24"/>
          <p:cNvSpPr/>
          <p:nvPr>
            <p:custDataLst>
              <p:tags r:id="rId92"/>
            </p:custDataLst>
          </p:nvPr>
        </p:nvSpPr>
        <p:spPr>
          <a:xfrm rot="10800000">
            <a:off x="703434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7" name="矩形 26"/>
          <p:cNvSpPr/>
          <p:nvPr>
            <p:custDataLst>
              <p:tags r:id="rId93"/>
            </p:custDataLst>
          </p:nvPr>
        </p:nvSpPr>
        <p:spPr>
          <a:xfrm>
            <a:off x="5619254"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3</a:t>
            </a:r>
            <a:endParaRPr kumimoji="1" lang="zh-CN" altLang="en-US" b="1" dirty="0">
              <a:solidFill>
                <a:schemeClr val="tx1">
                  <a:lumMod val="50000"/>
                  <a:lumOff val="50000"/>
                </a:schemeClr>
              </a:solidFill>
            </a:endParaRPr>
          </a:p>
        </p:txBody>
      </p:sp>
      <p:sp>
        <p:nvSpPr>
          <p:cNvPr id="28" name="矩形 27"/>
          <p:cNvSpPr/>
          <p:nvPr>
            <p:custDataLst>
              <p:tags r:id="rId94"/>
            </p:custDataLst>
          </p:nvPr>
        </p:nvSpPr>
        <p:spPr>
          <a:xfrm>
            <a:off x="609095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29" name="矩形 28"/>
          <p:cNvSpPr/>
          <p:nvPr>
            <p:custDataLst>
              <p:tags r:id="rId95"/>
            </p:custDataLst>
          </p:nvPr>
        </p:nvSpPr>
        <p:spPr>
          <a:xfrm>
            <a:off x="6562650"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5</a:t>
            </a:r>
            <a:endParaRPr kumimoji="1" lang="zh-CN" altLang="en-US" b="1" dirty="0">
              <a:solidFill>
                <a:schemeClr val="tx1">
                  <a:lumMod val="50000"/>
                  <a:lumOff val="50000"/>
                </a:schemeClr>
              </a:solidFill>
            </a:endParaRPr>
          </a:p>
        </p:txBody>
      </p:sp>
      <p:sp>
        <p:nvSpPr>
          <p:cNvPr id="30" name="矩形 29"/>
          <p:cNvSpPr/>
          <p:nvPr>
            <p:custDataLst>
              <p:tags r:id="rId96"/>
            </p:custDataLst>
          </p:nvPr>
        </p:nvSpPr>
        <p:spPr>
          <a:xfrm>
            <a:off x="7034348"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31" name="矩形 30"/>
          <p:cNvSpPr/>
          <p:nvPr>
            <p:custDataLst>
              <p:tags r:id="rId97"/>
            </p:custDataLst>
          </p:nvPr>
        </p:nvSpPr>
        <p:spPr>
          <a:xfrm>
            <a:off x="7506046"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2" name="矩形 31"/>
          <p:cNvSpPr/>
          <p:nvPr>
            <p:custDataLst>
              <p:tags r:id="rId98"/>
            </p:custDataLst>
          </p:nvPr>
        </p:nvSpPr>
        <p:spPr>
          <a:xfrm>
            <a:off x="797606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35" name="左大括号 34"/>
          <p:cNvSpPr/>
          <p:nvPr>
            <p:custDataLst>
              <p:tags r:id="rId99"/>
            </p:custDataLst>
          </p:nvPr>
        </p:nvSpPr>
        <p:spPr>
          <a:xfrm>
            <a:off x="5479989" y="4697324"/>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7" name="左大括号 36"/>
          <p:cNvSpPr/>
          <p:nvPr>
            <p:custDataLst>
              <p:tags r:id="rId100"/>
            </p:custDataLst>
          </p:nvPr>
        </p:nvSpPr>
        <p:spPr>
          <a:xfrm rot="10800000">
            <a:off x="7506047"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8" name="箭头: 下 37"/>
          <p:cNvSpPr/>
          <p:nvPr>
            <p:custDataLst>
              <p:tags r:id="rId101"/>
            </p:custDataLst>
          </p:nvPr>
        </p:nvSpPr>
        <p:spPr>
          <a:xfrm rot="16200000">
            <a:off x="3413846" y="2649058"/>
            <a:ext cx="331319" cy="3606180"/>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圆角 39"/>
          <p:cNvSpPr/>
          <p:nvPr>
            <p:custDataLst>
              <p:tags r:id="rId102"/>
            </p:custDataLst>
          </p:nvPr>
        </p:nvSpPr>
        <p:spPr>
          <a:xfrm>
            <a:off x="360789" y="1135097"/>
            <a:ext cx="6220484"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1" name="矩形: 圆角 40"/>
          <p:cNvSpPr/>
          <p:nvPr>
            <p:custDataLst>
              <p:tags r:id="rId103"/>
            </p:custDataLst>
          </p:nvPr>
        </p:nvSpPr>
        <p:spPr>
          <a:xfrm>
            <a:off x="360789" y="1466133"/>
            <a:ext cx="8319995"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2" name="矩形 21"/>
          <p:cNvSpPr/>
          <p:nvPr>
            <p:custDataLst>
              <p:tags r:id="rId104"/>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34" name="矩形 33"/>
          <p:cNvSpPr/>
          <p:nvPr>
            <p:custDataLst>
              <p:tags r:id="rId105"/>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70C0"/>
                </a:solidFill>
              </a:rPr>
              <a:t>4</a:t>
            </a:r>
            <a:endParaRPr kumimoji="1" lang="zh-CN" altLang="en-US" b="1" dirty="0">
              <a:solidFill>
                <a:srgbClr val="0070C0"/>
              </a:solidFill>
            </a:endParaRPr>
          </a:p>
        </p:txBody>
      </p:sp>
      <p:sp>
        <p:nvSpPr>
          <p:cNvPr id="43" name="矩形 42"/>
          <p:cNvSpPr/>
          <p:nvPr>
            <p:custDataLst>
              <p:tags r:id="rId106"/>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44" name="矩形 43"/>
          <p:cNvSpPr/>
          <p:nvPr>
            <p:custDataLst>
              <p:tags r:id="rId107"/>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50" name="矩形 49"/>
          <p:cNvSpPr/>
          <p:nvPr>
            <p:custDataLst>
              <p:tags r:id="rId108"/>
            </p:custDataLst>
          </p:nvPr>
        </p:nvSpPr>
        <p:spPr>
          <a:xfrm>
            <a:off x="982677"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1" name="矩形 50"/>
          <p:cNvSpPr/>
          <p:nvPr>
            <p:custDataLst>
              <p:tags r:id="rId109"/>
            </p:custDataLst>
          </p:nvPr>
        </p:nvSpPr>
        <p:spPr>
          <a:xfrm>
            <a:off x="1454375"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2" name="矩形 51"/>
          <p:cNvSpPr/>
          <p:nvPr>
            <p:custDataLst>
              <p:tags r:id="rId110"/>
            </p:custDataLst>
          </p:nvPr>
        </p:nvSpPr>
        <p:spPr>
          <a:xfrm>
            <a:off x="1926073"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1</a:t>
            </a:r>
            <a:endParaRPr lang="zh-CN" altLang="en-US" dirty="0">
              <a:solidFill>
                <a:srgbClr val="0000FF"/>
              </a:solidFill>
            </a:endParaRPr>
          </a:p>
        </p:txBody>
      </p:sp>
      <p:sp>
        <p:nvSpPr>
          <p:cNvPr id="53" name="矩形 52"/>
          <p:cNvSpPr/>
          <p:nvPr>
            <p:custDataLst>
              <p:tags r:id="rId111"/>
            </p:custDataLst>
          </p:nvPr>
        </p:nvSpPr>
        <p:spPr>
          <a:xfrm>
            <a:off x="2397771"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54" name="矩形 53"/>
          <p:cNvSpPr/>
          <p:nvPr>
            <p:custDataLst>
              <p:tags r:id="rId112"/>
            </p:custDataLst>
          </p:nvPr>
        </p:nvSpPr>
        <p:spPr>
          <a:xfrm>
            <a:off x="2869469"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7</a:t>
            </a:r>
            <a:endParaRPr lang="zh-CN" altLang="en-US" dirty="0">
              <a:solidFill>
                <a:srgbClr val="0000FF"/>
              </a:solidFill>
            </a:endParaRPr>
          </a:p>
        </p:txBody>
      </p:sp>
      <p:sp>
        <p:nvSpPr>
          <p:cNvPr id="72" name="矩形 71"/>
          <p:cNvSpPr/>
          <p:nvPr>
            <p:custDataLst>
              <p:tags r:id="rId113"/>
            </p:custDataLst>
          </p:nvPr>
        </p:nvSpPr>
        <p:spPr>
          <a:xfrm>
            <a:off x="333948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3" name="矩形 72"/>
          <p:cNvSpPr/>
          <p:nvPr>
            <p:custDataLst>
              <p:tags r:id="rId114"/>
            </p:custDataLst>
          </p:nvPr>
        </p:nvSpPr>
        <p:spPr>
          <a:xfrm>
            <a:off x="380827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4" name="左大括号 73"/>
          <p:cNvSpPr/>
          <p:nvPr>
            <p:custDataLst>
              <p:tags r:id="rId115"/>
            </p:custDataLst>
          </p:nvPr>
        </p:nvSpPr>
        <p:spPr>
          <a:xfrm>
            <a:off x="843412"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6" name="左大括号 75"/>
          <p:cNvSpPr/>
          <p:nvPr>
            <p:custDataLst>
              <p:tags r:id="rId116"/>
            </p:custDataLst>
          </p:nvPr>
        </p:nvSpPr>
        <p:spPr>
          <a:xfrm rot="10800000">
            <a:off x="4285911"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8" name="左大括号 77"/>
          <p:cNvSpPr/>
          <p:nvPr>
            <p:custDataLst>
              <p:tags r:id="rId117"/>
            </p:custDataLst>
          </p:nvPr>
        </p:nvSpPr>
        <p:spPr>
          <a:xfrm rot="16200000">
            <a:off x="2561693" y="4629884"/>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0" name="文本框 79"/>
          <p:cNvSpPr txBox="1"/>
          <p:nvPr>
            <p:custDataLst>
              <p:tags r:id="rId118"/>
            </p:custDataLst>
          </p:nvPr>
        </p:nvSpPr>
        <p:spPr>
          <a:xfrm>
            <a:off x="291747" y="6345994"/>
            <a:ext cx="4679156"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当前中间点</a:t>
            </a:r>
            <a:r>
              <a:rPr kumimoji="1" lang="en-US" altLang="zh-CN" b="1" dirty="0">
                <a:solidFill>
                  <a:srgbClr val="CC00FF"/>
                </a:solidFill>
                <a:latin typeface="+mn-ea"/>
                <a:cs typeface="Consolas" panose="020B0609020204030204" pitchFamily="49" charset="0"/>
              </a:rPr>
              <a:t>(1)</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U</a:t>
            </a:r>
            <a:r>
              <a:rPr kumimoji="1" lang="zh-CN" altLang="en-US" b="1" dirty="0">
                <a:solidFill>
                  <a:srgbClr val="0000FF"/>
                </a:solidFill>
                <a:latin typeface="+mn-ea"/>
                <a:cs typeface="Consolas" panose="020B0609020204030204" pitchFamily="49" charset="0"/>
              </a:rPr>
              <a:t>中各点的直线距离</a:t>
            </a:r>
            <a:endParaRPr lang="zh-CN" altLang="en-US" dirty="0">
              <a:solidFill>
                <a:srgbClr val="0000FF"/>
              </a:solidFill>
            </a:endParaRPr>
          </a:p>
        </p:txBody>
      </p:sp>
      <p:sp>
        <p:nvSpPr>
          <p:cNvPr id="81" name="左大括号 80"/>
          <p:cNvSpPr/>
          <p:nvPr>
            <p:custDataLst>
              <p:tags r:id="rId119"/>
            </p:custDataLst>
          </p:nvPr>
        </p:nvSpPr>
        <p:spPr>
          <a:xfrm rot="16200000">
            <a:off x="7199837" y="4194231"/>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2" name="文本框 81"/>
          <p:cNvSpPr txBox="1"/>
          <p:nvPr>
            <p:custDataLst>
              <p:tags r:id="rId120"/>
            </p:custDataLst>
          </p:nvPr>
        </p:nvSpPr>
        <p:spPr>
          <a:xfrm>
            <a:off x="5492404" y="5930583"/>
            <a:ext cx="3554129"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使用当前中间点</a:t>
            </a:r>
            <a:r>
              <a:rPr kumimoji="1" lang="en-US" altLang="zh-CN" b="1" dirty="0">
                <a:solidFill>
                  <a:srgbClr val="CC00FF"/>
                </a:solidFill>
                <a:latin typeface="+mn-ea"/>
                <a:cs typeface="Consolas" panose="020B0609020204030204" pitchFamily="49" charset="0"/>
              </a:rPr>
              <a:t>(1)</a:t>
            </a:r>
            <a:r>
              <a:rPr kumimoji="1" lang="zh-CN" altLang="en-US" b="1" dirty="0">
                <a:solidFill>
                  <a:srgbClr val="0000FF"/>
                </a:solidFill>
                <a:latin typeface="+mn-ea"/>
                <a:cs typeface="Consolas" panose="020B0609020204030204" pitchFamily="49" charset="0"/>
              </a:rPr>
              <a:t>更新前驱顶点</a:t>
            </a:r>
            <a:endParaRPr lang="zh-CN" altLang="en-US" dirty="0">
              <a:solidFill>
                <a:srgbClr val="0000FF"/>
              </a:solidFill>
            </a:endParaRPr>
          </a:p>
        </p:txBody>
      </p:sp>
      <p:sp>
        <p:nvSpPr>
          <p:cNvPr id="55" name="矩形 54"/>
          <p:cNvSpPr/>
          <p:nvPr>
            <p:custDataLst>
              <p:tags r:id="rId121"/>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6" name="矩形 55"/>
          <p:cNvSpPr/>
          <p:nvPr>
            <p:custDataLst>
              <p:tags r:id="rId122"/>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7" name="矩形 56"/>
          <p:cNvSpPr/>
          <p:nvPr>
            <p:custDataLst>
              <p:tags r:id="rId123"/>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8" name="矩形 57"/>
          <p:cNvSpPr/>
          <p:nvPr>
            <p:custDataLst>
              <p:tags r:id="rId124"/>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47" name="文本框 46"/>
          <p:cNvSpPr txBox="1"/>
          <p:nvPr>
            <p:custDataLst>
              <p:tags r:id="rId125"/>
            </p:custDataLst>
          </p:nvPr>
        </p:nvSpPr>
        <p:spPr>
          <a:xfrm>
            <a:off x="1971348" y="3967562"/>
            <a:ext cx="3216315" cy="396583"/>
          </a:xfrm>
          <a:prstGeom prst="rect">
            <a:avLst/>
          </a:prstGeom>
          <a:noFill/>
        </p:spPr>
        <p:txBody>
          <a:bodyPr wrap="square">
            <a:spAutoFit/>
          </a:bodyPr>
          <a:p>
            <a:pPr algn="ctr">
              <a:lnSpc>
                <a:spcPct val="120000"/>
              </a:lnSpc>
            </a:pPr>
            <a:r>
              <a:rPr kumimoji="1" lang="zh-CN" altLang="en-US" b="1" dirty="0">
                <a:solidFill>
                  <a:srgbClr val="0070C0"/>
                </a:solidFill>
                <a:latin typeface="+mn-ea"/>
                <a:cs typeface="Consolas" panose="020B0609020204030204" pitchFamily="49" charset="0"/>
              </a:rPr>
              <a:t>选取</a:t>
            </a:r>
            <a:r>
              <a:rPr kumimoji="1" lang="en-US" altLang="zh-CN" b="1" dirty="0">
                <a:solidFill>
                  <a:srgbClr val="0070C0"/>
                </a:solidFill>
                <a:latin typeface="+mn-ea"/>
                <a:cs typeface="Consolas" panose="020B0609020204030204" pitchFamily="49" charset="0"/>
              </a:rPr>
              <a:t>U</a:t>
            </a:r>
            <a:r>
              <a:rPr kumimoji="1" lang="zh-CN" altLang="en-US" b="1" dirty="0">
                <a:solidFill>
                  <a:srgbClr val="0070C0"/>
                </a:solidFill>
                <a:latin typeface="+mn-ea"/>
                <a:cs typeface="Consolas" panose="020B0609020204030204" pitchFamily="49" charset="0"/>
              </a:rPr>
              <a:t>中与源点距离最短的点</a:t>
            </a:r>
            <a:endParaRPr kumimoji="1" lang="en-US" altLang="zh-CN" b="1" dirty="0">
              <a:solidFill>
                <a:srgbClr val="0070C0"/>
              </a:solidFill>
              <a:latin typeface="+mn-ea"/>
              <a:cs typeface="Consolas" panose="020B0609020204030204" pitchFamily="49" charset="0"/>
            </a:endParaRPr>
          </a:p>
        </p:txBody>
      </p:sp>
      <p:sp>
        <p:nvSpPr>
          <p:cNvPr id="14" name="矩形 13"/>
          <p:cNvSpPr/>
          <p:nvPr>
            <p:custDataLst>
              <p:tags r:id="rId126"/>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5</a:t>
            </a:r>
            <a:endParaRPr kumimoji="1" lang="zh-CN" altLang="en-US" b="1" dirty="0">
              <a:solidFill>
                <a:srgbClr val="FF0000"/>
              </a:solidFill>
            </a:endParaRPr>
          </a:p>
        </p:txBody>
      </p:sp>
      <p:sp>
        <p:nvSpPr>
          <p:cNvPr id="46" name="矩形 45"/>
          <p:cNvSpPr/>
          <p:nvPr>
            <p:custDataLst>
              <p:tags r:id="rId127"/>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11</a:t>
            </a:r>
            <a:endParaRPr kumimoji="1" lang="zh-CN" altLang="en-US" b="1" dirty="0">
              <a:solidFill>
                <a:srgbClr val="FF0000"/>
              </a:solidFill>
            </a:endParaRPr>
          </a:p>
        </p:txBody>
      </p:sp>
      <p:sp>
        <p:nvSpPr>
          <p:cNvPr id="83" name="矩形 82"/>
          <p:cNvSpPr/>
          <p:nvPr>
            <p:custDataLst>
              <p:tags r:id="rId128"/>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1</a:t>
            </a:r>
            <a:endParaRPr kumimoji="1" lang="zh-CN" altLang="en-US" b="1" dirty="0">
              <a:solidFill>
                <a:srgbClr val="FF0000"/>
              </a:solidFill>
            </a:endParaRPr>
          </a:p>
        </p:txBody>
      </p:sp>
      <p:sp>
        <p:nvSpPr>
          <p:cNvPr id="125" name="矩形 124"/>
          <p:cNvSpPr/>
          <p:nvPr>
            <p:custDataLst>
              <p:tags r:id="rId129"/>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1</a:t>
            </a:r>
            <a:endParaRPr kumimoji="1" lang="zh-CN" altLang="en-US" b="1" dirty="0">
              <a:solidFill>
                <a:srgbClr val="FF0000"/>
              </a:solidFill>
            </a:endParaRPr>
          </a:p>
        </p:txBody>
      </p:sp>
      <p:sp>
        <p:nvSpPr>
          <p:cNvPr id="127" name="矩形: 圆角 126"/>
          <p:cNvSpPr/>
          <p:nvPr>
            <p:custDataLst>
              <p:tags r:id="rId130"/>
            </p:custDataLst>
          </p:nvPr>
        </p:nvSpPr>
        <p:spPr>
          <a:xfrm>
            <a:off x="1488702" y="5383674"/>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28" name="矩形: 圆角 127"/>
          <p:cNvSpPr/>
          <p:nvPr>
            <p:custDataLst>
              <p:tags r:id="rId131"/>
            </p:custDataLst>
          </p:nvPr>
        </p:nvSpPr>
        <p:spPr>
          <a:xfrm>
            <a:off x="1957396" y="5812963"/>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29" name="矩形: 圆角 128"/>
          <p:cNvSpPr/>
          <p:nvPr>
            <p:custDataLst>
              <p:tags r:id="rId132"/>
            </p:custDataLst>
          </p:nvPr>
        </p:nvSpPr>
        <p:spPr>
          <a:xfrm>
            <a:off x="2424192" y="5812963"/>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30" name="矩形: 圆角 129"/>
          <p:cNvSpPr/>
          <p:nvPr>
            <p:custDataLst>
              <p:tags r:id="rId133"/>
            </p:custDataLst>
          </p:nvPr>
        </p:nvSpPr>
        <p:spPr>
          <a:xfrm>
            <a:off x="2900362" y="5812963"/>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9" name="矩形: 圆角 48"/>
          <p:cNvSpPr/>
          <p:nvPr>
            <p:custDataLst>
              <p:tags r:id="rId134"/>
            </p:custDataLst>
          </p:nvPr>
        </p:nvSpPr>
        <p:spPr>
          <a:xfrm>
            <a:off x="1957396" y="5101164"/>
            <a:ext cx="408330" cy="62314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26" name="Text Box 2"/>
          <p:cNvSpPr txBox="1">
            <a:spLocks noChangeArrowheads="1"/>
          </p:cNvSpPr>
          <p:nvPr>
            <p:custDataLst>
              <p:tags r:id="rId135"/>
            </p:custDataLst>
          </p:nvPr>
        </p:nvSpPr>
        <p:spPr bwMode="auto">
          <a:xfrm>
            <a:off x="-2540" y="5339715"/>
            <a:ext cx="846455" cy="423545"/>
          </a:xfrm>
          <a:prstGeom prst="rect">
            <a:avLst/>
          </a:prstGeom>
          <a:noFill/>
          <a:ln w="9525">
            <a:noFill/>
            <a:miter lim="800000"/>
          </a:ln>
          <a:effectLst/>
        </p:spPr>
        <p:txBody>
          <a:bodyPr wrap="square">
            <a:spAutoFit/>
          </a:bodyPr>
          <a:p>
            <a:pPr>
              <a:lnSpc>
                <a:spcPct val="120000"/>
              </a:lnSpc>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         </a:t>
            </a:r>
            <a:endParaRPr kumimoji="1" lang="en-US" altLang="zh-CN" b="1" dirty="0">
              <a:latin typeface="+mn-ea"/>
              <a:cs typeface="Consolas" panose="020B0609020204030204" pitchFamily="49" charset="0"/>
            </a:endParaRPr>
          </a:p>
        </p:txBody>
      </p:sp>
      <p:sp>
        <p:nvSpPr>
          <p:cNvPr id="131" name="Text Box 2"/>
          <p:cNvSpPr txBox="1">
            <a:spLocks noChangeArrowheads="1"/>
          </p:cNvSpPr>
          <p:nvPr>
            <p:custDataLst>
              <p:tags r:id="rId136"/>
            </p:custDataLst>
          </p:nvPr>
        </p:nvSpPr>
        <p:spPr bwMode="auto">
          <a:xfrm>
            <a:off x="4532630" y="5339715"/>
            <a:ext cx="1024255" cy="423545"/>
          </a:xfrm>
          <a:prstGeom prst="rect">
            <a:avLst/>
          </a:prstGeom>
          <a:noFill/>
          <a:ln w="9525">
            <a:noFill/>
            <a:miter lim="800000"/>
          </a:ln>
          <a:effectLst/>
        </p:spPr>
        <p:txBody>
          <a:bodyPr wrap="square">
            <a:spAutoFit/>
          </a:bodyPr>
          <a:p>
            <a:pPr>
              <a:lnSpc>
                <a:spcPct val="120000"/>
              </a:lnSpc>
            </a:pPr>
            <a:r>
              <a:rPr kumimoji="1" lang="en-US" altLang="zh-CN" b="1" dirty="0">
                <a:solidFill>
                  <a:srgbClr val="7030A0"/>
                </a:solidFill>
                <a:latin typeface="+mn-ea"/>
                <a:cs typeface="Consolas" panose="020B0609020204030204" pitchFamily="49" charset="0"/>
              </a:rPr>
              <a:t>path[]</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114" name="左大括号 113"/>
          <p:cNvSpPr/>
          <p:nvPr>
            <p:custDataLst>
              <p:tags r:id="rId137"/>
            </p:custDataLst>
          </p:nvPr>
        </p:nvSpPr>
        <p:spPr>
          <a:xfrm>
            <a:off x="963427"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98" name="左大括号 97"/>
          <p:cNvSpPr/>
          <p:nvPr>
            <p:custDataLst>
              <p:tags r:id="rId138"/>
            </p:custDataLst>
          </p:nvPr>
        </p:nvSpPr>
        <p:spPr>
          <a:xfrm>
            <a:off x="5556824" y="536452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wipe(up)">
                                      <p:cBhvr>
                                        <p:cTn id="20" dur="500"/>
                                        <p:tgtEl>
                                          <p:spTgt spid="78"/>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500"/>
                                        <p:tgtEl>
                                          <p:spTgt spid="8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mph" presetSubtype="2" fill="hold" grpId="0" nodeType="clickEffect">
                                  <p:stCondLst>
                                    <p:cond delay="0"/>
                                  </p:stCondLst>
                                  <p:childTnLst>
                                    <p:animClr clrSpc="rgb" dir="cw">
                                      <p:cBhvr override="childStyle">
                                        <p:cTn id="28" dur="500" fill="hold"/>
                                        <p:tgtEl>
                                          <p:spTgt spid="65"/>
                                        </p:tgtEl>
                                        <p:attrNameLst>
                                          <p:attrName>style.color</p:attrName>
                                        </p:attrNameLst>
                                      </p:cBhvr>
                                      <p:to>
                                        <a:srgbClr val="0000FF"/>
                                      </p:to>
                                    </p:animClr>
                                  </p:childTnLst>
                                </p:cTn>
                              </p:par>
                              <p:par>
                                <p:cTn id="29" presetID="3" presetClass="emph" presetSubtype="2" fill="hold" grpId="0" nodeType="withEffect">
                                  <p:stCondLst>
                                    <p:cond delay="0"/>
                                  </p:stCondLst>
                                  <p:childTnLst>
                                    <p:animClr clrSpc="rgb" dir="cw">
                                      <p:cBhvr override="childStyle">
                                        <p:cTn id="30" dur="500" fill="hold"/>
                                        <p:tgtEl>
                                          <p:spTgt spid="67"/>
                                        </p:tgtEl>
                                        <p:attrNameLst>
                                          <p:attrName>style.color</p:attrName>
                                        </p:attrNameLst>
                                      </p:cBhvr>
                                      <p:to>
                                        <a:srgbClr val="0000FF"/>
                                      </p:to>
                                    </p:animClr>
                                  </p:childTnLst>
                                </p:cTn>
                              </p:par>
                              <p:par>
                                <p:cTn id="31" presetID="7" presetClass="emph" presetSubtype="2" fill="hold" nodeType="withEffect">
                                  <p:stCondLst>
                                    <p:cond delay="0"/>
                                  </p:stCondLst>
                                  <p:childTnLst>
                                    <p:animClr clrSpc="rgb" dir="cw">
                                      <p:cBhvr>
                                        <p:cTn id="32" dur="500" fill="hold"/>
                                        <p:tgtEl>
                                          <p:spTgt spid="20"/>
                                        </p:tgtEl>
                                        <p:attrNameLst>
                                          <p:attrName>stroke.color</p:attrName>
                                        </p:attrNameLst>
                                      </p:cBhvr>
                                      <p:to>
                                        <a:srgbClr val="0000FF"/>
                                      </p:to>
                                    </p:animClr>
                                    <p:set>
                                      <p:cBhvr>
                                        <p:cTn id="33" dur="500" fill="hold"/>
                                        <p:tgtEl>
                                          <p:spTgt spid="20"/>
                                        </p:tgtEl>
                                        <p:attrNameLst>
                                          <p:attrName>stroke.on</p:attrName>
                                        </p:attrNameLst>
                                      </p:cBhvr>
                                      <p:to>
                                        <p:strVal val="true"/>
                                      </p:to>
                                    </p:set>
                                  </p:childTnLst>
                                </p:cTn>
                              </p:par>
                              <p:par>
                                <p:cTn id="34" presetID="7" presetClass="emph" presetSubtype="2" fill="hold" nodeType="withEffect">
                                  <p:stCondLst>
                                    <p:cond delay="0"/>
                                  </p:stCondLst>
                                  <p:childTnLst>
                                    <p:animClr clrSpc="rgb" dir="cw">
                                      <p:cBhvr>
                                        <p:cTn id="35" dur="500" fill="hold"/>
                                        <p:tgtEl>
                                          <p:spTgt spid="36"/>
                                        </p:tgtEl>
                                        <p:attrNameLst>
                                          <p:attrName>stroke.color</p:attrName>
                                        </p:attrNameLst>
                                      </p:cBhvr>
                                      <p:to>
                                        <a:srgbClr val="0000FF"/>
                                      </p:to>
                                    </p:animClr>
                                    <p:set>
                                      <p:cBhvr>
                                        <p:cTn id="36" dur="500" fill="hold"/>
                                        <p:tgtEl>
                                          <p:spTgt spid="36"/>
                                        </p:tgtEl>
                                        <p:attrNameLst>
                                          <p:attrName>stroke.on</p:attrName>
                                        </p:attrNameLst>
                                      </p:cBhvr>
                                      <p:to>
                                        <p:strVal val="true"/>
                                      </p:to>
                                    </p:set>
                                  </p:childTnLst>
                                </p:cTn>
                              </p:par>
                              <p:par>
                                <p:cTn id="37" presetID="1" presetClass="emph" presetSubtype="2" fill="hold" nodeType="withEffect">
                                  <p:stCondLst>
                                    <p:cond delay="0"/>
                                  </p:stCondLst>
                                  <p:childTnLst>
                                    <p:animClr clrSpc="rgb" dir="cw">
                                      <p:cBhvr>
                                        <p:cTn id="38" dur="500" fill="hold"/>
                                        <p:tgtEl>
                                          <p:spTgt spid="7"/>
                                        </p:tgtEl>
                                        <p:attrNameLst>
                                          <p:attrName>fillcolor</p:attrName>
                                        </p:attrNameLst>
                                      </p:cBhvr>
                                      <p:to>
                                        <a:srgbClr val="0070C0"/>
                                      </p:to>
                                    </p:animClr>
                                    <p:set>
                                      <p:cBhvr>
                                        <p:cTn id="39" dur="500" fill="hold"/>
                                        <p:tgtEl>
                                          <p:spTgt spid="7"/>
                                        </p:tgtEl>
                                        <p:attrNameLst>
                                          <p:attrName>fill.type</p:attrName>
                                        </p:attrNameLst>
                                      </p:cBhvr>
                                      <p:to>
                                        <p:strVal val="solid"/>
                                      </p:to>
                                    </p:set>
                                    <p:set>
                                      <p:cBhvr>
                                        <p:cTn id="40" dur="500" fill="hold"/>
                                        <p:tgtEl>
                                          <p:spTgt spid="7"/>
                                        </p:tgtEl>
                                        <p:attrNameLst>
                                          <p:attrName>fill.on</p:attrName>
                                        </p:attrNameLst>
                                      </p:cBhvr>
                                      <p:to>
                                        <p:strVal val="true"/>
                                      </p:to>
                                    </p:set>
                                  </p:childTnLst>
                                </p:cTn>
                              </p:par>
                              <p:par>
                                <p:cTn id="41" presetID="1" presetClass="emph" presetSubtype="2" fill="hold" nodeType="withEffect">
                                  <p:stCondLst>
                                    <p:cond delay="0"/>
                                  </p:stCondLst>
                                  <p:childTnLst>
                                    <p:animClr clrSpc="rgb" dir="cw">
                                      <p:cBhvr>
                                        <p:cTn id="42" dur="500" fill="hold"/>
                                        <p:tgtEl>
                                          <p:spTgt spid="9"/>
                                        </p:tgtEl>
                                        <p:attrNameLst>
                                          <p:attrName>fillcolor</p:attrName>
                                        </p:attrNameLst>
                                      </p:cBhvr>
                                      <p:to>
                                        <a:srgbClr val="0070C0"/>
                                      </p:to>
                                    </p:animClr>
                                    <p:set>
                                      <p:cBhvr>
                                        <p:cTn id="43" dur="500" fill="hold"/>
                                        <p:tgtEl>
                                          <p:spTgt spid="9"/>
                                        </p:tgtEl>
                                        <p:attrNameLst>
                                          <p:attrName>fill.type</p:attrName>
                                        </p:attrNameLst>
                                      </p:cBhvr>
                                      <p:to>
                                        <p:strVal val="solid"/>
                                      </p:to>
                                    </p:set>
                                    <p:set>
                                      <p:cBhvr>
                                        <p:cTn id="44" dur="500" fill="hold"/>
                                        <p:tgtEl>
                                          <p:spTgt spid="9"/>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500"/>
                                        <p:tgtEl>
                                          <p:spTgt spid="5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500"/>
                                        <p:tgtEl>
                                          <p:spTgt spid="5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72"/>
                                        </p:tgtEl>
                                        <p:attrNameLst>
                                          <p:attrName>style.visibility</p:attrName>
                                        </p:attrNameLst>
                                      </p:cBhvr>
                                      <p:to>
                                        <p:strVal val="visible"/>
                                      </p:to>
                                    </p:set>
                                    <p:animEffect transition="in" filter="fade">
                                      <p:cBhvr>
                                        <p:cTn id="60" dur="500"/>
                                        <p:tgtEl>
                                          <p:spTgt spid="7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3"/>
                                        </p:tgtEl>
                                        <p:attrNameLst>
                                          <p:attrName>style.visibility</p:attrName>
                                        </p:attrNameLst>
                                      </p:cBhvr>
                                      <p:to>
                                        <p:strVal val="visible"/>
                                      </p:to>
                                    </p:set>
                                    <p:animEffect transition="in" filter="fade">
                                      <p:cBhvr>
                                        <p:cTn id="63" dur="500"/>
                                        <p:tgtEl>
                                          <p:spTgt spid="7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27"/>
                                        </p:tgtEl>
                                        <p:attrNameLst>
                                          <p:attrName>style.visibility</p:attrName>
                                        </p:attrNameLst>
                                      </p:cBhvr>
                                      <p:to>
                                        <p:strVal val="visible"/>
                                      </p:to>
                                    </p:set>
                                    <p:animEffect transition="in" filter="fade">
                                      <p:cBhvr>
                                        <p:cTn id="68" dur="500"/>
                                        <p:tgtEl>
                                          <p:spTgt spid="12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28"/>
                                        </p:tgtEl>
                                        <p:attrNameLst>
                                          <p:attrName>style.visibility</p:attrName>
                                        </p:attrNameLst>
                                      </p:cBhvr>
                                      <p:to>
                                        <p:strVal val="visible"/>
                                      </p:to>
                                    </p:set>
                                    <p:animEffect transition="in" filter="fade">
                                      <p:cBhvr>
                                        <p:cTn id="73" dur="500"/>
                                        <p:tgtEl>
                                          <p:spTgt spid="12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500"/>
                                        <p:tgtEl>
                                          <p:spTgt spid="14"/>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29"/>
                                        </p:tgtEl>
                                        <p:attrNameLst>
                                          <p:attrName>style.visibility</p:attrName>
                                        </p:attrNameLst>
                                      </p:cBhvr>
                                      <p:to>
                                        <p:strVal val="visible"/>
                                      </p:to>
                                    </p:set>
                                    <p:animEffect transition="in" filter="fade">
                                      <p:cBhvr>
                                        <p:cTn id="83" dur="500"/>
                                        <p:tgtEl>
                                          <p:spTgt spid="129"/>
                                        </p:tgtEl>
                                      </p:cBhvr>
                                    </p:animEffect>
                                  </p:childTnLst>
                                </p:cTn>
                              </p:par>
                              <p:par>
                                <p:cTn id="84" presetID="1" presetClass="exit" presetSubtype="0" fill="hold" grpId="1" nodeType="withEffect">
                                  <p:stCondLst>
                                    <p:cond delay="0"/>
                                  </p:stCondLst>
                                  <p:childTnLst>
                                    <p:set>
                                      <p:cBhvr>
                                        <p:cTn id="85" dur="1" fill="hold">
                                          <p:stCondLst>
                                            <p:cond delay="0"/>
                                          </p:stCondLst>
                                        </p:cTn>
                                        <p:tgtEl>
                                          <p:spTgt spid="128"/>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30"/>
                                        </p:tgtEl>
                                        <p:attrNameLst>
                                          <p:attrName>style.visibility</p:attrName>
                                        </p:attrNameLst>
                                      </p:cBhvr>
                                      <p:to>
                                        <p:strVal val="visible"/>
                                      </p:to>
                                    </p:set>
                                    <p:animEffect transition="in" filter="fade">
                                      <p:cBhvr>
                                        <p:cTn id="90" dur="500"/>
                                        <p:tgtEl>
                                          <p:spTgt spid="130"/>
                                        </p:tgtEl>
                                      </p:cBhvr>
                                    </p:animEffect>
                                  </p:childTnLst>
                                </p:cTn>
                              </p:par>
                              <p:par>
                                <p:cTn id="91" presetID="1" presetClass="exit" presetSubtype="0" fill="hold" grpId="1" nodeType="withEffect">
                                  <p:stCondLst>
                                    <p:cond delay="0"/>
                                  </p:stCondLst>
                                  <p:childTnLst>
                                    <p:set>
                                      <p:cBhvr>
                                        <p:cTn id="92" dur="1" fill="hold">
                                          <p:stCondLst>
                                            <p:cond delay="0"/>
                                          </p:stCondLst>
                                        </p:cTn>
                                        <p:tgtEl>
                                          <p:spTgt spid="129"/>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fade">
                                      <p:cBhvr>
                                        <p:cTn id="97" dur="500"/>
                                        <p:tgtEl>
                                          <p:spTgt spid="4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81"/>
                                        </p:tgtEl>
                                        <p:attrNameLst>
                                          <p:attrName>style.visibility</p:attrName>
                                        </p:attrNameLst>
                                      </p:cBhvr>
                                      <p:to>
                                        <p:strVal val="visible"/>
                                      </p:to>
                                    </p:set>
                                    <p:animEffect transition="in" filter="wipe(up)">
                                      <p:cBhvr>
                                        <p:cTn id="102" dur="500"/>
                                        <p:tgtEl>
                                          <p:spTgt spid="81"/>
                                        </p:tgtEl>
                                      </p:cBhvr>
                                    </p:animEffect>
                                  </p:childTnLst>
                                </p:cTn>
                              </p:par>
                              <p:par>
                                <p:cTn id="103" presetID="1" presetClass="exit" presetSubtype="0" fill="hold" grpId="1" nodeType="withEffect">
                                  <p:stCondLst>
                                    <p:cond delay="0"/>
                                  </p:stCondLst>
                                  <p:childTnLst>
                                    <p:set>
                                      <p:cBhvr>
                                        <p:cTn id="104" dur="1" fill="hold">
                                          <p:stCondLst>
                                            <p:cond delay="0"/>
                                          </p:stCondLst>
                                        </p:cTn>
                                        <p:tgtEl>
                                          <p:spTgt spid="74"/>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76"/>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78"/>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80"/>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52"/>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54"/>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53"/>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72"/>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73"/>
                                        </p:tgtEl>
                                        <p:attrNameLst>
                                          <p:attrName>style.visibility</p:attrName>
                                        </p:attrNameLst>
                                      </p:cBhvr>
                                      <p:to>
                                        <p:strVal val="hidden"/>
                                      </p:to>
                                    </p:set>
                                  </p:childTnLst>
                                </p:cTn>
                              </p:par>
                              <p:par>
                                <p:cTn id="121" presetID="1" presetClass="exit" presetSubtype="0" fill="hold" grpId="2" nodeType="withEffect">
                                  <p:stCondLst>
                                    <p:cond delay="0"/>
                                  </p:stCondLst>
                                  <p:childTnLst>
                                    <p:set>
                                      <p:cBhvr>
                                        <p:cTn id="122" dur="1" fill="hold">
                                          <p:stCondLst>
                                            <p:cond delay="0"/>
                                          </p:stCondLst>
                                        </p:cTn>
                                        <p:tgtEl>
                                          <p:spTgt spid="128"/>
                                        </p:tgtEl>
                                        <p:attrNameLst>
                                          <p:attrName>style.visibility</p:attrName>
                                        </p:attrNameLst>
                                      </p:cBhvr>
                                      <p:to>
                                        <p:strVal val="hidden"/>
                                      </p:to>
                                    </p:set>
                                  </p:childTnLst>
                                </p:cTn>
                              </p:par>
                              <p:par>
                                <p:cTn id="123" presetID="1" presetClass="exit" presetSubtype="0" fill="hold" grpId="2" nodeType="withEffect">
                                  <p:stCondLst>
                                    <p:cond delay="0"/>
                                  </p:stCondLst>
                                  <p:childTnLst>
                                    <p:set>
                                      <p:cBhvr>
                                        <p:cTn id="124" dur="1" fill="hold">
                                          <p:stCondLst>
                                            <p:cond delay="0"/>
                                          </p:stCondLst>
                                        </p:cTn>
                                        <p:tgtEl>
                                          <p:spTgt spid="129"/>
                                        </p:tgtEl>
                                        <p:attrNameLst>
                                          <p:attrName>style.visibility</p:attrName>
                                        </p:attrNameLst>
                                      </p:cBhvr>
                                      <p:to>
                                        <p:strVal val="hidden"/>
                                      </p:to>
                                    </p:set>
                                  </p:childTnLst>
                                </p:cTn>
                              </p:par>
                              <p:par>
                                <p:cTn id="125" presetID="1" presetClass="exit" presetSubtype="0" fill="hold" grpId="1" nodeType="withEffect">
                                  <p:stCondLst>
                                    <p:cond delay="0"/>
                                  </p:stCondLst>
                                  <p:childTnLst>
                                    <p:set>
                                      <p:cBhvr>
                                        <p:cTn id="126" dur="1" fill="hold">
                                          <p:stCondLst>
                                            <p:cond delay="0"/>
                                          </p:stCondLst>
                                        </p:cTn>
                                        <p:tgtEl>
                                          <p:spTgt spid="130"/>
                                        </p:tgtEl>
                                        <p:attrNameLst>
                                          <p:attrName>style.visibility</p:attrName>
                                        </p:attrNameLst>
                                      </p:cBhvr>
                                      <p:to>
                                        <p:strVal val="hidden"/>
                                      </p:to>
                                    </p:set>
                                  </p:childTnLst>
                                </p:cTn>
                              </p:par>
                              <p:par>
                                <p:cTn id="127" presetID="1" presetClass="exit" presetSubtype="0" fill="hold" grpId="0" nodeType="withEffect">
                                  <p:stCondLst>
                                    <p:cond delay="0"/>
                                  </p:stCondLst>
                                  <p:childTnLst>
                                    <p:set>
                                      <p:cBhvr>
                                        <p:cTn id="128" dur="1" fill="hold">
                                          <p:stCondLst>
                                            <p:cond delay="0"/>
                                          </p:stCondLst>
                                        </p:cTn>
                                        <p:tgtEl>
                                          <p:spTgt spid="50"/>
                                        </p:tgtEl>
                                        <p:attrNameLst>
                                          <p:attrName>style.visibility</p:attrName>
                                        </p:attrNameLst>
                                      </p:cBhvr>
                                      <p:to>
                                        <p:strVal val="hidden"/>
                                      </p:to>
                                    </p:set>
                                  </p:childTnLst>
                                </p:cTn>
                              </p:par>
                              <p:par>
                                <p:cTn id="129" presetID="1" presetClass="exit" presetSubtype="0" fill="hold" grpId="0" nodeType="withEffect">
                                  <p:stCondLst>
                                    <p:cond delay="0"/>
                                  </p:stCondLst>
                                  <p:childTnLst>
                                    <p:set>
                                      <p:cBhvr>
                                        <p:cTn id="130" dur="1" fill="hold">
                                          <p:stCondLst>
                                            <p:cond delay="0"/>
                                          </p:stCondLst>
                                        </p:cTn>
                                        <p:tgtEl>
                                          <p:spTgt spid="51"/>
                                        </p:tgtEl>
                                        <p:attrNameLst>
                                          <p:attrName>style.visibility</p:attrName>
                                        </p:attrNameLst>
                                      </p:cBhvr>
                                      <p:to>
                                        <p:strVal val="hidden"/>
                                      </p:to>
                                    </p:set>
                                  </p:childTnLst>
                                </p:cTn>
                              </p:par>
                              <p:par>
                                <p:cTn id="131" presetID="1" presetClass="exit" presetSubtype="0" fill="hold" grpId="1" nodeType="withEffect">
                                  <p:stCondLst>
                                    <p:cond delay="0"/>
                                  </p:stCondLst>
                                  <p:childTnLst>
                                    <p:set>
                                      <p:cBhvr>
                                        <p:cTn id="132" dur="1" fill="hold">
                                          <p:stCondLst>
                                            <p:cond delay="0"/>
                                          </p:stCondLst>
                                        </p:cTn>
                                        <p:tgtEl>
                                          <p:spTgt spid="127"/>
                                        </p:tgtEl>
                                        <p:attrNameLst>
                                          <p:attrName>style.visibility</p:attrName>
                                        </p:attrNameLst>
                                      </p:cBhvr>
                                      <p:to>
                                        <p:strVal val="hidden"/>
                                      </p:to>
                                    </p:set>
                                  </p:childTnLst>
                                </p:cTn>
                              </p:par>
                            </p:childTnLst>
                          </p:cTn>
                        </p:par>
                        <p:par>
                          <p:cTn id="133" fill="hold">
                            <p:stCondLst>
                              <p:cond delay="500"/>
                            </p:stCondLst>
                            <p:childTnLst>
                              <p:par>
                                <p:cTn id="134" presetID="10" presetClass="entr" presetSubtype="0" fill="hold" grpId="0" nodeType="afterEffect">
                                  <p:stCondLst>
                                    <p:cond delay="0"/>
                                  </p:stCondLst>
                                  <p:childTnLst>
                                    <p:set>
                                      <p:cBhvr>
                                        <p:cTn id="135" dur="1" fill="hold">
                                          <p:stCondLst>
                                            <p:cond delay="0"/>
                                          </p:stCondLst>
                                        </p:cTn>
                                        <p:tgtEl>
                                          <p:spTgt spid="82"/>
                                        </p:tgtEl>
                                        <p:attrNameLst>
                                          <p:attrName>style.visibility</p:attrName>
                                        </p:attrNameLst>
                                      </p:cBhvr>
                                      <p:to>
                                        <p:strVal val="visible"/>
                                      </p:to>
                                    </p:set>
                                    <p:animEffect transition="in" filter="fade">
                                      <p:cBhvr>
                                        <p:cTn id="136" dur="500"/>
                                        <p:tgtEl>
                                          <p:spTgt spid="82"/>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grpId="0" nodeType="clickEffect">
                                  <p:stCondLst>
                                    <p:cond delay="0"/>
                                  </p:stCondLst>
                                  <p:childTnLst>
                                    <p:set>
                                      <p:cBhvr>
                                        <p:cTn id="140" dur="1" fill="hold">
                                          <p:stCondLst>
                                            <p:cond delay="0"/>
                                          </p:stCondLst>
                                        </p:cTn>
                                        <p:tgtEl>
                                          <p:spTgt spid="83"/>
                                        </p:tgtEl>
                                        <p:attrNameLst>
                                          <p:attrName>style.visibility</p:attrName>
                                        </p:attrNameLst>
                                      </p:cBhvr>
                                      <p:to>
                                        <p:strVal val="visible"/>
                                      </p:to>
                                    </p:set>
                                    <p:animEffect transition="in" filter="fade">
                                      <p:cBhvr>
                                        <p:cTn id="141" dur="500"/>
                                        <p:tgtEl>
                                          <p:spTgt spid="83"/>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125"/>
                                        </p:tgtEl>
                                        <p:attrNameLst>
                                          <p:attrName>style.visibility</p:attrName>
                                        </p:attrNameLst>
                                      </p:cBhvr>
                                      <p:to>
                                        <p:strVal val="visible"/>
                                      </p:to>
                                    </p:set>
                                    <p:animEffect transition="in" filter="fade">
                                      <p:cBhvr>
                                        <p:cTn id="144" dur="500"/>
                                        <p:tgtEl>
                                          <p:spTgt spid="125"/>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grpId="1" nodeType="clickEffect">
                                  <p:stCondLst>
                                    <p:cond delay="0"/>
                                  </p:stCondLst>
                                  <p:childTnLst>
                                    <p:set>
                                      <p:cBhvr>
                                        <p:cTn id="148" dur="1" fill="hold">
                                          <p:stCondLst>
                                            <p:cond delay="0"/>
                                          </p:stCondLst>
                                        </p:cTn>
                                        <p:tgtEl>
                                          <p:spTgt spid="40"/>
                                        </p:tgtEl>
                                        <p:attrNameLst>
                                          <p:attrName>style.visibility</p:attrName>
                                        </p:attrNameLst>
                                      </p:cBhvr>
                                      <p:to>
                                        <p:strVal val="hidden"/>
                                      </p:to>
                                    </p:set>
                                  </p:childTnLst>
                                </p:cTn>
                              </p:par>
                              <p:par>
                                <p:cTn id="149" presetID="10" presetClass="entr" presetSubtype="0" fill="hold" grpId="0" nodeType="withEffect">
                                  <p:stCondLst>
                                    <p:cond delay="0"/>
                                  </p:stCondLst>
                                  <p:childTnLst>
                                    <p:set>
                                      <p:cBhvr>
                                        <p:cTn id="150" dur="1" fill="hold">
                                          <p:stCondLst>
                                            <p:cond delay="0"/>
                                          </p:stCondLst>
                                        </p:cTn>
                                        <p:tgtEl>
                                          <p:spTgt spid="41"/>
                                        </p:tgtEl>
                                        <p:attrNameLst>
                                          <p:attrName>style.visibility</p:attrName>
                                        </p:attrNameLst>
                                      </p:cBhvr>
                                      <p:to>
                                        <p:strVal val="visible"/>
                                      </p:to>
                                    </p:set>
                                    <p:animEffect transition="in" filter="fade">
                                      <p:cBhvr>
                                        <p:cTn id="151" dur="500"/>
                                        <p:tgtEl>
                                          <p:spTgt spid="41"/>
                                        </p:tgtEl>
                                      </p:cBhvr>
                                    </p:animEffect>
                                  </p:childTnLst>
                                </p:cTn>
                              </p:par>
                              <p:par>
                                <p:cTn id="152" presetID="3" presetClass="emph" presetSubtype="2" fill="hold" grpId="1" nodeType="withEffect">
                                  <p:stCondLst>
                                    <p:cond delay="0"/>
                                  </p:stCondLst>
                                  <p:childTnLst>
                                    <p:animClr clrSpc="rgb" dir="cw">
                                      <p:cBhvr override="childStyle">
                                        <p:cTn id="153" dur="10" fill="hold"/>
                                        <p:tgtEl>
                                          <p:spTgt spid="65"/>
                                        </p:tgtEl>
                                        <p:attrNameLst>
                                          <p:attrName>style.color</p:attrName>
                                        </p:attrNameLst>
                                      </p:cBhvr>
                                      <p:to>
                                        <a:srgbClr val="7F7F7F"/>
                                      </p:to>
                                    </p:animClr>
                                  </p:childTnLst>
                                </p:cTn>
                              </p:par>
                              <p:par>
                                <p:cTn id="154" presetID="3" presetClass="emph" presetSubtype="2" fill="hold" grpId="1" nodeType="withEffect">
                                  <p:stCondLst>
                                    <p:cond delay="0"/>
                                  </p:stCondLst>
                                  <p:childTnLst>
                                    <p:animClr clrSpc="rgb" dir="cw">
                                      <p:cBhvr override="childStyle">
                                        <p:cTn id="155" dur="10" fill="hold"/>
                                        <p:tgtEl>
                                          <p:spTgt spid="67"/>
                                        </p:tgtEl>
                                        <p:attrNameLst>
                                          <p:attrName>style.color</p:attrName>
                                        </p:attrNameLst>
                                      </p:cBhvr>
                                      <p:to>
                                        <a:srgbClr val="7F7F7F"/>
                                      </p:to>
                                    </p:animClr>
                                  </p:childTnLst>
                                </p:cTn>
                              </p:par>
                              <p:par>
                                <p:cTn id="156" presetID="7" presetClass="emph" presetSubtype="2" fill="hold" nodeType="withEffect">
                                  <p:stCondLst>
                                    <p:cond delay="0"/>
                                  </p:stCondLst>
                                  <p:childTnLst>
                                    <p:animClr clrSpc="rgb" dir="cw">
                                      <p:cBhvr>
                                        <p:cTn id="157" dur="10" fill="hold"/>
                                        <p:tgtEl>
                                          <p:spTgt spid="20"/>
                                        </p:tgtEl>
                                        <p:attrNameLst>
                                          <p:attrName>stroke.color</p:attrName>
                                        </p:attrNameLst>
                                      </p:cBhvr>
                                      <p:to>
                                        <a:srgbClr val="7F7F7F"/>
                                      </p:to>
                                    </p:animClr>
                                    <p:set>
                                      <p:cBhvr>
                                        <p:cTn id="158" dur="10" fill="hold"/>
                                        <p:tgtEl>
                                          <p:spTgt spid="20"/>
                                        </p:tgtEl>
                                        <p:attrNameLst>
                                          <p:attrName>stroke.on</p:attrName>
                                        </p:attrNameLst>
                                      </p:cBhvr>
                                      <p:to>
                                        <p:strVal val="true"/>
                                      </p:to>
                                    </p:set>
                                  </p:childTnLst>
                                </p:cTn>
                              </p:par>
                              <p:par>
                                <p:cTn id="159" presetID="7" presetClass="emph" presetSubtype="2" fill="hold" nodeType="withEffect">
                                  <p:stCondLst>
                                    <p:cond delay="0"/>
                                  </p:stCondLst>
                                  <p:childTnLst>
                                    <p:animClr clrSpc="rgb" dir="cw">
                                      <p:cBhvr>
                                        <p:cTn id="160" dur="10" fill="hold"/>
                                        <p:tgtEl>
                                          <p:spTgt spid="36"/>
                                        </p:tgtEl>
                                        <p:attrNameLst>
                                          <p:attrName>stroke.color</p:attrName>
                                        </p:attrNameLst>
                                      </p:cBhvr>
                                      <p:to>
                                        <a:srgbClr val="7F7F7F"/>
                                      </p:to>
                                    </p:animClr>
                                    <p:set>
                                      <p:cBhvr>
                                        <p:cTn id="161" dur="10" fill="hold"/>
                                        <p:tgtEl>
                                          <p:spTgt spid="36"/>
                                        </p:tgtEl>
                                        <p:attrNameLst>
                                          <p:attrName>stroke.on</p:attrName>
                                        </p:attrNameLst>
                                      </p:cBhvr>
                                      <p:to>
                                        <p:strVal val="true"/>
                                      </p:to>
                                    </p:set>
                                  </p:childTnLst>
                                </p:cTn>
                              </p:par>
                              <p:par>
                                <p:cTn id="162" presetID="1" presetClass="emph" presetSubtype="2" fill="hold" nodeType="withEffect">
                                  <p:stCondLst>
                                    <p:cond delay="0"/>
                                  </p:stCondLst>
                                  <p:childTnLst>
                                    <p:animClr clrSpc="rgb" dir="cw">
                                      <p:cBhvr>
                                        <p:cTn id="163" dur="10" fill="hold"/>
                                        <p:tgtEl>
                                          <p:spTgt spid="7"/>
                                        </p:tgtEl>
                                        <p:attrNameLst>
                                          <p:attrName>fillcolor</p:attrName>
                                        </p:attrNameLst>
                                      </p:cBhvr>
                                      <p:to>
                                        <a:srgbClr val="A5A5A5"/>
                                      </p:to>
                                    </p:animClr>
                                    <p:set>
                                      <p:cBhvr>
                                        <p:cTn id="164" dur="10" fill="hold"/>
                                        <p:tgtEl>
                                          <p:spTgt spid="7"/>
                                        </p:tgtEl>
                                        <p:attrNameLst>
                                          <p:attrName>fill.type</p:attrName>
                                        </p:attrNameLst>
                                      </p:cBhvr>
                                      <p:to>
                                        <p:strVal val="solid"/>
                                      </p:to>
                                    </p:set>
                                    <p:set>
                                      <p:cBhvr>
                                        <p:cTn id="165" dur="10" fill="hold"/>
                                        <p:tgtEl>
                                          <p:spTgt spid="7"/>
                                        </p:tgtEl>
                                        <p:attrNameLst>
                                          <p:attrName>fill.on</p:attrName>
                                        </p:attrNameLst>
                                      </p:cBhvr>
                                      <p:to>
                                        <p:strVal val="true"/>
                                      </p:to>
                                    </p:set>
                                  </p:childTnLst>
                                </p:cTn>
                              </p:par>
                              <p:par>
                                <p:cTn id="166" presetID="1" presetClass="emph" presetSubtype="2" fill="hold" nodeType="withEffect">
                                  <p:stCondLst>
                                    <p:cond delay="0"/>
                                  </p:stCondLst>
                                  <p:childTnLst>
                                    <p:animClr clrSpc="rgb" dir="cw">
                                      <p:cBhvr>
                                        <p:cTn id="167" dur="10" fill="hold"/>
                                        <p:tgtEl>
                                          <p:spTgt spid="9"/>
                                        </p:tgtEl>
                                        <p:attrNameLst>
                                          <p:attrName>fillcolor</p:attrName>
                                        </p:attrNameLst>
                                      </p:cBhvr>
                                      <p:to>
                                        <a:srgbClr val="A5A5A5"/>
                                      </p:to>
                                    </p:animClr>
                                    <p:set>
                                      <p:cBhvr>
                                        <p:cTn id="168" dur="10" fill="hold"/>
                                        <p:tgtEl>
                                          <p:spTgt spid="9"/>
                                        </p:tgtEl>
                                        <p:attrNameLst>
                                          <p:attrName>fill.type</p:attrName>
                                        </p:attrNameLst>
                                      </p:cBhvr>
                                      <p:to>
                                        <p:strVal val="solid"/>
                                      </p:to>
                                    </p:set>
                                    <p:set>
                                      <p:cBhvr>
                                        <p:cTn id="169" dur="10" fill="hold"/>
                                        <p:tgtEl>
                                          <p:spTgt spid="9"/>
                                        </p:tgtEl>
                                        <p:attrNameLst>
                                          <p:attrName>fill.on</p:attrName>
                                        </p:attrNameLst>
                                      </p:cBhvr>
                                      <p:to>
                                        <p:strVal val="true"/>
                                      </p:to>
                                    </p:se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38"/>
                                        </p:tgtEl>
                                        <p:attrNameLst>
                                          <p:attrName>style.visibility</p:attrName>
                                        </p:attrNameLst>
                                      </p:cBhvr>
                                      <p:to>
                                        <p:strVal val="visible"/>
                                      </p:to>
                                    </p:set>
                                    <p:animEffect transition="in" filter="wipe(left)">
                                      <p:cBhvr>
                                        <p:cTn id="174" dur="500"/>
                                        <p:tgtEl>
                                          <p:spTgt spid="38"/>
                                        </p:tgtEl>
                                      </p:cBhvr>
                                    </p:animEffect>
                                  </p:childTnLst>
                                </p:cTn>
                              </p:par>
                              <p:par>
                                <p:cTn id="175" presetID="22" presetClass="entr" presetSubtype="8" fill="hold" grpId="0" nodeType="withEffect">
                                  <p:stCondLst>
                                    <p:cond delay="0"/>
                                  </p:stCondLst>
                                  <p:childTnLst>
                                    <p:set>
                                      <p:cBhvr>
                                        <p:cTn id="176" dur="1" fill="hold">
                                          <p:stCondLst>
                                            <p:cond delay="0"/>
                                          </p:stCondLst>
                                        </p:cTn>
                                        <p:tgtEl>
                                          <p:spTgt spid="47"/>
                                        </p:tgtEl>
                                        <p:attrNameLst>
                                          <p:attrName>style.visibility</p:attrName>
                                        </p:attrNameLst>
                                      </p:cBhvr>
                                      <p:to>
                                        <p:strVal val="visible"/>
                                      </p:to>
                                    </p:set>
                                    <p:animEffect transition="in" filter="wipe(left)">
                                      <p:cBhvr>
                                        <p:cTn id="177" dur="500"/>
                                        <p:tgtEl>
                                          <p:spTgt spid="47"/>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grpId="0" nodeType="clickEffect">
                                  <p:stCondLst>
                                    <p:cond delay="0"/>
                                  </p:stCondLst>
                                  <p:childTnLst>
                                    <p:set>
                                      <p:cBhvr>
                                        <p:cTn id="181" dur="1" fill="hold">
                                          <p:stCondLst>
                                            <p:cond delay="0"/>
                                          </p:stCondLst>
                                        </p:cTn>
                                        <p:tgtEl>
                                          <p:spTgt spid="49"/>
                                        </p:tgtEl>
                                        <p:attrNameLst>
                                          <p:attrName>style.visibility</p:attrName>
                                        </p:attrNameLst>
                                      </p:cBhvr>
                                      <p:to>
                                        <p:strVal val="visible"/>
                                      </p:to>
                                    </p:set>
                                    <p:animEffect transition="in" filter="fade">
                                      <p:cBhvr>
                                        <p:cTn id="182" dur="500"/>
                                        <p:tgtEl>
                                          <p:spTgt spid="49"/>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ntr" presetSubtype="0" fill="hold" grpId="0" nodeType="clickEffect">
                                  <p:stCondLst>
                                    <p:cond delay="0"/>
                                  </p:stCondLst>
                                  <p:childTnLst>
                                    <p:set>
                                      <p:cBhvr>
                                        <p:cTn id="186" dur="1" fill="hold">
                                          <p:stCondLst>
                                            <p:cond delay="0"/>
                                          </p:stCondLst>
                                        </p:cTn>
                                        <p:tgtEl>
                                          <p:spTgt spid="12"/>
                                        </p:tgtEl>
                                        <p:attrNameLst>
                                          <p:attrName>style.visibility</p:attrName>
                                        </p:attrNameLst>
                                      </p:cBhvr>
                                      <p:to>
                                        <p:strVal val="visible"/>
                                      </p:to>
                                    </p:set>
                                    <p:animEffect transition="in" filter="fade">
                                      <p:cBhvr>
                                        <p:cTn id="187" dur="500"/>
                                        <p:tgtEl>
                                          <p:spTgt spid="12"/>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15"/>
                                        </p:tgtEl>
                                        <p:attrNameLst>
                                          <p:attrName>style.visibility</p:attrName>
                                        </p:attrNameLst>
                                      </p:cBhvr>
                                      <p:to>
                                        <p:strVal val="visible"/>
                                      </p:to>
                                    </p:set>
                                    <p:animEffect transition="in" filter="fade">
                                      <p:cBhvr>
                                        <p:cTn id="190" dur="500"/>
                                        <p:tgtEl>
                                          <p:spTgt spid="15"/>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16"/>
                                        </p:tgtEl>
                                        <p:attrNameLst>
                                          <p:attrName>style.visibility</p:attrName>
                                        </p:attrNameLst>
                                      </p:cBhvr>
                                      <p:to>
                                        <p:strVal val="visible"/>
                                      </p:to>
                                    </p:set>
                                    <p:animEffect transition="in" filter="fade">
                                      <p:cBhvr>
                                        <p:cTn id="193" dur="500"/>
                                        <p:tgtEl>
                                          <p:spTgt spid="16"/>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18"/>
                                        </p:tgtEl>
                                        <p:attrNameLst>
                                          <p:attrName>style.visibility</p:attrName>
                                        </p:attrNameLst>
                                      </p:cBhvr>
                                      <p:to>
                                        <p:strVal val="visible"/>
                                      </p:to>
                                    </p:set>
                                    <p:animEffect transition="in" filter="fade">
                                      <p:cBhvr>
                                        <p:cTn id="196" dur="500"/>
                                        <p:tgtEl>
                                          <p:spTgt spid="18"/>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19"/>
                                        </p:tgtEl>
                                        <p:attrNameLst>
                                          <p:attrName>style.visibility</p:attrName>
                                        </p:attrNameLst>
                                      </p:cBhvr>
                                      <p:to>
                                        <p:strVal val="visible"/>
                                      </p:to>
                                    </p:set>
                                    <p:animEffect transition="in" filter="fade">
                                      <p:cBhvr>
                                        <p:cTn id="199" dur="500"/>
                                        <p:tgtEl>
                                          <p:spTgt spid="19"/>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21"/>
                                        </p:tgtEl>
                                        <p:attrNameLst>
                                          <p:attrName>style.visibility</p:attrName>
                                        </p:attrNameLst>
                                      </p:cBhvr>
                                      <p:to>
                                        <p:strVal val="visible"/>
                                      </p:to>
                                    </p:set>
                                    <p:animEffect transition="in" filter="fade">
                                      <p:cBhvr>
                                        <p:cTn id="202" dur="500"/>
                                        <p:tgtEl>
                                          <p:spTgt spid="21"/>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24"/>
                                        </p:tgtEl>
                                        <p:attrNameLst>
                                          <p:attrName>style.visibility</p:attrName>
                                        </p:attrNameLst>
                                      </p:cBhvr>
                                      <p:to>
                                        <p:strVal val="visible"/>
                                      </p:to>
                                    </p:set>
                                    <p:animEffect transition="in" filter="fade">
                                      <p:cBhvr>
                                        <p:cTn id="205" dur="500"/>
                                        <p:tgtEl>
                                          <p:spTgt spid="24"/>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25"/>
                                        </p:tgtEl>
                                        <p:attrNameLst>
                                          <p:attrName>style.visibility</p:attrName>
                                        </p:attrNameLst>
                                      </p:cBhvr>
                                      <p:to>
                                        <p:strVal val="visible"/>
                                      </p:to>
                                    </p:set>
                                    <p:animEffect transition="in" filter="fade">
                                      <p:cBhvr>
                                        <p:cTn id="208" dur="500"/>
                                        <p:tgtEl>
                                          <p:spTgt spid="25"/>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27"/>
                                        </p:tgtEl>
                                        <p:attrNameLst>
                                          <p:attrName>style.visibility</p:attrName>
                                        </p:attrNameLst>
                                      </p:cBhvr>
                                      <p:to>
                                        <p:strVal val="visible"/>
                                      </p:to>
                                    </p:set>
                                    <p:animEffect transition="in" filter="fade">
                                      <p:cBhvr>
                                        <p:cTn id="211" dur="500"/>
                                        <p:tgtEl>
                                          <p:spTgt spid="27"/>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28"/>
                                        </p:tgtEl>
                                        <p:attrNameLst>
                                          <p:attrName>style.visibility</p:attrName>
                                        </p:attrNameLst>
                                      </p:cBhvr>
                                      <p:to>
                                        <p:strVal val="visible"/>
                                      </p:to>
                                    </p:set>
                                    <p:animEffect transition="in" filter="fade">
                                      <p:cBhvr>
                                        <p:cTn id="214" dur="500"/>
                                        <p:tgtEl>
                                          <p:spTgt spid="28"/>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29"/>
                                        </p:tgtEl>
                                        <p:attrNameLst>
                                          <p:attrName>style.visibility</p:attrName>
                                        </p:attrNameLst>
                                      </p:cBhvr>
                                      <p:to>
                                        <p:strVal val="visible"/>
                                      </p:to>
                                    </p:set>
                                    <p:animEffect transition="in" filter="fade">
                                      <p:cBhvr>
                                        <p:cTn id="217" dur="500"/>
                                        <p:tgtEl>
                                          <p:spTgt spid="29"/>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30"/>
                                        </p:tgtEl>
                                        <p:attrNameLst>
                                          <p:attrName>style.visibility</p:attrName>
                                        </p:attrNameLst>
                                      </p:cBhvr>
                                      <p:to>
                                        <p:strVal val="visible"/>
                                      </p:to>
                                    </p:set>
                                    <p:animEffect transition="in" filter="fade">
                                      <p:cBhvr>
                                        <p:cTn id="220" dur="500"/>
                                        <p:tgtEl>
                                          <p:spTgt spid="30"/>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31"/>
                                        </p:tgtEl>
                                        <p:attrNameLst>
                                          <p:attrName>style.visibility</p:attrName>
                                        </p:attrNameLst>
                                      </p:cBhvr>
                                      <p:to>
                                        <p:strVal val="visible"/>
                                      </p:to>
                                    </p:set>
                                    <p:animEffect transition="in" filter="fade">
                                      <p:cBhvr>
                                        <p:cTn id="223" dur="500"/>
                                        <p:tgtEl>
                                          <p:spTgt spid="31"/>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32"/>
                                        </p:tgtEl>
                                        <p:attrNameLst>
                                          <p:attrName>style.visibility</p:attrName>
                                        </p:attrNameLst>
                                      </p:cBhvr>
                                      <p:to>
                                        <p:strVal val="visible"/>
                                      </p:to>
                                    </p:set>
                                    <p:animEffect transition="in" filter="fade">
                                      <p:cBhvr>
                                        <p:cTn id="226" dur="500"/>
                                        <p:tgtEl>
                                          <p:spTgt spid="32"/>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35"/>
                                        </p:tgtEl>
                                        <p:attrNameLst>
                                          <p:attrName>style.visibility</p:attrName>
                                        </p:attrNameLst>
                                      </p:cBhvr>
                                      <p:to>
                                        <p:strVal val="visible"/>
                                      </p:to>
                                    </p:set>
                                    <p:animEffect transition="in" filter="fade">
                                      <p:cBhvr>
                                        <p:cTn id="229" dur="500"/>
                                        <p:tgtEl>
                                          <p:spTgt spid="35"/>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37"/>
                                        </p:tgtEl>
                                        <p:attrNameLst>
                                          <p:attrName>style.visibility</p:attrName>
                                        </p:attrNameLst>
                                      </p:cBhvr>
                                      <p:to>
                                        <p:strVal val="visible"/>
                                      </p:to>
                                    </p:set>
                                    <p:animEffect transition="in" filter="fade">
                                      <p:cBhvr>
                                        <p:cTn id="2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5" grpId="1"/>
      <p:bldP spid="67" grpId="0"/>
      <p:bldP spid="67" grpId="1"/>
      <p:bldP spid="12" grpId="0" bldLvl="0" animBg="1"/>
      <p:bldP spid="15" grpId="0" bldLvl="0" animBg="1"/>
      <p:bldP spid="16" grpId="0" bldLvl="0" animBg="1"/>
      <p:bldP spid="18" grpId="0" bldLvl="0" animBg="1"/>
      <p:bldP spid="19" grpId="0" bldLvl="0" animBg="1"/>
      <p:bldP spid="21" grpId="0" bldLvl="0" animBg="1"/>
      <p:bldP spid="24" grpId="0" bldLvl="0" animBg="1"/>
      <p:bldP spid="25" grpId="0" bldLvl="0" animBg="1"/>
      <p:bldP spid="27" grpId="0" bldLvl="0" animBg="1"/>
      <p:bldP spid="28" grpId="0" bldLvl="0" animBg="1"/>
      <p:bldP spid="29" grpId="0" bldLvl="0" animBg="1"/>
      <p:bldP spid="30" grpId="0" bldLvl="0" animBg="1"/>
      <p:bldP spid="31" grpId="0" bldLvl="0" animBg="1"/>
      <p:bldP spid="32" grpId="0" bldLvl="0" animBg="1"/>
      <p:bldP spid="35" grpId="0" bldLvl="0" animBg="1"/>
      <p:bldP spid="37" grpId="0" bldLvl="0" animBg="1"/>
      <p:bldP spid="38" grpId="0" bldLvl="0" animBg="1"/>
      <p:bldP spid="40" grpId="0" bldLvl="0" animBg="1"/>
      <p:bldP spid="40" grpId="1" bldLvl="0" animBg="1"/>
      <p:bldP spid="41" grpId="0" bldLvl="0" animBg="1"/>
      <p:bldP spid="50" grpId="0" bldLvl="0" animBg="1"/>
      <p:bldP spid="51" grpId="0" bldLvl="0" animBg="1"/>
      <p:bldP spid="52" grpId="0" bldLvl="0" animBg="1"/>
      <p:bldP spid="52" grpId="1" bldLvl="0" animBg="1"/>
      <p:bldP spid="53" grpId="0" bldLvl="0" animBg="1"/>
      <p:bldP spid="53" grpId="1" bldLvl="0" animBg="1"/>
      <p:bldP spid="54" grpId="0" bldLvl="0" animBg="1"/>
      <p:bldP spid="54" grpId="1" bldLvl="0" animBg="1"/>
      <p:bldP spid="72" grpId="0" bldLvl="0" animBg="1"/>
      <p:bldP spid="72" grpId="1" bldLvl="0" animBg="1"/>
      <p:bldP spid="73" grpId="0" bldLvl="0" animBg="1"/>
      <p:bldP spid="73" grpId="1" bldLvl="0" animBg="1"/>
      <p:bldP spid="74" grpId="0" bldLvl="0" animBg="1"/>
      <p:bldP spid="74" grpId="1" bldLvl="0" animBg="1"/>
      <p:bldP spid="76" grpId="0" bldLvl="0" animBg="1"/>
      <p:bldP spid="76" grpId="1" bldLvl="0" animBg="1"/>
      <p:bldP spid="78" grpId="0" bldLvl="0" animBg="1"/>
      <p:bldP spid="78" grpId="1" bldLvl="0" animBg="1"/>
      <p:bldP spid="80" grpId="0"/>
      <p:bldP spid="80" grpId="1"/>
      <p:bldP spid="81" grpId="0" bldLvl="0" animBg="1"/>
      <p:bldP spid="82" grpId="0"/>
      <p:bldP spid="47" grpId="0"/>
      <p:bldP spid="14" grpId="0" bldLvl="0" animBg="1"/>
      <p:bldP spid="46" grpId="0" bldLvl="0" animBg="1"/>
      <p:bldP spid="83" grpId="0" bldLvl="0" animBg="1"/>
      <p:bldP spid="125" grpId="0" bldLvl="0" animBg="1"/>
      <p:bldP spid="127" grpId="0" bldLvl="0" animBg="1"/>
      <p:bldP spid="127" grpId="1" bldLvl="0" animBg="1"/>
      <p:bldP spid="128" grpId="0" bldLvl="0" animBg="1"/>
      <p:bldP spid="128" grpId="1" bldLvl="0" animBg="1"/>
      <p:bldP spid="128" grpId="2" bldLvl="0" animBg="1"/>
      <p:bldP spid="129" grpId="0" bldLvl="0" animBg="1"/>
      <p:bldP spid="129" grpId="1" bldLvl="0" animBg="1"/>
      <p:bldP spid="129" grpId="2" bldLvl="0" animBg="1"/>
      <p:bldP spid="130" grpId="0" bldLvl="0" animBg="1"/>
      <p:bldP spid="130" grpId="1" bldLvl="0" animBg="1"/>
      <p:bldP spid="49"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132" name="任意多边形: 形状 131"/>
          <p:cNvSpPr/>
          <p:nvPr>
            <p:custDataLst>
              <p:tags r:id="rId2"/>
            </p:custDataLst>
          </p:nvPr>
        </p:nvSpPr>
        <p:spPr>
          <a:xfrm>
            <a:off x="2193925" y="1993900"/>
            <a:ext cx="2438435" cy="1257300"/>
          </a:xfrm>
          <a:custGeom>
            <a:avLst/>
            <a:gdLst>
              <a:gd name="connsiteX0" fmla="*/ 965200 w 2438435"/>
              <a:gd name="connsiteY0" fmla="*/ 34925 h 1257300"/>
              <a:gd name="connsiteX1" fmla="*/ 946150 w 2438435"/>
              <a:gd name="connsiteY1" fmla="*/ 41275 h 1257300"/>
              <a:gd name="connsiteX2" fmla="*/ 930275 w 2438435"/>
              <a:gd name="connsiteY2" fmla="*/ 47625 h 1257300"/>
              <a:gd name="connsiteX3" fmla="*/ 911225 w 2438435"/>
              <a:gd name="connsiteY3" fmla="*/ 50800 h 1257300"/>
              <a:gd name="connsiteX4" fmla="*/ 819150 w 2438435"/>
              <a:gd name="connsiteY4" fmla="*/ 82550 h 1257300"/>
              <a:gd name="connsiteX5" fmla="*/ 739775 w 2438435"/>
              <a:gd name="connsiteY5" fmla="*/ 104775 h 1257300"/>
              <a:gd name="connsiteX6" fmla="*/ 708025 w 2438435"/>
              <a:gd name="connsiteY6" fmla="*/ 123825 h 1257300"/>
              <a:gd name="connsiteX7" fmla="*/ 615950 w 2438435"/>
              <a:gd name="connsiteY7" fmla="*/ 174625 h 1257300"/>
              <a:gd name="connsiteX8" fmla="*/ 587375 w 2438435"/>
              <a:gd name="connsiteY8" fmla="*/ 184150 h 1257300"/>
              <a:gd name="connsiteX9" fmla="*/ 568325 w 2438435"/>
              <a:gd name="connsiteY9" fmla="*/ 193675 h 1257300"/>
              <a:gd name="connsiteX10" fmla="*/ 552450 w 2438435"/>
              <a:gd name="connsiteY10" fmla="*/ 200025 h 1257300"/>
              <a:gd name="connsiteX11" fmla="*/ 495300 w 2438435"/>
              <a:gd name="connsiteY11" fmla="*/ 228600 h 1257300"/>
              <a:gd name="connsiteX12" fmla="*/ 476250 w 2438435"/>
              <a:gd name="connsiteY12" fmla="*/ 238125 h 1257300"/>
              <a:gd name="connsiteX13" fmla="*/ 422275 w 2438435"/>
              <a:gd name="connsiteY13" fmla="*/ 273050 h 1257300"/>
              <a:gd name="connsiteX14" fmla="*/ 374650 w 2438435"/>
              <a:gd name="connsiteY14" fmla="*/ 304800 h 1257300"/>
              <a:gd name="connsiteX15" fmla="*/ 273050 w 2438435"/>
              <a:gd name="connsiteY15" fmla="*/ 368300 h 1257300"/>
              <a:gd name="connsiteX16" fmla="*/ 187325 w 2438435"/>
              <a:gd name="connsiteY16" fmla="*/ 450850 h 1257300"/>
              <a:gd name="connsiteX17" fmla="*/ 127000 w 2438435"/>
              <a:gd name="connsiteY17" fmla="*/ 514350 h 1257300"/>
              <a:gd name="connsiteX18" fmla="*/ 114300 w 2438435"/>
              <a:gd name="connsiteY18" fmla="*/ 536575 h 1257300"/>
              <a:gd name="connsiteX19" fmla="*/ 88900 w 2438435"/>
              <a:gd name="connsiteY19" fmla="*/ 590550 h 1257300"/>
              <a:gd name="connsiteX20" fmla="*/ 69850 w 2438435"/>
              <a:gd name="connsiteY20" fmla="*/ 628650 h 1257300"/>
              <a:gd name="connsiteX21" fmla="*/ 57150 w 2438435"/>
              <a:gd name="connsiteY21" fmla="*/ 654050 h 1257300"/>
              <a:gd name="connsiteX22" fmla="*/ 34925 w 2438435"/>
              <a:gd name="connsiteY22" fmla="*/ 711200 h 1257300"/>
              <a:gd name="connsiteX23" fmla="*/ 9525 w 2438435"/>
              <a:gd name="connsiteY23" fmla="*/ 809625 h 1257300"/>
              <a:gd name="connsiteX24" fmla="*/ 0 w 2438435"/>
              <a:gd name="connsiteY24" fmla="*/ 882650 h 1257300"/>
              <a:gd name="connsiteX25" fmla="*/ 22225 w 2438435"/>
              <a:gd name="connsiteY25" fmla="*/ 1035050 h 1257300"/>
              <a:gd name="connsiteX26" fmla="*/ 25400 w 2438435"/>
              <a:gd name="connsiteY26" fmla="*/ 1044575 h 1257300"/>
              <a:gd name="connsiteX27" fmla="*/ 114300 w 2438435"/>
              <a:gd name="connsiteY27" fmla="*/ 1117600 h 1257300"/>
              <a:gd name="connsiteX28" fmla="*/ 203200 w 2438435"/>
              <a:gd name="connsiteY28" fmla="*/ 1174750 h 1257300"/>
              <a:gd name="connsiteX29" fmla="*/ 238125 w 2438435"/>
              <a:gd name="connsiteY29" fmla="*/ 1187450 h 1257300"/>
              <a:gd name="connsiteX30" fmla="*/ 339725 w 2438435"/>
              <a:gd name="connsiteY30" fmla="*/ 1219200 h 1257300"/>
              <a:gd name="connsiteX31" fmla="*/ 438150 w 2438435"/>
              <a:gd name="connsiteY31" fmla="*/ 1241425 h 1257300"/>
              <a:gd name="connsiteX32" fmla="*/ 476250 w 2438435"/>
              <a:gd name="connsiteY32" fmla="*/ 1244600 h 1257300"/>
              <a:gd name="connsiteX33" fmla="*/ 565150 w 2438435"/>
              <a:gd name="connsiteY33" fmla="*/ 1257300 h 1257300"/>
              <a:gd name="connsiteX34" fmla="*/ 803275 w 2438435"/>
              <a:gd name="connsiteY34" fmla="*/ 1250950 h 1257300"/>
              <a:gd name="connsiteX35" fmla="*/ 844550 w 2438435"/>
              <a:gd name="connsiteY35" fmla="*/ 1244600 h 1257300"/>
              <a:gd name="connsiteX36" fmla="*/ 873125 w 2438435"/>
              <a:gd name="connsiteY36" fmla="*/ 1238250 h 1257300"/>
              <a:gd name="connsiteX37" fmla="*/ 917575 w 2438435"/>
              <a:gd name="connsiteY37" fmla="*/ 1231900 h 1257300"/>
              <a:gd name="connsiteX38" fmla="*/ 962025 w 2438435"/>
              <a:gd name="connsiteY38" fmla="*/ 1225550 h 1257300"/>
              <a:gd name="connsiteX39" fmla="*/ 996950 w 2438435"/>
              <a:gd name="connsiteY39" fmla="*/ 1222375 h 1257300"/>
              <a:gd name="connsiteX40" fmla="*/ 1054100 w 2438435"/>
              <a:gd name="connsiteY40" fmla="*/ 1212850 h 1257300"/>
              <a:gd name="connsiteX41" fmla="*/ 1101725 w 2438435"/>
              <a:gd name="connsiteY41" fmla="*/ 1209675 h 1257300"/>
              <a:gd name="connsiteX42" fmla="*/ 1146175 w 2438435"/>
              <a:gd name="connsiteY42" fmla="*/ 1200150 h 1257300"/>
              <a:gd name="connsiteX43" fmla="*/ 1190625 w 2438435"/>
              <a:gd name="connsiteY43" fmla="*/ 1193800 h 1257300"/>
              <a:gd name="connsiteX44" fmla="*/ 1260475 w 2438435"/>
              <a:gd name="connsiteY44" fmla="*/ 1190625 h 1257300"/>
              <a:gd name="connsiteX45" fmla="*/ 1397000 w 2438435"/>
              <a:gd name="connsiteY45" fmla="*/ 1196975 h 1257300"/>
              <a:gd name="connsiteX46" fmla="*/ 1416050 w 2438435"/>
              <a:gd name="connsiteY46" fmla="*/ 1200150 h 1257300"/>
              <a:gd name="connsiteX47" fmla="*/ 1454150 w 2438435"/>
              <a:gd name="connsiteY47" fmla="*/ 1203325 h 1257300"/>
              <a:gd name="connsiteX48" fmla="*/ 1508125 w 2438435"/>
              <a:gd name="connsiteY48" fmla="*/ 1209675 h 1257300"/>
              <a:gd name="connsiteX49" fmla="*/ 1571625 w 2438435"/>
              <a:gd name="connsiteY49" fmla="*/ 1216025 h 1257300"/>
              <a:gd name="connsiteX50" fmla="*/ 1622425 w 2438435"/>
              <a:gd name="connsiteY50" fmla="*/ 1222375 h 1257300"/>
              <a:gd name="connsiteX51" fmla="*/ 1720850 w 2438435"/>
              <a:gd name="connsiteY51" fmla="*/ 1228725 h 1257300"/>
              <a:gd name="connsiteX52" fmla="*/ 2032000 w 2438435"/>
              <a:gd name="connsiteY52" fmla="*/ 1235075 h 1257300"/>
              <a:gd name="connsiteX53" fmla="*/ 2095500 w 2438435"/>
              <a:gd name="connsiteY53" fmla="*/ 1222375 h 1257300"/>
              <a:gd name="connsiteX54" fmla="*/ 2120900 w 2438435"/>
              <a:gd name="connsiteY54" fmla="*/ 1219200 h 1257300"/>
              <a:gd name="connsiteX55" fmla="*/ 2139950 w 2438435"/>
              <a:gd name="connsiteY55" fmla="*/ 1212850 h 1257300"/>
              <a:gd name="connsiteX56" fmla="*/ 2225675 w 2438435"/>
              <a:gd name="connsiteY56" fmla="*/ 1193800 h 1257300"/>
              <a:gd name="connsiteX57" fmla="*/ 2238375 w 2438435"/>
              <a:gd name="connsiteY57" fmla="*/ 1187450 h 1257300"/>
              <a:gd name="connsiteX58" fmla="*/ 2254250 w 2438435"/>
              <a:gd name="connsiteY58" fmla="*/ 1177925 h 1257300"/>
              <a:gd name="connsiteX59" fmla="*/ 2346325 w 2438435"/>
              <a:gd name="connsiteY59" fmla="*/ 1136650 h 1257300"/>
              <a:gd name="connsiteX60" fmla="*/ 2362200 w 2438435"/>
              <a:gd name="connsiteY60" fmla="*/ 1127125 h 1257300"/>
              <a:gd name="connsiteX61" fmla="*/ 2387600 w 2438435"/>
              <a:gd name="connsiteY61" fmla="*/ 1108075 h 1257300"/>
              <a:gd name="connsiteX62" fmla="*/ 2403475 w 2438435"/>
              <a:gd name="connsiteY62" fmla="*/ 1069975 h 1257300"/>
              <a:gd name="connsiteX63" fmla="*/ 2413000 w 2438435"/>
              <a:gd name="connsiteY63" fmla="*/ 1031875 h 1257300"/>
              <a:gd name="connsiteX64" fmla="*/ 2419350 w 2438435"/>
              <a:gd name="connsiteY64" fmla="*/ 977900 h 1257300"/>
              <a:gd name="connsiteX65" fmla="*/ 2425700 w 2438435"/>
              <a:gd name="connsiteY65" fmla="*/ 955675 h 1257300"/>
              <a:gd name="connsiteX66" fmla="*/ 2432050 w 2438435"/>
              <a:gd name="connsiteY66" fmla="*/ 923925 h 1257300"/>
              <a:gd name="connsiteX67" fmla="*/ 2438400 w 2438435"/>
              <a:gd name="connsiteY67" fmla="*/ 762000 h 1257300"/>
              <a:gd name="connsiteX68" fmla="*/ 2409825 w 2438435"/>
              <a:gd name="connsiteY68" fmla="*/ 635000 h 1257300"/>
              <a:gd name="connsiteX69" fmla="*/ 2387600 w 2438435"/>
              <a:gd name="connsiteY69" fmla="*/ 593725 h 1257300"/>
              <a:gd name="connsiteX70" fmla="*/ 2308225 w 2438435"/>
              <a:gd name="connsiteY70" fmla="*/ 501650 h 1257300"/>
              <a:gd name="connsiteX71" fmla="*/ 2270125 w 2438435"/>
              <a:gd name="connsiteY71" fmla="*/ 469900 h 1257300"/>
              <a:gd name="connsiteX72" fmla="*/ 2130425 w 2438435"/>
              <a:gd name="connsiteY72" fmla="*/ 346075 h 1257300"/>
              <a:gd name="connsiteX73" fmla="*/ 2076450 w 2438435"/>
              <a:gd name="connsiteY73" fmla="*/ 304800 h 1257300"/>
              <a:gd name="connsiteX74" fmla="*/ 1873250 w 2438435"/>
              <a:gd name="connsiteY74" fmla="*/ 196850 h 1257300"/>
              <a:gd name="connsiteX75" fmla="*/ 1758950 w 2438435"/>
              <a:gd name="connsiteY75" fmla="*/ 142875 h 1257300"/>
              <a:gd name="connsiteX76" fmla="*/ 1711325 w 2438435"/>
              <a:gd name="connsiteY76" fmla="*/ 120650 h 1257300"/>
              <a:gd name="connsiteX77" fmla="*/ 1654175 w 2438435"/>
              <a:gd name="connsiteY77" fmla="*/ 104775 h 1257300"/>
              <a:gd name="connsiteX78" fmla="*/ 1609725 w 2438435"/>
              <a:gd name="connsiteY78" fmla="*/ 95250 h 1257300"/>
              <a:gd name="connsiteX79" fmla="*/ 1527175 w 2438435"/>
              <a:gd name="connsiteY79" fmla="*/ 82550 h 1257300"/>
              <a:gd name="connsiteX80" fmla="*/ 1447800 w 2438435"/>
              <a:gd name="connsiteY80" fmla="*/ 60325 h 1257300"/>
              <a:gd name="connsiteX81" fmla="*/ 1425575 w 2438435"/>
              <a:gd name="connsiteY81" fmla="*/ 53975 h 1257300"/>
              <a:gd name="connsiteX82" fmla="*/ 1346200 w 2438435"/>
              <a:gd name="connsiteY82" fmla="*/ 41275 h 1257300"/>
              <a:gd name="connsiteX83" fmla="*/ 1327150 w 2438435"/>
              <a:gd name="connsiteY83" fmla="*/ 34925 h 1257300"/>
              <a:gd name="connsiteX84" fmla="*/ 1285875 w 2438435"/>
              <a:gd name="connsiteY84" fmla="*/ 28575 h 1257300"/>
              <a:gd name="connsiteX85" fmla="*/ 1235075 w 2438435"/>
              <a:gd name="connsiteY85" fmla="*/ 15875 h 1257300"/>
              <a:gd name="connsiteX86" fmla="*/ 1168400 w 2438435"/>
              <a:gd name="connsiteY86" fmla="*/ 3175 h 1257300"/>
              <a:gd name="connsiteX87" fmla="*/ 1085850 w 2438435"/>
              <a:gd name="connsiteY87" fmla="*/ 0 h 1257300"/>
              <a:gd name="connsiteX88" fmla="*/ 1009650 w 2438435"/>
              <a:gd name="connsiteY88" fmla="*/ 3175 h 1257300"/>
              <a:gd name="connsiteX89" fmla="*/ 990600 w 2438435"/>
              <a:gd name="connsiteY89" fmla="*/ 9525 h 1257300"/>
              <a:gd name="connsiteX90" fmla="*/ 965200 w 2438435"/>
              <a:gd name="connsiteY90" fmla="*/ 34925 h 12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438435" h="1257300">
                <a:moveTo>
                  <a:pt x="965200" y="34925"/>
                </a:moveTo>
                <a:cubicBezTo>
                  <a:pt x="958850" y="37042"/>
                  <a:pt x="952440" y="38988"/>
                  <a:pt x="946150" y="41275"/>
                </a:cubicBezTo>
                <a:cubicBezTo>
                  <a:pt x="940794" y="43223"/>
                  <a:pt x="935773" y="46125"/>
                  <a:pt x="930275" y="47625"/>
                </a:cubicBezTo>
                <a:cubicBezTo>
                  <a:pt x="924064" y="49319"/>
                  <a:pt x="917575" y="49742"/>
                  <a:pt x="911225" y="50800"/>
                </a:cubicBezTo>
                <a:cubicBezTo>
                  <a:pt x="867990" y="67429"/>
                  <a:pt x="866451" y="69035"/>
                  <a:pt x="819150" y="82550"/>
                </a:cubicBezTo>
                <a:cubicBezTo>
                  <a:pt x="720711" y="110676"/>
                  <a:pt x="788737" y="88454"/>
                  <a:pt x="739775" y="104775"/>
                </a:cubicBezTo>
                <a:cubicBezTo>
                  <a:pt x="715797" y="122758"/>
                  <a:pt x="739318" y="106301"/>
                  <a:pt x="708025" y="123825"/>
                </a:cubicBezTo>
                <a:cubicBezTo>
                  <a:pt x="686449" y="135908"/>
                  <a:pt x="643535" y="163010"/>
                  <a:pt x="615950" y="174625"/>
                </a:cubicBezTo>
                <a:cubicBezTo>
                  <a:pt x="606697" y="178521"/>
                  <a:pt x="596697" y="180421"/>
                  <a:pt x="587375" y="184150"/>
                </a:cubicBezTo>
                <a:cubicBezTo>
                  <a:pt x="580783" y="186787"/>
                  <a:pt x="574788" y="190737"/>
                  <a:pt x="568325" y="193675"/>
                </a:cubicBezTo>
                <a:cubicBezTo>
                  <a:pt x="563137" y="196033"/>
                  <a:pt x="557592" y="197566"/>
                  <a:pt x="552450" y="200025"/>
                </a:cubicBezTo>
                <a:cubicBezTo>
                  <a:pt x="533236" y="209214"/>
                  <a:pt x="514350" y="219075"/>
                  <a:pt x="495300" y="228600"/>
                </a:cubicBezTo>
                <a:cubicBezTo>
                  <a:pt x="488950" y="231775"/>
                  <a:pt x="481794" y="233690"/>
                  <a:pt x="476250" y="238125"/>
                </a:cubicBezTo>
                <a:cubicBezTo>
                  <a:pt x="392927" y="304784"/>
                  <a:pt x="483885" y="236644"/>
                  <a:pt x="422275" y="273050"/>
                </a:cubicBezTo>
                <a:cubicBezTo>
                  <a:pt x="405849" y="282756"/>
                  <a:pt x="391076" y="295094"/>
                  <a:pt x="374650" y="304800"/>
                </a:cubicBezTo>
                <a:cubicBezTo>
                  <a:pt x="347649" y="320755"/>
                  <a:pt x="301175" y="345800"/>
                  <a:pt x="273050" y="368300"/>
                </a:cubicBezTo>
                <a:cubicBezTo>
                  <a:pt x="247719" y="388565"/>
                  <a:pt x="206101" y="432074"/>
                  <a:pt x="187325" y="450850"/>
                </a:cubicBezTo>
                <a:cubicBezTo>
                  <a:pt x="141270" y="496905"/>
                  <a:pt x="161052" y="475433"/>
                  <a:pt x="127000" y="514350"/>
                </a:cubicBezTo>
                <a:cubicBezTo>
                  <a:pt x="119720" y="536189"/>
                  <a:pt x="129677" y="509665"/>
                  <a:pt x="114300" y="536575"/>
                </a:cubicBezTo>
                <a:cubicBezTo>
                  <a:pt x="95490" y="569492"/>
                  <a:pt x="102630" y="561565"/>
                  <a:pt x="88900" y="590550"/>
                </a:cubicBezTo>
                <a:cubicBezTo>
                  <a:pt x="82822" y="603382"/>
                  <a:pt x="76200" y="615950"/>
                  <a:pt x="69850" y="628650"/>
                </a:cubicBezTo>
                <a:cubicBezTo>
                  <a:pt x="65617" y="637117"/>
                  <a:pt x="60581" y="645228"/>
                  <a:pt x="57150" y="654050"/>
                </a:cubicBezTo>
                <a:cubicBezTo>
                  <a:pt x="49742" y="673100"/>
                  <a:pt x="40798" y="691622"/>
                  <a:pt x="34925" y="711200"/>
                </a:cubicBezTo>
                <a:cubicBezTo>
                  <a:pt x="23115" y="750568"/>
                  <a:pt x="19111" y="761696"/>
                  <a:pt x="9525" y="809625"/>
                </a:cubicBezTo>
                <a:cubicBezTo>
                  <a:pt x="5672" y="828888"/>
                  <a:pt x="2361" y="861402"/>
                  <a:pt x="0" y="882650"/>
                </a:cubicBezTo>
                <a:cubicBezTo>
                  <a:pt x="7408" y="933450"/>
                  <a:pt x="5991" y="986347"/>
                  <a:pt x="22225" y="1035050"/>
                </a:cubicBezTo>
                <a:cubicBezTo>
                  <a:pt x="23283" y="1038225"/>
                  <a:pt x="23238" y="1042020"/>
                  <a:pt x="25400" y="1044575"/>
                </a:cubicBezTo>
                <a:cubicBezTo>
                  <a:pt x="53968" y="1078337"/>
                  <a:pt x="76100" y="1090490"/>
                  <a:pt x="114300" y="1117600"/>
                </a:cubicBezTo>
                <a:cubicBezTo>
                  <a:pt x="146215" y="1140250"/>
                  <a:pt x="168421" y="1155780"/>
                  <a:pt x="203200" y="1174750"/>
                </a:cubicBezTo>
                <a:cubicBezTo>
                  <a:pt x="225430" y="1186876"/>
                  <a:pt x="219774" y="1181843"/>
                  <a:pt x="238125" y="1187450"/>
                </a:cubicBezTo>
                <a:cubicBezTo>
                  <a:pt x="272058" y="1197818"/>
                  <a:pt x="305441" y="1210058"/>
                  <a:pt x="339725" y="1219200"/>
                </a:cubicBezTo>
                <a:cubicBezTo>
                  <a:pt x="380976" y="1230200"/>
                  <a:pt x="395342" y="1235310"/>
                  <a:pt x="438150" y="1241425"/>
                </a:cubicBezTo>
                <a:cubicBezTo>
                  <a:pt x="450766" y="1243227"/>
                  <a:pt x="463604" y="1243019"/>
                  <a:pt x="476250" y="1244600"/>
                </a:cubicBezTo>
                <a:cubicBezTo>
                  <a:pt x="505953" y="1248313"/>
                  <a:pt x="565150" y="1257300"/>
                  <a:pt x="565150" y="1257300"/>
                </a:cubicBezTo>
                <a:cubicBezTo>
                  <a:pt x="670303" y="1255682"/>
                  <a:pt x="720359" y="1260705"/>
                  <a:pt x="803275" y="1250950"/>
                </a:cubicBezTo>
                <a:cubicBezTo>
                  <a:pt x="810682" y="1250079"/>
                  <a:pt x="836348" y="1246240"/>
                  <a:pt x="844550" y="1244600"/>
                </a:cubicBezTo>
                <a:cubicBezTo>
                  <a:pt x="854118" y="1242686"/>
                  <a:pt x="863512" y="1239922"/>
                  <a:pt x="873125" y="1238250"/>
                </a:cubicBezTo>
                <a:cubicBezTo>
                  <a:pt x="887871" y="1235686"/>
                  <a:pt x="902773" y="1234120"/>
                  <a:pt x="917575" y="1231900"/>
                </a:cubicBezTo>
                <a:cubicBezTo>
                  <a:pt x="944693" y="1227832"/>
                  <a:pt x="930699" y="1228848"/>
                  <a:pt x="962025" y="1225550"/>
                </a:cubicBezTo>
                <a:cubicBezTo>
                  <a:pt x="973650" y="1224326"/>
                  <a:pt x="985368" y="1223954"/>
                  <a:pt x="996950" y="1222375"/>
                </a:cubicBezTo>
                <a:cubicBezTo>
                  <a:pt x="1020198" y="1219205"/>
                  <a:pt x="1032203" y="1214841"/>
                  <a:pt x="1054100" y="1212850"/>
                </a:cubicBezTo>
                <a:cubicBezTo>
                  <a:pt x="1069945" y="1211410"/>
                  <a:pt x="1085850" y="1210733"/>
                  <a:pt x="1101725" y="1209675"/>
                </a:cubicBezTo>
                <a:cubicBezTo>
                  <a:pt x="1188729" y="1197246"/>
                  <a:pt x="1057913" y="1216962"/>
                  <a:pt x="1146175" y="1200150"/>
                </a:cubicBezTo>
                <a:cubicBezTo>
                  <a:pt x="1160878" y="1197349"/>
                  <a:pt x="1175710" y="1195043"/>
                  <a:pt x="1190625" y="1193800"/>
                </a:cubicBezTo>
                <a:cubicBezTo>
                  <a:pt x="1213852" y="1191864"/>
                  <a:pt x="1237192" y="1191683"/>
                  <a:pt x="1260475" y="1190625"/>
                </a:cubicBezTo>
                <a:cubicBezTo>
                  <a:pt x="1299704" y="1191978"/>
                  <a:pt x="1354661" y="1192741"/>
                  <a:pt x="1397000" y="1196975"/>
                </a:cubicBezTo>
                <a:cubicBezTo>
                  <a:pt x="1403406" y="1197616"/>
                  <a:pt x="1409652" y="1199439"/>
                  <a:pt x="1416050" y="1200150"/>
                </a:cubicBezTo>
                <a:cubicBezTo>
                  <a:pt x="1428716" y="1201557"/>
                  <a:pt x="1441474" y="1202014"/>
                  <a:pt x="1454150" y="1203325"/>
                </a:cubicBezTo>
                <a:cubicBezTo>
                  <a:pt x="1472170" y="1205189"/>
                  <a:pt x="1490114" y="1207728"/>
                  <a:pt x="1508125" y="1209675"/>
                </a:cubicBezTo>
                <a:cubicBezTo>
                  <a:pt x="1529274" y="1211961"/>
                  <a:pt x="1550517" y="1213387"/>
                  <a:pt x="1571625" y="1216025"/>
                </a:cubicBezTo>
                <a:cubicBezTo>
                  <a:pt x="1588558" y="1218142"/>
                  <a:pt x="1605421" y="1220928"/>
                  <a:pt x="1622425" y="1222375"/>
                </a:cubicBezTo>
                <a:cubicBezTo>
                  <a:pt x="1655183" y="1225163"/>
                  <a:pt x="1688042" y="1226608"/>
                  <a:pt x="1720850" y="1228725"/>
                </a:cubicBezTo>
                <a:cubicBezTo>
                  <a:pt x="1821217" y="1253817"/>
                  <a:pt x="1934588" y="1236278"/>
                  <a:pt x="2032000" y="1235075"/>
                </a:cubicBezTo>
                <a:cubicBezTo>
                  <a:pt x="2057926" y="1228594"/>
                  <a:pt x="2054183" y="1229261"/>
                  <a:pt x="2095500" y="1222375"/>
                </a:cubicBezTo>
                <a:cubicBezTo>
                  <a:pt x="2103916" y="1220972"/>
                  <a:pt x="2112433" y="1220258"/>
                  <a:pt x="2120900" y="1219200"/>
                </a:cubicBezTo>
                <a:cubicBezTo>
                  <a:pt x="2127250" y="1217083"/>
                  <a:pt x="2133405" y="1214252"/>
                  <a:pt x="2139950" y="1212850"/>
                </a:cubicBezTo>
                <a:cubicBezTo>
                  <a:pt x="2177040" y="1204902"/>
                  <a:pt x="2178890" y="1217193"/>
                  <a:pt x="2225675" y="1193800"/>
                </a:cubicBezTo>
                <a:cubicBezTo>
                  <a:pt x="2229908" y="1191683"/>
                  <a:pt x="2234238" y="1189749"/>
                  <a:pt x="2238375" y="1187450"/>
                </a:cubicBezTo>
                <a:cubicBezTo>
                  <a:pt x="2243770" y="1184453"/>
                  <a:pt x="2248666" y="1180553"/>
                  <a:pt x="2254250" y="1177925"/>
                </a:cubicBezTo>
                <a:cubicBezTo>
                  <a:pt x="2284683" y="1163604"/>
                  <a:pt x="2317484" y="1153955"/>
                  <a:pt x="2346325" y="1136650"/>
                </a:cubicBezTo>
                <a:cubicBezTo>
                  <a:pt x="2351617" y="1133475"/>
                  <a:pt x="2357126" y="1130638"/>
                  <a:pt x="2362200" y="1127125"/>
                </a:cubicBezTo>
                <a:cubicBezTo>
                  <a:pt x="2370902" y="1121101"/>
                  <a:pt x="2387600" y="1108075"/>
                  <a:pt x="2387600" y="1108075"/>
                </a:cubicBezTo>
                <a:cubicBezTo>
                  <a:pt x="2392892" y="1095375"/>
                  <a:pt x="2398719" y="1082885"/>
                  <a:pt x="2403475" y="1069975"/>
                </a:cubicBezTo>
                <a:cubicBezTo>
                  <a:pt x="2406595" y="1061505"/>
                  <a:pt x="2411614" y="1042037"/>
                  <a:pt x="2413000" y="1031875"/>
                </a:cubicBezTo>
                <a:cubicBezTo>
                  <a:pt x="2415448" y="1013925"/>
                  <a:pt x="2416372" y="995769"/>
                  <a:pt x="2419350" y="977900"/>
                </a:cubicBezTo>
                <a:cubicBezTo>
                  <a:pt x="2420617" y="970300"/>
                  <a:pt x="2423935" y="963175"/>
                  <a:pt x="2425700" y="955675"/>
                </a:cubicBezTo>
                <a:cubicBezTo>
                  <a:pt x="2428172" y="945169"/>
                  <a:pt x="2429933" y="934508"/>
                  <a:pt x="2432050" y="923925"/>
                </a:cubicBezTo>
                <a:cubicBezTo>
                  <a:pt x="2432728" y="908330"/>
                  <a:pt x="2438962" y="769303"/>
                  <a:pt x="2438400" y="762000"/>
                </a:cubicBezTo>
                <a:cubicBezTo>
                  <a:pt x="2438057" y="757544"/>
                  <a:pt x="2415974" y="651210"/>
                  <a:pt x="2409825" y="635000"/>
                </a:cubicBezTo>
                <a:cubicBezTo>
                  <a:pt x="2404283" y="620390"/>
                  <a:pt x="2396611" y="606491"/>
                  <a:pt x="2387600" y="593725"/>
                </a:cubicBezTo>
                <a:cubicBezTo>
                  <a:pt x="2368770" y="567049"/>
                  <a:pt x="2335973" y="526623"/>
                  <a:pt x="2308225" y="501650"/>
                </a:cubicBezTo>
                <a:cubicBezTo>
                  <a:pt x="2295937" y="490591"/>
                  <a:pt x="2282042" y="481358"/>
                  <a:pt x="2270125" y="469900"/>
                </a:cubicBezTo>
                <a:cubicBezTo>
                  <a:pt x="2156807" y="360940"/>
                  <a:pt x="2319635" y="495027"/>
                  <a:pt x="2130425" y="346075"/>
                </a:cubicBezTo>
                <a:cubicBezTo>
                  <a:pt x="2112629" y="332065"/>
                  <a:pt x="2096014" y="316212"/>
                  <a:pt x="2076450" y="304800"/>
                </a:cubicBezTo>
                <a:cubicBezTo>
                  <a:pt x="1967897" y="241477"/>
                  <a:pt x="2012823" y="265492"/>
                  <a:pt x="1873250" y="196850"/>
                </a:cubicBezTo>
                <a:cubicBezTo>
                  <a:pt x="1841995" y="181479"/>
                  <a:pt x="1792418" y="158493"/>
                  <a:pt x="1758950" y="142875"/>
                </a:cubicBezTo>
                <a:cubicBezTo>
                  <a:pt x="1743075" y="135467"/>
                  <a:pt x="1728204" y="125339"/>
                  <a:pt x="1711325" y="120650"/>
                </a:cubicBezTo>
                <a:cubicBezTo>
                  <a:pt x="1692275" y="115358"/>
                  <a:pt x="1673507" y="108918"/>
                  <a:pt x="1654175" y="104775"/>
                </a:cubicBezTo>
                <a:cubicBezTo>
                  <a:pt x="1639358" y="101600"/>
                  <a:pt x="1624618" y="98043"/>
                  <a:pt x="1609725" y="95250"/>
                </a:cubicBezTo>
                <a:cubicBezTo>
                  <a:pt x="1566014" y="87054"/>
                  <a:pt x="1562083" y="86913"/>
                  <a:pt x="1527175" y="82550"/>
                </a:cubicBezTo>
                <a:cubicBezTo>
                  <a:pt x="1407952" y="47484"/>
                  <a:pt x="1517861" y="79008"/>
                  <a:pt x="1447800" y="60325"/>
                </a:cubicBezTo>
                <a:cubicBezTo>
                  <a:pt x="1440355" y="58340"/>
                  <a:pt x="1433144" y="55417"/>
                  <a:pt x="1425575" y="53975"/>
                </a:cubicBezTo>
                <a:cubicBezTo>
                  <a:pt x="1384674" y="46184"/>
                  <a:pt x="1383785" y="50118"/>
                  <a:pt x="1346200" y="41275"/>
                </a:cubicBezTo>
                <a:cubicBezTo>
                  <a:pt x="1339684" y="39742"/>
                  <a:pt x="1333700" y="36304"/>
                  <a:pt x="1327150" y="34925"/>
                </a:cubicBezTo>
                <a:cubicBezTo>
                  <a:pt x="1313528" y="32057"/>
                  <a:pt x="1299633" y="30692"/>
                  <a:pt x="1285875" y="28575"/>
                </a:cubicBezTo>
                <a:cubicBezTo>
                  <a:pt x="1240242" y="13364"/>
                  <a:pt x="1274662" y="22944"/>
                  <a:pt x="1235075" y="15875"/>
                </a:cubicBezTo>
                <a:cubicBezTo>
                  <a:pt x="1212803" y="11898"/>
                  <a:pt x="1191008" y="4045"/>
                  <a:pt x="1168400" y="3175"/>
                </a:cubicBezTo>
                <a:lnTo>
                  <a:pt x="1085850" y="0"/>
                </a:lnTo>
                <a:cubicBezTo>
                  <a:pt x="1060450" y="1058"/>
                  <a:pt x="1034946" y="645"/>
                  <a:pt x="1009650" y="3175"/>
                </a:cubicBezTo>
                <a:cubicBezTo>
                  <a:pt x="1002990" y="3841"/>
                  <a:pt x="997293" y="9525"/>
                  <a:pt x="990600" y="9525"/>
                </a:cubicBezTo>
                <a:lnTo>
                  <a:pt x="965200" y="34925"/>
                </a:lnTo>
                <a:close/>
              </a:path>
            </a:pathLst>
          </a:custGeom>
          <a:solidFill>
            <a:srgbClr val="B60A70">
              <a:alpha val="22000"/>
            </a:srgbClr>
          </a:solidFill>
          <a:ln w="19050">
            <a:solidFill>
              <a:srgbClr val="B60A70">
                <a:alpha val="48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 name="任意多边形: 形状 130"/>
          <p:cNvSpPr/>
          <p:nvPr>
            <p:custDataLst>
              <p:tags r:id="rId3"/>
            </p:custDataLst>
          </p:nvPr>
        </p:nvSpPr>
        <p:spPr>
          <a:xfrm>
            <a:off x="3033839" y="2003541"/>
            <a:ext cx="3292962" cy="1898650"/>
          </a:xfrm>
          <a:custGeom>
            <a:avLst/>
            <a:gdLst>
              <a:gd name="connsiteX0" fmla="*/ 483087 w 3292962"/>
              <a:gd name="connsiteY0" fmla="*/ 1254125 h 1898650"/>
              <a:gd name="connsiteX1" fmla="*/ 387837 w 3292962"/>
              <a:gd name="connsiteY1" fmla="*/ 1257300 h 1898650"/>
              <a:gd name="connsiteX2" fmla="*/ 333862 w 3292962"/>
              <a:gd name="connsiteY2" fmla="*/ 1263650 h 1898650"/>
              <a:gd name="connsiteX3" fmla="*/ 314812 w 3292962"/>
              <a:gd name="connsiteY3" fmla="*/ 1270000 h 1898650"/>
              <a:gd name="connsiteX4" fmla="*/ 295762 w 3292962"/>
              <a:gd name="connsiteY4" fmla="*/ 1273175 h 1898650"/>
              <a:gd name="connsiteX5" fmla="*/ 283062 w 3292962"/>
              <a:gd name="connsiteY5" fmla="*/ 1279525 h 1898650"/>
              <a:gd name="connsiteX6" fmla="*/ 273537 w 3292962"/>
              <a:gd name="connsiteY6" fmla="*/ 1282700 h 1898650"/>
              <a:gd name="connsiteX7" fmla="*/ 264012 w 3292962"/>
              <a:gd name="connsiteY7" fmla="*/ 1289050 h 1898650"/>
              <a:gd name="connsiteX8" fmla="*/ 248137 w 3292962"/>
              <a:gd name="connsiteY8" fmla="*/ 1295400 h 1898650"/>
              <a:gd name="connsiteX9" fmla="*/ 235437 w 3292962"/>
              <a:gd name="connsiteY9" fmla="*/ 1301750 h 1898650"/>
              <a:gd name="connsiteX10" fmla="*/ 206862 w 3292962"/>
              <a:gd name="connsiteY10" fmla="*/ 1311275 h 1898650"/>
              <a:gd name="connsiteX11" fmla="*/ 190987 w 3292962"/>
              <a:gd name="connsiteY11" fmla="*/ 1317625 h 1898650"/>
              <a:gd name="connsiteX12" fmla="*/ 175112 w 3292962"/>
              <a:gd name="connsiteY12" fmla="*/ 1320800 h 1898650"/>
              <a:gd name="connsiteX13" fmla="*/ 156062 w 3292962"/>
              <a:gd name="connsiteY13" fmla="*/ 1327150 h 1898650"/>
              <a:gd name="connsiteX14" fmla="*/ 108437 w 3292962"/>
              <a:gd name="connsiteY14" fmla="*/ 1333500 h 1898650"/>
              <a:gd name="connsiteX15" fmla="*/ 73512 w 3292962"/>
              <a:gd name="connsiteY15" fmla="*/ 1346200 h 1898650"/>
              <a:gd name="connsiteX16" fmla="*/ 67162 w 3292962"/>
              <a:gd name="connsiteY16" fmla="*/ 1355725 h 1898650"/>
              <a:gd name="connsiteX17" fmla="*/ 57637 w 3292962"/>
              <a:gd name="connsiteY17" fmla="*/ 1368425 h 1898650"/>
              <a:gd name="connsiteX18" fmla="*/ 51287 w 3292962"/>
              <a:gd name="connsiteY18" fmla="*/ 1400175 h 1898650"/>
              <a:gd name="connsiteX19" fmla="*/ 32237 w 3292962"/>
              <a:gd name="connsiteY19" fmla="*/ 1450975 h 1898650"/>
              <a:gd name="connsiteX20" fmla="*/ 22712 w 3292962"/>
              <a:gd name="connsiteY20" fmla="*/ 1485900 h 1898650"/>
              <a:gd name="connsiteX21" fmla="*/ 16362 w 3292962"/>
              <a:gd name="connsiteY21" fmla="*/ 1508125 h 1898650"/>
              <a:gd name="connsiteX22" fmla="*/ 3662 w 3292962"/>
              <a:gd name="connsiteY22" fmla="*/ 1543050 h 1898650"/>
              <a:gd name="connsiteX23" fmla="*/ 3662 w 3292962"/>
              <a:gd name="connsiteY23" fmla="*/ 1622425 h 1898650"/>
              <a:gd name="connsiteX24" fmla="*/ 6837 w 3292962"/>
              <a:gd name="connsiteY24" fmla="*/ 1635125 h 1898650"/>
              <a:gd name="connsiteX25" fmla="*/ 35412 w 3292962"/>
              <a:gd name="connsiteY25" fmla="*/ 1679575 h 1898650"/>
              <a:gd name="connsiteX26" fmla="*/ 73512 w 3292962"/>
              <a:gd name="connsiteY26" fmla="*/ 1717675 h 1898650"/>
              <a:gd name="connsiteX27" fmla="*/ 92562 w 3292962"/>
              <a:gd name="connsiteY27" fmla="*/ 1736725 h 1898650"/>
              <a:gd name="connsiteX28" fmla="*/ 156062 w 3292962"/>
              <a:gd name="connsiteY28" fmla="*/ 1768475 h 1898650"/>
              <a:gd name="connsiteX29" fmla="*/ 168762 w 3292962"/>
              <a:gd name="connsiteY29" fmla="*/ 1774825 h 1898650"/>
              <a:gd name="connsiteX30" fmla="*/ 187812 w 3292962"/>
              <a:gd name="connsiteY30" fmla="*/ 1781175 h 1898650"/>
              <a:gd name="connsiteX31" fmla="*/ 295762 w 3292962"/>
              <a:gd name="connsiteY31" fmla="*/ 1809750 h 1898650"/>
              <a:gd name="connsiteX32" fmla="*/ 337037 w 3292962"/>
              <a:gd name="connsiteY32" fmla="*/ 1822450 h 1898650"/>
              <a:gd name="connsiteX33" fmla="*/ 356087 w 3292962"/>
              <a:gd name="connsiteY33" fmla="*/ 1825625 h 1898650"/>
              <a:gd name="connsiteX34" fmla="*/ 365612 w 3292962"/>
              <a:gd name="connsiteY34" fmla="*/ 1828800 h 1898650"/>
              <a:gd name="connsiteX35" fmla="*/ 429112 w 3292962"/>
              <a:gd name="connsiteY35" fmla="*/ 1835150 h 1898650"/>
              <a:gd name="connsiteX36" fmla="*/ 429112 w 3292962"/>
              <a:gd name="connsiteY36" fmla="*/ 1835150 h 1898650"/>
              <a:gd name="connsiteX37" fmla="*/ 622787 w 3292962"/>
              <a:gd name="connsiteY37" fmla="*/ 1841500 h 1898650"/>
              <a:gd name="connsiteX38" fmla="*/ 708512 w 3292962"/>
              <a:gd name="connsiteY38" fmla="*/ 1847850 h 1898650"/>
              <a:gd name="connsiteX39" fmla="*/ 772012 w 3292962"/>
              <a:gd name="connsiteY39" fmla="*/ 1854200 h 1898650"/>
              <a:gd name="connsiteX40" fmla="*/ 803762 w 3292962"/>
              <a:gd name="connsiteY40" fmla="*/ 1857375 h 1898650"/>
              <a:gd name="connsiteX41" fmla="*/ 848212 w 3292962"/>
              <a:gd name="connsiteY41" fmla="*/ 1860550 h 1898650"/>
              <a:gd name="connsiteX42" fmla="*/ 956162 w 3292962"/>
              <a:gd name="connsiteY42" fmla="*/ 1870075 h 1898650"/>
              <a:gd name="connsiteX43" fmla="*/ 1206987 w 3292962"/>
              <a:gd name="connsiteY43" fmla="*/ 1876425 h 1898650"/>
              <a:gd name="connsiteX44" fmla="*/ 1257787 w 3292962"/>
              <a:gd name="connsiteY44" fmla="*/ 1879600 h 1898650"/>
              <a:gd name="connsiteX45" fmla="*/ 1397487 w 3292962"/>
              <a:gd name="connsiteY45" fmla="*/ 1895475 h 1898650"/>
              <a:gd name="connsiteX46" fmla="*/ 1537187 w 3292962"/>
              <a:gd name="connsiteY46" fmla="*/ 1898650 h 1898650"/>
              <a:gd name="connsiteX47" fmla="*/ 1645137 w 3292962"/>
              <a:gd name="connsiteY47" fmla="*/ 1895475 h 1898650"/>
              <a:gd name="connsiteX48" fmla="*/ 1711812 w 3292962"/>
              <a:gd name="connsiteY48" fmla="*/ 1892300 h 1898650"/>
              <a:gd name="connsiteX49" fmla="*/ 1851512 w 3292962"/>
              <a:gd name="connsiteY49" fmla="*/ 1895475 h 1898650"/>
              <a:gd name="connsiteX50" fmla="*/ 1946762 w 3292962"/>
              <a:gd name="connsiteY50" fmla="*/ 1892300 h 1898650"/>
              <a:gd name="connsiteX51" fmla="*/ 1965812 w 3292962"/>
              <a:gd name="connsiteY51" fmla="*/ 1889125 h 1898650"/>
              <a:gd name="connsiteX52" fmla="*/ 2042012 w 3292962"/>
              <a:gd name="connsiteY52" fmla="*/ 1882775 h 1898650"/>
              <a:gd name="connsiteX53" fmla="*/ 2175362 w 3292962"/>
              <a:gd name="connsiteY53" fmla="*/ 1873250 h 1898650"/>
              <a:gd name="connsiteX54" fmla="*/ 2264262 w 3292962"/>
              <a:gd name="connsiteY54" fmla="*/ 1863725 h 1898650"/>
              <a:gd name="connsiteX55" fmla="*/ 2346812 w 3292962"/>
              <a:gd name="connsiteY55" fmla="*/ 1847850 h 1898650"/>
              <a:gd name="connsiteX56" fmla="*/ 2413487 w 3292962"/>
              <a:gd name="connsiteY56" fmla="*/ 1816100 h 1898650"/>
              <a:gd name="connsiteX57" fmla="*/ 2524612 w 3292962"/>
              <a:gd name="connsiteY57" fmla="*/ 1778000 h 1898650"/>
              <a:gd name="connsiteX58" fmla="*/ 2559537 w 3292962"/>
              <a:gd name="connsiteY58" fmla="*/ 1762125 h 1898650"/>
              <a:gd name="connsiteX59" fmla="*/ 2664312 w 3292962"/>
              <a:gd name="connsiteY59" fmla="*/ 1714500 h 1898650"/>
              <a:gd name="connsiteX60" fmla="*/ 2772262 w 3292962"/>
              <a:gd name="connsiteY60" fmla="*/ 1651000 h 1898650"/>
              <a:gd name="connsiteX61" fmla="*/ 2813537 w 3292962"/>
              <a:gd name="connsiteY61" fmla="*/ 1625600 h 1898650"/>
              <a:gd name="connsiteX62" fmla="*/ 2899262 w 3292962"/>
              <a:gd name="connsiteY62" fmla="*/ 1562100 h 1898650"/>
              <a:gd name="connsiteX63" fmla="*/ 2965937 w 3292962"/>
              <a:gd name="connsiteY63" fmla="*/ 1517650 h 1898650"/>
              <a:gd name="connsiteX64" fmla="*/ 3004037 w 3292962"/>
              <a:gd name="connsiteY64" fmla="*/ 1492250 h 1898650"/>
              <a:gd name="connsiteX65" fmla="*/ 3058012 w 3292962"/>
              <a:gd name="connsiteY65" fmla="*/ 1447800 h 1898650"/>
              <a:gd name="connsiteX66" fmla="*/ 3077062 w 3292962"/>
              <a:gd name="connsiteY66" fmla="*/ 1419225 h 1898650"/>
              <a:gd name="connsiteX67" fmla="*/ 3115162 w 3292962"/>
              <a:gd name="connsiteY67" fmla="*/ 1374775 h 1898650"/>
              <a:gd name="connsiteX68" fmla="*/ 3134212 w 3292962"/>
              <a:gd name="connsiteY68" fmla="*/ 1339850 h 1898650"/>
              <a:gd name="connsiteX69" fmla="*/ 3194537 w 3292962"/>
              <a:gd name="connsiteY69" fmla="*/ 1250950 h 1898650"/>
              <a:gd name="connsiteX70" fmla="*/ 3242162 w 3292962"/>
              <a:gd name="connsiteY70" fmla="*/ 1149350 h 1898650"/>
              <a:gd name="connsiteX71" fmla="*/ 3270737 w 3292962"/>
              <a:gd name="connsiteY71" fmla="*/ 1069975 h 1898650"/>
              <a:gd name="connsiteX72" fmla="*/ 3283437 w 3292962"/>
              <a:gd name="connsiteY72" fmla="*/ 1038225 h 1898650"/>
              <a:gd name="connsiteX73" fmla="*/ 3286612 w 3292962"/>
              <a:gd name="connsiteY73" fmla="*/ 1022350 h 1898650"/>
              <a:gd name="connsiteX74" fmla="*/ 3292962 w 3292962"/>
              <a:gd name="connsiteY74" fmla="*/ 965200 h 1898650"/>
              <a:gd name="connsiteX75" fmla="*/ 3286612 w 3292962"/>
              <a:gd name="connsiteY75" fmla="*/ 841375 h 1898650"/>
              <a:gd name="connsiteX76" fmla="*/ 3264387 w 3292962"/>
              <a:gd name="connsiteY76" fmla="*/ 723900 h 1898650"/>
              <a:gd name="connsiteX77" fmla="*/ 3245337 w 3292962"/>
              <a:gd name="connsiteY77" fmla="*/ 676275 h 1898650"/>
              <a:gd name="connsiteX78" fmla="*/ 3204062 w 3292962"/>
              <a:gd name="connsiteY78" fmla="*/ 596900 h 1898650"/>
              <a:gd name="connsiteX79" fmla="*/ 3108812 w 3292962"/>
              <a:gd name="connsiteY79" fmla="*/ 485775 h 1898650"/>
              <a:gd name="connsiteX80" fmla="*/ 3026262 w 3292962"/>
              <a:gd name="connsiteY80" fmla="*/ 431800 h 1898650"/>
              <a:gd name="connsiteX81" fmla="*/ 2940537 w 3292962"/>
              <a:gd name="connsiteY81" fmla="*/ 377825 h 1898650"/>
              <a:gd name="connsiteX82" fmla="*/ 2880212 w 3292962"/>
              <a:gd name="connsiteY82" fmla="*/ 342900 h 1898650"/>
              <a:gd name="connsiteX83" fmla="*/ 2842112 w 3292962"/>
              <a:gd name="connsiteY83" fmla="*/ 323850 h 1898650"/>
              <a:gd name="connsiteX84" fmla="*/ 2813537 w 3292962"/>
              <a:gd name="connsiteY84" fmla="*/ 307975 h 1898650"/>
              <a:gd name="connsiteX85" fmla="*/ 2730987 w 3292962"/>
              <a:gd name="connsiteY85" fmla="*/ 269875 h 1898650"/>
              <a:gd name="connsiteX86" fmla="*/ 2648437 w 3292962"/>
              <a:gd name="connsiteY86" fmla="*/ 225425 h 1898650"/>
              <a:gd name="connsiteX87" fmla="*/ 2588112 w 3292962"/>
              <a:gd name="connsiteY87" fmla="*/ 190500 h 1898650"/>
              <a:gd name="connsiteX88" fmla="*/ 2550012 w 3292962"/>
              <a:gd name="connsiteY88" fmla="*/ 174625 h 1898650"/>
              <a:gd name="connsiteX89" fmla="*/ 2511912 w 3292962"/>
              <a:gd name="connsiteY89" fmla="*/ 152400 h 1898650"/>
              <a:gd name="connsiteX90" fmla="*/ 2419837 w 3292962"/>
              <a:gd name="connsiteY90" fmla="*/ 117475 h 1898650"/>
              <a:gd name="connsiteX91" fmla="*/ 2248387 w 3292962"/>
              <a:gd name="connsiteY91" fmla="*/ 47625 h 1898650"/>
              <a:gd name="connsiteX92" fmla="*/ 2200762 w 3292962"/>
              <a:gd name="connsiteY92" fmla="*/ 28575 h 1898650"/>
              <a:gd name="connsiteX93" fmla="*/ 2137262 w 3292962"/>
              <a:gd name="connsiteY93" fmla="*/ 12700 h 1898650"/>
              <a:gd name="connsiteX94" fmla="*/ 2000737 w 3292962"/>
              <a:gd name="connsiteY94" fmla="*/ 0 h 1898650"/>
              <a:gd name="connsiteX95" fmla="*/ 1873737 w 3292962"/>
              <a:gd name="connsiteY95" fmla="*/ 12700 h 1898650"/>
              <a:gd name="connsiteX96" fmla="*/ 1838812 w 3292962"/>
              <a:gd name="connsiteY96" fmla="*/ 31750 h 1898650"/>
              <a:gd name="connsiteX97" fmla="*/ 1822937 w 3292962"/>
              <a:gd name="connsiteY97" fmla="*/ 38100 h 1898650"/>
              <a:gd name="connsiteX98" fmla="*/ 1788012 w 3292962"/>
              <a:gd name="connsiteY98" fmla="*/ 63500 h 1898650"/>
              <a:gd name="connsiteX99" fmla="*/ 1772137 w 3292962"/>
              <a:gd name="connsiteY99" fmla="*/ 82550 h 1898650"/>
              <a:gd name="connsiteX100" fmla="*/ 1746737 w 3292962"/>
              <a:gd name="connsiteY100" fmla="*/ 104775 h 1898650"/>
              <a:gd name="connsiteX101" fmla="*/ 1708637 w 3292962"/>
              <a:gd name="connsiteY101" fmla="*/ 155575 h 1898650"/>
              <a:gd name="connsiteX102" fmla="*/ 1683237 w 3292962"/>
              <a:gd name="connsiteY102" fmla="*/ 203200 h 1898650"/>
              <a:gd name="connsiteX103" fmla="*/ 1670537 w 3292962"/>
              <a:gd name="connsiteY103" fmla="*/ 231775 h 1898650"/>
              <a:gd name="connsiteX104" fmla="*/ 1657837 w 3292962"/>
              <a:gd name="connsiteY104" fmla="*/ 257175 h 1898650"/>
              <a:gd name="connsiteX105" fmla="*/ 1651487 w 3292962"/>
              <a:gd name="connsiteY105" fmla="*/ 282575 h 1898650"/>
              <a:gd name="connsiteX106" fmla="*/ 1641962 w 3292962"/>
              <a:gd name="connsiteY106" fmla="*/ 323850 h 1898650"/>
              <a:gd name="connsiteX107" fmla="*/ 1645137 w 3292962"/>
              <a:gd name="connsiteY107" fmla="*/ 393700 h 1898650"/>
              <a:gd name="connsiteX108" fmla="*/ 1654662 w 3292962"/>
              <a:gd name="connsiteY108" fmla="*/ 428625 h 1898650"/>
              <a:gd name="connsiteX109" fmla="*/ 1683237 w 3292962"/>
              <a:gd name="connsiteY109" fmla="*/ 527050 h 1898650"/>
              <a:gd name="connsiteX110" fmla="*/ 1702287 w 3292962"/>
              <a:gd name="connsiteY110" fmla="*/ 558800 h 1898650"/>
              <a:gd name="connsiteX111" fmla="*/ 1711812 w 3292962"/>
              <a:gd name="connsiteY111" fmla="*/ 584200 h 1898650"/>
              <a:gd name="connsiteX112" fmla="*/ 1727687 w 3292962"/>
              <a:gd name="connsiteY112" fmla="*/ 615950 h 1898650"/>
              <a:gd name="connsiteX113" fmla="*/ 1762612 w 3292962"/>
              <a:gd name="connsiteY113" fmla="*/ 663575 h 1898650"/>
              <a:gd name="connsiteX114" fmla="*/ 1772137 w 3292962"/>
              <a:gd name="connsiteY114" fmla="*/ 676275 h 1898650"/>
              <a:gd name="connsiteX115" fmla="*/ 1778487 w 3292962"/>
              <a:gd name="connsiteY115" fmla="*/ 688975 h 1898650"/>
              <a:gd name="connsiteX116" fmla="*/ 1784837 w 3292962"/>
              <a:gd name="connsiteY116" fmla="*/ 698500 h 1898650"/>
              <a:gd name="connsiteX117" fmla="*/ 1794362 w 3292962"/>
              <a:gd name="connsiteY117" fmla="*/ 714375 h 1898650"/>
              <a:gd name="connsiteX118" fmla="*/ 1800712 w 3292962"/>
              <a:gd name="connsiteY118" fmla="*/ 727075 h 1898650"/>
              <a:gd name="connsiteX119" fmla="*/ 1813412 w 3292962"/>
              <a:gd name="connsiteY119" fmla="*/ 758825 h 1898650"/>
              <a:gd name="connsiteX120" fmla="*/ 1829287 w 3292962"/>
              <a:gd name="connsiteY120" fmla="*/ 790575 h 1898650"/>
              <a:gd name="connsiteX121" fmla="*/ 1832462 w 3292962"/>
              <a:gd name="connsiteY121" fmla="*/ 806450 h 1898650"/>
              <a:gd name="connsiteX122" fmla="*/ 1845162 w 3292962"/>
              <a:gd name="connsiteY122" fmla="*/ 844550 h 1898650"/>
              <a:gd name="connsiteX123" fmla="*/ 1838812 w 3292962"/>
              <a:gd name="connsiteY123" fmla="*/ 898525 h 1898650"/>
              <a:gd name="connsiteX124" fmla="*/ 1835637 w 3292962"/>
              <a:gd name="connsiteY124" fmla="*/ 914400 h 1898650"/>
              <a:gd name="connsiteX125" fmla="*/ 1819762 w 3292962"/>
              <a:gd name="connsiteY125" fmla="*/ 946150 h 1898650"/>
              <a:gd name="connsiteX126" fmla="*/ 1810237 w 3292962"/>
              <a:gd name="connsiteY126" fmla="*/ 977900 h 1898650"/>
              <a:gd name="connsiteX127" fmla="*/ 1803887 w 3292962"/>
              <a:gd name="connsiteY127" fmla="*/ 987425 h 1898650"/>
              <a:gd name="connsiteX128" fmla="*/ 1791187 w 3292962"/>
              <a:gd name="connsiteY128" fmla="*/ 1016000 h 1898650"/>
              <a:gd name="connsiteX129" fmla="*/ 1781662 w 3292962"/>
              <a:gd name="connsiteY129" fmla="*/ 1022350 h 1898650"/>
              <a:gd name="connsiteX130" fmla="*/ 1762612 w 3292962"/>
              <a:gd name="connsiteY130" fmla="*/ 1050925 h 1898650"/>
              <a:gd name="connsiteX131" fmla="*/ 1743562 w 3292962"/>
              <a:gd name="connsiteY131" fmla="*/ 1076325 h 1898650"/>
              <a:gd name="connsiteX132" fmla="*/ 1734037 w 3292962"/>
              <a:gd name="connsiteY132" fmla="*/ 1082675 h 1898650"/>
              <a:gd name="connsiteX133" fmla="*/ 1718162 w 3292962"/>
              <a:gd name="connsiteY133" fmla="*/ 1108075 h 1898650"/>
              <a:gd name="connsiteX134" fmla="*/ 1708637 w 3292962"/>
              <a:gd name="connsiteY134" fmla="*/ 1120775 h 1898650"/>
              <a:gd name="connsiteX135" fmla="*/ 1705462 w 3292962"/>
              <a:gd name="connsiteY135" fmla="*/ 1130300 h 1898650"/>
              <a:gd name="connsiteX136" fmla="*/ 1676887 w 3292962"/>
              <a:gd name="connsiteY136" fmla="*/ 1158875 h 1898650"/>
              <a:gd name="connsiteX137" fmla="*/ 1651487 w 3292962"/>
              <a:gd name="connsiteY137" fmla="*/ 1181100 h 1898650"/>
              <a:gd name="connsiteX138" fmla="*/ 1619737 w 3292962"/>
              <a:gd name="connsiteY138" fmla="*/ 1212850 h 1898650"/>
              <a:gd name="connsiteX139" fmla="*/ 1607037 w 3292962"/>
              <a:gd name="connsiteY139" fmla="*/ 1225550 h 1898650"/>
              <a:gd name="connsiteX140" fmla="*/ 1587987 w 3292962"/>
              <a:gd name="connsiteY140" fmla="*/ 1235075 h 1898650"/>
              <a:gd name="connsiteX141" fmla="*/ 1565762 w 3292962"/>
              <a:gd name="connsiteY141" fmla="*/ 1254125 h 1898650"/>
              <a:gd name="connsiteX142" fmla="*/ 1553062 w 3292962"/>
              <a:gd name="connsiteY142" fmla="*/ 1260475 h 1898650"/>
              <a:gd name="connsiteX143" fmla="*/ 1537187 w 3292962"/>
              <a:gd name="connsiteY143" fmla="*/ 1270000 h 1898650"/>
              <a:gd name="connsiteX144" fmla="*/ 1518137 w 3292962"/>
              <a:gd name="connsiteY144" fmla="*/ 1279525 h 1898650"/>
              <a:gd name="connsiteX145" fmla="*/ 1502262 w 3292962"/>
              <a:gd name="connsiteY145" fmla="*/ 1292225 h 1898650"/>
              <a:gd name="connsiteX146" fmla="*/ 1464162 w 3292962"/>
              <a:gd name="connsiteY146" fmla="*/ 1314450 h 1898650"/>
              <a:gd name="connsiteX147" fmla="*/ 1451462 w 3292962"/>
              <a:gd name="connsiteY147" fmla="*/ 1323975 h 1898650"/>
              <a:gd name="connsiteX148" fmla="*/ 1429237 w 3292962"/>
              <a:gd name="connsiteY148" fmla="*/ 1333500 h 1898650"/>
              <a:gd name="connsiteX149" fmla="*/ 1407012 w 3292962"/>
              <a:gd name="connsiteY149" fmla="*/ 1343025 h 1898650"/>
              <a:gd name="connsiteX150" fmla="*/ 1375262 w 3292962"/>
              <a:gd name="connsiteY150" fmla="*/ 1355725 h 1898650"/>
              <a:gd name="connsiteX151" fmla="*/ 1314937 w 3292962"/>
              <a:gd name="connsiteY151" fmla="*/ 1377950 h 1898650"/>
              <a:gd name="connsiteX152" fmla="*/ 1292712 w 3292962"/>
              <a:gd name="connsiteY152" fmla="*/ 1384300 h 1898650"/>
              <a:gd name="connsiteX153" fmla="*/ 1254612 w 3292962"/>
              <a:gd name="connsiteY153" fmla="*/ 1397000 h 1898650"/>
              <a:gd name="connsiteX154" fmla="*/ 1219687 w 3292962"/>
              <a:gd name="connsiteY154" fmla="*/ 1406525 h 1898650"/>
              <a:gd name="connsiteX155" fmla="*/ 1168887 w 3292962"/>
              <a:gd name="connsiteY155" fmla="*/ 1412875 h 1898650"/>
              <a:gd name="connsiteX156" fmla="*/ 1121262 w 3292962"/>
              <a:gd name="connsiteY156" fmla="*/ 1419225 h 1898650"/>
              <a:gd name="connsiteX157" fmla="*/ 1032362 w 3292962"/>
              <a:gd name="connsiteY157" fmla="*/ 1416050 h 1898650"/>
              <a:gd name="connsiteX158" fmla="*/ 975212 w 3292962"/>
              <a:gd name="connsiteY158" fmla="*/ 1406525 h 1898650"/>
              <a:gd name="connsiteX159" fmla="*/ 914887 w 3292962"/>
              <a:gd name="connsiteY159" fmla="*/ 1387475 h 1898650"/>
              <a:gd name="connsiteX160" fmla="*/ 883137 w 3292962"/>
              <a:gd name="connsiteY160" fmla="*/ 1371600 h 1898650"/>
              <a:gd name="connsiteX161" fmla="*/ 854562 w 3292962"/>
              <a:gd name="connsiteY161" fmla="*/ 1365250 h 1898650"/>
              <a:gd name="connsiteX162" fmla="*/ 813287 w 3292962"/>
              <a:gd name="connsiteY162" fmla="*/ 1349375 h 1898650"/>
              <a:gd name="connsiteX163" fmla="*/ 781537 w 3292962"/>
              <a:gd name="connsiteY163" fmla="*/ 1339850 h 1898650"/>
              <a:gd name="connsiteX164" fmla="*/ 752962 w 3292962"/>
              <a:gd name="connsiteY164" fmla="*/ 1330325 h 1898650"/>
              <a:gd name="connsiteX165" fmla="*/ 727562 w 3292962"/>
              <a:gd name="connsiteY165" fmla="*/ 1317625 h 1898650"/>
              <a:gd name="connsiteX166" fmla="*/ 702162 w 3292962"/>
              <a:gd name="connsiteY166" fmla="*/ 1311275 h 1898650"/>
              <a:gd name="connsiteX167" fmla="*/ 683112 w 3292962"/>
              <a:gd name="connsiteY167" fmla="*/ 1308100 h 1898650"/>
              <a:gd name="connsiteX168" fmla="*/ 648187 w 3292962"/>
              <a:gd name="connsiteY168" fmla="*/ 1298575 h 1898650"/>
              <a:gd name="connsiteX169" fmla="*/ 632312 w 3292962"/>
              <a:gd name="connsiteY169" fmla="*/ 1295400 h 1898650"/>
              <a:gd name="connsiteX170" fmla="*/ 616437 w 3292962"/>
              <a:gd name="connsiteY170" fmla="*/ 1289050 h 1898650"/>
              <a:gd name="connsiteX171" fmla="*/ 603737 w 3292962"/>
              <a:gd name="connsiteY171" fmla="*/ 1285875 h 1898650"/>
              <a:gd name="connsiteX172" fmla="*/ 571987 w 3292962"/>
              <a:gd name="connsiteY172" fmla="*/ 1270000 h 1898650"/>
              <a:gd name="connsiteX173" fmla="*/ 549762 w 3292962"/>
              <a:gd name="connsiteY173" fmla="*/ 1263650 h 1898650"/>
              <a:gd name="connsiteX174" fmla="*/ 537062 w 3292962"/>
              <a:gd name="connsiteY174" fmla="*/ 1260475 h 1898650"/>
              <a:gd name="connsiteX175" fmla="*/ 483087 w 3292962"/>
              <a:gd name="connsiteY175" fmla="*/ 1254125 h 189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92962" h="1898650">
                <a:moveTo>
                  <a:pt x="483087" y="1254125"/>
                </a:moveTo>
                <a:cubicBezTo>
                  <a:pt x="458216" y="1253596"/>
                  <a:pt x="419563" y="1255673"/>
                  <a:pt x="387837" y="1257300"/>
                </a:cubicBezTo>
                <a:cubicBezTo>
                  <a:pt x="380856" y="1257658"/>
                  <a:pt x="341996" y="1262633"/>
                  <a:pt x="333862" y="1263650"/>
                </a:cubicBezTo>
                <a:cubicBezTo>
                  <a:pt x="327512" y="1265767"/>
                  <a:pt x="321306" y="1268377"/>
                  <a:pt x="314812" y="1270000"/>
                </a:cubicBezTo>
                <a:cubicBezTo>
                  <a:pt x="308567" y="1271561"/>
                  <a:pt x="301928" y="1271325"/>
                  <a:pt x="295762" y="1273175"/>
                </a:cubicBezTo>
                <a:cubicBezTo>
                  <a:pt x="291229" y="1274535"/>
                  <a:pt x="287412" y="1277661"/>
                  <a:pt x="283062" y="1279525"/>
                </a:cubicBezTo>
                <a:cubicBezTo>
                  <a:pt x="279986" y="1280843"/>
                  <a:pt x="276530" y="1281203"/>
                  <a:pt x="273537" y="1282700"/>
                </a:cubicBezTo>
                <a:cubicBezTo>
                  <a:pt x="270124" y="1284407"/>
                  <a:pt x="267425" y="1287343"/>
                  <a:pt x="264012" y="1289050"/>
                </a:cubicBezTo>
                <a:cubicBezTo>
                  <a:pt x="258914" y="1291599"/>
                  <a:pt x="253345" y="1293085"/>
                  <a:pt x="248137" y="1295400"/>
                </a:cubicBezTo>
                <a:cubicBezTo>
                  <a:pt x="243812" y="1297322"/>
                  <a:pt x="239855" y="1300051"/>
                  <a:pt x="235437" y="1301750"/>
                </a:cubicBezTo>
                <a:cubicBezTo>
                  <a:pt x="226066" y="1305354"/>
                  <a:pt x="216184" y="1307546"/>
                  <a:pt x="206862" y="1311275"/>
                </a:cubicBezTo>
                <a:cubicBezTo>
                  <a:pt x="201570" y="1313392"/>
                  <a:pt x="196446" y="1315987"/>
                  <a:pt x="190987" y="1317625"/>
                </a:cubicBezTo>
                <a:cubicBezTo>
                  <a:pt x="185818" y="1319176"/>
                  <a:pt x="180318" y="1319380"/>
                  <a:pt x="175112" y="1320800"/>
                </a:cubicBezTo>
                <a:cubicBezTo>
                  <a:pt x="168654" y="1322561"/>
                  <a:pt x="162637" y="1325898"/>
                  <a:pt x="156062" y="1327150"/>
                </a:cubicBezTo>
                <a:cubicBezTo>
                  <a:pt x="140329" y="1330147"/>
                  <a:pt x="124312" y="1331383"/>
                  <a:pt x="108437" y="1333500"/>
                </a:cubicBezTo>
                <a:cubicBezTo>
                  <a:pt x="101074" y="1335604"/>
                  <a:pt x="81178" y="1339812"/>
                  <a:pt x="73512" y="1346200"/>
                </a:cubicBezTo>
                <a:cubicBezTo>
                  <a:pt x="70581" y="1348643"/>
                  <a:pt x="69380" y="1352620"/>
                  <a:pt x="67162" y="1355725"/>
                </a:cubicBezTo>
                <a:cubicBezTo>
                  <a:pt x="64086" y="1360031"/>
                  <a:pt x="60812" y="1364192"/>
                  <a:pt x="57637" y="1368425"/>
                </a:cubicBezTo>
                <a:cubicBezTo>
                  <a:pt x="56540" y="1375009"/>
                  <a:pt x="54129" y="1392597"/>
                  <a:pt x="51287" y="1400175"/>
                </a:cubicBezTo>
                <a:cubicBezTo>
                  <a:pt x="39728" y="1431000"/>
                  <a:pt x="44235" y="1390986"/>
                  <a:pt x="32237" y="1450975"/>
                </a:cubicBezTo>
                <a:cubicBezTo>
                  <a:pt x="26821" y="1478053"/>
                  <a:pt x="31919" y="1455976"/>
                  <a:pt x="22712" y="1485900"/>
                </a:cubicBezTo>
                <a:cubicBezTo>
                  <a:pt x="20446" y="1493264"/>
                  <a:pt x="18628" y="1500761"/>
                  <a:pt x="16362" y="1508125"/>
                </a:cubicBezTo>
                <a:cubicBezTo>
                  <a:pt x="10927" y="1525788"/>
                  <a:pt x="10184" y="1526745"/>
                  <a:pt x="3662" y="1543050"/>
                </a:cubicBezTo>
                <a:cubicBezTo>
                  <a:pt x="-1137" y="1581442"/>
                  <a:pt x="-1306" y="1570265"/>
                  <a:pt x="3662" y="1622425"/>
                </a:cubicBezTo>
                <a:cubicBezTo>
                  <a:pt x="4076" y="1626769"/>
                  <a:pt x="5118" y="1631114"/>
                  <a:pt x="6837" y="1635125"/>
                </a:cubicBezTo>
                <a:cubicBezTo>
                  <a:pt x="23459" y="1673909"/>
                  <a:pt x="15322" y="1657659"/>
                  <a:pt x="35412" y="1679575"/>
                </a:cubicBezTo>
                <a:cubicBezTo>
                  <a:pt x="94288" y="1743803"/>
                  <a:pt x="29463" y="1677631"/>
                  <a:pt x="73512" y="1717675"/>
                </a:cubicBezTo>
                <a:cubicBezTo>
                  <a:pt x="80157" y="1723716"/>
                  <a:pt x="85151" y="1731654"/>
                  <a:pt x="92562" y="1736725"/>
                </a:cubicBezTo>
                <a:cubicBezTo>
                  <a:pt x="118258" y="1754307"/>
                  <a:pt x="131170" y="1757161"/>
                  <a:pt x="156062" y="1768475"/>
                </a:cubicBezTo>
                <a:cubicBezTo>
                  <a:pt x="160371" y="1770434"/>
                  <a:pt x="164368" y="1773067"/>
                  <a:pt x="168762" y="1774825"/>
                </a:cubicBezTo>
                <a:cubicBezTo>
                  <a:pt x="174977" y="1777311"/>
                  <a:pt x="181401" y="1779252"/>
                  <a:pt x="187812" y="1781175"/>
                </a:cubicBezTo>
                <a:cubicBezTo>
                  <a:pt x="265141" y="1804374"/>
                  <a:pt x="200463" y="1783759"/>
                  <a:pt x="295762" y="1809750"/>
                </a:cubicBezTo>
                <a:cubicBezTo>
                  <a:pt x="309650" y="1813538"/>
                  <a:pt x="323116" y="1818787"/>
                  <a:pt x="337037" y="1822450"/>
                </a:cubicBezTo>
                <a:cubicBezTo>
                  <a:pt x="343263" y="1824088"/>
                  <a:pt x="349803" y="1824228"/>
                  <a:pt x="356087" y="1825625"/>
                </a:cubicBezTo>
                <a:cubicBezTo>
                  <a:pt x="359354" y="1826351"/>
                  <a:pt x="362293" y="1828367"/>
                  <a:pt x="365612" y="1828800"/>
                </a:cubicBezTo>
                <a:cubicBezTo>
                  <a:pt x="386706" y="1831551"/>
                  <a:pt x="407945" y="1833033"/>
                  <a:pt x="429112" y="1835150"/>
                </a:cubicBezTo>
                <a:lnTo>
                  <a:pt x="429112" y="1835150"/>
                </a:lnTo>
                <a:lnTo>
                  <a:pt x="622787" y="1841500"/>
                </a:lnTo>
                <a:cubicBezTo>
                  <a:pt x="717317" y="1850953"/>
                  <a:pt x="567928" y="1836451"/>
                  <a:pt x="708512" y="1847850"/>
                </a:cubicBezTo>
                <a:cubicBezTo>
                  <a:pt x="729715" y="1849569"/>
                  <a:pt x="750845" y="1852083"/>
                  <a:pt x="772012" y="1854200"/>
                </a:cubicBezTo>
                <a:cubicBezTo>
                  <a:pt x="782595" y="1855258"/>
                  <a:pt x="793153" y="1856617"/>
                  <a:pt x="803762" y="1857375"/>
                </a:cubicBezTo>
                <a:cubicBezTo>
                  <a:pt x="818579" y="1858433"/>
                  <a:pt x="833427" y="1859119"/>
                  <a:pt x="848212" y="1860550"/>
                </a:cubicBezTo>
                <a:cubicBezTo>
                  <a:pt x="912502" y="1866772"/>
                  <a:pt x="891648" y="1868059"/>
                  <a:pt x="956162" y="1870075"/>
                </a:cubicBezTo>
                <a:lnTo>
                  <a:pt x="1206987" y="1876425"/>
                </a:lnTo>
                <a:cubicBezTo>
                  <a:pt x="1223920" y="1877483"/>
                  <a:pt x="1240911" y="1877854"/>
                  <a:pt x="1257787" y="1879600"/>
                </a:cubicBezTo>
                <a:cubicBezTo>
                  <a:pt x="1334253" y="1887510"/>
                  <a:pt x="1279020" y="1892783"/>
                  <a:pt x="1397487" y="1895475"/>
                </a:cubicBezTo>
                <a:lnTo>
                  <a:pt x="1537187" y="1898650"/>
                </a:lnTo>
                <a:lnTo>
                  <a:pt x="1645137" y="1895475"/>
                </a:lnTo>
                <a:cubicBezTo>
                  <a:pt x="1667372" y="1894666"/>
                  <a:pt x="1689562" y="1892300"/>
                  <a:pt x="1711812" y="1892300"/>
                </a:cubicBezTo>
                <a:cubicBezTo>
                  <a:pt x="1758391" y="1892300"/>
                  <a:pt x="1804945" y="1894417"/>
                  <a:pt x="1851512" y="1895475"/>
                </a:cubicBezTo>
                <a:cubicBezTo>
                  <a:pt x="1883262" y="1894417"/>
                  <a:pt x="1915043" y="1894062"/>
                  <a:pt x="1946762" y="1892300"/>
                </a:cubicBezTo>
                <a:cubicBezTo>
                  <a:pt x="1953190" y="1891943"/>
                  <a:pt x="1959406" y="1889766"/>
                  <a:pt x="1965812" y="1889125"/>
                </a:cubicBezTo>
                <a:cubicBezTo>
                  <a:pt x="1991174" y="1886589"/>
                  <a:pt x="2016592" y="1884635"/>
                  <a:pt x="2042012" y="1882775"/>
                </a:cubicBezTo>
                <a:cubicBezTo>
                  <a:pt x="2146924" y="1875099"/>
                  <a:pt x="2042029" y="1885371"/>
                  <a:pt x="2175362" y="1873250"/>
                </a:cubicBezTo>
                <a:cubicBezTo>
                  <a:pt x="2201750" y="1870851"/>
                  <a:pt x="2239866" y="1867696"/>
                  <a:pt x="2264262" y="1863725"/>
                </a:cubicBezTo>
                <a:cubicBezTo>
                  <a:pt x="2291919" y="1859223"/>
                  <a:pt x="2346812" y="1847850"/>
                  <a:pt x="2346812" y="1847850"/>
                </a:cubicBezTo>
                <a:cubicBezTo>
                  <a:pt x="2369037" y="1837267"/>
                  <a:pt x="2389818" y="1822863"/>
                  <a:pt x="2413487" y="1816100"/>
                </a:cubicBezTo>
                <a:cubicBezTo>
                  <a:pt x="2459428" y="1802974"/>
                  <a:pt x="2455166" y="1804710"/>
                  <a:pt x="2524612" y="1778000"/>
                </a:cubicBezTo>
                <a:cubicBezTo>
                  <a:pt x="2536548" y="1773409"/>
                  <a:pt x="2547733" y="1767043"/>
                  <a:pt x="2559537" y="1762125"/>
                </a:cubicBezTo>
                <a:cubicBezTo>
                  <a:pt x="2623224" y="1735589"/>
                  <a:pt x="2587106" y="1756320"/>
                  <a:pt x="2664312" y="1714500"/>
                </a:cubicBezTo>
                <a:cubicBezTo>
                  <a:pt x="2805499" y="1638024"/>
                  <a:pt x="2692864" y="1702781"/>
                  <a:pt x="2772262" y="1651000"/>
                </a:cubicBezTo>
                <a:cubicBezTo>
                  <a:pt x="2785793" y="1642175"/>
                  <a:pt x="2800303" y="1634864"/>
                  <a:pt x="2813537" y="1625600"/>
                </a:cubicBezTo>
                <a:cubicBezTo>
                  <a:pt x="2842669" y="1605207"/>
                  <a:pt x="2869674" y="1581825"/>
                  <a:pt x="2899262" y="1562100"/>
                </a:cubicBezTo>
                <a:lnTo>
                  <a:pt x="2965937" y="1517650"/>
                </a:lnTo>
                <a:cubicBezTo>
                  <a:pt x="2978637" y="1509183"/>
                  <a:pt x="2993244" y="1503043"/>
                  <a:pt x="3004037" y="1492250"/>
                </a:cubicBezTo>
                <a:cubicBezTo>
                  <a:pt x="3033266" y="1463021"/>
                  <a:pt x="3015824" y="1478482"/>
                  <a:pt x="3058012" y="1447800"/>
                </a:cubicBezTo>
                <a:cubicBezTo>
                  <a:pt x="3064362" y="1438275"/>
                  <a:pt x="3070007" y="1428240"/>
                  <a:pt x="3077062" y="1419225"/>
                </a:cubicBezTo>
                <a:cubicBezTo>
                  <a:pt x="3089089" y="1403857"/>
                  <a:pt x="3103759" y="1390612"/>
                  <a:pt x="3115162" y="1374775"/>
                </a:cubicBezTo>
                <a:cubicBezTo>
                  <a:pt x="3122910" y="1364013"/>
                  <a:pt x="3127131" y="1351062"/>
                  <a:pt x="3134212" y="1339850"/>
                </a:cubicBezTo>
                <a:cubicBezTo>
                  <a:pt x="3167082" y="1287806"/>
                  <a:pt x="3150659" y="1338705"/>
                  <a:pt x="3194537" y="1250950"/>
                </a:cubicBezTo>
                <a:cubicBezTo>
                  <a:pt x="3218605" y="1202813"/>
                  <a:pt x="3221719" y="1198755"/>
                  <a:pt x="3242162" y="1149350"/>
                </a:cubicBezTo>
                <a:cubicBezTo>
                  <a:pt x="3265806" y="1092210"/>
                  <a:pt x="3250684" y="1125121"/>
                  <a:pt x="3270737" y="1069975"/>
                </a:cubicBezTo>
                <a:cubicBezTo>
                  <a:pt x="3274632" y="1059263"/>
                  <a:pt x="3279832" y="1049039"/>
                  <a:pt x="3283437" y="1038225"/>
                </a:cubicBezTo>
                <a:cubicBezTo>
                  <a:pt x="3285144" y="1033105"/>
                  <a:pt x="3285725" y="1027673"/>
                  <a:pt x="3286612" y="1022350"/>
                </a:cubicBezTo>
                <a:cubicBezTo>
                  <a:pt x="3290475" y="999175"/>
                  <a:pt x="3290618" y="990986"/>
                  <a:pt x="3292962" y="965200"/>
                </a:cubicBezTo>
                <a:cubicBezTo>
                  <a:pt x="3290845" y="923925"/>
                  <a:pt x="3293058" y="882198"/>
                  <a:pt x="3286612" y="841375"/>
                </a:cubicBezTo>
                <a:cubicBezTo>
                  <a:pt x="3281107" y="806510"/>
                  <a:pt x="3274732" y="758038"/>
                  <a:pt x="3264387" y="723900"/>
                </a:cubicBezTo>
                <a:cubicBezTo>
                  <a:pt x="3259428" y="707537"/>
                  <a:pt x="3252673" y="691719"/>
                  <a:pt x="3245337" y="676275"/>
                </a:cubicBezTo>
                <a:cubicBezTo>
                  <a:pt x="3232542" y="649338"/>
                  <a:pt x="3222800" y="620100"/>
                  <a:pt x="3204062" y="596900"/>
                </a:cubicBezTo>
                <a:cubicBezTo>
                  <a:pt x="3201983" y="594327"/>
                  <a:pt x="3134575" y="504913"/>
                  <a:pt x="3108812" y="485775"/>
                </a:cubicBezTo>
                <a:cubicBezTo>
                  <a:pt x="3082421" y="466170"/>
                  <a:pt x="3053827" y="449717"/>
                  <a:pt x="3026262" y="431800"/>
                </a:cubicBezTo>
                <a:cubicBezTo>
                  <a:pt x="2999193" y="414205"/>
                  <a:pt x="2968409" y="394374"/>
                  <a:pt x="2940537" y="377825"/>
                </a:cubicBezTo>
                <a:cubicBezTo>
                  <a:pt x="2920558" y="365963"/>
                  <a:pt x="2900994" y="353291"/>
                  <a:pt x="2880212" y="342900"/>
                </a:cubicBezTo>
                <a:cubicBezTo>
                  <a:pt x="2867512" y="336550"/>
                  <a:pt x="2854690" y="330438"/>
                  <a:pt x="2842112" y="323850"/>
                </a:cubicBezTo>
                <a:cubicBezTo>
                  <a:pt x="2832460" y="318794"/>
                  <a:pt x="2823338" y="312736"/>
                  <a:pt x="2813537" y="307975"/>
                </a:cubicBezTo>
                <a:cubicBezTo>
                  <a:pt x="2786276" y="294734"/>
                  <a:pt x="2756555" y="286146"/>
                  <a:pt x="2730987" y="269875"/>
                </a:cubicBezTo>
                <a:cubicBezTo>
                  <a:pt x="2653496" y="220563"/>
                  <a:pt x="2743842" y="275934"/>
                  <a:pt x="2648437" y="225425"/>
                </a:cubicBezTo>
                <a:cubicBezTo>
                  <a:pt x="2627902" y="214554"/>
                  <a:pt x="2608759" y="201157"/>
                  <a:pt x="2588112" y="190500"/>
                </a:cubicBezTo>
                <a:cubicBezTo>
                  <a:pt x="2575886" y="184190"/>
                  <a:pt x="2562318" y="180778"/>
                  <a:pt x="2550012" y="174625"/>
                </a:cubicBezTo>
                <a:cubicBezTo>
                  <a:pt x="2536861" y="168050"/>
                  <a:pt x="2525375" y="158310"/>
                  <a:pt x="2511912" y="152400"/>
                </a:cubicBezTo>
                <a:cubicBezTo>
                  <a:pt x="2481856" y="139205"/>
                  <a:pt x="2449771" y="130945"/>
                  <a:pt x="2419837" y="117475"/>
                </a:cubicBezTo>
                <a:cubicBezTo>
                  <a:pt x="2314428" y="70041"/>
                  <a:pt x="2389268" y="102252"/>
                  <a:pt x="2248387" y="47625"/>
                </a:cubicBezTo>
                <a:cubicBezTo>
                  <a:pt x="2232446" y="41444"/>
                  <a:pt x="2217257" y="33074"/>
                  <a:pt x="2200762" y="28575"/>
                </a:cubicBezTo>
                <a:cubicBezTo>
                  <a:pt x="2182565" y="23612"/>
                  <a:pt x="2156478" y="15903"/>
                  <a:pt x="2137262" y="12700"/>
                </a:cubicBezTo>
                <a:cubicBezTo>
                  <a:pt x="2092024" y="5160"/>
                  <a:pt x="2046428" y="2856"/>
                  <a:pt x="2000737" y="0"/>
                </a:cubicBezTo>
                <a:cubicBezTo>
                  <a:pt x="1951250" y="3193"/>
                  <a:pt x="1916992" y="342"/>
                  <a:pt x="1873737" y="12700"/>
                </a:cubicBezTo>
                <a:cubicBezTo>
                  <a:pt x="1852587" y="18743"/>
                  <a:pt x="1860179" y="20095"/>
                  <a:pt x="1838812" y="31750"/>
                </a:cubicBezTo>
                <a:cubicBezTo>
                  <a:pt x="1833809" y="34479"/>
                  <a:pt x="1828229" y="35983"/>
                  <a:pt x="1822937" y="38100"/>
                </a:cubicBezTo>
                <a:cubicBezTo>
                  <a:pt x="1754554" y="106483"/>
                  <a:pt x="1858807" y="5577"/>
                  <a:pt x="1788012" y="63500"/>
                </a:cubicBezTo>
                <a:cubicBezTo>
                  <a:pt x="1781615" y="68734"/>
                  <a:pt x="1777982" y="76705"/>
                  <a:pt x="1772137" y="82550"/>
                </a:cubicBezTo>
                <a:cubicBezTo>
                  <a:pt x="1764182" y="90505"/>
                  <a:pt x="1754119" y="96286"/>
                  <a:pt x="1746737" y="104775"/>
                </a:cubicBezTo>
                <a:cubicBezTo>
                  <a:pt x="1732848" y="120747"/>
                  <a:pt x="1719139" y="137197"/>
                  <a:pt x="1708637" y="155575"/>
                </a:cubicBezTo>
                <a:cubicBezTo>
                  <a:pt x="1696203" y="177335"/>
                  <a:pt x="1694248" y="179803"/>
                  <a:pt x="1683237" y="203200"/>
                </a:cubicBezTo>
                <a:cubicBezTo>
                  <a:pt x="1678799" y="212631"/>
                  <a:pt x="1674975" y="222344"/>
                  <a:pt x="1670537" y="231775"/>
                </a:cubicBezTo>
                <a:cubicBezTo>
                  <a:pt x="1666506" y="240340"/>
                  <a:pt x="1661161" y="248312"/>
                  <a:pt x="1657837" y="257175"/>
                </a:cubicBezTo>
                <a:cubicBezTo>
                  <a:pt x="1654773" y="265347"/>
                  <a:pt x="1653736" y="274142"/>
                  <a:pt x="1651487" y="282575"/>
                </a:cubicBezTo>
                <a:cubicBezTo>
                  <a:pt x="1642466" y="316402"/>
                  <a:pt x="1647157" y="292678"/>
                  <a:pt x="1641962" y="323850"/>
                </a:cubicBezTo>
                <a:cubicBezTo>
                  <a:pt x="1643020" y="347133"/>
                  <a:pt x="1642332" y="370562"/>
                  <a:pt x="1645137" y="393700"/>
                </a:cubicBezTo>
                <a:cubicBezTo>
                  <a:pt x="1646589" y="405679"/>
                  <a:pt x="1651867" y="416886"/>
                  <a:pt x="1654662" y="428625"/>
                </a:cubicBezTo>
                <a:cubicBezTo>
                  <a:pt x="1662846" y="462998"/>
                  <a:pt x="1663591" y="494306"/>
                  <a:pt x="1683237" y="527050"/>
                </a:cubicBezTo>
                <a:cubicBezTo>
                  <a:pt x="1689587" y="537633"/>
                  <a:pt x="1696767" y="547761"/>
                  <a:pt x="1702287" y="558800"/>
                </a:cubicBezTo>
                <a:cubicBezTo>
                  <a:pt x="1706331" y="566888"/>
                  <a:pt x="1708140" y="575937"/>
                  <a:pt x="1711812" y="584200"/>
                </a:cubicBezTo>
                <a:cubicBezTo>
                  <a:pt x="1716618" y="595013"/>
                  <a:pt x="1722119" y="605510"/>
                  <a:pt x="1727687" y="615950"/>
                </a:cubicBezTo>
                <a:cubicBezTo>
                  <a:pt x="1738981" y="637126"/>
                  <a:pt x="1744787" y="640888"/>
                  <a:pt x="1762612" y="663575"/>
                </a:cubicBezTo>
                <a:cubicBezTo>
                  <a:pt x="1765881" y="667736"/>
                  <a:pt x="1769770" y="671542"/>
                  <a:pt x="1772137" y="676275"/>
                </a:cubicBezTo>
                <a:cubicBezTo>
                  <a:pt x="1774254" y="680508"/>
                  <a:pt x="1776139" y="684866"/>
                  <a:pt x="1778487" y="688975"/>
                </a:cubicBezTo>
                <a:cubicBezTo>
                  <a:pt x="1780380" y="692288"/>
                  <a:pt x="1782815" y="695264"/>
                  <a:pt x="1784837" y="698500"/>
                </a:cubicBezTo>
                <a:cubicBezTo>
                  <a:pt x="1788108" y="703733"/>
                  <a:pt x="1791365" y="708980"/>
                  <a:pt x="1794362" y="714375"/>
                </a:cubicBezTo>
                <a:cubicBezTo>
                  <a:pt x="1796661" y="718512"/>
                  <a:pt x="1798848" y="722725"/>
                  <a:pt x="1800712" y="727075"/>
                </a:cubicBezTo>
                <a:cubicBezTo>
                  <a:pt x="1805202" y="737552"/>
                  <a:pt x="1807547" y="749051"/>
                  <a:pt x="1813412" y="758825"/>
                </a:cubicBezTo>
                <a:cubicBezTo>
                  <a:pt x="1821191" y="771789"/>
                  <a:pt x="1824966" y="776172"/>
                  <a:pt x="1829287" y="790575"/>
                </a:cubicBezTo>
                <a:cubicBezTo>
                  <a:pt x="1830838" y="795744"/>
                  <a:pt x="1831153" y="801215"/>
                  <a:pt x="1832462" y="806450"/>
                </a:cubicBezTo>
                <a:cubicBezTo>
                  <a:pt x="1837739" y="827559"/>
                  <a:pt x="1837902" y="826401"/>
                  <a:pt x="1845162" y="844550"/>
                </a:cubicBezTo>
                <a:cubicBezTo>
                  <a:pt x="1843045" y="862542"/>
                  <a:pt x="1841260" y="880575"/>
                  <a:pt x="1838812" y="898525"/>
                </a:cubicBezTo>
                <a:cubicBezTo>
                  <a:pt x="1838083" y="903872"/>
                  <a:pt x="1837641" y="909390"/>
                  <a:pt x="1835637" y="914400"/>
                </a:cubicBezTo>
                <a:cubicBezTo>
                  <a:pt x="1831243" y="925386"/>
                  <a:pt x="1822632" y="934671"/>
                  <a:pt x="1819762" y="946150"/>
                </a:cubicBezTo>
                <a:cubicBezTo>
                  <a:pt x="1817987" y="953249"/>
                  <a:pt x="1813329" y="973262"/>
                  <a:pt x="1810237" y="977900"/>
                </a:cubicBezTo>
                <a:cubicBezTo>
                  <a:pt x="1808120" y="981075"/>
                  <a:pt x="1805594" y="984012"/>
                  <a:pt x="1803887" y="987425"/>
                </a:cubicBezTo>
                <a:cubicBezTo>
                  <a:pt x="1795533" y="1004134"/>
                  <a:pt x="1808434" y="993005"/>
                  <a:pt x="1791187" y="1016000"/>
                </a:cubicBezTo>
                <a:cubicBezTo>
                  <a:pt x="1788897" y="1019053"/>
                  <a:pt x="1784837" y="1020233"/>
                  <a:pt x="1781662" y="1022350"/>
                </a:cubicBezTo>
                <a:cubicBezTo>
                  <a:pt x="1765558" y="1049190"/>
                  <a:pt x="1779147" y="1027777"/>
                  <a:pt x="1762612" y="1050925"/>
                </a:cubicBezTo>
                <a:cubicBezTo>
                  <a:pt x="1755284" y="1061184"/>
                  <a:pt x="1753707" y="1066180"/>
                  <a:pt x="1743562" y="1076325"/>
                </a:cubicBezTo>
                <a:cubicBezTo>
                  <a:pt x="1740864" y="1079023"/>
                  <a:pt x="1736735" y="1079977"/>
                  <a:pt x="1734037" y="1082675"/>
                </a:cubicBezTo>
                <a:cubicBezTo>
                  <a:pt x="1722045" y="1094667"/>
                  <a:pt x="1726545" y="1094662"/>
                  <a:pt x="1718162" y="1108075"/>
                </a:cubicBezTo>
                <a:cubicBezTo>
                  <a:pt x="1715357" y="1112562"/>
                  <a:pt x="1711812" y="1116542"/>
                  <a:pt x="1708637" y="1120775"/>
                </a:cubicBezTo>
                <a:cubicBezTo>
                  <a:pt x="1707579" y="1123950"/>
                  <a:pt x="1707605" y="1127729"/>
                  <a:pt x="1705462" y="1130300"/>
                </a:cubicBezTo>
                <a:cubicBezTo>
                  <a:pt x="1696838" y="1140648"/>
                  <a:pt x="1687406" y="1150460"/>
                  <a:pt x="1676887" y="1158875"/>
                </a:cubicBezTo>
                <a:cubicBezTo>
                  <a:pt x="1665816" y="1167732"/>
                  <a:pt x="1660297" y="1171188"/>
                  <a:pt x="1651487" y="1181100"/>
                </a:cubicBezTo>
                <a:cubicBezTo>
                  <a:pt x="1614599" y="1222599"/>
                  <a:pt x="1655737" y="1180850"/>
                  <a:pt x="1619737" y="1212850"/>
                </a:cubicBezTo>
                <a:cubicBezTo>
                  <a:pt x="1615262" y="1216827"/>
                  <a:pt x="1611942" y="1222117"/>
                  <a:pt x="1607037" y="1225550"/>
                </a:cubicBezTo>
                <a:cubicBezTo>
                  <a:pt x="1601221" y="1229621"/>
                  <a:pt x="1594075" y="1231422"/>
                  <a:pt x="1587987" y="1235075"/>
                </a:cubicBezTo>
                <a:cubicBezTo>
                  <a:pt x="1553991" y="1255473"/>
                  <a:pt x="1594051" y="1233918"/>
                  <a:pt x="1565762" y="1254125"/>
                </a:cubicBezTo>
                <a:cubicBezTo>
                  <a:pt x="1561911" y="1256876"/>
                  <a:pt x="1557199" y="1258176"/>
                  <a:pt x="1553062" y="1260475"/>
                </a:cubicBezTo>
                <a:cubicBezTo>
                  <a:pt x="1547667" y="1263472"/>
                  <a:pt x="1542605" y="1267045"/>
                  <a:pt x="1537187" y="1270000"/>
                </a:cubicBezTo>
                <a:cubicBezTo>
                  <a:pt x="1530954" y="1273400"/>
                  <a:pt x="1524127" y="1275713"/>
                  <a:pt x="1518137" y="1279525"/>
                </a:cubicBezTo>
                <a:cubicBezTo>
                  <a:pt x="1512420" y="1283163"/>
                  <a:pt x="1507951" y="1288544"/>
                  <a:pt x="1502262" y="1292225"/>
                </a:cubicBezTo>
                <a:cubicBezTo>
                  <a:pt x="1489918" y="1300212"/>
                  <a:pt x="1475924" y="1305628"/>
                  <a:pt x="1464162" y="1314450"/>
                </a:cubicBezTo>
                <a:cubicBezTo>
                  <a:pt x="1459929" y="1317625"/>
                  <a:pt x="1455949" y="1321170"/>
                  <a:pt x="1451462" y="1323975"/>
                </a:cubicBezTo>
                <a:cubicBezTo>
                  <a:pt x="1438614" y="1332005"/>
                  <a:pt x="1441240" y="1328699"/>
                  <a:pt x="1429237" y="1333500"/>
                </a:cubicBezTo>
                <a:cubicBezTo>
                  <a:pt x="1421753" y="1336493"/>
                  <a:pt x="1414221" y="1339420"/>
                  <a:pt x="1407012" y="1343025"/>
                </a:cubicBezTo>
                <a:cubicBezTo>
                  <a:pt x="1379675" y="1356693"/>
                  <a:pt x="1403165" y="1350144"/>
                  <a:pt x="1375262" y="1355725"/>
                </a:cubicBezTo>
                <a:cubicBezTo>
                  <a:pt x="1344248" y="1371232"/>
                  <a:pt x="1361149" y="1364086"/>
                  <a:pt x="1314937" y="1377950"/>
                </a:cubicBezTo>
                <a:cubicBezTo>
                  <a:pt x="1307557" y="1380164"/>
                  <a:pt x="1299794" y="1381265"/>
                  <a:pt x="1292712" y="1384300"/>
                </a:cubicBezTo>
                <a:cubicBezTo>
                  <a:pt x="1265527" y="1395951"/>
                  <a:pt x="1278391" y="1392244"/>
                  <a:pt x="1254612" y="1397000"/>
                </a:cubicBezTo>
                <a:cubicBezTo>
                  <a:pt x="1234003" y="1407305"/>
                  <a:pt x="1248520" y="1401720"/>
                  <a:pt x="1219687" y="1406525"/>
                </a:cubicBezTo>
                <a:cubicBezTo>
                  <a:pt x="1180321" y="1413086"/>
                  <a:pt x="1235242" y="1406843"/>
                  <a:pt x="1168887" y="1412875"/>
                </a:cubicBezTo>
                <a:cubicBezTo>
                  <a:pt x="1151999" y="1416253"/>
                  <a:pt x="1139822" y="1419225"/>
                  <a:pt x="1121262" y="1419225"/>
                </a:cubicBezTo>
                <a:cubicBezTo>
                  <a:pt x="1091610" y="1419225"/>
                  <a:pt x="1061995" y="1417108"/>
                  <a:pt x="1032362" y="1416050"/>
                </a:cubicBezTo>
                <a:cubicBezTo>
                  <a:pt x="1013312" y="1412875"/>
                  <a:pt x="993628" y="1412341"/>
                  <a:pt x="975212" y="1406525"/>
                </a:cubicBezTo>
                <a:cubicBezTo>
                  <a:pt x="955104" y="1400175"/>
                  <a:pt x="933748" y="1396905"/>
                  <a:pt x="914887" y="1387475"/>
                </a:cubicBezTo>
                <a:cubicBezTo>
                  <a:pt x="904304" y="1382183"/>
                  <a:pt x="894240" y="1375691"/>
                  <a:pt x="883137" y="1371600"/>
                </a:cubicBezTo>
                <a:cubicBezTo>
                  <a:pt x="873981" y="1368227"/>
                  <a:pt x="863963" y="1367861"/>
                  <a:pt x="854562" y="1365250"/>
                </a:cubicBezTo>
                <a:cubicBezTo>
                  <a:pt x="761859" y="1339499"/>
                  <a:pt x="863081" y="1367158"/>
                  <a:pt x="813287" y="1349375"/>
                </a:cubicBezTo>
                <a:cubicBezTo>
                  <a:pt x="802881" y="1345659"/>
                  <a:pt x="792120" y="1343025"/>
                  <a:pt x="781537" y="1339850"/>
                </a:cubicBezTo>
                <a:cubicBezTo>
                  <a:pt x="758334" y="1324381"/>
                  <a:pt x="789815" y="1343487"/>
                  <a:pt x="752962" y="1330325"/>
                </a:cubicBezTo>
                <a:cubicBezTo>
                  <a:pt x="744047" y="1327141"/>
                  <a:pt x="736745" y="1319921"/>
                  <a:pt x="727562" y="1317625"/>
                </a:cubicBezTo>
                <a:cubicBezTo>
                  <a:pt x="719095" y="1315508"/>
                  <a:pt x="710770" y="1312710"/>
                  <a:pt x="702162" y="1311275"/>
                </a:cubicBezTo>
                <a:cubicBezTo>
                  <a:pt x="695812" y="1310217"/>
                  <a:pt x="689378" y="1309574"/>
                  <a:pt x="683112" y="1308100"/>
                </a:cubicBezTo>
                <a:cubicBezTo>
                  <a:pt x="671366" y="1305336"/>
                  <a:pt x="659894" y="1301502"/>
                  <a:pt x="648187" y="1298575"/>
                </a:cubicBezTo>
                <a:cubicBezTo>
                  <a:pt x="642952" y="1297266"/>
                  <a:pt x="637481" y="1296951"/>
                  <a:pt x="632312" y="1295400"/>
                </a:cubicBezTo>
                <a:cubicBezTo>
                  <a:pt x="626853" y="1293762"/>
                  <a:pt x="621844" y="1290852"/>
                  <a:pt x="616437" y="1289050"/>
                </a:cubicBezTo>
                <a:cubicBezTo>
                  <a:pt x="612297" y="1287670"/>
                  <a:pt x="607748" y="1287594"/>
                  <a:pt x="603737" y="1285875"/>
                </a:cubicBezTo>
                <a:cubicBezTo>
                  <a:pt x="592861" y="1281214"/>
                  <a:pt x="583364" y="1273251"/>
                  <a:pt x="571987" y="1270000"/>
                </a:cubicBezTo>
                <a:lnTo>
                  <a:pt x="549762" y="1263650"/>
                </a:lnTo>
                <a:cubicBezTo>
                  <a:pt x="545552" y="1262502"/>
                  <a:pt x="541404" y="1260909"/>
                  <a:pt x="537062" y="1260475"/>
                </a:cubicBezTo>
                <a:cubicBezTo>
                  <a:pt x="530744" y="1259843"/>
                  <a:pt x="507958" y="1254654"/>
                  <a:pt x="483087" y="1254125"/>
                </a:cubicBezTo>
                <a:close/>
              </a:path>
            </a:pathLst>
          </a:custGeom>
          <a:solidFill>
            <a:schemeClr val="bg1">
              <a:lumMod val="50000"/>
              <a:alpha val="22000"/>
            </a:schemeClr>
          </a:solidFill>
          <a:ln w="19050">
            <a:solidFill>
              <a:schemeClr val="bg1">
                <a:lumMod val="65000"/>
                <a:alpha val="53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Text Box 2"/>
          <p:cNvSpPr txBox="1">
            <a:spLocks noChangeArrowheads="1"/>
          </p:cNvSpPr>
          <p:nvPr>
            <p:custDataLst>
              <p:tags r:id="rId4"/>
            </p:custDataLst>
          </p:nvPr>
        </p:nvSpPr>
        <p:spPr bwMode="auto">
          <a:xfrm>
            <a:off x="-2348" y="3819609"/>
            <a:ext cx="1517833" cy="1243738"/>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第三次循环：</a:t>
            </a:r>
            <a:endParaRPr kumimoji="1" lang="en-US" altLang="zh-CN" sz="2000" b="1" dirty="0">
              <a:solidFill>
                <a:srgbClr val="0099BC"/>
              </a:solidFill>
              <a:latin typeface="+mn-ea"/>
              <a:cs typeface="Consolas" panose="020B0609020204030204" pitchFamily="49" charset="0"/>
            </a:endParaRPr>
          </a:p>
          <a:p>
            <a:pPr>
              <a:lnSpc>
                <a:spcPct val="150000"/>
              </a:lnSpc>
            </a:pPr>
            <a:r>
              <a:rPr kumimoji="1" lang="en-US" altLang="zh-CN" b="1" dirty="0">
                <a:solidFill>
                  <a:srgbClr val="B60A70"/>
                </a:solidFill>
                <a:latin typeface="+mn-ea"/>
                <a:cs typeface="Consolas" panose="020B0609020204030204" pitchFamily="49" charset="0"/>
              </a:rPr>
              <a:t>S</a:t>
            </a:r>
            <a:r>
              <a:rPr kumimoji="1" lang="zh-CN" altLang="en-US" b="1" dirty="0">
                <a:solidFill>
                  <a:srgbClr val="B60A70"/>
                </a:solidFill>
                <a:latin typeface="+mn-ea"/>
                <a:cs typeface="Consolas" panose="020B0609020204030204" pitchFamily="49" charset="0"/>
              </a:rPr>
              <a:t>：</a:t>
            </a:r>
            <a:endParaRPr kumimoji="1" lang="en-US" altLang="zh-CN" b="1" dirty="0">
              <a:solidFill>
                <a:srgbClr val="B60A70"/>
              </a:solidFill>
              <a:latin typeface="+mn-ea"/>
              <a:cs typeface="Consolas" panose="020B0609020204030204" pitchFamily="49" charset="0"/>
            </a:endParaRPr>
          </a:p>
          <a:p>
            <a:pPr>
              <a:lnSpc>
                <a:spcPct val="150000"/>
              </a:lnSpc>
            </a:pP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a:t>
            </a:r>
            <a:endParaRPr kumimoji="1" lang="en-US" altLang="zh-CN" b="1" dirty="0">
              <a:solidFill>
                <a:schemeClr val="tx1">
                  <a:lumMod val="50000"/>
                  <a:lumOff val="50000"/>
                </a:schemeClr>
              </a:solidFill>
              <a:latin typeface="+mn-ea"/>
              <a:cs typeface="Consolas" panose="020B0609020204030204" pitchFamily="49" charset="0"/>
            </a:endParaRPr>
          </a:p>
        </p:txBody>
      </p:sp>
      <p:sp>
        <p:nvSpPr>
          <p:cNvPr id="2" name="Oval 31"/>
          <p:cNvSpPr>
            <a:spLocks noChangeArrowheads="1"/>
          </p:cNvSpPr>
          <p:nvPr>
            <p:custDataLst>
              <p:tags r:id="rId5"/>
            </p:custDataLst>
          </p:nvPr>
        </p:nvSpPr>
        <p:spPr bwMode="auto">
          <a:xfrm>
            <a:off x="2389376"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 name="Oval 31"/>
          <p:cNvSpPr>
            <a:spLocks noChangeArrowheads="1"/>
          </p:cNvSpPr>
          <p:nvPr>
            <p:custDataLst>
              <p:tags r:id="rId6"/>
            </p:custDataLst>
          </p:nvPr>
        </p:nvSpPr>
        <p:spPr bwMode="auto">
          <a:xfrm>
            <a:off x="3209738" y="206451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 name="Oval 31"/>
          <p:cNvSpPr>
            <a:spLocks noChangeArrowheads="1"/>
          </p:cNvSpPr>
          <p:nvPr>
            <p:custDataLst>
              <p:tags r:id="rId7"/>
            </p:custDataLst>
          </p:nvPr>
        </p:nvSpPr>
        <p:spPr bwMode="auto">
          <a:xfrm>
            <a:off x="3212884" y="3311770"/>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 name="Oval 31"/>
          <p:cNvSpPr>
            <a:spLocks noChangeArrowheads="1"/>
          </p:cNvSpPr>
          <p:nvPr>
            <p:custDataLst>
              <p:tags r:id="rId8"/>
            </p:custDataLst>
          </p:nvPr>
        </p:nvSpPr>
        <p:spPr bwMode="auto">
          <a:xfrm>
            <a:off x="4064039" y="2690553"/>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 name="Oval 31"/>
          <p:cNvSpPr>
            <a:spLocks noChangeArrowheads="1"/>
          </p:cNvSpPr>
          <p:nvPr>
            <p:custDataLst>
              <p:tags r:id="rId9"/>
            </p:custDataLst>
          </p:nvPr>
        </p:nvSpPr>
        <p:spPr bwMode="auto">
          <a:xfrm>
            <a:off x="4929891" y="3311769"/>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10"/>
            </p:custDataLst>
          </p:nvPr>
        </p:nvSpPr>
        <p:spPr bwMode="auto">
          <a:xfrm>
            <a:off x="4929891" y="2076174"/>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11"/>
            </p:custDataLst>
          </p:nvPr>
        </p:nvSpPr>
        <p:spPr bwMode="auto">
          <a:xfrm>
            <a:off x="5771991"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1" name="直接箭头连接符 10"/>
          <p:cNvCxnSpPr>
            <a:stCxn id="2" idx="0"/>
            <a:endCxn id="4" idx="2"/>
          </p:cNvCxnSpPr>
          <p:nvPr>
            <p:custDataLst>
              <p:tags r:id="rId12"/>
            </p:custDataLst>
          </p:nvPr>
        </p:nvCxnSpPr>
        <p:spPr>
          <a:xfrm flipV="1">
            <a:off x="2615729" y="2290866"/>
            <a:ext cx="594009" cy="399687"/>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2" idx="4"/>
            <a:endCxn id="5" idx="2"/>
          </p:cNvCxnSpPr>
          <p:nvPr>
            <p:custDataLst>
              <p:tags r:id="rId13"/>
            </p:custDataLst>
          </p:nvPr>
        </p:nvCxnSpPr>
        <p:spPr>
          <a:xfrm>
            <a:off x="2615729" y="3143258"/>
            <a:ext cx="597155" cy="39486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2" idx="6"/>
            <a:endCxn id="7" idx="2"/>
          </p:cNvCxnSpPr>
          <p:nvPr>
            <p:custDataLst>
              <p:tags r:id="rId14"/>
            </p:custDataLst>
          </p:nvPr>
        </p:nvCxnSpPr>
        <p:spPr>
          <a:xfrm>
            <a:off x="2842081" y="2916906"/>
            <a:ext cx="1221958" cy="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5"/>
            <a:endCxn id="7" idx="1"/>
          </p:cNvCxnSpPr>
          <p:nvPr>
            <p:custDataLst>
              <p:tags r:id="rId15"/>
            </p:custDataLst>
          </p:nvPr>
        </p:nvCxnSpPr>
        <p:spPr>
          <a:xfrm>
            <a:off x="3596146" y="2450921"/>
            <a:ext cx="534190" cy="305929"/>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5" idx="7"/>
            <a:endCxn id="7" idx="3"/>
          </p:cNvCxnSpPr>
          <p:nvPr>
            <p:custDataLst>
              <p:tags r:id="rId16"/>
            </p:custDataLst>
          </p:nvPr>
        </p:nvCxnSpPr>
        <p:spPr>
          <a:xfrm flipV="1">
            <a:off x="3599292" y="3076961"/>
            <a:ext cx="531044" cy="30110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6"/>
            <a:endCxn id="8" idx="2"/>
          </p:cNvCxnSpPr>
          <p:nvPr>
            <p:custDataLst>
              <p:tags r:id="rId17"/>
            </p:custDataLst>
          </p:nvPr>
        </p:nvCxnSpPr>
        <p:spPr>
          <a:xfrm flipV="1">
            <a:off x="3665589" y="3538122"/>
            <a:ext cx="1264302" cy="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 idx="7"/>
            <a:endCxn id="9" idx="3"/>
          </p:cNvCxnSpPr>
          <p:nvPr>
            <p:custDataLst>
              <p:tags r:id="rId18"/>
            </p:custDataLst>
          </p:nvPr>
        </p:nvCxnSpPr>
        <p:spPr>
          <a:xfrm flipV="1">
            <a:off x="4450447" y="2462582"/>
            <a:ext cx="545741" cy="294268"/>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4" idx="6"/>
            <a:endCxn id="9" idx="2"/>
          </p:cNvCxnSpPr>
          <p:nvPr>
            <p:custDataLst>
              <p:tags r:id="rId19"/>
            </p:custDataLst>
          </p:nvPr>
        </p:nvCxnSpPr>
        <p:spPr>
          <a:xfrm>
            <a:off x="3662443" y="2290866"/>
            <a:ext cx="1267448" cy="1166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5"/>
            <a:endCxn id="8" idx="1"/>
          </p:cNvCxnSpPr>
          <p:nvPr>
            <p:custDataLst>
              <p:tags r:id="rId20"/>
            </p:custDataLst>
          </p:nvPr>
        </p:nvCxnSpPr>
        <p:spPr>
          <a:xfrm>
            <a:off x="4450447" y="3076961"/>
            <a:ext cx="545741" cy="30110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8" idx="0"/>
            <a:endCxn id="9" idx="4"/>
          </p:cNvCxnSpPr>
          <p:nvPr>
            <p:custDataLst>
              <p:tags r:id="rId21"/>
            </p:custDataLst>
          </p:nvPr>
        </p:nvCxnSpPr>
        <p:spPr>
          <a:xfrm flipV="1">
            <a:off x="5156244" y="2528879"/>
            <a:ext cx="0" cy="78289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8" idx="6"/>
            <a:endCxn id="10" idx="4"/>
          </p:cNvCxnSpPr>
          <p:nvPr>
            <p:custDataLst>
              <p:tags r:id="rId22"/>
            </p:custDataLst>
          </p:nvPr>
        </p:nvCxnSpPr>
        <p:spPr>
          <a:xfrm flipV="1">
            <a:off x="5382596" y="3143258"/>
            <a:ext cx="615748" cy="394864"/>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9" idx="6"/>
            <a:endCxn id="10" idx="0"/>
          </p:cNvCxnSpPr>
          <p:nvPr>
            <p:custDataLst>
              <p:tags r:id="rId23"/>
            </p:custDataLst>
          </p:nvPr>
        </p:nvCxnSpPr>
        <p:spPr>
          <a:xfrm>
            <a:off x="5382596" y="2302527"/>
            <a:ext cx="615748" cy="38802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custDataLst>
              <p:tags r:id="rId24"/>
            </p:custDataLst>
          </p:nvPr>
        </p:nvSpPr>
        <p:spPr>
          <a:xfrm>
            <a:off x="2615728" y="224050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61" name="文本框 60"/>
          <p:cNvSpPr txBox="1"/>
          <p:nvPr>
            <p:custDataLst>
              <p:tags r:id="rId25"/>
            </p:custDataLst>
          </p:nvPr>
        </p:nvSpPr>
        <p:spPr>
          <a:xfrm>
            <a:off x="2615728" y="326545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2" name="文本框 61"/>
          <p:cNvSpPr txBox="1"/>
          <p:nvPr>
            <p:custDataLst>
              <p:tags r:id="rId26"/>
            </p:custDataLst>
          </p:nvPr>
        </p:nvSpPr>
        <p:spPr>
          <a:xfrm>
            <a:off x="3117902" y="2630951"/>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3" name="文本框 62"/>
          <p:cNvSpPr txBox="1"/>
          <p:nvPr>
            <p:custDataLst>
              <p:tags r:id="rId27"/>
            </p:custDataLst>
          </p:nvPr>
        </p:nvSpPr>
        <p:spPr>
          <a:xfrm>
            <a:off x="3613818" y="295379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2</a:t>
            </a:r>
            <a:endParaRPr lang="zh-CN" altLang="en-US" sz="1600" dirty="0">
              <a:solidFill>
                <a:schemeClr val="tx1">
                  <a:lumMod val="50000"/>
                  <a:lumOff val="50000"/>
                </a:schemeClr>
              </a:solidFill>
            </a:endParaRPr>
          </a:p>
        </p:txBody>
      </p:sp>
      <p:sp>
        <p:nvSpPr>
          <p:cNvPr id="64" name="文本框 63"/>
          <p:cNvSpPr txBox="1"/>
          <p:nvPr>
            <p:custDataLst>
              <p:tags r:id="rId28"/>
            </p:custDataLst>
          </p:nvPr>
        </p:nvSpPr>
        <p:spPr>
          <a:xfrm>
            <a:off x="4127839" y="349258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5</a:t>
            </a:r>
            <a:endParaRPr lang="zh-CN" altLang="en-US" sz="1600" dirty="0">
              <a:solidFill>
                <a:schemeClr val="tx1">
                  <a:lumMod val="50000"/>
                  <a:lumOff val="50000"/>
                </a:schemeClr>
              </a:solidFill>
            </a:endParaRPr>
          </a:p>
        </p:txBody>
      </p:sp>
      <p:sp>
        <p:nvSpPr>
          <p:cNvPr id="65" name="文本框 64"/>
          <p:cNvSpPr txBox="1"/>
          <p:nvPr>
            <p:custDataLst>
              <p:tags r:id="rId29"/>
            </p:custDataLst>
          </p:nvPr>
        </p:nvSpPr>
        <p:spPr>
          <a:xfrm>
            <a:off x="3699862" y="232355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6" name="文本框 65"/>
          <p:cNvSpPr txBox="1"/>
          <p:nvPr>
            <p:custDataLst>
              <p:tags r:id="rId30"/>
            </p:custDataLst>
          </p:nvPr>
        </p:nvSpPr>
        <p:spPr>
          <a:xfrm>
            <a:off x="4489318" y="234049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7" name="文本框 66"/>
          <p:cNvSpPr txBox="1"/>
          <p:nvPr>
            <p:custDataLst>
              <p:tags r:id="rId31"/>
            </p:custDataLst>
          </p:nvPr>
        </p:nvSpPr>
        <p:spPr>
          <a:xfrm>
            <a:off x="4121868" y="201721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7</a:t>
            </a:r>
            <a:endParaRPr lang="zh-CN" altLang="en-US" sz="1600" dirty="0">
              <a:solidFill>
                <a:schemeClr val="tx1">
                  <a:lumMod val="50000"/>
                  <a:lumOff val="50000"/>
                </a:schemeClr>
              </a:solidFill>
            </a:endParaRPr>
          </a:p>
        </p:txBody>
      </p:sp>
      <p:sp>
        <p:nvSpPr>
          <p:cNvPr id="68" name="文本框 67"/>
          <p:cNvSpPr txBox="1"/>
          <p:nvPr>
            <p:custDataLst>
              <p:tags r:id="rId32"/>
            </p:custDataLst>
          </p:nvPr>
        </p:nvSpPr>
        <p:spPr>
          <a:xfrm>
            <a:off x="4887996" y="275685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9" name="文本框 68"/>
          <p:cNvSpPr txBox="1"/>
          <p:nvPr>
            <p:custDataLst>
              <p:tags r:id="rId33"/>
            </p:custDataLst>
          </p:nvPr>
        </p:nvSpPr>
        <p:spPr>
          <a:xfrm>
            <a:off x="4409037" y="314346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70" name="文本框 69"/>
          <p:cNvSpPr txBox="1"/>
          <p:nvPr>
            <p:custDataLst>
              <p:tags r:id="rId34"/>
            </p:custDataLst>
          </p:nvPr>
        </p:nvSpPr>
        <p:spPr>
          <a:xfrm>
            <a:off x="5521947" y="2205187"/>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71" name="文本框 70"/>
          <p:cNvSpPr txBox="1"/>
          <p:nvPr>
            <p:custDataLst>
              <p:tags r:id="rId35"/>
            </p:custDataLst>
          </p:nvPr>
        </p:nvSpPr>
        <p:spPr>
          <a:xfrm>
            <a:off x="5557066" y="329007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8</a:t>
            </a:r>
            <a:endParaRPr lang="zh-CN" altLang="en-US" sz="1600" dirty="0">
              <a:solidFill>
                <a:schemeClr val="tx1">
                  <a:lumMod val="50000"/>
                  <a:lumOff val="50000"/>
                </a:schemeClr>
              </a:solidFill>
            </a:endParaRPr>
          </a:p>
        </p:txBody>
      </p:sp>
      <p:sp>
        <p:nvSpPr>
          <p:cNvPr id="84" name="矩形 83"/>
          <p:cNvSpPr/>
          <p:nvPr>
            <p:custDataLst>
              <p:tags r:id="rId36"/>
            </p:custDataLst>
          </p:nvPr>
        </p:nvSpPr>
        <p:spPr>
          <a:xfrm>
            <a:off x="5619254"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0</a:t>
            </a:r>
            <a:endParaRPr kumimoji="1" lang="zh-CN" altLang="en-US" sz="1600" b="1" dirty="0">
              <a:solidFill>
                <a:srgbClr val="7030A0"/>
              </a:solidFill>
            </a:endParaRPr>
          </a:p>
        </p:txBody>
      </p:sp>
      <p:sp>
        <p:nvSpPr>
          <p:cNvPr id="85" name="矩形 84"/>
          <p:cNvSpPr/>
          <p:nvPr>
            <p:custDataLst>
              <p:tags r:id="rId37"/>
            </p:custDataLst>
          </p:nvPr>
        </p:nvSpPr>
        <p:spPr>
          <a:xfrm>
            <a:off x="60909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1</a:t>
            </a:r>
            <a:endParaRPr kumimoji="1" lang="zh-CN" altLang="en-US" sz="1600" b="1" dirty="0">
              <a:solidFill>
                <a:srgbClr val="7030A0"/>
              </a:solidFill>
            </a:endParaRPr>
          </a:p>
        </p:txBody>
      </p:sp>
      <p:sp>
        <p:nvSpPr>
          <p:cNvPr id="86" name="矩形 85"/>
          <p:cNvSpPr/>
          <p:nvPr>
            <p:custDataLst>
              <p:tags r:id="rId38"/>
            </p:custDataLst>
          </p:nvPr>
        </p:nvSpPr>
        <p:spPr>
          <a:xfrm>
            <a:off x="6562650"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2</a:t>
            </a:r>
            <a:endParaRPr kumimoji="1" lang="zh-CN" altLang="en-US" sz="1600" b="1" dirty="0">
              <a:solidFill>
                <a:srgbClr val="7030A0"/>
              </a:solidFill>
            </a:endParaRPr>
          </a:p>
        </p:txBody>
      </p:sp>
      <p:sp>
        <p:nvSpPr>
          <p:cNvPr id="87" name="矩形 86"/>
          <p:cNvSpPr/>
          <p:nvPr>
            <p:custDataLst>
              <p:tags r:id="rId39"/>
            </p:custDataLst>
          </p:nvPr>
        </p:nvSpPr>
        <p:spPr>
          <a:xfrm>
            <a:off x="7034348"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3</a:t>
            </a:r>
            <a:endParaRPr kumimoji="1" lang="zh-CN" altLang="en-US" sz="1600" b="1" dirty="0">
              <a:solidFill>
                <a:srgbClr val="7030A0"/>
              </a:solidFill>
            </a:endParaRPr>
          </a:p>
        </p:txBody>
      </p:sp>
      <p:sp>
        <p:nvSpPr>
          <p:cNvPr id="88" name="矩形 87"/>
          <p:cNvSpPr/>
          <p:nvPr>
            <p:custDataLst>
              <p:tags r:id="rId40"/>
            </p:custDataLst>
          </p:nvPr>
        </p:nvSpPr>
        <p:spPr>
          <a:xfrm>
            <a:off x="7506046"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4</a:t>
            </a:r>
            <a:endParaRPr kumimoji="1" lang="zh-CN" altLang="en-US" sz="1600" b="1" dirty="0">
              <a:solidFill>
                <a:srgbClr val="7030A0"/>
              </a:solidFill>
            </a:endParaRPr>
          </a:p>
        </p:txBody>
      </p:sp>
      <p:sp>
        <p:nvSpPr>
          <p:cNvPr id="89" name="矩形 88"/>
          <p:cNvSpPr/>
          <p:nvPr>
            <p:custDataLst>
              <p:tags r:id="rId41"/>
            </p:custDataLst>
          </p:nvPr>
        </p:nvSpPr>
        <p:spPr>
          <a:xfrm>
            <a:off x="797606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5</a:t>
            </a:r>
            <a:endParaRPr kumimoji="1" lang="zh-CN" altLang="en-US" sz="1600" b="1" dirty="0">
              <a:solidFill>
                <a:srgbClr val="7030A0"/>
              </a:solidFill>
            </a:endParaRPr>
          </a:p>
        </p:txBody>
      </p:sp>
      <p:sp>
        <p:nvSpPr>
          <p:cNvPr id="90" name="矩形 89"/>
          <p:cNvSpPr/>
          <p:nvPr>
            <p:custDataLst>
              <p:tags r:id="rId42"/>
            </p:custDataLst>
          </p:nvPr>
        </p:nvSpPr>
        <p:spPr>
          <a:xfrm>
            <a:off x="84448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6</a:t>
            </a:r>
            <a:endParaRPr kumimoji="1" lang="zh-CN" altLang="en-US" sz="1600" b="1" dirty="0">
              <a:solidFill>
                <a:srgbClr val="7030A0"/>
              </a:solidFill>
            </a:endParaRPr>
          </a:p>
        </p:txBody>
      </p:sp>
      <p:sp>
        <p:nvSpPr>
          <p:cNvPr id="91" name="矩形 90"/>
          <p:cNvSpPr/>
          <p:nvPr>
            <p:custDataLst>
              <p:tags r:id="rId43"/>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2" name="矩形 91"/>
          <p:cNvSpPr/>
          <p:nvPr>
            <p:custDataLst>
              <p:tags r:id="rId44"/>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3" name="矩形 92"/>
          <p:cNvSpPr/>
          <p:nvPr>
            <p:custDataLst>
              <p:tags r:id="rId45"/>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4" name="矩形 93"/>
          <p:cNvSpPr/>
          <p:nvPr>
            <p:custDataLst>
              <p:tags r:id="rId46"/>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5" name="矩形 94"/>
          <p:cNvSpPr/>
          <p:nvPr>
            <p:custDataLst>
              <p:tags r:id="rId47"/>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6" name="矩形 95"/>
          <p:cNvSpPr/>
          <p:nvPr>
            <p:custDataLst>
              <p:tags r:id="rId48"/>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7" name="矩形 96"/>
          <p:cNvSpPr/>
          <p:nvPr>
            <p:custDataLst>
              <p:tags r:id="rId49"/>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9" name="左大括号 98"/>
          <p:cNvSpPr/>
          <p:nvPr>
            <p:custDataLst>
              <p:tags r:id="rId50"/>
            </p:custDataLst>
          </p:nvPr>
        </p:nvSpPr>
        <p:spPr>
          <a:xfrm rot="10800000">
            <a:off x="8922488"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0" name="矩形 99"/>
          <p:cNvSpPr/>
          <p:nvPr>
            <p:custDataLst>
              <p:tags r:id="rId51"/>
            </p:custDataLst>
          </p:nvPr>
        </p:nvSpPr>
        <p:spPr>
          <a:xfrm>
            <a:off x="982677"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0</a:t>
            </a:r>
            <a:endParaRPr kumimoji="1" lang="zh-CN" altLang="en-US" sz="1600" b="1" dirty="0">
              <a:solidFill>
                <a:srgbClr val="B60A70"/>
              </a:solidFill>
            </a:endParaRPr>
          </a:p>
        </p:txBody>
      </p:sp>
      <p:sp>
        <p:nvSpPr>
          <p:cNvPr id="101" name="矩形 100"/>
          <p:cNvSpPr/>
          <p:nvPr>
            <p:custDataLst>
              <p:tags r:id="rId52"/>
            </p:custDataLst>
          </p:nvPr>
        </p:nvSpPr>
        <p:spPr>
          <a:xfrm>
            <a:off x="14543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1</a:t>
            </a:r>
            <a:endParaRPr kumimoji="1" lang="zh-CN" altLang="en-US" sz="1600" b="1" dirty="0">
              <a:solidFill>
                <a:srgbClr val="B60A70"/>
              </a:solidFill>
            </a:endParaRPr>
          </a:p>
        </p:txBody>
      </p:sp>
      <p:sp>
        <p:nvSpPr>
          <p:cNvPr id="102" name="矩形 101"/>
          <p:cNvSpPr/>
          <p:nvPr>
            <p:custDataLst>
              <p:tags r:id="rId53"/>
            </p:custDataLst>
          </p:nvPr>
        </p:nvSpPr>
        <p:spPr>
          <a:xfrm>
            <a:off x="1926073"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CC00FF"/>
                </a:solidFill>
              </a:rPr>
              <a:t>2</a:t>
            </a:r>
            <a:endParaRPr kumimoji="1" lang="zh-CN" altLang="en-US" sz="1600" b="1" dirty="0">
              <a:solidFill>
                <a:srgbClr val="CC00FF"/>
              </a:solidFill>
            </a:endParaRPr>
          </a:p>
        </p:txBody>
      </p:sp>
      <p:sp>
        <p:nvSpPr>
          <p:cNvPr id="103" name="矩形 102"/>
          <p:cNvSpPr/>
          <p:nvPr>
            <p:custDataLst>
              <p:tags r:id="rId54"/>
            </p:custDataLst>
          </p:nvPr>
        </p:nvSpPr>
        <p:spPr>
          <a:xfrm>
            <a:off x="2397771"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3</a:t>
            </a:r>
            <a:endParaRPr kumimoji="1" lang="zh-CN" altLang="en-US" sz="1600" b="1" dirty="0">
              <a:solidFill>
                <a:schemeClr val="tx1">
                  <a:lumMod val="50000"/>
                  <a:lumOff val="50000"/>
                </a:schemeClr>
              </a:solidFill>
            </a:endParaRPr>
          </a:p>
        </p:txBody>
      </p:sp>
      <p:sp>
        <p:nvSpPr>
          <p:cNvPr id="104" name="矩形 103"/>
          <p:cNvSpPr/>
          <p:nvPr>
            <p:custDataLst>
              <p:tags r:id="rId55"/>
            </p:custDataLst>
          </p:nvPr>
        </p:nvSpPr>
        <p:spPr>
          <a:xfrm>
            <a:off x="2869469"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4</a:t>
            </a:r>
            <a:endParaRPr kumimoji="1" lang="zh-CN" altLang="en-US" sz="1600" b="1" dirty="0">
              <a:solidFill>
                <a:schemeClr val="tx1">
                  <a:lumMod val="50000"/>
                  <a:lumOff val="50000"/>
                </a:schemeClr>
              </a:solidFill>
            </a:endParaRPr>
          </a:p>
        </p:txBody>
      </p:sp>
      <p:sp>
        <p:nvSpPr>
          <p:cNvPr id="105" name="矩形 104"/>
          <p:cNvSpPr/>
          <p:nvPr>
            <p:custDataLst>
              <p:tags r:id="rId56"/>
            </p:custDataLst>
          </p:nvPr>
        </p:nvSpPr>
        <p:spPr>
          <a:xfrm>
            <a:off x="333948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5</a:t>
            </a:r>
            <a:endParaRPr kumimoji="1" lang="zh-CN" altLang="en-US" sz="1600" b="1" dirty="0">
              <a:solidFill>
                <a:schemeClr val="tx1">
                  <a:lumMod val="50000"/>
                  <a:lumOff val="50000"/>
                </a:schemeClr>
              </a:solidFill>
            </a:endParaRPr>
          </a:p>
        </p:txBody>
      </p:sp>
      <p:sp>
        <p:nvSpPr>
          <p:cNvPr id="106" name="矩形 105"/>
          <p:cNvSpPr/>
          <p:nvPr>
            <p:custDataLst>
              <p:tags r:id="rId57"/>
            </p:custDataLst>
          </p:nvPr>
        </p:nvSpPr>
        <p:spPr>
          <a:xfrm>
            <a:off x="38082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6</a:t>
            </a:r>
            <a:endParaRPr kumimoji="1" lang="zh-CN" altLang="en-US" sz="1600" b="1" dirty="0">
              <a:solidFill>
                <a:schemeClr val="tx1">
                  <a:lumMod val="50000"/>
                  <a:lumOff val="50000"/>
                </a:schemeClr>
              </a:solidFill>
            </a:endParaRPr>
          </a:p>
        </p:txBody>
      </p:sp>
      <p:sp>
        <p:nvSpPr>
          <p:cNvPr id="107" name="矩形 106"/>
          <p:cNvSpPr/>
          <p:nvPr>
            <p:custDataLst>
              <p:tags r:id="rId58"/>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8" name="矩形 107"/>
          <p:cNvSpPr/>
          <p:nvPr>
            <p:custDataLst>
              <p:tags r:id="rId59"/>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9" name="矩形 108"/>
          <p:cNvSpPr/>
          <p:nvPr>
            <p:custDataLst>
              <p:tags r:id="rId60"/>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0" name="矩形 109"/>
          <p:cNvSpPr/>
          <p:nvPr>
            <p:custDataLst>
              <p:tags r:id="rId61"/>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1" name="矩形 110"/>
          <p:cNvSpPr/>
          <p:nvPr>
            <p:custDataLst>
              <p:tags r:id="rId62"/>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2" name="矩形 111"/>
          <p:cNvSpPr/>
          <p:nvPr>
            <p:custDataLst>
              <p:tags r:id="rId63"/>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3" name="矩形 112"/>
          <p:cNvSpPr/>
          <p:nvPr>
            <p:custDataLst>
              <p:tags r:id="rId64"/>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5" name="左大括号 114"/>
          <p:cNvSpPr/>
          <p:nvPr>
            <p:custDataLst>
              <p:tags r:id="rId65"/>
            </p:custDataLst>
          </p:nvPr>
        </p:nvSpPr>
        <p:spPr>
          <a:xfrm rot="10800000">
            <a:off x="4285911"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116" name="矩形 115"/>
          <p:cNvSpPr/>
          <p:nvPr>
            <p:custDataLst>
              <p:tags r:id="rId66"/>
            </p:custDataLst>
          </p:nvPr>
        </p:nvSpPr>
        <p:spPr>
          <a:xfrm>
            <a:off x="553767"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3</a:t>
            </a:r>
            <a:endParaRPr kumimoji="1" lang="zh-CN" altLang="en-US" b="1" dirty="0">
              <a:solidFill>
                <a:schemeClr val="tx1">
                  <a:lumMod val="50000"/>
                  <a:lumOff val="50000"/>
                </a:schemeClr>
              </a:solidFill>
            </a:endParaRPr>
          </a:p>
        </p:txBody>
      </p:sp>
      <p:sp>
        <p:nvSpPr>
          <p:cNvPr id="117" name="矩形 116"/>
          <p:cNvSpPr/>
          <p:nvPr>
            <p:custDataLst>
              <p:tags r:id="rId67"/>
            </p:custDataLst>
          </p:nvPr>
        </p:nvSpPr>
        <p:spPr>
          <a:xfrm>
            <a:off x="102546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118" name="矩形 117"/>
          <p:cNvSpPr/>
          <p:nvPr>
            <p:custDataLst>
              <p:tags r:id="rId68"/>
            </p:custDataLst>
          </p:nvPr>
        </p:nvSpPr>
        <p:spPr>
          <a:xfrm>
            <a:off x="1497163"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5</a:t>
            </a:r>
            <a:endParaRPr kumimoji="1" lang="zh-CN" altLang="en-US" b="1" dirty="0">
              <a:solidFill>
                <a:schemeClr val="tx1">
                  <a:lumMod val="50000"/>
                  <a:lumOff val="50000"/>
                </a:schemeClr>
              </a:solidFill>
            </a:endParaRPr>
          </a:p>
        </p:txBody>
      </p:sp>
      <p:sp>
        <p:nvSpPr>
          <p:cNvPr id="119" name="矩形 118"/>
          <p:cNvSpPr/>
          <p:nvPr>
            <p:custDataLst>
              <p:tags r:id="rId69"/>
            </p:custDataLst>
          </p:nvPr>
        </p:nvSpPr>
        <p:spPr>
          <a:xfrm>
            <a:off x="196886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120" name="矩形 119"/>
          <p:cNvSpPr/>
          <p:nvPr>
            <p:custDataLst>
              <p:tags r:id="rId70"/>
            </p:custDataLst>
          </p:nvPr>
        </p:nvSpPr>
        <p:spPr>
          <a:xfrm>
            <a:off x="2440559"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1" name="矩形 120"/>
          <p:cNvSpPr/>
          <p:nvPr>
            <p:custDataLst>
              <p:tags r:id="rId71"/>
            </p:custDataLst>
          </p:nvPr>
        </p:nvSpPr>
        <p:spPr>
          <a:xfrm>
            <a:off x="291057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2" name="矩形 121"/>
          <p:cNvSpPr/>
          <p:nvPr>
            <p:custDataLst>
              <p:tags r:id="rId72"/>
            </p:custDataLst>
          </p:nvPr>
        </p:nvSpPr>
        <p:spPr>
          <a:xfrm>
            <a:off x="338059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23" name="左大括号 122"/>
          <p:cNvSpPr/>
          <p:nvPr>
            <p:custDataLst>
              <p:tags r:id="rId73"/>
            </p:custDataLst>
          </p:nvPr>
        </p:nvSpPr>
        <p:spPr>
          <a:xfrm>
            <a:off x="553567"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4" name="左大括号 123"/>
          <p:cNvSpPr/>
          <p:nvPr>
            <p:custDataLst>
              <p:tags r:id="rId74"/>
            </p:custDataLst>
          </p:nvPr>
        </p:nvSpPr>
        <p:spPr>
          <a:xfrm rot="10800000">
            <a:off x="2438807"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4" name="矩形 133"/>
          <p:cNvSpPr/>
          <p:nvPr>
            <p:custDataLst>
              <p:tags r:id="rId75"/>
            </p:custDataLst>
          </p:nvPr>
        </p:nvSpPr>
        <p:spPr>
          <a:xfrm>
            <a:off x="553767"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35" name="矩形 134"/>
          <p:cNvSpPr/>
          <p:nvPr>
            <p:custDataLst>
              <p:tags r:id="rId76"/>
            </p:custDataLst>
          </p:nvPr>
        </p:nvSpPr>
        <p:spPr>
          <a:xfrm>
            <a:off x="102546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36" name="矩形 135"/>
          <p:cNvSpPr/>
          <p:nvPr>
            <p:custDataLst>
              <p:tags r:id="rId77"/>
            </p:custDataLst>
          </p:nvPr>
        </p:nvSpPr>
        <p:spPr>
          <a:xfrm>
            <a:off x="1497163"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2</a:t>
            </a:r>
            <a:endParaRPr kumimoji="1" lang="zh-CN" altLang="en-US" b="1" dirty="0">
              <a:solidFill>
                <a:srgbClr val="CC00FF"/>
              </a:solidFill>
            </a:endParaRPr>
          </a:p>
        </p:txBody>
      </p:sp>
      <p:sp>
        <p:nvSpPr>
          <p:cNvPr id="137" name="矩形 136"/>
          <p:cNvSpPr/>
          <p:nvPr>
            <p:custDataLst>
              <p:tags r:id="rId78"/>
            </p:custDataLst>
          </p:nvPr>
        </p:nvSpPr>
        <p:spPr>
          <a:xfrm>
            <a:off x="196886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8" name="矩形 137"/>
          <p:cNvSpPr/>
          <p:nvPr>
            <p:custDataLst>
              <p:tags r:id="rId79"/>
            </p:custDataLst>
          </p:nvPr>
        </p:nvSpPr>
        <p:spPr>
          <a:xfrm>
            <a:off x="2440559"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9" name="矩形 138"/>
          <p:cNvSpPr/>
          <p:nvPr>
            <p:custDataLst>
              <p:tags r:id="rId80"/>
            </p:custDataLst>
          </p:nvPr>
        </p:nvSpPr>
        <p:spPr>
          <a:xfrm>
            <a:off x="291057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0" name="矩形 139"/>
          <p:cNvSpPr/>
          <p:nvPr>
            <p:custDataLst>
              <p:tags r:id="rId81"/>
            </p:custDataLst>
          </p:nvPr>
        </p:nvSpPr>
        <p:spPr>
          <a:xfrm>
            <a:off x="338059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1" name="左大括号 140"/>
          <p:cNvSpPr/>
          <p:nvPr>
            <p:custDataLst>
              <p:tags r:id="rId82"/>
            </p:custDataLst>
          </p:nvPr>
        </p:nvSpPr>
        <p:spPr>
          <a:xfrm>
            <a:off x="553567"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2" name="左大括号 141"/>
          <p:cNvSpPr/>
          <p:nvPr>
            <p:custDataLst>
              <p:tags r:id="rId83"/>
            </p:custDataLst>
          </p:nvPr>
        </p:nvSpPr>
        <p:spPr>
          <a:xfrm rot="10800000">
            <a:off x="196834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3" name="文本框 142"/>
          <p:cNvSpPr txBox="1"/>
          <p:nvPr>
            <p:custDataLst>
              <p:tags r:id="rId84"/>
            </p:custDataLst>
          </p:nvPr>
        </p:nvSpPr>
        <p:spPr>
          <a:xfrm>
            <a:off x="0" y="722511"/>
            <a:ext cx="9144000" cy="109831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重复以上步骤，直到</a:t>
            </a:r>
            <a:r>
              <a:rPr kumimoji="1" lang="en-US" altLang="zh-CN" sz="2000" b="1" dirty="0">
                <a:solidFill>
                  <a:schemeClr val="tx1">
                    <a:lumMod val="50000"/>
                    <a:lumOff val="50000"/>
                  </a:schemeClr>
                </a:solidFill>
                <a:latin typeface="+mn-ea"/>
                <a:cs typeface="Consolas" panose="020B0609020204030204" pitchFamily="49" charset="0"/>
              </a:rPr>
              <a:t>U</a:t>
            </a:r>
            <a:r>
              <a:rPr kumimoji="1" lang="zh-CN" altLang="en-US" sz="2000" b="1" dirty="0">
                <a:solidFill>
                  <a:schemeClr val="tx1">
                    <a:lumMod val="50000"/>
                    <a:lumOff val="50000"/>
                  </a:schemeClr>
                </a:solidFill>
                <a:latin typeface="+mn-ea"/>
                <a:cs typeface="Consolas" panose="020B0609020204030204" pitchFamily="49" charset="0"/>
              </a:rPr>
              <a:t>中</a:t>
            </a:r>
            <a:r>
              <a:rPr kumimoji="1" lang="zh-CN" altLang="en-US" sz="2000" b="1" dirty="0">
                <a:solidFill>
                  <a:srgbClr val="0099BC"/>
                </a:solidFill>
                <a:latin typeface="+mn-ea"/>
                <a:cs typeface="Consolas" panose="020B0609020204030204" pitchFamily="49" charset="0"/>
              </a:rPr>
              <a:t>元素为空</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以新加入</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的顶点为中间点更新</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各顶点的最短路径长度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r>
              <a:rPr kumimoji="1" lang="zh-CN" altLang="en-US" b="1" dirty="0">
                <a:latin typeface="+mn-ea"/>
                <a:cs typeface="Consolas" panose="020B0609020204030204" pitchFamily="49" charset="0"/>
              </a:rPr>
              <a:t>，下一次循环中以</a:t>
            </a:r>
            <a:r>
              <a:rPr kumimoji="1" lang="zh-CN" altLang="en-US" b="1" dirty="0">
                <a:solidFill>
                  <a:srgbClr val="CC00FF"/>
                </a:solidFill>
                <a:latin typeface="+mn-ea"/>
                <a:cs typeface="Consolas" panose="020B0609020204030204" pitchFamily="49" charset="0"/>
              </a:rPr>
              <a:t>该顶点</a:t>
            </a:r>
            <a:r>
              <a:rPr kumimoji="1" lang="zh-CN" altLang="en-US" b="1" dirty="0">
                <a:latin typeface="+mn-ea"/>
                <a:cs typeface="Consolas" panose="020B0609020204030204" pitchFamily="49" charset="0"/>
              </a:rPr>
              <a:t>为中间点修改长度</a:t>
            </a:r>
            <a:endParaRPr kumimoji="1" lang="en-US" altLang="zh-CN" b="1" dirty="0">
              <a:latin typeface="+mn-ea"/>
              <a:cs typeface="Consolas" panose="020B0609020204030204" pitchFamily="49" charset="0"/>
            </a:endParaRPr>
          </a:p>
        </p:txBody>
      </p:sp>
      <p:sp>
        <p:nvSpPr>
          <p:cNvPr id="12" name="矩形 11"/>
          <p:cNvSpPr/>
          <p:nvPr>
            <p:custDataLst>
              <p:tags r:id="rId85"/>
            </p:custDataLst>
          </p:nvPr>
        </p:nvSpPr>
        <p:spPr>
          <a:xfrm>
            <a:off x="5619254"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5" name="矩形 14"/>
          <p:cNvSpPr/>
          <p:nvPr>
            <p:custDataLst>
              <p:tags r:id="rId86"/>
            </p:custDataLst>
          </p:nvPr>
        </p:nvSpPr>
        <p:spPr>
          <a:xfrm>
            <a:off x="609095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6" name="矩形 15"/>
          <p:cNvSpPr/>
          <p:nvPr>
            <p:custDataLst>
              <p:tags r:id="rId87"/>
            </p:custDataLst>
          </p:nvPr>
        </p:nvSpPr>
        <p:spPr>
          <a:xfrm>
            <a:off x="6562650"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2</a:t>
            </a:r>
            <a:endParaRPr kumimoji="1" lang="zh-CN" altLang="en-US" b="1" dirty="0">
              <a:solidFill>
                <a:srgbClr val="B60A70"/>
              </a:solidFill>
            </a:endParaRPr>
          </a:p>
        </p:txBody>
      </p:sp>
      <p:sp>
        <p:nvSpPr>
          <p:cNvPr id="18" name="矩形 17"/>
          <p:cNvSpPr/>
          <p:nvPr>
            <p:custDataLst>
              <p:tags r:id="rId88"/>
            </p:custDataLst>
          </p:nvPr>
        </p:nvSpPr>
        <p:spPr>
          <a:xfrm>
            <a:off x="7034348"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3</a:t>
            </a:r>
            <a:endParaRPr kumimoji="1" lang="zh-CN" altLang="en-US" b="1" dirty="0">
              <a:solidFill>
                <a:srgbClr val="CC00FF"/>
              </a:solidFill>
            </a:endParaRPr>
          </a:p>
        </p:txBody>
      </p:sp>
      <p:sp>
        <p:nvSpPr>
          <p:cNvPr id="19" name="矩形 18"/>
          <p:cNvSpPr/>
          <p:nvPr>
            <p:custDataLst>
              <p:tags r:id="rId89"/>
            </p:custDataLst>
          </p:nvPr>
        </p:nvSpPr>
        <p:spPr>
          <a:xfrm>
            <a:off x="7506046"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1" name="矩形 20"/>
          <p:cNvSpPr/>
          <p:nvPr>
            <p:custDataLst>
              <p:tags r:id="rId90"/>
            </p:custDataLst>
          </p:nvPr>
        </p:nvSpPr>
        <p:spPr>
          <a:xfrm>
            <a:off x="797606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4" name="左大括号 23"/>
          <p:cNvSpPr/>
          <p:nvPr>
            <p:custDataLst>
              <p:tags r:id="rId91"/>
            </p:custDataLst>
          </p:nvPr>
        </p:nvSpPr>
        <p:spPr>
          <a:xfrm>
            <a:off x="547998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5" name="左大括号 24"/>
          <p:cNvSpPr/>
          <p:nvPr>
            <p:custDataLst>
              <p:tags r:id="rId92"/>
            </p:custDataLst>
          </p:nvPr>
        </p:nvSpPr>
        <p:spPr>
          <a:xfrm rot="10800000">
            <a:off x="7506046" y="4283789"/>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7" name="矩形 26"/>
          <p:cNvSpPr/>
          <p:nvPr>
            <p:custDataLst>
              <p:tags r:id="rId93"/>
            </p:custDataLst>
          </p:nvPr>
        </p:nvSpPr>
        <p:spPr>
          <a:xfrm>
            <a:off x="5619254"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28" name="矩形 27"/>
          <p:cNvSpPr/>
          <p:nvPr>
            <p:custDataLst>
              <p:tags r:id="rId94"/>
            </p:custDataLst>
          </p:nvPr>
        </p:nvSpPr>
        <p:spPr>
          <a:xfrm>
            <a:off x="609095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5</a:t>
            </a:r>
            <a:endParaRPr kumimoji="1" lang="zh-CN" altLang="en-US" b="1" dirty="0">
              <a:solidFill>
                <a:schemeClr val="tx1">
                  <a:lumMod val="50000"/>
                  <a:lumOff val="50000"/>
                </a:schemeClr>
              </a:solidFill>
            </a:endParaRPr>
          </a:p>
        </p:txBody>
      </p:sp>
      <p:sp>
        <p:nvSpPr>
          <p:cNvPr id="29" name="矩形 28"/>
          <p:cNvSpPr/>
          <p:nvPr>
            <p:custDataLst>
              <p:tags r:id="rId95"/>
            </p:custDataLst>
          </p:nvPr>
        </p:nvSpPr>
        <p:spPr>
          <a:xfrm>
            <a:off x="6562650"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30" name="矩形 29"/>
          <p:cNvSpPr/>
          <p:nvPr>
            <p:custDataLst>
              <p:tags r:id="rId96"/>
            </p:custDataLst>
          </p:nvPr>
        </p:nvSpPr>
        <p:spPr>
          <a:xfrm>
            <a:off x="7034348"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1" name="矩形 30"/>
          <p:cNvSpPr/>
          <p:nvPr>
            <p:custDataLst>
              <p:tags r:id="rId97"/>
            </p:custDataLst>
          </p:nvPr>
        </p:nvSpPr>
        <p:spPr>
          <a:xfrm>
            <a:off x="7506046"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2" name="矩形 31"/>
          <p:cNvSpPr/>
          <p:nvPr>
            <p:custDataLst>
              <p:tags r:id="rId98"/>
            </p:custDataLst>
          </p:nvPr>
        </p:nvSpPr>
        <p:spPr>
          <a:xfrm>
            <a:off x="797606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35" name="左大括号 34"/>
          <p:cNvSpPr/>
          <p:nvPr>
            <p:custDataLst>
              <p:tags r:id="rId99"/>
            </p:custDataLst>
          </p:nvPr>
        </p:nvSpPr>
        <p:spPr>
          <a:xfrm>
            <a:off x="5479989" y="4697324"/>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7" name="左大括号 36"/>
          <p:cNvSpPr/>
          <p:nvPr>
            <p:custDataLst>
              <p:tags r:id="rId100"/>
            </p:custDataLst>
          </p:nvPr>
        </p:nvSpPr>
        <p:spPr>
          <a:xfrm rot="10800000">
            <a:off x="7034349"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8" name="箭头: 下 37"/>
          <p:cNvSpPr/>
          <p:nvPr>
            <p:custDataLst>
              <p:tags r:id="rId101"/>
            </p:custDataLst>
          </p:nvPr>
        </p:nvSpPr>
        <p:spPr>
          <a:xfrm rot="16200000">
            <a:off x="3638048" y="2877095"/>
            <a:ext cx="331319" cy="3150104"/>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圆角 39"/>
          <p:cNvSpPr/>
          <p:nvPr>
            <p:custDataLst>
              <p:tags r:id="rId102"/>
            </p:custDataLst>
          </p:nvPr>
        </p:nvSpPr>
        <p:spPr>
          <a:xfrm>
            <a:off x="360789" y="1135097"/>
            <a:ext cx="6220484"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1" name="矩形: 圆角 40"/>
          <p:cNvSpPr/>
          <p:nvPr>
            <p:custDataLst>
              <p:tags r:id="rId103"/>
            </p:custDataLst>
          </p:nvPr>
        </p:nvSpPr>
        <p:spPr>
          <a:xfrm>
            <a:off x="360789" y="1466133"/>
            <a:ext cx="8319995"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2" name="矩形 21"/>
          <p:cNvSpPr/>
          <p:nvPr>
            <p:custDataLst>
              <p:tags r:id="rId104"/>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34" name="矩形 33"/>
          <p:cNvSpPr/>
          <p:nvPr>
            <p:custDataLst>
              <p:tags r:id="rId105"/>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4</a:t>
            </a:r>
            <a:endParaRPr kumimoji="1" lang="zh-CN" altLang="en-US" b="1" dirty="0">
              <a:solidFill>
                <a:schemeClr val="tx1"/>
              </a:solidFill>
            </a:endParaRPr>
          </a:p>
        </p:txBody>
      </p:sp>
      <p:sp>
        <p:nvSpPr>
          <p:cNvPr id="43" name="矩形 42"/>
          <p:cNvSpPr/>
          <p:nvPr>
            <p:custDataLst>
              <p:tags r:id="rId106"/>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44" name="矩形 43"/>
          <p:cNvSpPr/>
          <p:nvPr>
            <p:custDataLst>
              <p:tags r:id="rId107"/>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50" name="矩形 49"/>
          <p:cNvSpPr/>
          <p:nvPr>
            <p:custDataLst>
              <p:tags r:id="rId108"/>
            </p:custDataLst>
          </p:nvPr>
        </p:nvSpPr>
        <p:spPr>
          <a:xfrm>
            <a:off x="982677"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1" name="矩形 50"/>
          <p:cNvSpPr/>
          <p:nvPr>
            <p:custDataLst>
              <p:tags r:id="rId109"/>
            </p:custDataLst>
          </p:nvPr>
        </p:nvSpPr>
        <p:spPr>
          <a:xfrm>
            <a:off x="1454375"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2" name="矩形 51"/>
          <p:cNvSpPr/>
          <p:nvPr>
            <p:custDataLst>
              <p:tags r:id="rId110"/>
            </p:custDataLst>
          </p:nvPr>
        </p:nvSpPr>
        <p:spPr>
          <a:xfrm>
            <a:off x="1926073"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rgbClr val="0000FF"/>
              </a:solidFill>
            </a:endParaRPr>
          </a:p>
        </p:txBody>
      </p:sp>
      <p:sp>
        <p:nvSpPr>
          <p:cNvPr id="53" name="矩形 52"/>
          <p:cNvSpPr/>
          <p:nvPr>
            <p:custDataLst>
              <p:tags r:id="rId111"/>
            </p:custDataLst>
          </p:nvPr>
        </p:nvSpPr>
        <p:spPr>
          <a:xfrm>
            <a:off x="2397771"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54" name="矩形 53"/>
          <p:cNvSpPr/>
          <p:nvPr>
            <p:custDataLst>
              <p:tags r:id="rId112"/>
            </p:custDataLst>
          </p:nvPr>
        </p:nvSpPr>
        <p:spPr>
          <a:xfrm>
            <a:off x="2869469"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6</a:t>
            </a:r>
            <a:endParaRPr lang="zh-CN" altLang="en-US" dirty="0">
              <a:solidFill>
                <a:srgbClr val="0000FF"/>
              </a:solidFill>
            </a:endParaRPr>
          </a:p>
        </p:txBody>
      </p:sp>
      <p:sp>
        <p:nvSpPr>
          <p:cNvPr id="72" name="矩形 71"/>
          <p:cNvSpPr/>
          <p:nvPr>
            <p:custDataLst>
              <p:tags r:id="rId113"/>
            </p:custDataLst>
          </p:nvPr>
        </p:nvSpPr>
        <p:spPr>
          <a:xfrm>
            <a:off x="333948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4</a:t>
            </a:r>
            <a:endParaRPr lang="zh-CN" altLang="en-US" dirty="0">
              <a:solidFill>
                <a:srgbClr val="0000FF"/>
              </a:solidFill>
            </a:endParaRPr>
          </a:p>
        </p:txBody>
      </p:sp>
      <p:sp>
        <p:nvSpPr>
          <p:cNvPr id="73" name="矩形 72"/>
          <p:cNvSpPr/>
          <p:nvPr>
            <p:custDataLst>
              <p:tags r:id="rId114"/>
            </p:custDataLst>
          </p:nvPr>
        </p:nvSpPr>
        <p:spPr>
          <a:xfrm>
            <a:off x="380827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4" name="左大括号 73"/>
          <p:cNvSpPr/>
          <p:nvPr>
            <p:custDataLst>
              <p:tags r:id="rId115"/>
            </p:custDataLst>
          </p:nvPr>
        </p:nvSpPr>
        <p:spPr>
          <a:xfrm>
            <a:off x="843412"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6" name="左大括号 75"/>
          <p:cNvSpPr/>
          <p:nvPr>
            <p:custDataLst>
              <p:tags r:id="rId116"/>
            </p:custDataLst>
          </p:nvPr>
        </p:nvSpPr>
        <p:spPr>
          <a:xfrm rot="10800000">
            <a:off x="4285911"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8" name="左大括号 77"/>
          <p:cNvSpPr/>
          <p:nvPr>
            <p:custDataLst>
              <p:tags r:id="rId117"/>
            </p:custDataLst>
          </p:nvPr>
        </p:nvSpPr>
        <p:spPr>
          <a:xfrm rot="16200000">
            <a:off x="2561693" y="4629884"/>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0" name="文本框 79"/>
          <p:cNvSpPr txBox="1"/>
          <p:nvPr>
            <p:custDataLst>
              <p:tags r:id="rId118"/>
            </p:custDataLst>
          </p:nvPr>
        </p:nvSpPr>
        <p:spPr>
          <a:xfrm>
            <a:off x="291747" y="6345994"/>
            <a:ext cx="4679156"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当前中间点</a:t>
            </a:r>
            <a:r>
              <a:rPr kumimoji="1" lang="en-US" altLang="zh-CN" b="1" dirty="0">
                <a:solidFill>
                  <a:srgbClr val="CC00FF"/>
                </a:solidFill>
                <a:latin typeface="+mn-ea"/>
                <a:cs typeface="Consolas" panose="020B0609020204030204" pitchFamily="49" charset="0"/>
              </a:rPr>
              <a:t>(2)</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U</a:t>
            </a:r>
            <a:r>
              <a:rPr kumimoji="1" lang="zh-CN" altLang="en-US" b="1" dirty="0">
                <a:solidFill>
                  <a:srgbClr val="0000FF"/>
                </a:solidFill>
                <a:latin typeface="+mn-ea"/>
                <a:cs typeface="Consolas" panose="020B0609020204030204" pitchFamily="49" charset="0"/>
              </a:rPr>
              <a:t>中各点的直线距离</a:t>
            </a:r>
            <a:endParaRPr lang="zh-CN" altLang="en-US" dirty="0">
              <a:solidFill>
                <a:srgbClr val="0000FF"/>
              </a:solidFill>
            </a:endParaRPr>
          </a:p>
        </p:txBody>
      </p:sp>
      <p:sp>
        <p:nvSpPr>
          <p:cNvPr id="81" name="左大括号 80"/>
          <p:cNvSpPr/>
          <p:nvPr>
            <p:custDataLst>
              <p:tags r:id="rId119"/>
            </p:custDataLst>
          </p:nvPr>
        </p:nvSpPr>
        <p:spPr>
          <a:xfrm rot="16200000">
            <a:off x="7199837" y="4194231"/>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2" name="文本框 81"/>
          <p:cNvSpPr txBox="1"/>
          <p:nvPr>
            <p:custDataLst>
              <p:tags r:id="rId120"/>
            </p:custDataLst>
          </p:nvPr>
        </p:nvSpPr>
        <p:spPr>
          <a:xfrm>
            <a:off x="5492404" y="5930583"/>
            <a:ext cx="3554129"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使用当前中间点</a:t>
            </a:r>
            <a:r>
              <a:rPr kumimoji="1" lang="en-US" altLang="zh-CN" b="1" dirty="0">
                <a:solidFill>
                  <a:srgbClr val="CC00FF"/>
                </a:solidFill>
                <a:latin typeface="+mn-ea"/>
                <a:cs typeface="Consolas" panose="020B0609020204030204" pitchFamily="49" charset="0"/>
              </a:rPr>
              <a:t>(2)</a:t>
            </a:r>
            <a:r>
              <a:rPr kumimoji="1" lang="zh-CN" altLang="en-US" b="1" dirty="0">
                <a:solidFill>
                  <a:srgbClr val="0000FF"/>
                </a:solidFill>
                <a:latin typeface="+mn-ea"/>
                <a:cs typeface="Consolas" panose="020B0609020204030204" pitchFamily="49" charset="0"/>
              </a:rPr>
              <a:t>更新前驱顶点</a:t>
            </a:r>
            <a:endParaRPr lang="zh-CN" altLang="en-US" dirty="0">
              <a:solidFill>
                <a:srgbClr val="0000FF"/>
              </a:solidFill>
            </a:endParaRPr>
          </a:p>
        </p:txBody>
      </p:sp>
      <p:sp>
        <p:nvSpPr>
          <p:cNvPr id="55" name="矩形 54"/>
          <p:cNvSpPr/>
          <p:nvPr>
            <p:custDataLst>
              <p:tags r:id="rId121"/>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6" name="矩形 55"/>
          <p:cNvSpPr/>
          <p:nvPr>
            <p:custDataLst>
              <p:tags r:id="rId122"/>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7" name="矩形 56"/>
          <p:cNvSpPr/>
          <p:nvPr>
            <p:custDataLst>
              <p:tags r:id="rId123"/>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8" name="矩形 57"/>
          <p:cNvSpPr/>
          <p:nvPr>
            <p:custDataLst>
              <p:tags r:id="rId124"/>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47" name="文本框 46"/>
          <p:cNvSpPr txBox="1"/>
          <p:nvPr>
            <p:custDataLst>
              <p:tags r:id="rId125"/>
            </p:custDataLst>
          </p:nvPr>
        </p:nvSpPr>
        <p:spPr>
          <a:xfrm>
            <a:off x="2195550" y="3967562"/>
            <a:ext cx="3216315" cy="396583"/>
          </a:xfrm>
          <a:prstGeom prst="rect">
            <a:avLst/>
          </a:prstGeom>
          <a:noFill/>
        </p:spPr>
        <p:txBody>
          <a:bodyPr wrap="square">
            <a:spAutoFit/>
          </a:bodyPr>
          <a:p>
            <a:pPr algn="ctr">
              <a:lnSpc>
                <a:spcPct val="120000"/>
              </a:lnSpc>
            </a:pPr>
            <a:r>
              <a:rPr kumimoji="1" lang="zh-CN" altLang="en-US" b="1" dirty="0">
                <a:solidFill>
                  <a:srgbClr val="0070C0"/>
                </a:solidFill>
                <a:latin typeface="+mn-ea"/>
                <a:cs typeface="Consolas" panose="020B0609020204030204" pitchFamily="49" charset="0"/>
              </a:rPr>
              <a:t>选取</a:t>
            </a:r>
            <a:r>
              <a:rPr kumimoji="1" lang="en-US" altLang="zh-CN" b="1" dirty="0">
                <a:solidFill>
                  <a:srgbClr val="0070C0"/>
                </a:solidFill>
                <a:latin typeface="+mn-ea"/>
                <a:cs typeface="Consolas" panose="020B0609020204030204" pitchFamily="49" charset="0"/>
              </a:rPr>
              <a:t>U</a:t>
            </a:r>
            <a:r>
              <a:rPr kumimoji="1" lang="zh-CN" altLang="en-US" b="1" dirty="0">
                <a:solidFill>
                  <a:srgbClr val="0070C0"/>
                </a:solidFill>
                <a:latin typeface="+mn-ea"/>
                <a:cs typeface="Consolas" panose="020B0609020204030204" pitchFamily="49" charset="0"/>
              </a:rPr>
              <a:t>中与源点距离最短的点</a:t>
            </a:r>
            <a:endParaRPr kumimoji="1" lang="en-US" altLang="zh-CN" b="1" dirty="0">
              <a:solidFill>
                <a:srgbClr val="0070C0"/>
              </a:solidFill>
              <a:latin typeface="+mn-ea"/>
              <a:cs typeface="Consolas" panose="020B0609020204030204" pitchFamily="49" charset="0"/>
            </a:endParaRPr>
          </a:p>
        </p:txBody>
      </p:sp>
      <p:sp>
        <p:nvSpPr>
          <p:cNvPr id="14" name="矩形 13"/>
          <p:cNvSpPr/>
          <p:nvPr>
            <p:custDataLst>
              <p:tags r:id="rId126"/>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70C0"/>
                </a:solidFill>
              </a:rPr>
              <a:t>5</a:t>
            </a:r>
            <a:endParaRPr kumimoji="1" lang="zh-CN" altLang="en-US" b="1" dirty="0">
              <a:solidFill>
                <a:srgbClr val="0070C0"/>
              </a:solidFill>
            </a:endParaRPr>
          </a:p>
        </p:txBody>
      </p:sp>
      <p:sp>
        <p:nvSpPr>
          <p:cNvPr id="46" name="矩形 45"/>
          <p:cNvSpPr/>
          <p:nvPr>
            <p:custDataLst>
              <p:tags r:id="rId127"/>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11</a:t>
            </a:r>
            <a:endParaRPr kumimoji="1" lang="zh-CN" altLang="en-US" b="1" dirty="0">
              <a:solidFill>
                <a:schemeClr val="tx1"/>
              </a:solidFill>
            </a:endParaRPr>
          </a:p>
        </p:txBody>
      </p:sp>
      <p:sp>
        <p:nvSpPr>
          <p:cNvPr id="83" name="矩形 82"/>
          <p:cNvSpPr/>
          <p:nvPr>
            <p:custDataLst>
              <p:tags r:id="rId128"/>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25" name="矩形 124"/>
          <p:cNvSpPr/>
          <p:nvPr>
            <p:custDataLst>
              <p:tags r:id="rId129"/>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27" name="矩形: 圆角 126"/>
          <p:cNvSpPr/>
          <p:nvPr>
            <p:custDataLst>
              <p:tags r:id="rId130"/>
            </p:custDataLst>
          </p:nvPr>
        </p:nvSpPr>
        <p:spPr>
          <a:xfrm>
            <a:off x="1956242" y="5381340"/>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29" name="矩形: 圆角 128"/>
          <p:cNvSpPr/>
          <p:nvPr>
            <p:custDataLst>
              <p:tags r:id="rId131"/>
            </p:custDataLst>
          </p:nvPr>
        </p:nvSpPr>
        <p:spPr>
          <a:xfrm>
            <a:off x="2901153" y="5810721"/>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30" name="矩形: 圆角 129"/>
          <p:cNvSpPr/>
          <p:nvPr>
            <p:custDataLst>
              <p:tags r:id="rId132"/>
            </p:custDataLst>
          </p:nvPr>
        </p:nvSpPr>
        <p:spPr>
          <a:xfrm>
            <a:off x="3371169" y="5810721"/>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9" name="矩形: 圆角 48"/>
          <p:cNvSpPr/>
          <p:nvPr>
            <p:custDataLst>
              <p:tags r:id="rId133"/>
            </p:custDataLst>
          </p:nvPr>
        </p:nvSpPr>
        <p:spPr>
          <a:xfrm>
            <a:off x="2423350" y="5098830"/>
            <a:ext cx="408330" cy="62314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33" name="矩形 132"/>
          <p:cNvSpPr/>
          <p:nvPr>
            <p:custDataLst>
              <p:tags r:id="rId134"/>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latin typeface="+mn-ea"/>
                <a:cs typeface="Consolas" panose="020B0609020204030204" pitchFamily="49" charset="0"/>
              </a:rPr>
              <a:t>9</a:t>
            </a:r>
            <a:endParaRPr lang="zh-CN" altLang="en-US" dirty="0">
              <a:solidFill>
                <a:srgbClr val="FF0000"/>
              </a:solidFill>
            </a:endParaRPr>
          </a:p>
        </p:txBody>
      </p:sp>
      <p:sp>
        <p:nvSpPr>
          <p:cNvPr id="144" name="矩形 143"/>
          <p:cNvSpPr/>
          <p:nvPr>
            <p:custDataLst>
              <p:tags r:id="rId135"/>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2</a:t>
            </a:r>
            <a:endParaRPr kumimoji="1" lang="zh-CN" altLang="en-US" b="1" dirty="0">
              <a:solidFill>
                <a:srgbClr val="FF0000"/>
              </a:solidFill>
            </a:endParaRPr>
          </a:p>
        </p:txBody>
      </p:sp>
      <p:sp>
        <p:nvSpPr>
          <p:cNvPr id="77" name="Text Box 2"/>
          <p:cNvSpPr txBox="1">
            <a:spLocks noChangeArrowheads="1"/>
          </p:cNvSpPr>
          <p:nvPr>
            <p:custDataLst>
              <p:tags r:id="rId136"/>
            </p:custDataLst>
          </p:nvPr>
        </p:nvSpPr>
        <p:spPr bwMode="auto">
          <a:xfrm>
            <a:off x="-2540" y="5339715"/>
            <a:ext cx="845820" cy="423545"/>
          </a:xfrm>
          <a:prstGeom prst="rect">
            <a:avLst/>
          </a:prstGeom>
          <a:noFill/>
          <a:ln w="9525">
            <a:noFill/>
            <a:miter lim="800000"/>
          </a:ln>
          <a:effectLst/>
        </p:spPr>
        <p:txBody>
          <a:bodyPr wrap="square">
            <a:spAutoFit/>
          </a:bodyPr>
          <a:p>
            <a:pPr>
              <a:lnSpc>
                <a:spcPct val="120000"/>
              </a:lnSpc>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         </a:t>
            </a:r>
            <a:endParaRPr kumimoji="1" lang="en-US" altLang="zh-CN" b="1" dirty="0">
              <a:latin typeface="+mn-ea"/>
              <a:cs typeface="Consolas" panose="020B0609020204030204" pitchFamily="49" charset="0"/>
            </a:endParaRPr>
          </a:p>
        </p:txBody>
      </p:sp>
      <p:sp>
        <p:nvSpPr>
          <p:cNvPr id="79" name="Text Box 2"/>
          <p:cNvSpPr txBox="1">
            <a:spLocks noChangeArrowheads="1"/>
          </p:cNvSpPr>
          <p:nvPr>
            <p:custDataLst>
              <p:tags r:id="rId137"/>
            </p:custDataLst>
          </p:nvPr>
        </p:nvSpPr>
        <p:spPr bwMode="auto">
          <a:xfrm>
            <a:off x="4532630" y="5339715"/>
            <a:ext cx="1024255" cy="423545"/>
          </a:xfrm>
          <a:prstGeom prst="rect">
            <a:avLst/>
          </a:prstGeom>
          <a:noFill/>
          <a:ln w="9525">
            <a:noFill/>
            <a:miter lim="800000"/>
          </a:ln>
          <a:effectLst/>
        </p:spPr>
        <p:txBody>
          <a:bodyPr wrap="square">
            <a:spAutoFit/>
          </a:bodyPr>
          <a:p>
            <a:pPr>
              <a:lnSpc>
                <a:spcPct val="120000"/>
              </a:lnSpc>
            </a:pPr>
            <a:r>
              <a:rPr kumimoji="1" lang="en-US" altLang="zh-CN" b="1" dirty="0">
                <a:solidFill>
                  <a:srgbClr val="7030A0"/>
                </a:solidFill>
                <a:latin typeface="+mn-ea"/>
                <a:cs typeface="Consolas" panose="020B0609020204030204" pitchFamily="49" charset="0"/>
              </a:rPr>
              <a:t>path[]</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114" name="左大括号 113"/>
          <p:cNvSpPr/>
          <p:nvPr>
            <p:custDataLst>
              <p:tags r:id="rId138"/>
            </p:custDataLst>
          </p:nvPr>
        </p:nvSpPr>
        <p:spPr>
          <a:xfrm>
            <a:off x="963427" y="538160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98" name="左大括号 97"/>
          <p:cNvSpPr/>
          <p:nvPr>
            <p:custDataLst>
              <p:tags r:id="rId139"/>
            </p:custDataLst>
          </p:nvPr>
        </p:nvSpPr>
        <p:spPr>
          <a:xfrm>
            <a:off x="5619054" y="536198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wipe(up)">
                                      <p:cBhvr>
                                        <p:cTn id="20" dur="500"/>
                                        <p:tgtEl>
                                          <p:spTgt spid="78"/>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500"/>
                                        <p:tgtEl>
                                          <p:spTgt spid="80"/>
                                        </p:tgtEl>
                                      </p:cBhvr>
                                    </p:animEffect>
                                  </p:childTnLst>
                                </p:cTn>
                              </p:par>
                            </p:childTnLst>
                          </p:cTn>
                        </p:par>
                      </p:childTnLst>
                    </p:cTn>
                  </p:par>
                  <p:par>
                    <p:cTn id="25" fill="hold">
                      <p:stCondLst>
                        <p:cond delay="indefinite"/>
                      </p:stCondLst>
                      <p:childTnLst>
                        <p:par>
                          <p:cTn id="26" fill="hold">
                            <p:stCondLst>
                              <p:cond delay="0"/>
                            </p:stCondLst>
                            <p:childTnLst>
                              <p:par>
                                <p:cTn id="27" presetID="7" presetClass="emph" presetSubtype="2" fill="hold" nodeType="clickEffect">
                                  <p:stCondLst>
                                    <p:cond delay="0"/>
                                  </p:stCondLst>
                                  <p:childTnLst>
                                    <p:animClr clrSpc="rgb" dir="cw">
                                      <p:cBhvr>
                                        <p:cTn id="28" dur="500" fill="hold"/>
                                        <p:tgtEl>
                                          <p:spTgt spid="33"/>
                                        </p:tgtEl>
                                        <p:attrNameLst>
                                          <p:attrName>stroke.color</p:attrName>
                                        </p:attrNameLst>
                                      </p:cBhvr>
                                      <p:to>
                                        <a:srgbClr val="0000FF"/>
                                      </p:to>
                                    </p:animClr>
                                    <p:set>
                                      <p:cBhvr>
                                        <p:cTn id="29" dur="500" fill="hold"/>
                                        <p:tgtEl>
                                          <p:spTgt spid="33"/>
                                        </p:tgtEl>
                                        <p:attrNameLst>
                                          <p:attrName>stroke.on</p:attrName>
                                        </p:attrNameLst>
                                      </p:cBhvr>
                                      <p:to>
                                        <p:strVal val="true"/>
                                      </p:to>
                                    </p:set>
                                  </p:childTnLst>
                                </p:cTn>
                              </p:par>
                              <p:par>
                                <p:cTn id="30" presetID="7" presetClass="emph" presetSubtype="2" fill="hold" nodeType="withEffect">
                                  <p:stCondLst>
                                    <p:cond delay="0"/>
                                  </p:stCondLst>
                                  <p:childTnLst>
                                    <p:animClr clrSpc="rgb" dir="cw">
                                      <p:cBhvr>
                                        <p:cTn id="31" dur="500" fill="hold"/>
                                        <p:tgtEl>
                                          <p:spTgt spid="39"/>
                                        </p:tgtEl>
                                        <p:attrNameLst>
                                          <p:attrName>stroke.color</p:attrName>
                                        </p:attrNameLst>
                                      </p:cBhvr>
                                      <p:to>
                                        <a:srgbClr val="0000FF"/>
                                      </p:to>
                                    </p:animClr>
                                    <p:set>
                                      <p:cBhvr>
                                        <p:cTn id="32" dur="500" fill="hold"/>
                                        <p:tgtEl>
                                          <p:spTgt spid="39"/>
                                        </p:tgtEl>
                                        <p:attrNameLst>
                                          <p:attrName>stroke.on</p:attrName>
                                        </p:attrNameLst>
                                      </p:cBhvr>
                                      <p:to>
                                        <p:strVal val="true"/>
                                      </p:to>
                                    </p:set>
                                  </p:childTnLst>
                                </p:cTn>
                              </p:par>
                              <p:par>
                                <p:cTn id="33" presetID="3" presetClass="emph" presetSubtype="2" fill="hold" grpId="0" nodeType="withEffect">
                                  <p:stCondLst>
                                    <p:cond delay="0"/>
                                  </p:stCondLst>
                                  <p:childTnLst>
                                    <p:animClr clrSpc="rgb" dir="cw">
                                      <p:cBhvr override="childStyle">
                                        <p:cTn id="34" dur="500" fill="hold"/>
                                        <p:tgtEl>
                                          <p:spTgt spid="66"/>
                                        </p:tgtEl>
                                        <p:attrNameLst>
                                          <p:attrName>style.color</p:attrName>
                                        </p:attrNameLst>
                                      </p:cBhvr>
                                      <p:to>
                                        <a:srgbClr val="0000FF"/>
                                      </p:to>
                                    </p:animClr>
                                  </p:childTnLst>
                                </p:cTn>
                              </p:par>
                              <p:par>
                                <p:cTn id="35" presetID="3" presetClass="emph" presetSubtype="2" fill="hold" grpId="0" nodeType="withEffect">
                                  <p:stCondLst>
                                    <p:cond delay="0"/>
                                  </p:stCondLst>
                                  <p:childTnLst>
                                    <p:animClr clrSpc="rgb" dir="cw">
                                      <p:cBhvr override="childStyle">
                                        <p:cTn id="36" dur="500" fill="hold"/>
                                        <p:tgtEl>
                                          <p:spTgt spid="69"/>
                                        </p:tgtEl>
                                        <p:attrNameLst>
                                          <p:attrName>style.color</p:attrName>
                                        </p:attrNameLst>
                                      </p:cBhvr>
                                      <p:to>
                                        <a:srgbClr val="0000FF"/>
                                      </p:to>
                                    </p:animClr>
                                  </p:childTnLst>
                                </p:cTn>
                              </p:par>
                              <p:par>
                                <p:cTn id="37" presetID="1" presetClass="emph" presetSubtype="2" fill="hold" nodeType="withEffect">
                                  <p:stCondLst>
                                    <p:cond delay="0"/>
                                  </p:stCondLst>
                                  <p:childTnLst>
                                    <p:animClr clrSpc="rgb" dir="cw">
                                      <p:cBhvr>
                                        <p:cTn id="38" dur="500" fill="hold"/>
                                        <p:tgtEl>
                                          <p:spTgt spid="9"/>
                                        </p:tgtEl>
                                        <p:attrNameLst>
                                          <p:attrName>fillcolor</p:attrName>
                                        </p:attrNameLst>
                                      </p:cBhvr>
                                      <p:to>
                                        <a:srgbClr val="0070C0"/>
                                      </p:to>
                                    </p:animClr>
                                    <p:set>
                                      <p:cBhvr>
                                        <p:cTn id="39" dur="500" fill="hold"/>
                                        <p:tgtEl>
                                          <p:spTgt spid="9"/>
                                        </p:tgtEl>
                                        <p:attrNameLst>
                                          <p:attrName>fill.type</p:attrName>
                                        </p:attrNameLst>
                                      </p:cBhvr>
                                      <p:to>
                                        <p:strVal val="solid"/>
                                      </p:to>
                                    </p:set>
                                    <p:set>
                                      <p:cBhvr>
                                        <p:cTn id="40" dur="500" fill="hold"/>
                                        <p:tgtEl>
                                          <p:spTgt spid="9"/>
                                        </p:tgtEl>
                                        <p:attrNameLst>
                                          <p:attrName>fill.on</p:attrName>
                                        </p:attrNameLst>
                                      </p:cBhvr>
                                      <p:to>
                                        <p:strVal val="true"/>
                                      </p:to>
                                    </p:set>
                                  </p:childTnLst>
                                </p:cTn>
                              </p:par>
                              <p:par>
                                <p:cTn id="41" presetID="1" presetClass="emph" presetSubtype="2" fill="hold" nodeType="withEffect">
                                  <p:stCondLst>
                                    <p:cond delay="0"/>
                                  </p:stCondLst>
                                  <p:childTnLst>
                                    <p:animClr clrSpc="rgb" dir="cw">
                                      <p:cBhvr>
                                        <p:cTn id="42" dur="500" fill="hold"/>
                                        <p:tgtEl>
                                          <p:spTgt spid="8"/>
                                        </p:tgtEl>
                                        <p:attrNameLst>
                                          <p:attrName>fillcolor</p:attrName>
                                        </p:attrNameLst>
                                      </p:cBhvr>
                                      <p:to>
                                        <a:srgbClr val="0070C0"/>
                                      </p:to>
                                    </p:animClr>
                                    <p:set>
                                      <p:cBhvr>
                                        <p:cTn id="43" dur="500" fill="hold"/>
                                        <p:tgtEl>
                                          <p:spTgt spid="8"/>
                                        </p:tgtEl>
                                        <p:attrNameLst>
                                          <p:attrName>fill.type</p:attrName>
                                        </p:attrNameLst>
                                      </p:cBhvr>
                                      <p:to>
                                        <p:strVal val="solid"/>
                                      </p:to>
                                    </p:set>
                                    <p:set>
                                      <p:cBhvr>
                                        <p:cTn id="44" dur="500" fill="hold"/>
                                        <p:tgtEl>
                                          <p:spTgt spid="8"/>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4"/>
                                        </p:tgtEl>
                                        <p:attrNameLst>
                                          <p:attrName>style.visibility</p:attrName>
                                        </p:attrNameLst>
                                      </p:cBhvr>
                                      <p:to>
                                        <p:strVal val="visible"/>
                                      </p:to>
                                    </p:set>
                                    <p:animEffect transition="in" filter="fade">
                                      <p:cBhvr>
                                        <p:cTn id="49" dur="500"/>
                                        <p:tgtEl>
                                          <p:spTgt spid="5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fade">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fade">
                                      <p:cBhvr>
                                        <p:cTn id="57" dur="500"/>
                                        <p:tgtEl>
                                          <p:spTgt spid="7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500"/>
                                        <p:tgtEl>
                                          <p:spTgt spid="5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27"/>
                                        </p:tgtEl>
                                        <p:attrNameLst>
                                          <p:attrName>style.visibility</p:attrName>
                                        </p:attrNameLst>
                                      </p:cBhvr>
                                      <p:to>
                                        <p:strVal val="visible"/>
                                      </p:to>
                                    </p:set>
                                    <p:animEffect transition="in" filter="fade">
                                      <p:cBhvr>
                                        <p:cTn id="65" dur="500"/>
                                        <p:tgtEl>
                                          <p:spTgt spid="12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29"/>
                                        </p:tgtEl>
                                        <p:attrNameLst>
                                          <p:attrName>style.visibility</p:attrName>
                                        </p:attrNameLst>
                                      </p:cBhvr>
                                      <p:to>
                                        <p:strVal val="visible"/>
                                      </p:to>
                                    </p:set>
                                    <p:animEffect transition="in" filter="fade">
                                      <p:cBhvr>
                                        <p:cTn id="70" dur="500"/>
                                        <p:tgtEl>
                                          <p:spTgt spid="129"/>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30"/>
                                        </p:tgtEl>
                                        <p:attrNameLst>
                                          <p:attrName>style.visibility</p:attrName>
                                        </p:attrNameLst>
                                      </p:cBhvr>
                                      <p:to>
                                        <p:strVal val="visible"/>
                                      </p:to>
                                    </p:set>
                                    <p:animEffect transition="in" filter="fade">
                                      <p:cBhvr>
                                        <p:cTn id="75" dur="500"/>
                                        <p:tgtEl>
                                          <p:spTgt spid="130"/>
                                        </p:tgtEl>
                                      </p:cBhvr>
                                    </p:animEffect>
                                  </p:childTnLst>
                                </p:cTn>
                              </p:par>
                              <p:par>
                                <p:cTn id="76" presetID="1" presetClass="exit" presetSubtype="0" fill="hold" grpId="1" nodeType="withEffect">
                                  <p:stCondLst>
                                    <p:cond delay="0"/>
                                  </p:stCondLst>
                                  <p:childTnLst>
                                    <p:set>
                                      <p:cBhvr>
                                        <p:cTn id="77" dur="1" fill="hold">
                                          <p:stCondLst>
                                            <p:cond delay="0"/>
                                          </p:stCondLst>
                                        </p:cTn>
                                        <p:tgtEl>
                                          <p:spTgt spid="129"/>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33"/>
                                        </p:tgtEl>
                                        <p:attrNameLst>
                                          <p:attrName>style.visibility</p:attrName>
                                        </p:attrNameLst>
                                      </p:cBhvr>
                                      <p:to>
                                        <p:strVal val="visible"/>
                                      </p:to>
                                    </p:set>
                                    <p:animEffect transition="in" filter="fade">
                                      <p:cBhvr>
                                        <p:cTn id="82" dur="500"/>
                                        <p:tgtEl>
                                          <p:spTgt spid="133"/>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74"/>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76"/>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78"/>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80"/>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54"/>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72"/>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73"/>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53"/>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129"/>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30"/>
                                        </p:tgtEl>
                                        <p:attrNameLst>
                                          <p:attrName>style.visibility</p:attrName>
                                        </p:attrNameLst>
                                      </p:cBhvr>
                                      <p:to>
                                        <p:strVal val="hidden"/>
                                      </p:to>
                                    </p:set>
                                  </p:childTnLst>
                                </p:cTn>
                              </p:par>
                              <p:par>
                                <p:cTn id="105" presetID="1" presetClass="exit" presetSubtype="0" fill="hold" grpId="0" nodeType="withEffect">
                                  <p:stCondLst>
                                    <p:cond delay="0"/>
                                  </p:stCondLst>
                                  <p:childTnLst>
                                    <p:set>
                                      <p:cBhvr>
                                        <p:cTn id="106" dur="1" fill="hold">
                                          <p:stCondLst>
                                            <p:cond delay="0"/>
                                          </p:stCondLst>
                                        </p:cTn>
                                        <p:tgtEl>
                                          <p:spTgt spid="50"/>
                                        </p:tgtEl>
                                        <p:attrNameLst>
                                          <p:attrName>style.visibility</p:attrName>
                                        </p:attrNameLst>
                                      </p:cBhvr>
                                      <p:to>
                                        <p:strVal val="hidden"/>
                                      </p:to>
                                    </p:set>
                                  </p:childTnLst>
                                </p:cTn>
                              </p:par>
                              <p:par>
                                <p:cTn id="107" presetID="1" presetClass="exit" presetSubtype="0" fill="hold" grpId="0" nodeType="withEffect">
                                  <p:stCondLst>
                                    <p:cond delay="0"/>
                                  </p:stCondLst>
                                  <p:childTnLst>
                                    <p:set>
                                      <p:cBhvr>
                                        <p:cTn id="108" dur="1" fill="hold">
                                          <p:stCondLst>
                                            <p:cond delay="0"/>
                                          </p:stCondLst>
                                        </p:cTn>
                                        <p:tgtEl>
                                          <p:spTgt spid="51"/>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5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127"/>
                                        </p:tgtEl>
                                        <p:attrNameLst>
                                          <p:attrName>style.visibility</p:attrName>
                                        </p:attrNameLst>
                                      </p:cBhvr>
                                      <p:to>
                                        <p:strVal val="hidden"/>
                                      </p:to>
                                    </p:set>
                                  </p:childTnLst>
                                </p:cTn>
                              </p:par>
                              <p:par>
                                <p:cTn id="113" presetID="22" presetClass="entr" presetSubtype="1" fill="hold" grpId="0" nodeType="withEffect">
                                  <p:stCondLst>
                                    <p:cond delay="0"/>
                                  </p:stCondLst>
                                  <p:childTnLst>
                                    <p:set>
                                      <p:cBhvr>
                                        <p:cTn id="114" dur="1" fill="hold">
                                          <p:stCondLst>
                                            <p:cond delay="0"/>
                                          </p:stCondLst>
                                        </p:cTn>
                                        <p:tgtEl>
                                          <p:spTgt spid="81"/>
                                        </p:tgtEl>
                                        <p:attrNameLst>
                                          <p:attrName>style.visibility</p:attrName>
                                        </p:attrNameLst>
                                      </p:cBhvr>
                                      <p:to>
                                        <p:strVal val="visible"/>
                                      </p:to>
                                    </p:set>
                                    <p:animEffect transition="in" filter="wipe(up)">
                                      <p:cBhvr>
                                        <p:cTn id="115" dur="500"/>
                                        <p:tgtEl>
                                          <p:spTgt spid="81"/>
                                        </p:tgtEl>
                                      </p:cBhvr>
                                    </p:animEffect>
                                  </p:childTnLst>
                                </p:cTn>
                              </p:par>
                            </p:childTnLst>
                          </p:cTn>
                        </p:par>
                        <p:par>
                          <p:cTn id="116" fill="hold">
                            <p:stCondLst>
                              <p:cond delay="0"/>
                            </p:stCondLst>
                            <p:childTnLst>
                              <p:par>
                                <p:cTn id="117" presetID="10" presetClass="entr" presetSubtype="0" fill="hold" grpId="0" nodeType="afterEffect">
                                  <p:stCondLst>
                                    <p:cond delay="0"/>
                                  </p:stCondLst>
                                  <p:childTnLst>
                                    <p:set>
                                      <p:cBhvr>
                                        <p:cTn id="118" dur="1" fill="hold">
                                          <p:stCondLst>
                                            <p:cond delay="0"/>
                                          </p:stCondLst>
                                        </p:cTn>
                                        <p:tgtEl>
                                          <p:spTgt spid="82"/>
                                        </p:tgtEl>
                                        <p:attrNameLst>
                                          <p:attrName>style.visibility</p:attrName>
                                        </p:attrNameLst>
                                      </p:cBhvr>
                                      <p:to>
                                        <p:strVal val="visible"/>
                                      </p:to>
                                    </p:set>
                                    <p:animEffect transition="in" filter="fade">
                                      <p:cBhvr>
                                        <p:cTn id="119" dur="500"/>
                                        <p:tgtEl>
                                          <p:spTgt spid="82"/>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144"/>
                                        </p:tgtEl>
                                        <p:attrNameLst>
                                          <p:attrName>style.visibility</p:attrName>
                                        </p:attrNameLst>
                                      </p:cBhvr>
                                      <p:to>
                                        <p:strVal val="visible"/>
                                      </p:to>
                                    </p:set>
                                    <p:animEffect transition="in" filter="fade">
                                      <p:cBhvr>
                                        <p:cTn id="124" dur="500"/>
                                        <p:tgtEl>
                                          <p:spTgt spid="144"/>
                                        </p:tgtEl>
                                      </p:cBhvr>
                                    </p:animEffect>
                                  </p:childTnLst>
                                </p:cTn>
                              </p:par>
                            </p:childTnLst>
                          </p:cTn>
                        </p:par>
                      </p:childTnLst>
                    </p:cTn>
                  </p:par>
                  <p:par>
                    <p:cTn id="125" fill="hold">
                      <p:stCondLst>
                        <p:cond delay="indefinite"/>
                      </p:stCondLst>
                      <p:childTnLst>
                        <p:par>
                          <p:cTn id="126" fill="hold">
                            <p:stCondLst>
                              <p:cond delay="0"/>
                            </p:stCondLst>
                            <p:childTnLst>
                              <p:par>
                                <p:cTn id="127" presetID="7" presetClass="emph" presetSubtype="2" fill="hold" nodeType="clickEffect">
                                  <p:stCondLst>
                                    <p:cond delay="0"/>
                                  </p:stCondLst>
                                  <p:childTnLst>
                                    <p:animClr clrSpc="rgb" dir="cw">
                                      <p:cBhvr>
                                        <p:cTn id="128" dur="10" fill="hold"/>
                                        <p:tgtEl>
                                          <p:spTgt spid="33"/>
                                        </p:tgtEl>
                                        <p:attrNameLst>
                                          <p:attrName>stroke.color</p:attrName>
                                        </p:attrNameLst>
                                      </p:cBhvr>
                                      <p:to>
                                        <a:srgbClr val="7F7F7F"/>
                                      </p:to>
                                    </p:animClr>
                                    <p:set>
                                      <p:cBhvr>
                                        <p:cTn id="129" dur="10" fill="hold"/>
                                        <p:tgtEl>
                                          <p:spTgt spid="33"/>
                                        </p:tgtEl>
                                        <p:attrNameLst>
                                          <p:attrName>stroke.on</p:attrName>
                                        </p:attrNameLst>
                                      </p:cBhvr>
                                      <p:to>
                                        <p:strVal val="true"/>
                                      </p:to>
                                    </p:set>
                                  </p:childTnLst>
                                </p:cTn>
                              </p:par>
                              <p:par>
                                <p:cTn id="130" presetID="7" presetClass="emph" presetSubtype="2" fill="hold" nodeType="withEffect">
                                  <p:stCondLst>
                                    <p:cond delay="0"/>
                                  </p:stCondLst>
                                  <p:childTnLst>
                                    <p:animClr clrSpc="rgb" dir="cw">
                                      <p:cBhvr>
                                        <p:cTn id="131" dur="10" fill="hold"/>
                                        <p:tgtEl>
                                          <p:spTgt spid="39"/>
                                        </p:tgtEl>
                                        <p:attrNameLst>
                                          <p:attrName>stroke.color</p:attrName>
                                        </p:attrNameLst>
                                      </p:cBhvr>
                                      <p:to>
                                        <a:srgbClr val="7F7F7F"/>
                                      </p:to>
                                    </p:animClr>
                                    <p:set>
                                      <p:cBhvr>
                                        <p:cTn id="132" dur="10" fill="hold"/>
                                        <p:tgtEl>
                                          <p:spTgt spid="39"/>
                                        </p:tgtEl>
                                        <p:attrNameLst>
                                          <p:attrName>stroke.on</p:attrName>
                                        </p:attrNameLst>
                                      </p:cBhvr>
                                      <p:to>
                                        <p:strVal val="true"/>
                                      </p:to>
                                    </p:set>
                                  </p:childTnLst>
                                </p:cTn>
                              </p:par>
                              <p:par>
                                <p:cTn id="133" presetID="3" presetClass="emph" presetSubtype="2" fill="hold" grpId="1" nodeType="withEffect">
                                  <p:stCondLst>
                                    <p:cond delay="0"/>
                                  </p:stCondLst>
                                  <p:childTnLst>
                                    <p:animClr clrSpc="rgb" dir="cw">
                                      <p:cBhvr override="childStyle">
                                        <p:cTn id="134" dur="10" fill="hold"/>
                                        <p:tgtEl>
                                          <p:spTgt spid="66"/>
                                        </p:tgtEl>
                                        <p:attrNameLst>
                                          <p:attrName>style.color</p:attrName>
                                        </p:attrNameLst>
                                      </p:cBhvr>
                                      <p:to>
                                        <a:srgbClr val="7F7F7F"/>
                                      </p:to>
                                    </p:animClr>
                                  </p:childTnLst>
                                </p:cTn>
                              </p:par>
                              <p:par>
                                <p:cTn id="135" presetID="3" presetClass="emph" presetSubtype="2" fill="hold" grpId="1" nodeType="withEffect">
                                  <p:stCondLst>
                                    <p:cond delay="0"/>
                                  </p:stCondLst>
                                  <p:childTnLst>
                                    <p:animClr clrSpc="rgb" dir="cw">
                                      <p:cBhvr override="childStyle">
                                        <p:cTn id="136" dur="10" fill="hold"/>
                                        <p:tgtEl>
                                          <p:spTgt spid="69"/>
                                        </p:tgtEl>
                                        <p:attrNameLst>
                                          <p:attrName>style.color</p:attrName>
                                        </p:attrNameLst>
                                      </p:cBhvr>
                                      <p:to>
                                        <a:srgbClr val="7F7F7F"/>
                                      </p:to>
                                    </p:animClr>
                                  </p:childTnLst>
                                </p:cTn>
                              </p:par>
                              <p:par>
                                <p:cTn id="137" presetID="1" presetClass="emph" presetSubtype="2" fill="hold" nodeType="withEffect">
                                  <p:stCondLst>
                                    <p:cond delay="0"/>
                                  </p:stCondLst>
                                  <p:childTnLst>
                                    <p:animClr clrSpc="rgb" dir="cw">
                                      <p:cBhvr>
                                        <p:cTn id="138" dur="10" fill="hold"/>
                                        <p:tgtEl>
                                          <p:spTgt spid="9"/>
                                        </p:tgtEl>
                                        <p:attrNameLst>
                                          <p:attrName>fillcolor</p:attrName>
                                        </p:attrNameLst>
                                      </p:cBhvr>
                                      <p:to>
                                        <a:srgbClr val="A5A5A5"/>
                                      </p:to>
                                    </p:animClr>
                                    <p:set>
                                      <p:cBhvr>
                                        <p:cTn id="139" dur="10" fill="hold"/>
                                        <p:tgtEl>
                                          <p:spTgt spid="9"/>
                                        </p:tgtEl>
                                        <p:attrNameLst>
                                          <p:attrName>fill.type</p:attrName>
                                        </p:attrNameLst>
                                      </p:cBhvr>
                                      <p:to>
                                        <p:strVal val="solid"/>
                                      </p:to>
                                    </p:set>
                                    <p:set>
                                      <p:cBhvr>
                                        <p:cTn id="140" dur="10" fill="hold"/>
                                        <p:tgtEl>
                                          <p:spTgt spid="9"/>
                                        </p:tgtEl>
                                        <p:attrNameLst>
                                          <p:attrName>fill.on</p:attrName>
                                        </p:attrNameLst>
                                      </p:cBhvr>
                                      <p:to>
                                        <p:strVal val="true"/>
                                      </p:to>
                                    </p:set>
                                  </p:childTnLst>
                                </p:cTn>
                              </p:par>
                              <p:par>
                                <p:cTn id="141" presetID="1" presetClass="emph" presetSubtype="2" fill="hold" nodeType="withEffect">
                                  <p:stCondLst>
                                    <p:cond delay="0"/>
                                  </p:stCondLst>
                                  <p:childTnLst>
                                    <p:animClr clrSpc="rgb" dir="cw">
                                      <p:cBhvr>
                                        <p:cTn id="142" dur="10" fill="hold"/>
                                        <p:tgtEl>
                                          <p:spTgt spid="8"/>
                                        </p:tgtEl>
                                        <p:attrNameLst>
                                          <p:attrName>fillcolor</p:attrName>
                                        </p:attrNameLst>
                                      </p:cBhvr>
                                      <p:to>
                                        <a:srgbClr val="A5A5A5"/>
                                      </p:to>
                                    </p:animClr>
                                    <p:set>
                                      <p:cBhvr>
                                        <p:cTn id="143" dur="10" fill="hold"/>
                                        <p:tgtEl>
                                          <p:spTgt spid="8"/>
                                        </p:tgtEl>
                                        <p:attrNameLst>
                                          <p:attrName>fill.type</p:attrName>
                                        </p:attrNameLst>
                                      </p:cBhvr>
                                      <p:to>
                                        <p:strVal val="solid"/>
                                      </p:to>
                                    </p:set>
                                    <p:set>
                                      <p:cBhvr>
                                        <p:cTn id="144" dur="10" fill="hold"/>
                                        <p:tgtEl>
                                          <p:spTgt spid="8"/>
                                        </p:tgtEl>
                                        <p:attrNameLst>
                                          <p:attrName>fill.on</p:attrName>
                                        </p:attrNameLst>
                                      </p:cBhvr>
                                      <p:to>
                                        <p:strVal val="true"/>
                                      </p:to>
                                    </p:set>
                                  </p:childTnLst>
                                </p:cTn>
                              </p:par>
                              <p:par>
                                <p:cTn id="145" presetID="1" presetClass="exit" presetSubtype="0" fill="hold" grpId="1" nodeType="withEffect">
                                  <p:stCondLst>
                                    <p:cond delay="0"/>
                                  </p:stCondLst>
                                  <p:childTnLst>
                                    <p:set>
                                      <p:cBhvr>
                                        <p:cTn id="146" dur="1" fill="hold">
                                          <p:stCondLst>
                                            <p:cond delay="0"/>
                                          </p:stCondLst>
                                        </p:cTn>
                                        <p:tgtEl>
                                          <p:spTgt spid="40"/>
                                        </p:tgtEl>
                                        <p:attrNameLst>
                                          <p:attrName>style.visibility</p:attrName>
                                        </p:attrNameLst>
                                      </p:cBhvr>
                                      <p:to>
                                        <p:strVal val="hidden"/>
                                      </p:to>
                                    </p:set>
                                  </p:childTnLst>
                                </p:cTn>
                              </p:par>
                              <p:par>
                                <p:cTn id="147" presetID="10" presetClass="entr" presetSubtype="0"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Effect transition="in" filter="fade">
                                      <p:cBhvr>
                                        <p:cTn id="149" dur="500"/>
                                        <p:tgtEl>
                                          <p:spTgt spid="41"/>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47"/>
                                        </p:tgtEl>
                                        <p:attrNameLst>
                                          <p:attrName>style.visibility</p:attrName>
                                        </p:attrNameLst>
                                      </p:cBhvr>
                                      <p:to>
                                        <p:strVal val="visible"/>
                                      </p:to>
                                    </p:set>
                                    <p:animEffect transition="in" filter="wipe(left)">
                                      <p:cBhvr>
                                        <p:cTn id="154" dur="500"/>
                                        <p:tgtEl>
                                          <p:spTgt spid="47"/>
                                        </p:tgtEl>
                                      </p:cBhvr>
                                    </p:animEffect>
                                  </p:childTnLst>
                                </p:cTn>
                              </p:par>
                              <p:par>
                                <p:cTn id="155" presetID="22" presetClass="entr" presetSubtype="8" fill="hold" grpId="0" nodeType="withEffect">
                                  <p:stCondLst>
                                    <p:cond delay="0"/>
                                  </p:stCondLst>
                                  <p:childTnLst>
                                    <p:set>
                                      <p:cBhvr>
                                        <p:cTn id="156" dur="1" fill="hold">
                                          <p:stCondLst>
                                            <p:cond delay="0"/>
                                          </p:stCondLst>
                                        </p:cTn>
                                        <p:tgtEl>
                                          <p:spTgt spid="38"/>
                                        </p:tgtEl>
                                        <p:attrNameLst>
                                          <p:attrName>style.visibility</p:attrName>
                                        </p:attrNameLst>
                                      </p:cBhvr>
                                      <p:to>
                                        <p:strVal val="visible"/>
                                      </p:to>
                                    </p:set>
                                    <p:animEffect transition="in" filter="wipe(left)">
                                      <p:cBhvr>
                                        <p:cTn id="157" dur="500"/>
                                        <p:tgtEl>
                                          <p:spTgt spid="38"/>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49"/>
                                        </p:tgtEl>
                                        <p:attrNameLst>
                                          <p:attrName>style.visibility</p:attrName>
                                        </p:attrNameLst>
                                      </p:cBhvr>
                                      <p:to>
                                        <p:strVal val="visible"/>
                                      </p:to>
                                    </p:set>
                                    <p:animEffect transition="in" filter="fade">
                                      <p:cBhvr>
                                        <p:cTn id="162" dur="500"/>
                                        <p:tgtEl>
                                          <p:spTgt spid="49"/>
                                        </p:tgtEl>
                                      </p:cBhvr>
                                    </p:animEffect>
                                  </p:childTnLst>
                                </p:cTn>
                              </p:par>
                            </p:childTnLst>
                          </p:cTn>
                        </p:par>
                      </p:childTnLst>
                    </p:cTn>
                  </p:par>
                  <p:par>
                    <p:cTn id="163" fill="hold">
                      <p:stCondLst>
                        <p:cond delay="indefinite"/>
                      </p:stCondLst>
                      <p:childTnLst>
                        <p:par>
                          <p:cTn id="164"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12"/>
                                        </p:tgtEl>
                                        <p:attrNameLst>
                                          <p:attrName>style.visibility</p:attrName>
                                        </p:attrNameLst>
                                      </p:cBhvr>
                                      <p:to>
                                        <p:strVal val="visible"/>
                                      </p:to>
                                    </p:set>
                                    <p:animEffect transition="in" filter="fade">
                                      <p:cBhvr>
                                        <p:cTn id="167" dur="500"/>
                                        <p:tgtEl>
                                          <p:spTgt spid="12"/>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15"/>
                                        </p:tgtEl>
                                        <p:attrNameLst>
                                          <p:attrName>style.visibility</p:attrName>
                                        </p:attrNameLst>
                                      </p:cBhvr>
                                      <p:to>
                                        <p:strVal val="visible"/>
                                      </p:to>
                                    </p:set>
                                    <p:animEffect transition="in" filter="fade">
                                      <p:cBhvr>
                                        <p:cTn id="170" dur="500"/>
                                        <p:tgtEl>
                                          <p:spTgt spid="15"/>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16"/>
                                        </p:tgtEl>
                                        <p:attrNameLst>
                                          <p:attrName>style.visibility</p:attrName>
                                        </p:attrNameLst>
                                      </p:cBhvr>
                                      <p:to>
                                        <p:strVal val="visible"/>
                                      </p:to>
                                    </p:set>
                                    <p:animEffect transition="in" filter="fade">
                                      <p:cBhvr>
                                        <p:cTn id="173" dur="500"/>
                                        <p:tgtEl>
                                          <p:spTgt spid="16"/>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18"/>
                                        </p:tgtEl>
                                        <p:attrNameLst>
                                          <p:attrName>style.visibility</p:attrName>
                                        </p:attrNameLst>
                                      </p:cBhvr>
                                      <p:to>
                                        <p:strVal val="visible"/>
                                      </p:to>
                                    </p:set>
                                    <p:animEffect transition="in" filter="fade">
                                      <p:cBhvr>
                                        <p:cTn id="176" dur="500"/>
                                        <p:tgtEl>
                                          <p:spTgt spid="1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19"/>
                                        </p:tgtEl>
                                        <p:attrNameLst>
                                          <p:attrName>style.visibility</p:attrName>
                                        </p:attrNameLst>
                                      </p:cBhvr>
                                      <p:to>
                                        <p:strVal val="visible"/>
                                      </p:to>
                                    </p:set>
                                    <p:animEffect transition="in" filter="fade">
                                      <p:cBhvr>
                                        <p:cTn id="179" dur="500"/>
                                        <p:tgtEl>
                                          <p:spTgt spid="19"/>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21"/>
                                        </p:tgtEl>
                                        <p:attrNameLst>
                                          <p:attrName>style.visibility</p:attrName>
                                        </p:attrNameLst>
                                      </p:cBhvr>
                                      <p:to>
                                        <p:strVal val="visible"/>
                                      </p:to>
                                    </p:set>
                                    <p:animEffect transition="in" filter="fade">
                                      <p:cBhvr>
                                        <p:cTn id="182" dur="500"/>
                                        <p:tgtEl>
                                          <p:spTgt spid="21"/>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24"/>
                                        </p:tgtEl>
                                        <p:attrNameLst>
                                          <p:attrName>style.visibility</p:attrName>
                                        </p:attrNameLst>
                                      </p:cBhvr>
                                      <p:to>
                                        <p:strVal val="visible"/>
                                      </p:to>
                                    </p:set>
                                    <p:animEffect transition="in" filter="fade">
                                      <p:cBhvr>
                                        <p:cTn id="185" dur="500"/>
                                        <p:tgtEl>
                                          <p:spTgt spid="2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25"/>
                                        </p:tgtEl>
                                        <p:attrNameLst>
                                          <p:attrName>style.visibility</p:attrName>
                                        </p:attrNameLst>
                                      </p:cBhvr>
                                      <p:to>
                                        <p:strVal val="visible"/>
                                      </p:to>
                                    </p:set>
                                    <p:animEffect transition="in" filter="fade">
                                      <p:cBhvr>
                                        <p:cTn id="188" dur="500"/>
                                        <p:tgtEl>
                                          <p:spTgt spid="25"/>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27"/>
                                        </p:tgtEl>
                                        <p:attrNameLst>
                                          <p:attrName>style.visibility</p:attrName>
                                        </p:attrNameLst>
                                      </p:cBhvr>
                                      <p:to>
                                        <p:strVal val="visible"/>
                                      </p:to>
                                    </p:set>
                                    <p:animEffect transition="in" filter="fade">
                                      <p:cBhvr>
                                        <p:cTn id="191" dur="500"/>
                                        <p:tgtEl>
                                          <p:spTgt spid="27"/>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28"/>
                                        </p:tgtEl>
                                        <p:attrNameLst>
                                          <p:attrName>style.visibility</p:attrName>
                                        </p:attrNameLst>
                                      </p:cBhvr>
                                      <p:to>
                                        <p:strVal val="visible"/>
                                      </p:to>
                                    </p:set>
                                    <p:animEffect transition="in" filter="fade">
                                      <p:cBhvr>
                                        <p:cTn id="194" dur="500"/>
                                        <p:tgtEl>
                                          <p:spTgt spid="28"/>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29"/>
                                        </p:tgtEl>
                                        <p:attrNameLst>
                                          <p:attrName>style.visibility</p:attrName>
                                        </p:attrNameLst>
                                      </p:cBhvr>
                                      <p:to>
                                        <p:strVal val="visible"/>
                                      </p:to>
                                    </p:set>
                                    <p:animEffect transition="in" filter="fade">
                                      <p:cBhvr>
                                        <p:cTn id="197" dur="500"/>
                                        <p:tgtEl>
                                          <p:spTgt spid="29"/>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30"/>
                                        </p:tgtEl>
                                        <p:attrNameLst>
                                          <p:attrName>style.visibility</p:attrName>
                                        </p:attrNameLst>
                                      </p:cBhvr>
                                      <p:to>
                                        <p:strVal val="visible"/>
                                      </p:to>
                                    </p:set>
                                    <p:animEffect transition="in" filter="fade">
                                      <p:cBhvr>
                                        <p:cTn id="200" dur="500"/>
                                        <p:tgtEl>
                                          <p:spTgt spid="30"/>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31"/>
                                        </p:tgtEl>
                                        <p:attrNameLst>
                                          <p:attrName>style.visibility</p:attrName>
                                        </p:attrNameLst>
                                      </p:cBhvr>
                                      <p:to>
                                        <p:strVal val="visible"/>
                                      </p:to>
                                    </p:set>
                                    <p:animEffect transition="in" filter="fade">
                                      <p:cBhvr>
                                        <p:cTn id="203" dur="500"/>
                                        <p:tgtEl>
                                          <p:spTgt spid="31"/>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32"/>
                                        </p:tgtEl>
                                        <p:attrNameLst>
                                          <p:attrName>style.visibility</p:attrName>
                                        </p:attrNameLst>
                                      </p:cBhvr>
                                      <p:to>
                                        <p:strVal val="visible"/>
                                      </p:to>
                                    </p:set>
                                    <p:animEffect transition="in" filter="fade">
                                      <p:cBhvr>
                                        <p:cTn id="206" dur="500"/>
                                        <p:tgtEl>
                                          <p:spTgt spid="32"/>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35"/>
                                        </p:tgtEl>
                                        <p:attrNameLst>
                                          <p:attrName>style.visibility</p:attrName>
                                        </p:attrNameLst>
                                      </p:cBhvr>
                                      <p:to>
                                        <p:strVal val="visible"/>
                                      </p:to>
                                    </p:set>
                                    <p:animEffect transition="in" filter="fade">
                                      <p:cBhvr>
                                        <p:cTn id="209" dur="500"/>
                                        <p:tgtEl>
                                          <p:spTgt spid="35"/>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37"/>
                                        </p:tgtEl>
                                        <p:attrNameLst>
                                          <p:attrName>style.visibility</p:attrName>
                                        </p:attrNameLst>
                                      </p:cBhvr>
                                      <p:to>
                                        <p:strVal val="visible"/>
                                      </p:to>
                                    </p:set>
                                    <p:animEffect transition="in" filter="fade">
                                      <p:cBhvr>
                                        <p:cTn id="2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6" grpId="1"/>
      <p:bldP spid="69" grpId="0"/>
      <p:bldP spid="69" grpId="1"/>
      <p:bldP spid="12" grpId="0" bldLvl="0" animBg="1"/>
      <p:bldP spid="15" grpId="0" bldLvl="0" animBg="1"/>
      <p:bldP spid="16" grpId="0" bldLvl="0" animBg="1"/>
      <p:bldP spid="18" grpId="0" bldLvl="0" animBg="1"/>
      <p:bldP spid="19" grpId="0" bldLvl="0" animBg="1"/>
      <p:bldP spid="21" grpId="0" bldLvl="0" animBg="1"/>
      <p:bldP spid="24" grpId="0" bldLvl="0" animBg="1"/>
      <p:bldP spid="25" grpId="0" bldLvl="0" animBg="1"/>
      <p:bldP spid="27" grpId="0" bldLvl="0" animBg="1"/>
      <p:bldP spid="28" grpId="0" bldLvl="0" animBg="1"/>
      <p:bldP spid="29" grpId="0" bldLvl="0" animBg="1"/>
      <p:bldP spid="30" grpId="0" bldLvl="0" animBg="1"/>
      <p:bldP spid="31" grpId="0" bldLvl="0" animBg="1"/>
      <p:bldP spid="32" grpId="0" bldLvl="0" animBg="1"/>
      <p:bldP spid="35" grpId="0" bldLvl="0" animBg="1"/>
      <p:bldP spid="37" grpId="0" bldLvl="0" animBg="1"/>
      <p:bldP spid="38" grpId="0" bldLvl="0" animBg="1"/>
      <p:bldP spid="40" grpId="0" bldLvl="0" animBg="1"/>
      <p:bldP spid="40" grpId="1" bldLvl="0" animBg="1"/>
      <p:bldP spid="41" grpId="0" bldLvl="0" animBg="1"/>
      <p:bldP spid="50" grpId="0" bldLvl="0" animBg="1"/>
      <p:bldP spid="51" grpId="0" bldLvl="0" animBg="1"/>
      <p:bldP spid="52" grpId="0" bldLvl="0" animBg="1"/>
      <p:bldP spid="53" grpId="0" bldLvl="0" animBg="1"/>
      <p:bldP spid="53" grpId="1" bldLvl="0" animBg="1"/>
      <p:bldP spid="54" grpId="0" bldLvl="0" animBg="1"/>
      <p:bldP spid="54" grpId="1" bldLvl="0" animBg="1"/>
      <p:bldP spid="72" grpId="0" bldLvl="0" animBg="1"/>
      <p:bldP spid="72" grpId="1" bldLvl="0" animBg="1"/>
      <p:bldP spid="73" grpId="0" bldLvl="0" animBg="1"/>
      <p:bldP spid="73" grpId="1" bldLvl="0" animBg="1"/>
      <p:bldP spid="74" grpId="0" bldLvl="0" animBg="1"/>
      <p:bldP spid="74" grpId="1" bldLvl="0" animBg="1"/>
      <p:bldP spid="76" grpId="0" bldLvl="0" animBg="1"/>
      <p:bldP spid="76" grpId="1" bldLvl="0" animBg="1"/>
      <p:bldP spid="78" grpId="0" bldLvl="0" animBg="1"/>
      <p:bldP spid="78" grpId="1" bldLvl="0" animBg="1"/>
      <p:bldP spid="80" grpId="0"/>
      <p:bldP spid="80" grpId="1"/>
      <p:bldP spid="81" grpId="0" bldLvl="0" animBg="1"/>
      <p:bldP spid="82" grpId="0"/>
      <p:bldP spid="47" grpId="0"/>
      <p:bldP spid="127" grpId="0" bldLvl="0" animBg="1"/>
      <p:bldP spid="127" grpId="1" bldLvl="0" animBg="1"/>
      <p:bldP spid="129" grpId="0" bldLvl="0" animBg="1"/>
      <p:bldP spid="129" grpId="1" bldLvl="0" animBg="1"/>
      <p:bldP spid="129" grpId="2" bldLvl="0" animBg="1"/>
      <p:bldP spid="130" grpId="0" bldLvl="0" animBg="1"/>
      <p:bldP spid="130" grpId="1" bldLvl="0" animBg="1"/>
      <p:bldP spid="49" grpId="0" bldLvl="0" animBg="1"/>
      <p:bldP spid="133" grpId="0" bldLvl="0" animBg="1"/>
      <p:bldP spid="144"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77" name="任意多边形: 形状 76"/>
          <p:cNvSpPr/>
          <p:nvPr>
            <p:custDataLst>
              <p:tags r:id="rId2"/>
            </p:custDataLst>
          </p:nvPr>
        </p:nvSpPr>
        <p:spPr>
          <a:xfrm>
            <a:off x="2272840" y="1987550"/>
            <a:ext cx="2378599" cy="1887865"/>
          </a:xfrm>
          <a:custGeom>
            <a:avLst/>
            <a:gdLst>
              <a:gd name="connsiteX0" fmla="*/ 864060 w 2378599"/>
              <a:gd name="connsiteY0" fmla="*/ 31750 h 1887865"/>
              <a:gd name="connsiteX1" fmla="*/ 806910 w 2378599"/>
              <a:gd name="connsiteY1" fmla="*/ 38100 h 1887865"/>
              <a:gd name="connsiteX2" fmla="*/ 749760 w 2378599"/>
              <a:gd name="connsiteY2" fmla="*/ 53975 h 1887865"/>
              <a:gd name="connsiteX3" fmla="*/ 724360 w 2378599"/>
              <a:gd name="connsiteY3" fmla="*/ 60325 h 1887865"/>
              <a:gd name="connsiteX4" fmla="*/ 670385 w 2378599"/>
              <a:gd name="connsiteY4" fmla="*/ 82550 h 1887865"/>
              <a:gd name="connsiteX5" fmla="*/ 613235 w 2378599"/>
              <a:gd name="connsiteY5" fmla="*/ 107950 h 1887865"/>
              <a:gd name="connsiteX6" fmla="*/ 565610 w 2378599"/>
              <a:gd name="connsiteY6" fmla="*/ 123825 h 1887865"/>
              <a:gd name="connsiteX7" fmla="*/ 524335 w 2378599"/>
              <a:gd name="connsiteY7" fmla="*/ 152400 h 1887865"/>
              <a:gd name="connsiteX8" fmla="*/ 492585 w 2378599"/>
              <a:gd name="connsiteY8" fmla="*/ 171450 h 1887865"/>
              <a:gd name="connsiteX9" fmla="*/ 429085 w 2378599"/>
              <a:gd name="connsiteY9" fmla="*/ 222250 h 1887865"/>
              <a:gd name="connsiteX10" fmla="*/ 397335 w 2378599"/>
              <a:gd name="connsiteY10" fmla="*/ 244475 h 1887865"/>
              <a:gd name="connsiteX11" fmla="*/ 378285 w 2378599"/>
              <a:gd name="connsiteY11" fmla="*/ 266700 h 1887865"/>
              <a:gd name="connsiteX12" fmla="*/ 362410 w 2378599"/>
              <a:gd name="connsiteY12" fmla="*/ 279400 h 1887865"/>
              <a:gd name="connsiteX13" fmla="*/ 327485 w 2378599"/>
              <a:gd name="connsiteY13" fmla="*/ 314325 h 1887865"/>
              <a:gd name="connsiteX14" fmla="*/ 298910 w 2378599"/>
              <a:gd name="connsiteY14" fmla="*/ 342900 h 1887865"/>
              <a:gd name="connsiteX15" fmla="*/ 273510 w 2378599"/>
              <a:gd name="connsiteY15" fmla="*/ 361950 h 1887865"/>
              <a:gd name="connsiteX16" fmla="*/ 263985 w 2378599"/>
              <a:gd name="connsiteY16" fmla="*/ 374650 h 1887865"/>
              <a:gd name="connsiteX17" fmla="*/ 244935 w 2378599"/>
              <a:gd name="connsiteY17" fmla="*/ 393700 h 1887865"/>
              <a:gd name="connsiteX18" fmla="*/ 229060 w 2378599"/>
              <a:gd name="connsiteY18" fmla="*/ 412750 h 1887865"/>
              <a:gd name="connsiteX19" fmla="*/ 194135 w 2378599"/>
              <a:gd name="connsiteY19" fmla="*/ 447675 h 1887865"/>
              <a:gd name="connsiteX20" fmla="*/ 175085 w 2378599"/>
              <a:gd name="connsiteY20" fmla="*/ 466725 h 1887865"/>
              <a:gd name="connsiteX21" fmla="*/ 146510 w 2378599"/>
              <a:gd name="connsiteY21" fmla="*/ 501650 h 1887865"/>
              <a:gd name="connsiteX22" fmla="*/ 105235 w 2378599"/>
              <a:gd name="connsiteY22" fmla="*/ 568325 h 1887865"/>
              <a:gd name="connsiteX23" fmla="*/ 89360 w 2378599"/>
              <a:gd name="connsiteY23" fmla="*/ 593725 h 1887865"/>
              <a:gd name="connsiteX24" fmla="*/ 41735 w 2378599"/>
              <a:gd name="connsiteY24" fmla="*/ 685800 h 1887865"/>
              <a:gd name="connsiteX25" fmla="*/ 29035 w 2378599"/>
              <a:gd name="connsiteY25" fmla="*/ 711200 h 1887865"/>
              <a:gd name="connsiteX26" fmla="*/ 13160 w 2378599"/>
              <a:gd name="connsiteY26" fmla="*/ 765175 h 1887865"/>
              <a:gd name="connsiteX27" fmla="*/ 3635 w 2378599"/>
              <a:gd name="connsiteY27" fmla="*/ 806450 h 1887865"/>
              <a:gd name="connsiteX28" fmla="*/ 3635 w 2378599"/>
              <a:gd name="connsiteY28" fmla="*/ 1041400 h 1887865"/>
              <a:gd name="connsiteX29" fmla="*/ 9985 w 2378599"/>
              <a:gd name="connsiteY29" fmla="*/ 1063625 h 1887865"/>
              <a:gd name="connsiteX30" fmla="*/ 25860 w 2378599"/>
              <a:gd name="connsiteY30" fmla="*/ 1108075 h 1887865"/>
              <a:gd name="connsiteX31" fmla="*/ 70310 w 2378599"/>
              <a:gd name="connsiteY31" fmla="*/ 1257300 h 1887865"/>
              <a:gd name="connsiteX32" fmla="*/ 79835 w 2378599"/>
              <a:gd name="connsiteY32" fmla="*/ 1279525 h 1887865"/>
              <a:gd name="connsiteX33" fmla="*/ 89360 w 2378599"/>
              <a:gd name="connsiteY33" fmla="*/ 1295400 h 1887865"/>
              <a:gd name="connsiteX34" fmla="*/ 114760 w 2378599"/>
              <a:gd name="connsiteY34" fmla="*/ 1343025 h 1887865"/>
              <a:gd name="connsiteX35" fmla="*/ 133810 w 2378599"/>
              <a:gd name="connsiteY35" fmla="*/ 1368425 h 1887865"/>
              <a:gd name="connsiteX36" fmla="*/ 146510 w 2378599"/>
              <a:gd name="connsiteY36" fmla="*/ 1387475 h 1887865"/>
              <a:gd name="connsiteX37" fmla="*/ 168735 w 2378599"/>
              <a:gd name="connsiteY37" fmla="*/ 1406525 h 1887865"/>
              <a:gd name="connsiteX38" fmla="*/ 229060 w 2378599"/>
              <a:gd name="connsiteY38" fmla="*/ 1466850 h 1887865"/>
              <a:gd name="connsiteX39" fmla="*/ 241760 w 2378599"/>
              <a:gd name="connsiteY39" fmla="*/ 1479550 h 1887865"/>
              <a:gd name="connsiteX40" fmla="*/ 276685 w 2378599"/>
              <a:gd name="connsiteY40" fmla="*/ 1511300 h 1887865"/>
              <a:gd name="connsiteX41" fmla="*/ 302085 w 2378599"/>
              <a:gd name="connsiteY41" fmla="*/ 1539875 h 1887865"/>
              <a:gd name="connsiteX42" fmla="*/ 375110 w 2378599"/>
              <a:gd name="connsiteY42" fmla="*/ 1584325 h 1887865"/>
              <a:gd name="connsiteX43" fmla="*/ 429085 w 2378599"/>
              <a:gd name="connsiteY43" fmla="*/ 1622425 h 1887865"/>
              <a:gd name="connsiteX44" fmla="*/ 460835 w 2378599"/>
              <a:gd name="connsiteY44" fmla="*/ 1641475 h 1887865"/>
              <a:gd name="connsiteX45" fmla="*/ 476710 w 2378599"/>
              <a:gd name="connsiteY45" fmla="*/ 1647825 h 1887865"/>
              <a:gd name="connsiteX46" fmla="*/ 543385 w 2378599"/>
              <a:gd name="connsiteY46" fmla="*/ 1692275 h 1887865"/>
              <a:gd name="connsiteX47" fmla="*/ 559260 w 2378599"/>
              <a:gd name="connsiteY47" fmla="*/ 1708150 h 1887865"/>
              <a:gd name="connsiteX48" fmla="*/ 638635 w 2378599"/>
              <a:gd name="connsiteY48" fmla="*/ 1749425 h 1887865"/>
              <a:gd name="connsiteX49" fmla="*/ 676735 w 2378599"/>
              <a:gd name="connsiteY49" fmla="*/ 1768475 h 1887865"/>
              <a:gd name="connsiteX50" fmla="*/ 689435 w 2378599"/>
              <a:gd name="connsiteY50" fmla="*/ 1774825 h 1887865"/>
              <a:gd name="connsiteX51" fmla="*/ 803735 w 2378599"/>
              <a:gd name="connsiteY51" fmla="*/ 1812925 h 1887865"/>
              <a:gd name="connsiteX52" fmla="*/ 829135 w 2378599"/>
              <a:gd name="connsiteY52" fmla="*/ 1819275 h 1887865"/>
              <a:gd name="connsiteX53" fmla="*/ 876760 w 2378599"/>
              <a:gd name="connsiteY53" fmla="*/ 1838325 h 1887865"/>
              <a:gd name="connsiteX54" fmla="*/ 905335 w 2378599"/>
              <a:gd name="connsiteY54" fmla="*/ 1844675 h 1887865"/>
              <a:gd name="connsiteX55" fmla="*/ 924385 w 2378599"/>
              <a:gd name="connsiteY55" fmla="*/ 1851025 h 1887865"/>
              <a:gd name="connsiteX56" fmla="*/ 946610 w 2378599"/>
              <a:gd name="connsiteY56" fmla="*/ 1854200 h 1887865"/>
              <a:gd name="connsiteX57" fmla="*/ 997410 w 2378599"/>
              <a:gd name="connsiteY57" fmla="*/ 1863725 h 1887865"/>
              <a:gd name="connsiteX58" fmla="*/ 1073610 w 2378599"/>
              <a:gd name="connsiteY58" fmla="*/ 1870075 h 1887865"/>
              <a:gd name="connsiteX59" fmla="*/ 1102185 w 2378599"/>
              <a:gd name="connsiteY59" fmla="*/ 1873250 h 1887865"/>
              <a:gd name="connsiteX60" fmla="*/ 1124410 w 2378599"/>
              <a:gd name="connsiteY60" fmla="*/ 1876425 h 1887865"/>
              <a:gd name="connsiteX61" fmla="*/ 1181560 w 2378599"/>
              <a:gd name="connsiteY61" fmla="*/ 1879600 h 1887865"/>
              <a:gd name="connsiteX62" fmla="*/ 1356185 w 2378599"/>
              <a:gd name="connsiteY62" fmla="*/ 1885950 h 1887865"/>
              <a:gd name="connsiteX63" fmla="*/ 1422860 w 2378599"/>
              <a:gd name="connsiteY63" fmla="*/ 1876425 h 1887865"/>
              <a:gd name="connsiteX64" fmla="*/ 1438735 w 2378599"/>
              <a:gd name="connsiteY64" fmla="*/ 1873250 h 1887865"/>
              <a:gd name="connsiteX65" fmla="*/ 1470485 w 2378599"/>
              <a:gd name="connsiteY65" fmla="*/ 1863725 h 1887865"/>
              <a:gd name="connsiteX66" fmla="*/ 1556210 w 2378599"/>
              <a:gd name="connsiteY66" fmla="*/ 1841500 h 1887865"/>
              <a:gd name="connsiteX67" fmla="*/ 1613360 w 2378599"/>
              <a:gd name="connsiteY67" fmla="*/ 1819275 h 1887865"/>
              <a:gd name="connsiteX68" fmla="*/ 1635585 w 2378599"/>
              <a:gd name="connsiteY68" fmla="*/ 1800225 h 1887865"/>
              <a:gd name="connsiteX69" fmla="*/ 1699085 w 2378599"/>
              <a:gd name="connsiteY69" fmla="*/ 1755775 h 1887865"/>
              <a:gd name="connsiteX70" fmla="*/ 1762585 w 2378599"/>
              <a:gd name="connsiteY70" fmla="*/ 1695450 h 1887865"/>
              <a:gd name="connsiteX71" fmla="*/ 1803860 w 2378599"/>
              <a:gd name="connsiteY71" fmla="*/ 1654175 h 1887865"/>
              <a:gd name="connsiteX72" fmla="*/ 1902285 w 2378599"/>
              <a:gd name="connsiteY72" fmla="*/ 1584325 h 1887865"/>
              <a:gd name="connsiteX73" fmla="*/ 1946735 w 2378599"/>
              <a:gd name="connsiteY73" fmla="*/ 1552575 h 1887865"/>
              <a:gd name="connsiteX74" fmla="*/ 2019760 w 2378599"/>
              <a:gd name="connsiteY74" fmla="*/ 1501775 h 1887865"/>
              <a:gd name="connsiteX75" fmla="*/ 2064210 w 2378599"/>
              <a:gd name="connsiteY75" fmla="*/ 1463675 h 1887865"/>
              <a:gd name="connsiteX76" fmla="*/ 2086435 w 2378599"/>
              <a:gd name="connsiteY76" fmla="*/ 1444625 h 1887865"/>
              <a:gd name="connsiteX77" fmla="*/ 2168985 w 2378599"/>
              <a:gd name="connsiteY77" fmla="*/ 1377950 h 1887865"/>
              <a:gd name="connsiteX78" fmla="*/ 2207085 w 2378599"/>
              <a:gd name="connsiteY78" fmla="*/ 1339850 h 1887865"/>
              <a:gd name="connsiteX79" fmla="*/ 2216610 w 2378599"/>
              <a:gd name="connsiteY79" fmla="*/ 1320800 h 1887865"/>
              <a:gd name="connsiteX80" fmla="*/ 2232485 w 2378599"/>
              <a:gd name="connsiteY80" fmla="*/ 1295400 h 1887865"/>
              <a:gd name="connsiteX81" fmla="*/ 2251535 w 2378599"/>
              <a:gd name="connsiteY81" fmla="*/ 1244600 h 1887865"/>
              <a:gd name="connsiteX82" fmla="*/ 2261060 w 2378599"/>
              <a:gd name="connsiteY82" fmla="*/ 1219200 h 1887865"/>
              <a:gd name="connsiteX83" fmla="*/ 2270585 w 2378599"/>
              <a:gd name="connsiteY83" fmla="*/ 1200150 h 1887865"/>
              <a:gd name="connsiteX84" fmla="*/ 2289635 w 2378599"/>
              <a:gd name="connsiteY84" fmla="*/ 1139825 h 1887865"/>
              <a:gd name="connsiteX85" fmla="*/ 2318210 w 2378599"/>
              <a:gd name="connsiteY85" fmla="*/ 1066800 h 1887865"/>
              <a:gd name="connsiteX86" fmla="*/ 2324560 w 2378599"/>
              <a:gd name="connsiteY86" fmla="*/ 1038225 h 1887865"/>
              <a:gd name="connsiteX87" fmla="*/ 2330910 w 2378599"/>
              <a:gd name="connsiteY87" fmla="*/ 1006475 h 1887865"/>
              <a:gd name="connsiteX88" fmla="*/ 2337260 w 2378599"/>
              <a:gd name="connsiteY88" fmla="*/ 990600 h 1887865"/>
              <a:gd name="connsiteX89" fmla="*/ 2353135 w 2378599"/>
              <a:gd name="connsiteY89" fmla="*/ 927100 h 1887865"/>
              <a:gd name="connsiteX90" fmla="*/ 2353135 w 2378599"/>
              <a:gd name="connsiteY90" fmla="*/ 927100 h 1887865"/>
              <a:gd name="connsiteX91" fmla="*/ 2375360 w 2378599"/>
              <a:gd name="connsiteY91" fmla="*/ 828675 h 1887865"/>
              <a:gd name="connsiteX92" fmla="*/ 2378535 w 2378599"/>
              <a:gd name="connsiteY92" fmla="*/ 793750 h 1887865"/>
              <a:gd name="connsiteX93" fmla="*/ 2356310 w 2378599"/>
              <a:gd name="connsiteY93" fmla="*/ 698500 h 1887865"/>
              <a:gd name="connsiteX94" fmla="*/ 2315035 w 2378599"/>
              <a:gd name="connsiteY94" fmla="*/ 590550 h 1887865"/>
              <a:gd name="connsiteX95" fmla="*/ 2302335 w 2378599"/>
              <a:gd name="connsiteY95" fmla="*/ 571500 h 1887865"/>
              <a:gd name="connsiteX96" fmla="*/ 2289635 w 2378599"/>
              <a:gd name="connsiteY96" fmla="*/ 546100 h 1887865"/>
              <a:gd name="connsiteX97" fmla="*/ 2251535 w 2378599"/>
              <a:gd name="connsiteY97" fmla="*/ 492125 h 1887865"/>
              <a:gd name="connsiteX98" fmla="*/ 2235660 w 2378599"/>
              <a:gd name="connsiteY98" fmla="*/ 469900 h 1887865"/>
              <a:gd name="connsiteX99" fmla="*/ 2188035 w 2378599"/>
              <a:gd name="connsiteY99" fmla="*/ 412750 h 1887865"/>
              <a:gd name="connsiteX100" fmla="*/ 2118185 w 2378599"/>
              <a:gd name="connsiteY100" fmla="*/ 327025 h 1887865"/>
              <a:gd name="connsiteX101" fmla="*/ 2061035 w 2378599"/>
              <a:gd name="connsiteY101" fmla="*/ 269875 h 1887865"/>
              <a:gd name="connsiteX102" fmla="*/ 2016585 w 2378599"/>
              <a:gd name="connsiteY102" fmla="*/ 234950 h 1887865"/>
              <a:gd name="connsiteX103" fmla="*/ 1984835 w 2378599"/>
              <a:gd name="connsiteY103" fmla="*/ 219075 h 1887865"/>
              <a:gd name="connsiteX104" fmla="*/ 1924510 w 2378599"/>
              <a:gd name="connsiteY104" fmla="*/ 184150 h 1887865"/>
              <a:gd name="connsiteX105" fmla="*/ 1886410 w 2378599"/>
              <a:gd name="connsiteY105" fmla="*/ 165100 h 1887865"/>
              <a:gd name="connsiteX106" fmla="*/ 1819735 w 2378599"/>
              <a:gd name="connsiteY106" fmla="*/ 133350 h 1887865"/>
              <a:gd name="connsiteX107" fmla="*/ 1765760 w 2378599"/>
              <a:gd name="connsiteY107" fmla="*/ 107950 h 1887865"/>
              <a:gd name="connsiteX108" fmla="*/ 1730835 w 2378599"/>
              <a:gd name="connsiteY108" fmla="*/ 98425 h 1887865"/>
              <a:gd name="connsiteX109" fmla="*/ 1660985 w 2378599"/>
              <a:gd name="connsiteY109" fmla="*/ 82550 h 1887865"/>
              <a:gd name="connsiteX110" fmla="*/ 1629235 w 2378599"/>
              <a:gd name="connsiteY110" fmla="*/ 69850 h 1887865"/>
              <a:gd name="connsiteX111" fmla="*/ 1591135 w 2378599"/>
              <a:gd name="connsiteY111" fmla="*/ 63500 h 1887865"/>
              <a:gd name="connsiteX112" fmla="*/ 1559385 w 2378599"/>
              <a:gd name="connsiteY112" fmla="*/ 53975 h 1887865"/>
              <a:gd name="connsiteX113" fmla="*/ 1533985 w 2378599"/>
              <a:gd name="connsiteY113" fmla="*/ 50800 h 1887865"/>
              <a:gd name="connsiteX114" fmla="*/ 1486360 w 2378599"/>
              <a:gd name="connsiteY114" fmla="*/ 38100 h 1887865"/>
              <a:gd name="connsiteX115" fmla="*/ 1426035 w 2378599"/>
              <a:gd name="connsiteY115" fmla="*/ 28575 h 1887865"/>
              <a:gd name="connsiteX116" fmla="*/ 1346660 w 2378599"/>
              <a:gd name="connsiteY116" fmla="*/ 12700 h 1887865"/>
              <a:gd name="connsiteX117" fmla="*/ 1314910 w 2378599"/>
              <a:gd name="connsiteY117" fmla="*/ 6350 h 1887865"/>
              <a:gd name="connsiteX118" fmla="*/ 1273635 w 2378599"/>
              <a:gd name="connsiteY118" fmla="*/ 0 h 1887865"/>
              <a:gd name="connsiteX119" fmla="*/ 937085 w 2378599"/>
              <a:gd name="connsiteY119" fmla="*/ 3175 h 1887865"/>
              <a:gd name="connsiteX120" fmla="*/ 864060 w 2378599"/>
              <a:gd name="connsiteY120" fmla="*/ 31750 h 18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378599" h="1887865">
                <a:moveTo>
                  <a:pt x="864060" y="31750"/>
                </a:moveTo>
                <a:cubicBezTo>
                  <a:pt x="842364" y="37571"/>
                  <a:pt x="825870" y="35291"/>
                  <a:pt x="806910" y="38100"/>
                </a:cubicBezTo>
                <a:cubicBezTo>
                  <a:pt x="778131" y="42364"/>
                  <a:pt x="777716" y="45753"/>
                  <a:pt x="749760" y="53975"/>
                </a:cubicBezTo>
                <a:cubicBezTo>
                  <a:pt x="741387" y="56438"/>
                  <a:pt x="732571" y="57369"/>
                  <a:pt x="724360" y="60325"/>
                </a:cubicBezTo>
                <a:cubicBezTo>
                  <a:pt x="706053" y="66916"/>
                  <a:pt x="688269" y="74885"/>
                  <a:pt x="670385" y="82550"/>
                </a:cubicBezTo>
                <a:cubicBezTo>
                  <a:pt x="651224" y="90762"/>
                  <a:pt x="633012" y="101358"/>
                  <a:pt x="613235" y="107950"/>
                </a:cubicBezTo>
                <a:cubicBezTo>
                  <a:pt x="597360" y="113242"/>
                  <a:pt x="580956" y="117153"/>
                  <a:pt x="565610" y="123825"/>
                </a:cubicBezTo>
                <a:cubicBezTo>
                  <a:pt x="539960" y="134977"/>
                  <a:pt x="544276" y="139106"/>
                  <a:pt x="524335" y="152400"/>
                </a:cubicBezTo>
                <a:cubicBezTo>
                  <a:pt x="514066" y="159246"/>
                  <a:pt x="502538" y="164151"/>
                  <a:pt x="492585" y="171450"/>
                </a:cubicBezTo>
                <a:cubicBezTo>
                  <a:pt x="470726" y="187480"/>
                  <a:pt x="451292" y="206705"/>
                  <a:pt x="429085" y="222250"/>
                </a:cubicBezTo>
                <a:cubicBezTo>
                  <a:pt x="418502" y="229658"/>
                  <a:pt x="407057" y="235968"/>
                  <a:pt x="397335" y="244475"/>
                </a:cubicBezTo>
                <a:cubicBezTo>
                  <a:pt x="389992" y="250900"/>
                  <a:pt x="385184" y="259801"/>
                  <a:pt x="378285" y="266700"/>
                </a:cubicBezTo>
                <a:cubicBezTo>
                  <a:pt x="373493" y="271492"/>
                  <a:pt x="367354" y="274765"/>
                  <a:pt x="362410" y="279400"/>
                </a:cubicBezTo>
                <a:cubicBezTo>
                  <a:pt x="350399" y="290660"/>
                  <a:pt x="339127" y="302683"/>
                  <a:pt x="327485" y="314325"/>
                </a:cubicBezTo>
                <a:cubicBezTo>
                  <a:pt x="317960" y="323850"/>
                  <a:pt x="309686" y="334818"/>
                  <a:pt x="298910" y="342900"/>
                </a:cubicBezTo>
                <a:cubicBezTo>
                  <a:pt x="290443" y="349250"/>
                  <a:pt x="281341" y="354831"/>
                  <a:pt x="273510" y="361950"/>
                </a:cubicBezTo>
                <a:cubicBezTo>
                  <a:pt x="269594" y="365510"/>
                  <a:pt x="267525" y="370717"/>
                  <a:pt x="263985" y="374650"/>
                </a:cubicBezTo>
                <a:cubicBezTo>
                  <a:pt x="257978" y="381325"/>
                  <a:pt x="250684" y="386801"/>
                  <a:pt x="244935" y="393700"/>
                </a:cubicBezTo>
                <a:cubicBezTo>
                  <a:pt x="239643" y="400050"/>
                  <a:pt x="234725" y="406731"/>
                  <a:pt x="229060" y="412750"/>
                </a:cubicBezTo>
                <a:cubicBezTo>
                  <a:pt x="217776" y="424739"/>
                  <a:pt x="205777" y="436033"/>
                  <a:pt x="194135" y="447675"/>
                </a:cubicBezTo>
                <a:cubicBezTo>
                  <a:pt x="187785" y="454025"/>
                  <a:pt x="180929" y="459907"/>
                  <a:pt x="175085" y="466725"/>
                </a:cubicBezTo>
                <a:cubicBezTo>
                  <a:pt x="162903" y="480937"/>
                  <a:pt x="156297" y="487669"/>
                  <a:pt x="146510" y="501650"/>
                </a:cubicBezTo>
                <a:cubicBezTo>
                  <a:pt x="129708" y="525652"/>
                  <a:pt x="122775" y="539510"/>
                  <a:pt x="105235" y="568325"/>
                </a:cubicBezTo>
                <a:cubicBezTo>
                  <a:pt x="100044" y="576854"/>
                  <a:pt x="93947" y="584857"/>
                  <a:pt x="89360" y="593725"/>
                </a:cubicBezTo>
                <a:lnTo>
                  <a:pt x="41735" y="685800"/>
                </a:lnTo>
                <a:cubicBezTo>
                  <a:pt x="37411" y="694221"/>
                  <a:pt x="29035" y="711200"/>
                  <a:pt x="29035" y="711200"/>
                </a:cubicBezTo>
                <a:cubicBezTo>
                  <a:pt x="9078" y="801008"/>
                  <a:pt x="36904" y="682073"/>
                  <a:pt x="13160" y="765175"/>
                </a:cubicBezTo>
                <a:cubicBezTo>
                  <a:pt x="9281" y="778752"/>
                  <a:pt x="6810" y="792692"/>
                  <a:pt x="3635" y="806450"/>
                </a:cubicBezTo>
                <a:cubicBezTo>
                  <a:pt x="303" y="903073"/>
                  <a:pt x="-2526" y="934617"/>
                  <a:pt x="3635" y="1041400"/>
                </a:cubicBezTo>
                <a:cubicBezTo>
                  <a:pt x="4079" y="1049092"/>
                  <a:pt x="7549" y="1056316"/>
                  <a:pt x="9985" y="1063625"/>
                </a:cubicBezTo>
                <a:cubicBezTo>
                  <a:pt x="14960" y="1078551"/>
                  <a:pt x="21339" y="1093005"/>
                  <a:pt x="25860" y="1108075"/>
                </a:cubicBezTo>
                <a:cubicBezTo>
                  <a:pt x="53587" y="1200497"/>
                  <a:pt x="46396" y="1195806"/>
                  <a:pt x="70310" y="1257300"/>
                </a:cubicBezTo>
                <a:cubicBezTo>
                  <a:pt x="73231" y="1264812"/>
                  <a:pt x="76230" y="1272316"/>
                  <a:pt x="79835" y="1279525"/>
                </a:cubicBezTo>
                <a:cubicBezTo>
                  <a:pt x="82595" y="1285045"/>
                  <a:pt x="86386" y="1289993"/>
                  <a:pt x="89360" y="1295400"/>
                </a:cubicBezTo>
                <a:cubicBezTo>
                  <a:pt x="98031" y="1311165"/>
                  <a:pt x="105405" y="1327657"/>
                  <a:pt x="114760" y="1343025"/>
                </a:cubicBezTo>
                <a:cubicBezTo>
                  <a:pt x="120263" y="1352065"/>
                  <a:pt x="127659" y="1359813"/>
                  <a:pt x="133810" y="1368425"/>
                </a:cubicBezTo>
                <a:cubicBezTo>
                  <a:pt x="138246" y="1374635"/>
                  <a:pt x="141353" y="1381849"/>
                  <a:pt x="146510" y="1387475"/>
                </a:cubicBezTo>
                <a:cubicBezTo>
                  <a:pt x="153103" y="1394668"/>
                  <a:pt x="161661" y="1399805"/>
                  <a:pt x="168735" y="1406525"/>
                </a:cubicBezTo>
                <a:cubicBezTo>
                  <a:pt x="189352" y="1426111"/>
                  <a:pt x="208952" y="1446742"/>
                  <a:pt x="229060" y="1466850"/>
                </a:cubicBezTo>
                <a:cubicBezTo>
                  <a:pt x="233293" y="1471083"/>
                  <a:pt x="237383" y="1475465"/>
                  <a:pt x="241760" y="1479550"/>
                </a:cubicBezTo>
                <a:cubicBezTo>
                  <a:pt x="253262" y="1490285"/>
                  <a:pt x="266232" y="1499541"/>
                  <a:pt x="276685" y="1511300"/>
                </a:cubicBezTo>
                <a:cubicBezTo>
                  <a:pt x="285152" y="1520825"/>
                  <a:pt x="291850" y="1532282"/>
                  <a:pt x="302085" y="1539875"/>
                </a:cubicBezTo>
                <a:cubicBezTo>
                  <a:pt x="324970" y="1556855"/>
                  <a:pt x="351217" y="1568795"/>
                  <a:pt x="375110" y="1584325"/>
                </a:cubicBezTo>
                <a:cubicBezTo>
                  <a:pt x="393575" y="1596327"/>
                  <a:pt x="410761" y="1610209"/>
                  <a:pt x="429085" y="1622425"/>
                </a:cubicBezTo>
                <a:cubicBezTo>
                  <a:pt x="439354" y="1629271"/>
                  <a:pt x="449945" y="1635667"/>
                  <a:pt x="460835" y="1641475"/>
                </a:cubicBezTo>
                <a:cubicBezTo>
                  <a:pt x="465864" y="1644157"/>
                  <a:pt x="471856" y="1644838"/>
                  <a:pt x="476710" y="1647825"/>
                </a:cubicBezTo>
                <a:cubicBezTo>
                  <a:pt x="499459" y="1661824"/>
                  <a:pt x="524497" y="1673387"/>
                  <a:pt x="543385" y="1692275"/>
                </a:cubicBezTo>
                <a:cubicBezTo>
                  <a:pt x="548677" y="1697567"/>
                  <a:pt x="552843" y="1704300"/>
                  <a:pt x="559260" y="1708150"/>
                </a:cubicBezTo>
                <a:cubicBezTo>
                  <a:pt x="584832" y="1723493"/>
                  <a:pt x="612124" y="1735768"/>
                  <a:pt x="638635" y="1749425"/>
                </a:cubicBezTo>
                <a:cubicBezTo>
                  <a:pt x="651258" y="1755928"/>
                  <a:pt x="664035" y="1762125"/>
                  <a:pt x="676735" y="1768475"/>
                </a:cubicBezTo>
                <a:cubicBezTo>
                  <a:pt x="680968" y="1770592"/>
                  <a:pt x="685017" y="1773126"/>
                  <a:pt x="689435" y="1774825"/>
                </a:cubicBezTo>
                <a:cubicBezTo>
                  <a:pt x="734079" y="1791996"/>
                  <a:pt x="751783" y="1799937"/>
                  <a:pt x="803735" y="1812925"/>
                </a:cubicBezTo>
                <a:cubicBezTo>
                  <a:pt x="812202" y="1815042"/>
                  <a:pt x="820892" y="1816408"/>
                  <a:pt x="829135" y="1819275"/>
                </a:cubicBezTo>
                <a:cubicBezTo>
                  <a:pt x="845284" y="1824892"/>
                  <a:pt x="860540" y="1832918"/>
                  <a:pt x="876760" y="1838325"/>
                </a:cubicBezTo>
                <a:cubicBezTo>
                  <a:pt x="886017" y="1841411"/>
                  <a:pt x="895907" y="1842161"/>
                  <a:pt x="905335" y="1844675"/>
                </a:cubicBezTo>
                <a:cubicBezTo>
                  <a:pt x="911802" y="1846400"/>
                  <a:pt x="917863" y="1849520"/>
                  <a:pt x="924385" y="1851025"/>
                </a:cubicBezTo>
                <a:cubicBezTo>
                  <a:pt x="931677" y="1852708"/>
                  <a:pt x="939237" y="1852918"/>
                  <a:pt x="946610" y="1854200"/>
                </a:cubicBezTo>
                <a:cubicBezTo>
                  <a:pt x="963584" y="1857152"/>
                  <a:pt x="980398" y="1861003"/>
                  <a:pt x="997410" y="1863725"/>
                </a:cubicBezTo>
                <a:cubicBezTo>
                  <a:pt x="1020981" y="1867496"/>
                  <a:pt x="1050982" y="1868189"/>
                  <a:pt x="1073610" y="1870075"/>
                </a:cubicBezTo>
                <a:cubicBezTo>
                  <a:pt x="1083161" y="1870871"/>
                  <a:pt x="1092675" y="1872061"/>
                  <a:pt x="1102185" y="1873250"/>
                </a:cubicBezTo>
                <a:cubicBezTo>
                  <a:pt x="1109611" y="1874178"/>
                  <a:pt x="1116950" y="1875828"/>
                  <a:pt x="1124410" y="1876425"/>
                </a:cubicBezTo>
                <a:cubicBezTo>
                  <a:pt x="1143429" y="1877946"/>
                  <a:pt x="1162510" y="1878542"/>
                  <a:pt x="1181560" y="1879600"/>
                </a:cubicBezTo>
                <a:cubicBezTo>
                  <a:pt x="1247259" y="1888986"/>
                  <a:pt x="1242654" y="1889241"/>
                  <a:pt x="1356185" y="1885950"/>
                </a:cubicBezTo>
                <a:cubicBezTo>
                  <a:pt x="1378626" y="1885300"/>
                  <a:pt x="1400670" y="1879839"/>
                  <a:pt x="1422860" y="1876425"/>
                </a:cubicBezTo>
                <a:cubicBezTo>
                  <a:pt x="1428194" y="1875604"/>
                  <a:pt x="1433521" y="1874640"/>
                  <a:pt x="1438735" y="1873250"/>
                </a:cubicBezTo>
                <a:cubicBezTo>
                  <a:pt x="1449411" y="1870403"/>
                  <a:pt x="1459818" y="1866608"/>
                  <a:pt x="1470485" y="1863725"/>
                </a:cubicBezTo>
                <a:cubicBezTo>
                  <a:pt x="1498982" y="1856023"/>
                  <a:pt x="1529807" y="1854702"/>
                  <a:pt x="1556210" y="1841500"/>
                </a:cubicBezTo>
                <a:cubicBezTo>
                  <a:pt x="1587234" y="1825988"/>
                  <a:pt x="1568525" y="1834220"/>
                  <a:pt x="1613360" y="1819275"/>
                </a:cubicBezTo>
                <a:cubicBezTo>
                  <a:pt x="1620768" y="1812925"/>
                  <a:pt x="1627717" y="1805995"/>
                  <a:pt x="1635585" y="1800225"/>
                </a:cubicBezTo>
                <a:cubicBezTo>
                  <a:pt x="1678589" y="1768689"/>
                  <a:pt x="1646411" y="1801864"/>
                  <a:pt x="1699085" y="1755775"/>
                </a:cubicBezTo>
                <a:cubicBezTo>
                  <a:pt x="1721057" y="1736550"/>
                  <a:pt x="1741626" y="1715774"/>
                  <a:pt x="1762585" y="1695450"/>
                </a:cubicBezTo>
                <a:cubicBezTo>
                  <a:pt x="1776553" y="1681905"/>
                  <a:pt x="1788196" y="1665717"/>
                  <a:pt x="1803860" y="1654175"/>
                </a:cubicBezTo>
                <a:cubicBezTo>
                  <a:pt x="1908592" y="1577004"/>
                  <a:pt x="1823775" y="1638042"/>
                  <a:pt x="1902285" y="1584325"/>
                </a:cubicBezTo>
                <a:cubicBezTo>
                  <a:pt x="1917312" y="1574043"/>
                  <a:pt x="1931731" y="1562891"/>
                  <a:pt x="1946735" y="1552575"/>
                </a:cubicBezTo>
                <a:cubicBezTo>
                  <a:pt x="1967365" y="1538392"/>
                  <a:pt x="2002730" y="1516372"/>
                  <a:pt x="2019760" y="1501775"/>
                </a:cubicBezTo>
                <a:lnTo>
                  <a:pt x="2064210" y="1463675"/>
                </a:lnTo>
                <a:cubicBezTo>
                  <a:pt x="2071618" y="1457325"/>
                  <a:pt x="2078629" y="1450479"/>
                  <a:pt x="2086435" y="1444625"/>
                </a:cubicBezTo>
                <a:cubicBezTo>
                  <a:pt x="2113881" y="1424040"/>
                  <a:pt x="2144769" y="1402166"/>
                  <a:pt x="2168985" y="1377950"/>
                </a:cubicBezTo>
                <a:cubicBezTo>
                  <a:pt x="2181685" y="1365250"/>
                  <a:pt x="2199053" y="1355914"/>
                  <a:pt x="2207085" y="1339850"/>
                </a:cubicBezTo>
                <a:cubicBezTo>
                  <a:pt x="2210260" y="1333500"/>
                  <a:pt x="2213088" y="1326964"/>
                  <a:pt x="2216610" y="1320800"/>
                </a:cubicBezTo>
                <a:cubicBezTo>
                  <a:pt x="2221564" y="1312131"/>
                  <a:pt x="2228325" y="1304476"/>
                  <a:pt x="2232485" y="1295400"/>
                </a:cubicBezTo>
                <a:cubicBezTo>
                  <a:pt x="2240020" y="1278960"/>
                  <a:pt x="2245185" y="1261533"/>
                  <a:pt x="2251535" y="1244600"/>
                </a:cubicBezTo>
                <a:cubicBezTo>
                  <a:pt x="2254710" y="1236133"/>
                  <a:pt x="2257016" y="1227288"/>
                  <a:pt x="2261060" y="1219200"/>
                </a:cubicBezTo>
                <a:lnTo>
                  <a:pt x="2270585" y="1200150"/>
                </a:lnTo>
                <a:cubicBezTo>
                  <a:pt x="2284065" y="1139488"/>
                  <a:pt x="2267870" y="1205120"/>
                  <a:pt x="2289635" y="1139825"/>
                </a:cubicBezTo>
                <a:cubicBezTo>
                  <a:pt x="2311737" y="1073520"/>
                  <a:pt x="2283361" y="1136499"/>
                  <a:pt x="2318210" y="1066800"/>
                </a:cubicBezTo>
                <a:cubicBezTo>
                  <a:pt x="2320327" y="1057275"/>
                  <a:pt x="2322550" y="1047773"/>
                  <a:pt x="2324560" y="1038225"/>
                </a:cubicBezTo>
                <a:cubicBezTo>
                  <a:pt x="2326783" y="1027664"/>
                  <a:pt x="2328129" y="1016904"/>
                  <a:pt x="2330910" y="1006475"/>
                </a:cubicBezTo>
                <a:cubicBezTo>
                  <a:pt x="2332378" y="1000968"/>
                  <a:pt x="2335723" y="996088"/>
                  <a:pt x="2337260" y="990600"/>
                </a:cubicBezTo>
                <a:cubicBezTo>
                  <a:pt x="2343143" y="969590"/>
                  <a:pt x="2347843" y="948267"/>
                  <a:pt x="2353135" y="927100"/>
                </a:cubicBezTo>
                <a:lnTo>
                  <a:pt x="2353135" y="927100"/>
                </a:lnTo>
                <a:lnTo>
                  <a:pt x="2375360" y="828675"/>
                </a:lnTo>
                <a:cubicBezTo>
                  <a:pt x="2376418" y="817033"/>
                  <a:pt x="2379043" y="805429"/>
                  <a:pt x="2378535" y="793750"/>
                </a:cubicBezTo>
                <a:cubicBezTo>
                  <a:pt x="2377495" y="769824"/>
                  <a:pt x="2362486" y="716342"/>
                  <a:pt x="2356310" y="698500"/>
                </a:cubicBezTo>
                <a:cubicBezTo>
                  <a:pt x="2343708" y="662095"/>
                  <a:pt x="2336404" y="622604"/>
                  <a:pt x="2315035" y="590550"/>
                </a:cubicBezTo>
                <a:cubicBezTo>
                  <a:pt x="2310802" y="584200"/>
                  <a:pt x="2306121" y="578126"/>
                  <a:pt x="2302335" y="571500"/>
                </a:cubicBezTo>
                <a:cubicBezTo>
                  <a:pt x="2297639" y="563281"/>
                  <a:pt x="2294738" y="554073"/>
                  <a:pt x="2289635" y="546100"/>
                </a:cubicBezTo>
                <a:cubicBezTo>
                  <a:pt x="2277764" y="527551"/>
                  <a:pt x="2264264" y="510096"/>
                  <a:pt x="2251535" y="492125"/>
                </a:cubicBezTo>
                <a:cubicBezTo>
                  <a:pt x="2246273" y="484696"/>
                  <a:pt x="2241488" y="476894"/>
                  <a:pt x="2235660" y="469900"/>
                </a:cubicBezTo>
                <a:cubicBezTo>
                  <a:pt x="2219785" y="450850"/>
                  <a:pt x="2202914" y="432588"/>
                  <a:pt x="2188035" y="412750"/>
                </a:cubicBezTo>
                <a:cubicBezTo>
                  <a:pt x="2166260" y="383716"/>
                  <a:pt x="2143392" y="352232"/>
                  <a:pt x="2118185" y="327025"/>
                </a:cubicBezTo>
                <a:cubicBezTo>
                  <a:pt x="2099135" y="307975"/>
                  <a:pt x="2082219" y="286520"/>
                  <a:pt x="2061035" y="269875"/>
                </a:cubicBezTo>
                <a:cubicBezTo>
                  <a:pt x="2046218" y="258233"/>
                  <a:pt x="2033439" y="243377"/>
                  <a:pt x="2016585" y="234950"/>
                </a:cubicBezTo>
                <a:cubicBezTo>
                  <a:pt x="2006002" y="229658"/>
                  <a:pt x="1995195" y="224791"/>
                  <a:pt x="1984835" y="219075"/>
                </a:cubicBezTo>
                <a:cubicBezTo>
                  <a:pt x="1964491" y="207851"/>
                  <a:pt x="1945292" y="194541"/>
                  <a:pt x="1924510" y="184150"/>
                </a:cubicBezTo>
                <a:cubicBezTo>
                  <a:pt x="1911810" y="177800"/>
                  <a:pt x="1898895" y="171863"/>
                  <a:pt x="1886410" y="165100"/>
                </a:cubicBezTo>
                <a:cubicBezTo>
                  <a:pt x="1776080" y="105338"/>
                  <a:pt x="1905660" y="169703"/>
                  <a:pt x="1819735" y="133350"/>
                </a:cubicBezTo>
                <a:cubicBezTo>
                  <a:pt x="1801422" y="125602"/>
                  <a:pt x="1784944" y="113182"/>
                  <a:pt x="1765760" y="107950"/>
                </a:cubicBezTo>
                <a:cubicBezTo>
                  <a:pt x="1754118" y="104775"/>
                  <a:pt x="1742562" y="101268"/>
                  <a:pt x="1730835" y="98425"/>
                </a:cubicBezTo>
                <a:cubicBezTo>
                  <a:pt x="1707630" y="92800"/>
                  <a:pt x="1683154" y="91418"/>
                  <a:pt x="1660985" y="82550"/>
                </a:cubicBezTo>
                <a:cubicBezTo>
                  <a:pt x="1650402" y="78317"/>
                  <a:pt x="1640232" y="72849"/>
                  <a:pt x="1629235" y="69850"/>
                </a:cubicBezTo>
                <a:cubicBezTo>
                  <a:pt x="1616813" y="66462"/>
                  <a:pt x="1603690" y="66353"/>
                  <a:pt x="1591135" y="63500"/>
                </a:cubicBezTo>
                <a:cubicBezTo>
                  <a:pt x="1580360" y="61051"/>
                  <a:pt x="1570171" y="56372"/>
                  <a:pt x="1559385" y="53975"/>
                </a:cubicBezTo>
                <a:cubicBezTo>
                  <a:pt x="1551056" y="52124"/>
                  <a:pt x="1542371" y="52372"/>
                  <a:pt x="1533985" y="50800"/>
                </a:cubicBezTo>
                <a:cubicBezTo>
                  <a:pt x="1514168" y="47084"/>
                  <a:pt x="1505448" y="42872"/>
                  <a:pt x="1486360" y="38100"/>
                </a:cubicBezTo>
                <a:cubicBezTo>
                  <a:pt x="1454617" y="30164"/>
                  <a:pt x="1459630" y="31934"/>
                  <a:pt x="1426035" y="28575"/>
                </a:cubicBezTo>
                <a:cubicBezTo>
                  <a:pt x="1366463" y="12328"/>
                  <a:pt x="1415716" y="24209"/>
                  <a:pt x="1346660" y="12700"/>
                </a:cubicBezTo>
                <a:cubicBezTo>
                  <a:pt x="1336014" y="10926"/>
                  <a:pt x="1325543" y="8199"/>
                  <a:pt x="1314910" y="6350"/>
                </a:cubicBezTo>
                <a:cubicBezTo>
                  <a:pt x="1301196" y="3965"/>
                  <a:pt x="1287393" y="2117"/>
                  <a:pt x="1273635" y="0"/>
                </a:cubicBezTo>
                <a:lnTo>
                  <a:pt x="937085" y="3175"/>
                </a:lnTo>
                <a:cubicBezTo>
                  <a:pt x="908526" y="4615"/>
                  <a:pt x="885756" y="25929"/>
                  <a:pt x="864060" y="31750"/>
                </a:cubicBezTo>
                <a:close/>
              </a:path>
            </a:pathLst>
          </a:custGeom>
          <a:solidFill>
            <a:srgbClr val="B60A70">
              <a:alpha val="24000"/>
            </a:srgbClr>
          </a:solidFill>
          <a:ln w="19050">
            <a:solidFill>
              <a:srgbClr val="B60A70">
                <a:alpha val="5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 name="任意多边形: 形状 125"/>
          <p:cNvSpPr/>
          <p:nvPr>
            <p:custDataLst>
              <p:tags r:id="rId3"/>
            </p:custDataLst>
          </p:nvPr>
        </p:nvSpPr>
        <p:spPr>
          <a:xfrm>
            <a:off x="4688083" y="1954849"/>
            <a:ext cx="1701800" cy="1955800"/>
          </a:xfrm>
          <a:custGeom>
            <a:avLst/>
            <a:gdLst>
              <a:gd name="connsiteX0" fmla="*/ 355600 w 1701800"/>
              <a:gd name="connsiteY0" fmla="*/ 12700 h 1955800"/>
              <a:gd name="connsiteX1" fmla="*/ 323850 w 1701800"/>
              <a:gd name="connsiteY1" fmla="*/ 31750 h 1955800"/>
              <a:gd name="connsiteX2" fmla="*/ 307975 w 1701800"/>
              <a:gd name="connsiteY2" fmla="*/ 50800 h 1955800"/>
              <a:gd name="connsiteX3" fmla="*/ 288925 w 1701800"/>
              <a:gd name="connsiteY3" fmla="*/ 69850 h 1955800"/>
              <a:gd name="connsiteX4" fmla="*/ 276225 w 1701800"/>
              <a:gd name="connsiteY4" fmla="*/ 85725 h 1955800"/>
              <a:gd name="connsiteX5" fmla="*/ 257175 w 1701800"/>
              <a:gd name="connsiteY5" fmla="*/ 104775 h 1955800"/>
              <a:gd name="connsiteX6" fmla="*/ 234950 w 1701800"/>
              <a:gd name="connsiteY6" fmla="*/ 139700 h 1955800"/>
              <a:gd name="connsiteX7" fmla="*/ 215900 w 1701800"/>
              <a:gd name="connsiteY7" fmla="*/ 165100 h 1955800"/>
              <a:gd name="connsiteX8" fmla="*/ 206375 w 1701800"/>
              <a:gd name="connsiteY8" fmla="*/ 187325 h 1955800"/>
              <a:gd name="connsiteX9" fmla="*/ 184150 w 1701800"/>
              <a:gd name="connsiteY9" fmla="*/ 225425 h 1955800"/>
              <a:gd name="connsiteX10" fmla="*/ 177800 w 1701800"/>
              <a:gd name="connsiteY10" fmla="*/ 244475 h 1955800"/>
              <a:gd name="connsiteX11" fmla="*/ 152400 w 1701800"/>
              <a:gd name="connsiteY11" fmla="*/ 295275 h 1955800"/>
              <a:gd name="connsiteX12" fmla="*/ 139700 w 1701800"/>
              <a:gd name="connsiteY12" fmla="*/ 317500 h 1955800"/>
              <a:gd name="connsiteX13" fmla="*/ 127000 w 1701800"/>
              <a:gd name="connsiteY13" fmla="*/ 358775 h 1955800"/>
              <a:gd name="connsiteX14" fmla="*/ 117475 w 1701800"/>
              <a:gd name="connsiteY14" fmla="*/ 384175 h 1955800"/>
              <a:gd name="connsiteX15" fmla="*/ 104775 w 1701800"/>
              <a:gd name="connsiteY15" fmla="*/ 447675 h 1955800"/>
              <a:gd name="connsiteX16" fmla="*/ 98425 w 1701800"/>
              <a:gd name="connsiteY16" fmla="*/ 482600 h 1955800"/>
              <a:gd name="connsiteX17" fmla="*/ 73025 w 1701800"/>
              <a:gd name="connsiteY17" fmla="*/ 581025 h 1955800"/>
              <a:gd name="connsiteX18" fmla="*/ 66675 w 1701800"/>
              <a:gd name="connsiteY18" fmla="*/ 606425 h 1955800"/>
              <a:gd name="connsiteX19" fmla="*/ 57150 w 1701800"/>
              <a:gd name="connsiteY19" fmla="*/ 635000 h 1955800"/>
              <a:gd name="connsiteX20" fmla="*/ 50800 w 1701800"/>
              <a:gd name="connsiteY20" fmla="*/ 663575 h 1955800"/>
              <a:gd name="connsiteX21" fmla="*/ 34925 w 1701800"/>
              <a:gd name="connsiteY21" fmla="*/ 723900 h 1955800"/>
              <a:gd name="connsiteX22" fmla="*/ 25400 w 1701800"/>
              <a:gd name="connsiteY22" fmla="*/ 800100 h 1955800"/>
              <a:gd name="connsiteX23" fmla="*/ 19050 w 1701800"/>
              <a:gd name="connsiteY23" fmla="*/ 854075 h 1955800"/>
              <a:gd name="connsiteX24" fmla="*/ 12700 w 1701800"/>
              <a:gd name="connsiteY24" fmla="*/ 901700 h 1955800"/>
              <a:gd name="connsiteX25" fmla="*/ 9525 w 1701800"/>
              <a:gd name="connsiteY25" fmla="*/ 1012825 h 1955800"/>
              <a:gd name="connsiteX26" fmla="*/ 3175 w 1701800"/>
              <a:gd name="connsiteY26" fmla="*/ 1079500 h 1955800"/>
              <a:gd name="connsiteX27" fmla="*/ 0 w 1701800"/>
              <a:gd name="connsiteY27" fmla="*/ 1120775 h 1955800"/>
              <a:gd name="connsiteX28" fmla="*/ 9525 w 1701800"/>
              <a:gd name="connsiteY28" fmla="*/ 1196975 h 1955800"/>
              <a:gd name="connsiteX29" fmla="*/ 15875 w 1701800"/>
              <a:gd name="connsiteY29" fmla="*/ 1260475 h 1955800"/>
              <a:gd name="connsiteX30" fmla="*/ 22225 w 1701800"/>
              <a:gd name="connsiteY30" fmla="*/ 1285875 h 1955800"/>
              <a:gd name="connsiteX31" fmla="*/ 47625 w 1701800"/>
              <a:gd name="connsiteY31" fmla="*/ 1377950 h 1955800"/>
              <a:gd name="connsiteX32" fmla="*/ 53975 w 1701800"/>
              <a:gd name="connsiteY32" fmla="*/ 1422400 h 1955800"/>
              <a:gd name="connsiteX33" fmla="*/ 57150 w 1701800"/>
              <a:gd name="connsiteY33" fmla="*/ 1470025 h 1955800"/>
              <a:gd name="connsiteX34" fmla="*/ 60325 w 1701800"/>
              <a:gd name="connsiteY34" fmla="*/ 1489075 h 1955800"/>
              <a:gd name="connsiteX35" fmla="*/ 73025 w 1701800"/>
              <a:gd name="connsiteY35" fmla="*/ 1616075 h 1955800"/>
              <a:gd name="connsiteX36" fmla="*/ 85725 w 1701800"/>
              <a:gd name="connsiteY36" fmla="*/ 1663700 h 1955800"/>
              <a:gd name="connsiteX37" fmla="*/ 95250 w 1701800"/>
              <a:gd name="connsiteY37" fmla="*/ 1704975 h 1955800"/>
              <a:gd name="connsiteX38" fmla="*/ 101600 w 1701800"/>
              <a:gd name="connsiteY38" fmla="*/ 1724025 h 1955800"/>
              <a:gd name="connsiteX39" fmla="*/ 107950 w 1701800"/>
              <a:gd name="connsiteY39" fmla="*/ 1752600 h 1955800"/>
              <a:gd name="connsiteX40" fmla="*/ 123825 w 1701800"/>
              <a:gd name="connsiteY40" fmla="*/ 1774825 h 1955800"/>
              <a:gd name="connsiteX41" fmla="*/ 142875 w 1701800"/>
              <a:gd name="connsiteY41" fmla="*/ 1784350 h 1955800"/>
              <a:gd name="connsiteX42" fmla="*/ 152400 w 1701800"/>
              <a:gd name="connsiteY42" fmla="*/ 1793875 h 1955800"/>
              <a:gd name="connsiteX43" fmla="*/ 174625 w 1701800"/>
              <a:gd name="connsiteY43" fmla="*/ 1812925 h 1955800"/>
              <a:gd name="connsiteX44" fmla="*/ 212725 w 1701800"/>
              <a:gd name="connsiteY44" fmla="*/ 1844675 h 1955800"/>
              <a:gd name="connsiteX45" fmla="*/ 247650 w 1701800"/>
              <a:gd name="connsiteY45" fmla="*/ 1870075 h 1955800"/>
              <a:gd name="connsiteX46" fmla="*/ 260350 w 1701800"/>
              <a:gd name="connsiteY46" fmla="*/ 1876425 h 1955800"/>
              <a:gd name="connsiteX47" fmla="*/ 292100 w 1701800"/>
              <a:gd name="connsiteY47" fmla="*/ 1895475 h 1955800"/>
              <a:gd name="connsiteX48" fmla="*/ 393700 w 1701800"/>
              <a:gd name="connsiteY48" fmla="*/ 1943100 h 1955800"/>
              <a:gd name="connsiteX49" fmla="*/ 419100 w 1701800"/>
              <a:gd name="connsiteY49" fmla="*/ 1952625 h 1955800"/>
              <a:gd name="connsiteX50" fmla="*/ 625475 w 1701800"/>
              <a:gd name="connsiteY50" fmla="*/ 1955800 h 1955800"/>
              <a:gd name="connsiteX51" fmla="*/ 679450 w 1701800"/>
              <a:gd name="connsiteY51" fmla="*/ 1949450 h 1955800"/>
              <a:gd name="connsiteX52" fmla="*/ 704850 w 1701800"/>
              <a:gd name="connsiteY52" fmla="*/ 1939925 h 1955800"/>
              <a:gd name="connsiteX53" fmla="*/ 736600 w 1701800"/>
              <a:gd name="connsiteY53" fmla="*/ 1930400 h 1955800"/>
              <a:gd name="connsiteX54" fmla="*/ 841375 w 1701800"/>
              <a:gd name="connsiteY54" fmla="*/ 1905000 h 1955800"/>
              <a:gd name="connsiteX55" fmla="*/ 895350 w 1701800"/>
              <a:gd name="connsiteY55" fmla="*/ 1885950 h 1955800"/>
              <a:gd name="connsiteX56" fmla="*/ 927100 w 1701800"/>
              <a:gd name="connsiteY56" fmla="*/ 1876425 h 1955800"/>
              <a:gd name="connsiteX57" fmla="*/ 971550 w 1701800"/>
              <a:gd name="connsiteY57" fmla="*/ 1857375 h 1955800"/>
              <a:gd name="connsiteX58" fmla="*/ 1019175 w 1701800"/>
              <a:gd name="connsiteY58" fmla="*/ 1841500 h 1955800"/>
              <a:gd name="connsiteX59" fmla="*/ 1085850 w 1701800"/>
              <a:gd name="connsiteY59" fmla="*/ 1809750 h 1955800"/>
              <a:gd name="connsiteX60" fmla="*/ 1149350 w 1701800"/>
              <a:gd name="connsiteY60" fmla="*/ 1778000 h 1955800"/>
              <a:gd name="connsiteX61" fmla="*/ 1196975 w 1701800"/>
              <a:gd name="connsiteY61" fmla="*/ 1749425 h 1955800"/>
              <a:gd name="connsiteX62" fmla="*/ 1228725 w 1701800"/>
              <a:gd name="connsiteY62" fmla="*/ 1714500 h 1955800"/>
              <a:gd name="connsiteX63" fmla="*/ 1346200 w 1701800"/>
              <a:gd name="connsiteY63" fmla="*/ 1635125 h 1955800"/>
              <a:gd name="connsiteX64" fmla="*/ 1346200 w 1701800"/>
              <a:gd name="connsiteY64" fmla="*/ 1635125 h 1955800"/>
              <a:gd name="connsiteX65" fmla="*/ 1409700 w 1701800"/>
              <a:gd name="connsiteY65" fmla="*/ 1597025 h 1955800"/>
              <a:gd name="connsiteX66" fmla="*/ 1482725 w 1701800"/>
              <a:gd name="connsiteY66" fmla="*/ 1558925 h 1955800"/>
              <a:gd name="connsiteX67" fmla="*/ 1609725 w 1701800"/>
              <a:gd name="connsiteY67" fmla="*/ 1460500 h 1955800"/>
              <a:gd name="connsiteX68" fmla="*/ 1628775 w 1701800"/>
              <a:gd name="connsiteY68" fmla="*/ 1419225 h 1955800"/>
              <a:gd name="connsiteX69" fmla="*/ 1670050 w 1701800"/>
              <a:gd name="connsiteY69" fmla="*/ 1349375 h 1955800"/>
              <a:gd name="connsiteX70" fmla="*/ 1701800 w 1701800"/>
              <a:gd name="connsiteY70" fmla="*/ 1250950 h 1955800"/>
              <a:gd name="connsiteX71" fmla="*/ 1695450 w 1701800"/>
              <a:gd name="connsiteY71" fmla="*/ 1117600 h 1955800"/>
              <a:gd name="connsiteX72" fmla="*/ 1692275 w 1701800"/>
              <a:gd name="connsiteY72" fmla="*/ 1082675 h 1955800"/>
              <a:gd name="connsiteX73" fmla="*/ 1685925 w 1701800"/>
              <a:gd name="connsiteY73" fmla="*/ 955675 h 1955800"/>
              <a:gd name="connsiteX74" fmla="*/ 1679575 w 1701800"/>
              <a:gd name="connsiteY74" fmla="*/ 917575 h 1955800"/>
              <a:gd name="connsiteX75" fmla="*/ 1660525 w 1701800"/>
              <a:gd name="connsiteY75" fmla="*/ 835025 h 1955800"/>
              <a:gd name="connsiteX76" fmla="*/ 1597025 w 1701800"/>
              <a:gd name="connsiteY76" fmla="*/ 688975 h 1955800"/>
              <a:gd name="connsiteX77" fmla="*/ 1514475 w 1701800"/>
              <a:gd name="connsiteY77" fmla="*/ 539750 h 1955800"/>
              <a:gd name="connsiteX78" fmla="*/ 1473200 w 1701800"/>
              <a:gd name="connsiteY78" fmla="*/ 473075 h 1955800"/>
              <a:gd name="connsiteX79" fmla="*/ 1320800 w 1701800"/>
              <a:gd name="connsiteY79" fmla="*/ 317500 h 1955800"/>
              <a:gd name="connsiteX80" fmla="*/ 1244600 w 1701800"/>
              <a:gd name="connsiteY80" fmla="*/ 260350 h 1955800"/>
              <a:gd name="connsiteX81" fmla="*/ 1196975 w 1701800"/>
              <a:gd name="connsiteY81" fmla="*/ 234950 h 1955800"/>
              <a:gd name="connsiteX82" fmla="*/ 1108075 w 1701800"/>
              <a:gd name="connsiteY82" fmla="*/ 184150 h 1955800"/>
              <a:gd name="connsiteX83" fmla="*/ 1003300 w 1701800"/>
              <a:gd name="connsiteY83" fmla="*/ 149225 h 1955800"/>
              <a:gd name="connsiteX84" fmla="*/ 895350 w 1701800"/>
              <a:gd name="connsiteY84" fmla="*/ 107950 h 1955800"/>
              <a:gd name="connsiteX85" fmla="*/ 796925 w 1701800"/>
              <a:gd name="connsiteY85" fmla="*/ 73025 h 1955800"/>
              <a:gd name="connsiteX86" fmla="*/ 723900 w 1701800"/>
              <a:gd name="connsiteY86" fmla="*/ 44450 h 1955800"/>
              <a:gd name="connsiteX87" fmla="*/ 650875 w 1701800"/>
              <a:gd name="connsiteY87" fmla="*/ 15875 h 1955800"/>
              <a:gd name="connsiteX88" fmla="*/ 615950 w 1701800"/>
              <a:gd name="connsiteY88" fmla="*/ 9525 h 1955800"/>
              <a:gd name="connsiteX89" fmla="*/ 555625 w 1701800"/>
              <a:gd name="connsiteY89" fmla="*/ 0 h 1955800"/>
              <a:gd name="connsiteX90" fmla="*/ 479425 w 1701800"/>
              <a:gd name="connsiteY90" fmla="*/ 3175 h 1955800"/>
              <a:gd name="connsiteX91" fmla="*/ 463550 w 1701800"/>
              <a:gd name="connsiteY91" fmla="*/ 6350 h 1955800"/>
              <a:gd name="connsiteX92" fmla="*/ 444500 w 1701800"/>
              <a:gd name="connsiteY92" fmla="*/ 9525 h 1955800"/>
              <a:gd name="connsiteX93" fmla="*/ 400050 w 1701800"/>
              <a:gd name="connsiteY93" fmla="*/ 15875 h 1955800"/>
              <a:gd name="connsiteX94" fmla="*/ 355600 w 1701800"/>
              <a:gd name="connsiteY94" fmla="*/ 12700 h 195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701800" h="1955800">
                <a:moveTo>
                  <a:pt x="355600" y="12700"/>
                </a:moveTo>
                <a:cubicBezTo>
                  <a:pt x="342900" y="15346"/>
                  <a:pt x="333040" y="22560"/>
                  <a:pt x="323850" y="31750"/>
                </a:cubicBezTo>
                <a:cubicBezTo>
                  <a:pt x="318005" y="37595"/>
                  <a:pt x="313560" y="44707"/>
                  <a:pt x="307975" y="50800"/>
                </a:cubicBezTo>
                <a:cubicBezTo>
                  <a:pt x="301907" y="57420"/>
                  <a:pt x="294966" y="63205"/>
                  <a:pt x="288925" y="69850"/>
                </a:cubicBezTo>
                <a:cubicBezTo>
                  <a:pt x="284367" y="74864"/>
                  <a:pt x="280783" y="80711"/>
                  <a:pt x="276225" y="85725"/>
                </a:cubicBezTo>
                <a:cubicBezTo>
                  <a:pt x="270184" y="92370"/>
                  <a:pt x="262924" y="97876"/>
                  <a:pt x="257175" y="104775"/>
                </a:cubicBezTo>
                <a:cubicBezTo>
                  <a:pt x="245716" y="118525"/>
                  <a:pt x="244630" y="125718"/>
                  <a:pt x="234950" y="139700"/>
                </a:cubicBezTo>
                <a:cubicBezTo>
                  <a:pt x="228926" y="148402"/>
                  <a:pt x="221345" y="156025"/>
                  <a:pt x="215900" y="165100"/>
                </a:cubicBezTo>
                <a:cubicBezTo>
                  <a:pt x="211753" y="172011"/>
                  <a:pt x="210129" y="180193"/>
                  <a:pt x="206375" y="187325"/>
                </a:cubicBezTo>
                <a:cubicBezTo>
                  <a:pt x="199527" y="200336"/>
                  <a:pt x="188799" y="211477"/>
                  <a:pt x="184150" y="225425"/>
                </a:cubicBezTo>
                <a:cubicBezTo>
                  <a:pt x="182033" y="231775"/>
                  <a:pt x="180570" y="238381"/>
                  <a:pt x="177800" y="244475"/>
                </a:cubicBezTo>
                <a:cubicBezTo>
                  <a:pt x="169966" y="261710"/>
                  <a:pt x="161793" y="278837"/>
                  <a:pt x="152400" y="295275"/>
                </a:cubicBezTo>
                <a:cubicBezTo>
                  <a:pt x="148167" y="302683"/>
                  <a:pt x="142869" y="309578"/>
                  <a:pt x="139700" y="317500"/>
                </a:cubicBezTo>
                <a:cubicBezTo>
                  <a:pt x="134354" y="330865"/>
                  <a:pt x="131552" y="345119"/>
                  <a:pt x="127000" y="358775"/>
                </a:cubicBezTo>
                <a:cubicBezTo>
                  <a:pt x="124141" y="367353"/>
                  <a:pt x="119668" y="375403"/>
                  <a:pt x="117475" y="384175"/>
                </a:cubicBezTo>
                <a:cubicBezTo>
                  <a:pt x="112240" y="405116"/>
                  <a:pt x="108877" y="426482"/>
                  <a:pt x="104775" y="447675"/>
                </a:cubicBezTo>
                <a:cubicBezTo>
                  <a:pt x="102527" y="459292"/>
                  <a:pt x="101295" y="471121"/>
                  <a:pt x="98425" y="482600"/>
                </a:cubicBezTo>
                <a:cubicBezTo>
                  <a:pt x="61222" y="631412"/>
                  <a:pt x="98468" y="484342"/>
                  <a:pt x="73025" y="581025"/>
                </a:cubicBezTo>
                <a:cubicBezTo>
                  <a:pt x="70804" y="589465"/>
                  <a:pt x="69435" y="598146"/>
                  <a:pt x="66675" y="606425"/>
                </a:cubicBezTo>
                <a:cubicBezTo>
                  <a:pt x="63500" y="615950"/>
                  <a:pt x="59837" y="625326"/>
                  <a:pt x="57150" y="635000"/>
                </a:cubicBezTo>
                <a:cubicBezTo>
                  <a:pt x="54539" y="644401"/>
                  <a:pt x="53167" y="654109"/>
                  <a:pt x="50800" y="663575"/>
                </a:cubicBezTo>
                <a:cubicBezTo>
                  <a:pt x="45757" y="683747"/>
                  <a:pt x="34925" y="723900"/>
                  <a:pt x="34925" y="723900"/>
                </a:cubicBezTo>
                <a:cubicBezTo>
                  <a:pt x="28400" y="789148"/>
                  <a:pt x="35872" y="718940"/>
                  <a:pt x="25400" y="800100"/>
                </a:cubicBezTo>
                <a:cubicBezTo>
                  <a:pt x="23082" y="818067"/>
                  <a:pt x="21297" y="836099"/>
                  <a:pt x="19050" y="854075"/>
                </a:cubicBezTo>
                <a:cubicBezTo>
                  <a:pt x="17064" y="869967"/>
                  <a:pt x="14817" y="885825"/>
                  <a:pt x="12700" y="901700"/>
                </a:cubicBezTo>
                <a:cubicBezTo>
                  <a:pt x="11642" y="938742"/>
                  <a:pt x="11100" y="975802"/>
                  <a:pt x="9525" y="1012825"/>
                </a:cubicBezTo>
                <a:cubicBezTo>
                  <a:pt x="8232" y="1043202"/>
                  <a:pt x="5743" y="1051249"/>
                  <a:pt x="3175" y="1079500"/>
                </a:cubicBezTo>
                <a:cubicBezTo>
                  <a:pt x="1926" y="1093242"/>
                  <a:pt x="1058" y="1107017"/>
                  <a:pt x="0" y="1120775"/>
                </a:cubicBezTo>
                <a:cubicBezTo>
                  <a:pt x="8260" y="1228160"/>
                  <a:pt x="-2876" y="1101901"/>
                  <a:pt x="9525" y="1196975"/>
                </a:cubicBezTo>
                <a:cubicBezTo>
                  <a:pt x="12503" y="1219808"/>
                  <a:pt x="11725" y="1238344"/>
                  <a:pt x="15875" y="1260475"/>
                </a:cubicBezTo>
                <a:cubicBezTo>
                  <a:pt x="17483" y="1269053"/>
                  <a:pt x="20108" y="1277408"/>
                  <a:pt x="22225" y="1285875"/>
                </a:cubicBezTo>
                <a:cubicBezTo>
                  <a:pt x="29466" y="1358280"/>
                  <a:pt x="17828" y="1268694"/>
                  <a:pt x="47625" y="1377950"/>
                </a:cubicBezTo>
                <a:cubicBezTo>
                  <a:pt x="51563" y="1392390"/>
                  <a:pt x="51858" y="1407583"/>
                  <a:pt x="53975" y="1422400"/>
                </a:cubicBezTo>
                <a:cubicBezTo>
                  <a:pt x="55033" y="1438275"/>
                  <a:pt x="55642" y="1454186"/>
                  <a:pt x="57150" y="1470025"/>
                </a:cubicBezTo>
                <a:cubicBezTo>
                  <a:pt x="57760" y="1476434"/>
                  <a:pt x="59831" y="1482656"/>
                  <a:pt x="60325" y="1489075"/>
                </a:cubicBezTo>
                <a:cubicBezTo>
                  <a:pt x="65669" y="1558544"/>
                  <a:pt x="59245" y="1547177"/>
                  <a:pt x="73025" y="1616075"/>
                </a:cubicBezTo>
                <a:cubicBezTo>
                  <a:pt x="76247" y="1632186"/>
                  <a:pt x="81740" y="1647761"/>
                  <a:pt x="85725" y="1663700"/>
                </a:cubicBezTo>
                <a:cubicBezTo>
                  <a:pt x="89150" y="1677398"/>
                  <a:pt x="91657" y="1691320"/>
                  <a:pt x="95250" y="1704975"/>
                </a:cubicBezTo>
                <a:cubicBezTo>
                  <a:pt x="96953" y="1711448"/>
                  <a:pt x="99839" y="1717567"/>
                  <a:pt x="101600" y="1724025"/>
                </a:cubicBezTo>
                <a:cubicBezTo>
                  <a:pt x="102730" y="1728169"/>
                  <a:pt x="105812" y="1747610"/>
                  <a:pt x="107950" y="1752600"/>
                </a:cubicBezTo>
                <a:cubicBezTo>
                  <a:pt x="109218" y="1755559"/>
                  <a:pt x="123128" y="1774283"/>
                  <a:pt x="123825" y="1774825"/>
                </a:cubicBezTo>
                <a:cubicBezTo>
                  <a:pt x="129429" y="1779184"/>
                  <a:pt x="136968" y="1780412"/>
                  <a:pt x="142875" y="1784350"/>
                </a:cubicBezTo>
                <a:cubicBezTo>
                  <a:pt x="146611" y="1786841"/>
                  <a:pt x="149063" y="1790871"/>
                  <a:pt x="152400" y="1793875"/>
                </a:cubicBezTo>
                <a:cubicBezTo>
                  <a:pt x="159653" y="1800402"/>
                  <a:pt x="167372" y="1806398"/>
                  <a:pt x="174625" y="1812925"/>
                </a:cubicBezTo>
                <a:cubicBezTo>
                  <a:pt x="202508" y="1838019"/>
                  <a:pt x="154202" y="1800782"/>
                  <a:pt x="212725" y="1844675"/>
                </a:cubicBezTo>
                <a:cubicBezTo>
                  <a:pt x="224241" y="1853312"/>
                  <a:pt x="234775" y="1863637"/>
                  <a:pt x="247650" y="1870075"/>
                </a:cubicBezTo>
                <a:cubicBezTo>
                  <a:pt x="251883" y="1872192"/>
                  <a:pt x="256241" y="1874077"/>
                  <a:pt x="260350" y="1876425"/>
                </a:cubicBezTo>
                <a:cubicBezTo>
                  <a:pt x="271066" y="1882548"/>
                  <a:pt x="281061" y="1889955"/>
                  <a:pt x="292100" y="1895475"/>
                </a:cubicBezTo>
                <a:cubicBezTo>
                  <a:pt x="325554" y="1912202"/>
                  <a:pt x="359592" y="1927751"/>
                  <a:pt x="393700" y="1943100"/>
                </a:cubicBezTo>
                <a:cubicBezTo>
                  <a:pt x="401946" y="1946811"/>
                  <a:pt x="410071" y="1952130"/>
                  <a:pt x="419100" y="1952625"/>
                </a:cubicBezTo>
                <a:cubicBezTo>
                  <a:pt x="487797" y="1956389"/>
                  <a:pt x="556683" y="1954742"/>
                  <a:pt x="625475" y="1955800"/>
                </a:cubicBezTo>
                <a:cubicBezTo>
                  <a:pt x="630090" y="1955339"/>
                  <a:pt x="671027" y="1951696"/>
                  <a:pt x="679450" y="1949450"/>
                </a:cubicBezTo>
                <a:cubicBezTo>
                  <a:pt x="688187" y="1947120"/>
                  <a:pt x="696272" y="1942784"/>
                  <a:pt x="704850" y="1939925"/>
                </a:cubicBezTo>
                <a:cubicBezTo>
                  <a:pt x="715332" y="1936431"/>
                  <a:pt x="725881" y="1933080"/>
                  <a:pt x="736600" y="1930400"/>
                </a:cubicBezTo>
                <a:cubicBezTo>
                  <a:pt x="765989" y="1923053"/>
                  <a:pt x="809809" y="1915146"/>
                  <a:pt x="841375" y="1905000"/>
                </a:cubicBezTo>
                <a:cubicBezTo>
                  <a:pt x="859539" y="1899162"/>
                  <a:pt x="877250" y="1891983"/>
                  <a:pt x="895350" y="1885950"/>
                </a:cubicBezTo>
                <a:cubicBezTo>
                  <a:pt x="905832" y="1882456"/>
                  <a:pt x="916754" y="1880305"/>
                  <a:pt x="927100" y="1876425"/>
                </a:cubicBezTo>
                <a:cubicBezTo>
                  <a:pt x="942194" y="1870765"/>
                  <a:pt x="956478" y="1863092"/>
                  <a:pt x="971550" y="1857375"/>
                </a:cubicBezTo>
                <a:cubicBezTo>
                  <a:pt x="987196" y="1851440"/>
                  <a:pt x="1003529" y="1847435"/>
                  <a:pt x="1019175" y="1841500"/>
                </a:cubicBezTo>
                <a:cubicBezTo>
                  <a:pt x="1078972" y="1818818"/>
                  <a:pt x="1045657" y="1830591"/>
                  <a:pt x="1085850" y="1809750"/>
                </a:cubicBezTo>
                <a:cubicBezTo>
                  <a:pt x="1106859" y="1798857"/>
                  <a:pt x="1128552" y="1789290"/>
                  <a:pt x="1149350" y="1778000"/>
                </a:cubicBezTo>
                <a:cubicBezTo>
                  <a:pt x="1165620" y="1769167"/>
                  <a:pt x="1182519" y="1760990"/>
                  <a:pt x="1196975" y="1749425"/>
                </a:cubicBezTo>
                <a:cubicBezTo>
                  <a:pt x="1209261" y="1739597"/>
                  <a:pt x="1216235" y="1724067"/>
                  <a:pt x="1228725" y="1714500"/>
                </a:cubicBezTo>
                <a:cubicBezTo>
                  <a:pt x="1266243" y="1685763"/>
                  <a:pt x="1307042" y="1661583"/>
                  <a:pt x="1346200" y="1635125"/>
                </a:cubicBezTo>
                <a:lnTo>
                  <a:pt x="1346200" y="1635125"/>
                </a:lnTo>
                <a:cubicBezTo>
                  <a:pt x="1367367" y="1622425"/>
                  <a:pt x="1388146" y="1609055"/>
                  <a:pt x="1409700" y="1597025"/>
                </a:cubicBezTo>
                <a:cubicBezTo>
                  <a:pt x="1433674" y="1583644"/>
                  <a:pt x="1459630" y="1573772"/>
                  <a:pt x="1482725" y="1558925"/>
                </a:cubicBezTo>
                <a:cubicBezTo>
                  <a:pt x="1569205" y="1503330"/>
                  <a:pt x="1563458" y="1506767"/>
                  <a:pt x="1609725" y="1460500"/>
                </a:cubicBezTo>
                <a:cubicBezTo>
                  <a:pt x="1616075" y="1446742"/>
                  <a:pt x="1621546" y="1432542"/>
                  <a:pt x="1628775" y="1419225"/>
                </a:cubicBezTo>
                <a:cubicBezTo>
                  <a:pt x="1641678" y="1395457"/>
                  <a:pt x="1657709" y="1373440"/>
                  <a:pt x="1670050" y="1349375"/>
                </a:cubicBezTo>
                <a:cubicBezTo>
                  <a:pt x="1693113" y="1304402"/>
                  <a:pt x="1692039" y="1296502"/>
                  <a:pt x="1701800" y="1250950"/>
                </a:cubicBezTo>
                <a:cubicBezTo>
                  <a:pt x="1699683" y="1206500"/>
                  <a:pt x="1697965" y="1162029"/>
                  <a:pt x="1695450" y="1117600"/>
                </a:cubicBezTo>
                <a:cubicBezTo>
                  <a:pt x="1694789" y="1105929"/>
                  <a:pt x="1692923" y="1094347"/>
                  <a:pt x="1692275" y="1082675"/>
                </a:cubicBezTo>
                <a:cubicBezTo>
                  <a:pt x="1690977" y="1059314"/>
                  <a:pt x="1689351" y="986513"/>
                  <a:pt x="1685925" y="955675"/>
                </a:cubicBezTo>
                <a:cubicBezTo>
                  <a:pt x="1684503" y="942879"/>
                  <a:pt x="1682006" y="930219"/>
                  <a:pt x="1679575" y="917575"/>
                </a:cubicBezTo>
                <a:cubicBezTo>
                  <a:pt x="1677226" y="905362"/>
                  <a:pt x="1665156" y="848917"/>
                  <a:pt x="1660525" y="835025"/>
                </a:cubicBezTo>
                <a:cubicBezTo>
                  <a:pt x="1645018" y="788503"/>
                  <a:pt x="1620316" y="731078"/>
                  <a:pt x="1597025" y="688975"/>
                </a:cubicBezTo>
                <a:cubicBezTo>
                  <a:pt x="1569508" y="639233"/>
                  <a:pt x="1542756" y="589061"/>
                  <a:pt x="1514475" y="539750"/>
                </a:cubicBezTo>
                <a:cubicBezTo>
                  <a:pt x="1501471" y="517076"/>
                  <a:pt x="1489847" y="493227"/>
                  <a:pt x="1473200" y="473075"/>
                </a:cubicBezTo>
                <a:cubicBezTo>
                  <a:pt x="1386372" y="367968"/>
                  <a:pt x="1436710" y="421522"/>
                  <a:pt x="1320800" y="317500"/>
                </a:cubicBezTo>
                <a:cubicBezTo>
                  <a:pt x="1283891" y="284376"/>
                  <a:pt x="1291213" y="287675"/>
                  <a:pt x="1244600" y="260350"/>
                </a:cubicBezTo>
                <a:cubicBezTo>
                  <a:pt x="1229079" y="251251"/>
                  <a:pt x="1212596" y="243876"/>
                  <a:pt x="1196975" y="234950"/>
                </a:cubicBezTo>
                <a:cubicBezTo>
                  <a:pt x="1169717" y="219374"/>
                  <a:pt x="1137279" y="195710"/>
                  <a:pt x="1108075" y="184150"/>
                </a:cubicBezTo>
                <a:cubicBezTo>
                  <a:pt x="1073845" y="170601"/>
                  <a:pt x="1037138" y="163727"/>
                  <a:pt x="1003300" y="149225"/>
                </a:cubicBezTo>
                <a:cubicBezTo>
                  <a:pt x="962662" y="131809"/>
                  <a:pt x="952356" y="126952"/>
                  <a:pt x="895350" y="107950"/>
                </a:cubicBezTo>
                <a:cubicBezTo>
                  <a:pt x="869272" y="99257"/>
                  <a:pt x="818024" y="82615"/>
                  <a:pt x="796925" y="73025"/>
                </a:cubicBezTo>
                <a:cubicBezTo>
                  <a:pt x="727820" y="41614"/>
                  <a:pt x="797155" y="71659"/>
                  <a:pt x="723900" y="44450"/>
                </a:cubicBezTo>
                <a:cubicBezTo>
                  <a:pt x="699397" y="35349"/>
                  <a:pt x="676592" y="20551"/>
                  <a:pt x="650875" y="15875"/>
                </a:cubicBezTo>
                <a:lnTo>
                  <a:pt x="615950" y="9525"/>
                </a:lnTo>
                <a:lnTo>
                  <a:pt x="555625" y="0"/>
                </a:lnTo>
                <a:cubicBezTo>
                  <a:pt x="530225" y="1058"/>
                  <a:pt x="504787" y="1426"/>
                  <a:pt x="479425" y="3175"/>
                </a:cubicBezTo>
                <a:cubicBezTo>
                  <a:pt x="474041" y="3546"/>
                  <a:pt x="468859" y="5385"/>
                  <a:pt x="463550" y="6350"/>
                </a:cubicBezTo>
                <a:cubicBezTo>
                  <a:pt x="457216" y="7502"/>
                  <a:pt x="450881" y="8674"/>
                  <a:pt x="444500" y="9525"/>
                </a:cubicBezTo>
                <a:cubicBezTo>
                  <a:pt x="399249" y="15559"/>
                  <a:pt x="431693" y="9546"/>
                  <a:pt x="400050" y="15875"/>
                </a:cubicBezTo>
                <a:cubicBezTo>
                  <a:pt x="389644" y="22812"/>
                  <a:pt x="368300" y="10054"/>
                  <a:pt x="355600" y="12700"/>
                </a:cubicBezTo>
                <a:close/>
              </a:path>
            </a:pathLst>
          </a:custGeom>
          <a:solidFill>
            <a:schemeClr val="bg1">
              <a:lumMod val="65000"/>
              <a:alpha val="29000"/>
            </a:schemeClr>
          </a:solidFill>
          <a:ln w="19050">
            <a:solidFill>
              <a:schemeClr val="bg1">
                <a:lumMod val="50000"/>
                <a:alpha val="48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Text Box 2"/>
          <p:cNvSpPr txBox="1">
            <a:spLocks noChangeArrowheads="1"/>
          </p:cNvSpPr>
          <p:nvPr>
            <p:custDataLst>
              <p:tags r:id="rId4"/>
            </p:custDataLst>
          </p:nvPr>
        </p:nvSpPr>
        <p:spPr bwMode="auto">
          <a:xfrm>
            <a:off x="-2348" y="3819609"/>
            <a:ext cx="1517833" cy="1243738"/>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第四次循环：</a:t>
            </a:r>
            <a:endParaRPr kumimoji="1" lang="en-US" altLang="zh-CN" sz="2000" b="1" dirty="0">
              <a:solidFill>
                <a:srgbClr val="0099BC"/>
              </a:solidFill>
              <a:latin typeface="+mn-ea"/>
              <a:cs typeface="Consolas" panose="020B0609020204030204" pitchFamily="49" charset="0"/>
            </a:endParaRPr>
          </a:p>
          <a:p>
            <a:pPr>
              <a:lnSpc>
                <a:spcPct val="150000"/>
              </a:lnSpc>
            </a:pPr>
            <a:r>
              <a:rPr kumimoji="1" lang="en-US" altLang="zh-CN" b="1" dirty="0">
                <a:solidFill>
                  <a:srgbClr val="B60A70"/>
                </a:solidFill>
                <a:latin typeface="+mn-ea"/>
                <a:cs typeface="Consolas" panose="020B0609020204030204" pitchFamily="49" charset="0"/>
              </a:rPr>
              <a:t>S</a:t>
            </a:r>
            <a:r>
              <a:rPr kumimoji="1" lang="zh-CN" altLang="en-US" b="1" dirty="0">
                <a:solidFill>
                  <a:srgbClr val="B60A70"/>
                </a:solidFill>
                <a:latin typeface="+mn-ea"/>
                <a:cs typeface="Consolas" panose="020B0609020204030204" pitchFamily="49" charset="0"/>
              </a:rPr>
              <a:t>：</a:t>
            </a:r>
            <a:endParaRPr kumimoji="1" lang="en-US" altLang="zh-CN" b="1" dirty="0">
              <a:solidFill>
                <a:srgbClr val="B60A70"/>
              </a:solidFill>
              <a:latin typeface="+mn-ea"/>
              <a:cs typeface="Consolas" panose="020B0609020204030204" pitchFamily="49" charset="0"/>
            </a:endParaRPr>
          </a:p>
          <a:p>
            <a:pPr>
              <a:lnSpc>
                <a:spcPct val="150000"/>
              </a:lnSpc>
            </a:pP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a:t>
            </a:r>
            <a:endParaRPr kumimoji="1" lang="en-US" altLang="zh-CN" b="1" dirty="0">
              <a:solidFill>
                <a:schemeClr val="tx1">
                  <a:lumMod val="50000"/>
                  <a:lumOff val="50000"/>
                </a:schemeClr>
              </a:solidFill>
              <a:latin typeface="+mn-ea"/>
              <a:cs typeface="Consolas" panose="020B0609020204030204" pitchFamily="49" charset="0"/>
            </a:endParaRPr>
          </a:p>
        </p:txBody>
      </p:sp>
      <p:sp>
        <p:nvSpPr>
          <p:cNvPr id="2" name="Oval 31"/>
          <p:cNvSpPr>
            <a:spLocks noChangeArrowheads="1"/>
          </p:cNvSpPr>
          <p:nvPr>
            <p:custDataLst>
              <p:tags r:id="rId5"/>
            </p:custDataLst>
          </p:nvPr>
        </p:nvSpPr>
        <p:spPr bwMode="auto">
          <a:xfrm>
            <a:off x="2389376"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 name="Oval 31"/>
          <p:cNvSpPr>
            <a:spLocks noChangeArrowheads="1"/>
          </p:cNvSpPr>
          <p:nvPr>
            <p:custDataLst>
              <p:tags r:id="rId6"/>
            </p:custDataLst>
          </p:nvPr>
        </p:nvSpPr>
        <p:spPr bwMode="auto">
          <a:xfrm>
            <a:off x="3209738" y="206451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 name="Oval 31"/>
          <p:cNvSpPr>
            <a:spLocks noChangeArrowheads="1"/>
          </p:cNvSpPr>
          <p:nvPr>
            <p:custDataLst>
              <p:tags r:id="rId7"/>
            </p:custDataLst>
          </p:nvPr>
        </p:nvSpPr>
        <p:spPr bwMode="auto">
          <a:xfrm>
            <a:off x="3212884" y="3311770"/>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 name="Oval 31"/>
          <p:cNvSpPr>
            <a:spLocks noChangeArrowheads="1"/>
          </p:cNvSpPr>
          <p:nvPr>
            <p:custDataLst>
              <p:tags r:id="rId8"/>
            </p:custDataLst>
          </p:nvPr>
        </p:nvSpPr>
        <p:spPr bwMode="auto">
          <a:xfrm>
            <a:off x="4064039"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 name="Oval 31"/>
          <p:cNvSpPr>
            <a:spLocks noChangeArrowheads="1"/>
          </p:cNvSpPr>
          <p:nvPr>
            <p:custDataLst>
              <p:tags r:id="rId9"/>
            </p:custDataLst>
          </p:nvPr>
        </p:nvSpPr>
        <p:spPr bwMode="auto">
          <a:xfrm>
            <a:off x="4929891" y="3311769"/>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10"/>
            </p:custDataLst>
          </p:nvPr>
        </p:nvSpPr>
        <p:spPr bwMode="auto">
          <a:xfrm>
            <a:off x="4929891" y="2076174"/>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11"/>
            </p:custDataLst>
          </p:nvPr>
        </p:nvSpPr>
        <p:spPr bwMode="auto">
          <a:xfrm>
            <a:off x="5771991"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1" name="直接箭头连接符 10"/>
          <p:cNvCxnSpPr>
            <a:stCxn id="2" idx="0"/>
            <a:endCxn id="4" idx="2"/>
          </p:cNvCxnSpPr>
          <p:nvPr>
            <p:custDataLst>
              <p:tags r:id="rId12"/>
            </p:custDataLst>
          </p:nvPr>
        </p:nvCxnSpPr>
        <p:spPr>
          <a:xfrm flipV="1">
            <a:off x="2615729" y="2290866"/>
            <a:ext cx="594009" cy="399687"/>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2" idx="4"/>
            <a:endCxn id="5" idx="2"/>
          </p:cNvCxnSpPr>
          <p:nvPr>
            <p:custDataLst>
              <p:tags r:id="rId13"/>
            </p:custDataLst>
          </p:nvPr>
        </p:nvCxnSpPr>
        <p:spPr>
          <a:xfrm>
            <a:off x="2615729" y="3143258"/>
            <a:ext cx="597155" cy="39486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2" idx="6"/>
            <a:endCxn id="7" idx="2"/>
          </p:cNvCxnSpPr>
          <p:nvPr>
            <p:custDataLst>
              <p:tags r:id="rId14"/>
            </p:custDataLst>
          </p:nvPr>
        </p:nvCxnSpPr>
        <p:spPr>
          <a:xfrm>
            <a:off x="2842081" y="2916906"/>
            <a:ext cx="1221958" cy="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5"/>
            <a:endCxn id="7" idx="1"/>
          </p:cNvCxnSpPr>
          <p:nvPr>
            <p:custDataLst>
              <p:tags r:id="rId15"/>
            </p:custDataLst>
          </p:nvPr>
        </p:nvCxnSpPr>
        <p:spPr>
          <a:xfrm>
            <a:off x="3596146" y="2450921"/>
            <a:ext cx="534190" cy="305929"/>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5" idx="7"/>
            <a:endCxn id="7" idx="3"/>
          </p:cNvCxnSpPr>
          <p:nvPr>
            <p:custDataLst>
              <p:tags r:id="rId16"/>
            </p:custDataLst>
          </p:nvPr>
        </p:nvCxnSpPr>
        <p:spPr>
          <a:xfrm flipV="1">
            <a:off x="3599292" y="3076961"/>
            <a:ext cx="531044" cy="30110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6"/>
            <a:endCxn id="8" idx="2"/>
          </p:cNvCxnSpPr>
          <p:nvPr>
            <p:custDataLst>
              <p:tags r:id="rId17"/>
            </p:custDataLst>
          </p:nvPr>
        </p:nvCxnSpPr>
        <p:spPr>
          <a:xfrm flipV="1">
            <a:off x="3665589" y="3538122"/>
            <a:ext cx="1264302" cy="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 idx="7"/>
            <a:endCxn id="9" idx="3"/>
          </p:cNvCxnSpPr>
          <p:nvPr>
            <p:custDataLst>
              <p:tags r:id="rId18"/>
            </p:custDataLst>
          </p:nvPr>
        </p:nvCxnSpPr>
        <p:spPr>
          <a:xfrm flipV="1">
            <a:off x="4450447" y="2462582"/>
            <a:ext cx="545741" cy="294268"/>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4" idx="6"/>
            <a:endCxn id="9" idx="2"/>
          </p:cNvCxnSpPr>
          <p:nvPr>
            <p:custDataLst>
              <p:tags r:id="rId19"/>
            </p:custDataLst>
          </p:nvPr>
        </p:nvCxnSpPr>
        <p:spPr>
          <a:xfrm>
            <a:off x="3662443" y="2290866"/>
            <a:ext cx="1267448" cy="1166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5"/>
            <a:endCxn id="8" idx="1"/>
          </p:cNvCxnSpPr>
          <p:nvPr>
            <p:custDataLst>
              <p:tags r:id="rId20"/>
            </p:custDataLst>
          </p:nvPr>
        </p:nvCxnSpPr>
        <p:spPr>
          <a:xfrm>
            <a:off x="4450447" y="3076961"/>
            <a:ext cx="545741" cy="30110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8" idx="0"/>
            <a:endCxn id="9" idx="4"/>
          </p:cNvCxnSpPr>
          <p:nvPr>
            <p:custDataLst>
              <p:tags r:id="rId21"/>
            </p:custDataLst>
          </p:nvPr>
        </p:nvCxnSpPr>
        <p:spPr>
          <a:xfrm flipV="1">
            <a:off x="5156244" y="2528879"/>
            <a:ext cx="0" cy="78289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8" idx="6"/>
            <a:endCxn id="10" idx="4"/>
          </p:cNvCxnSpPr>
          <p:nvPr>
            <p:custDataLst>
              <p:tags r:id="rId22"/>
            </p:custDataLst>
          </p:nvPr>
        </p:nvCxnSpPr>
        <p:spPr>
          <a:xfrm flipV="1">
            <a:off x="5382596" y="3143258"/>
            <a:ext cx="615748" cy="394864"/>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9" idx="6"/>
            <a:endCxn id="10" idx="0"/>
          </p:cNvCxnSpPr>
          <p:nvPr>
            <p:custDataLst>
              <p:tags r:id="rId23"/>
            </p:custDataLst>
          </p:nvPr>
        </p:nvCxnSpPr>
        <p:spPr>
          <a:xfrm>
            <a:off x="5382596" y="2302527"/>
            <a:ext cx="615748" cy="38802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custDataLst>
              <p:tags r:id="rId24"/>
            </p:custDataLst>
          </p:nvPr>
        </p:nvSpPr>
        <p:spPr>
          <a:xfrm>
            <a:off x="2615728" y="224050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61" name="文本框 60"/>
          <p:cNvSpPr txBox="1"/>
          <p:nvPr>
            <p:custDataLst>
              <p:tags r:id="rId25"/>
            </p:custDataLst>
          </p:nvPr>
        </p:nvSpPr>
        <p:spPr>
          <a:xfrm>
            <a:off x="2615728" y="326545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2" name="文本框 61"/>
          <p:cNvSpPr txBox="1"/>
          <p:nvPr>
            <p:custDataLst>
              <p:tags r:id="rId26"/>
            </p:custDataLst>
          </p:nvPr>
        </p:nvSpPr>
        <p:spPr>
          <a:xfrm>
            <a:off x="3117902" y="2630951"/>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3" name="文本框 62"/>
          <p:cNvSpPr txBox="1"/>
          <p:nvPr>
            <p:custDataLst>
              <p:tags r:id="rId27"/>
            </p:custDataLst>
          </p:nvPr>
        </p:nvSpPr>
        <p:spPr>
          <a:xfrm>
            <a:off x="3613818" y="295379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2</a:t>
            </a:r>
            <a:endParaRPr lang="zh-CN" altLang="en-US" sz="1600" dirty="0">
              <a:solidFill>
                <a:schemeClr val="tx1">
                  <a:lumMod val="50000"/>
                  <a:lumOff val="50000"/>
                </a:schemeClr>
              </a:solidFill>
            </a:endParaRPr>
          </a:p>
        </p:txBody>
      </p:sp>
      <p:sp>
        <p:nvSpPr>
          <p:cNvPr id="64" name="文本框 63"/>
          <p:cNvSpPr txBox="1"/>
          <p:nvPr>
            <p:custDataLst>
              <p:tags r:id="rId28"/>
            </p:custDataLst>
          </p:nvPr>
        </p:nvSpPr>
        <p:spPr>
          <a:xfrm>
            <a:off x="4127839" y="349258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5</a:t>
            </a:r>
            <a:endParaRPr lang="zh-CN" altLang="en-US" sz="1600" dirty="0">
              <a:solidFill>
                <a:schemeClr val="tx1">
                  <a:lumMod val="50000"/>
                  <a:lumOff val="50000"/>
                </a:schemeClr>
              </a:solidFill>
            </a:endParaRPr>
          </a:p>
        </p:txBody>
      </p:sp>
      <p:sp>
        <p:nvSpPr>
          <p:cNvPr id="65" name="文本框 64"/>
          <p:cNvSpPr txBox="1"/>
          <p:nvPr>
            <p:custDataLst>
              <p:tags r:id="rId29"/>
            </p:custDataLst>
          </p:nvPr>
        </p:nvSpPr>
        <p:spPr>
          <a:xfrm>
            <a:off x="3699862" y="232355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6" name="文本框 65"/>
          <p:cNvSpPr txBox="1"/>
          <p:nvPr>
            <p:custDataLst>
              <p:tags r:id="rId30"/>
            </p:custDataLst>
          </p:nvPr>
        </p:nvSpPr>
        <p:spPr>
          <a:xfrm>
            <a:off x="4489318" y="234049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7" name="文本框 66"/>
          <p:cNvSpPr txBox="1"/>
          <p:nvPr>
            <p:custDataLst>
              <p:tags r:id="rId31"/>
            </p:custDataLst>
          </p:nvPr>
        </p:nvSpPr>
        <p:spPr>
          <a:xfrm>
            <a:off x="4121868" y="201721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7</a:t>
            </a:r>
            <a:endParaRPr lang="zh-CN" altLang="en-US" sz="1600" dirty="0">
              <a:solidFill>
                <a:schemeClr val="tx1">
                  <a:lumMod val="50000"/>
                  <a:lumOff val="50000"/>
                </a:schemeClr>
              </a:solidFill>
            </a:endParaRPr>
          </a:p>
        </p:txBody>
      </p:sp>
      <p:sp>
        <p:nvSpPr>
          <p:cNvPr id="68" name="文本框 67"/>
          <p:cNvSpPr txBox="1"/>
          <p:nvPr>
            <p:custDataLst>
              <p:tags r:id="rId32"/>
            </p:custDataLst>
          </p:nvPr>
        </p:nvSpPr>
        <p:spPr>
          <a:xfrm>
            <a:off x="4887996" y="275685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9" name="文本框 68"/>
          <p:cNvSpPr txBox="1"/>
          <p:nvPr>
            <p:custDataLst>
              <p:tags r:id="rId33"/>
            </p:custDataLst>
          </p:nvPr>
        </p:nvSpPr>
        <p:spPr>
          <a:xfrm>
            <a:off x="4409037" y="314346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70" name="文本框 69"/>
          <p:cNvSpPr txBox="1"/>
          <p:nvPr>
            <p:custDataLst>
              <p:tags r:id="rId34"/>
            </p:custDataLst>
          </p:nvPr>
        </p:nvSpPr>
        <p:spPr>
          <a:xfrm>
            <a:off x="5521947" y="2205187"/>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71" name="文本框 70"/>
          <p:cNvSpPr txBox="1"/>
          <p:nvPr>
            <p:custDataLst>
              <p:tags r:id="rId35"/>
            </p:custDataLst>
          </p:nvPr>
        </p:nvSpPr>
        <p:spPr>
          <a:xfrm>
            <a:off x="5557066" y="329007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8</a:t>
            </a:r>
            <a:endParaRPr lang="zh-CN" altLang="en-US" sz="1600" dirty="0">
              <a:solidFill>
                <a:schemeClr val="tx1">
                  <a:lumMod val="50000"/>
                  <a:lumOff val="50000"/>
                </a:schemeClr>
              </a:solidFill>
            </a:endParaRPr>
          </a:p>
        </p:txBody>
      </p:sp>
      <p:sp>
        <p:nvSpPr>
          <p:cNvPr id="84" name="矩形 83"/>
          <p:cNvSpPr/>
          <p:nvPr>
            <p:custDataLst>
              <p:tags r:id="rId36"/>
            </p:custDataLst>
          </p:nvPr>
        </p:nvSpPr>
        <p:spPr>
          <a:xfrm>
            <a:off x="5619254"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0</a:t>
            </a:r>
            <a:endParaRPr kumimoji="1" lang="zh-CN" altLang="en-US" sz="1600" b="1" dirty="0">
              <a:solidFill>
                <a:srgbClr val="7030A0"/>
              </a:solidFill>
            </a:endParaRPr>
          </a:p>
        </p:txBody>
      </p:sp>
      <p:sp>
        <p:nvSpPr>
          <p:cNvPr id="85" name="矩形 84"/>
          <p:cNvSpPr/>
          <p:nvPr>
            <p:custDataLst>
              <p:tags r:id="rId37"/>
            </p:custDataLst>
          </p:nvPr>
        </p:nvSpPr>
        <p:spPr>
          <a:xfrm>
            <a:off x="60909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1</a:t>
            </a:r>
            <a:endParaRPr kumimoji="1" lang="zh-CN" altLang="en-US" sz="1600" b="1" dirty="0">
              <a:solidFill>
                <a:srgbClr val="7030A0"/>
              </a:solidFill>
            </a:endParaRPr>
          </a:p>
        </p:txBody>
      </p:sp>
      <p:sp>
        <p:nvSpPr>
          <p:cNvPr id="86" name="矩形 85"/>
          <p:cNvSpPr/>
          <p:nvPr>
            <p:custDataLst>
              <p:tags r:id="rId38"/>
            </p:custDataLst>
          </p:nvPr>
        </p:nvSpPr>
        <p:spPr>
          <a:xfrm>
            <a:off x="6562650"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2</a:t>
            </a:r>
            <a:endParaRPr kumimoji="1" lang="zh-CN" altLang="en-US" sz="1600" b="1" dirty="0">
              <a:solidFill>
                <a:srgbClr val="7030A0"/>
              </a:solidFill>
            </a:endParaRPr>
          </a:p>
        </p:txBody>
      </p:sp>
      <p:sp>
        <p:nvSpPr>
          <p:cNvPr id="87" name="矩形 86"/>
          <p:cNvSpPr/>
          <p:nvPr>
            <p:custDataLst>
              <p:tags r:id="rId39"/>
            </p:custDataLst>
          </p:nvPr>
        </p:nvSpPr>
        <p:spPr>
          <a:xfrm>
            <a:off x="7034348"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3</a:t>
            </a:r>
            <a:endParaRPr kumimoji="1" lang="zh-CN" altLang="en-US" sz="1600" b="1" dirty="0">
              <a:solidFill>
                <a:srgbClr val="7030A0"/>
              </a:solidFill>
            </a:endParaRPr>
          </a:p>
        </p:txBody>
      </p:sp>
      <p:sp>
        <p:nvSpPr>
          <p:cNvPr id="88" name="矩形 87"/>
          <p:cNvSpPr/>
          <p:nvPr>
            <p:custDataLst>
              <p:tags r:id="rId40"/>
            </p:custDataLst>
          </p:nvPr>
        </p:nvSpPr>
        <p:spPr>
          <a:xfrm>
            <a:off x="7506046"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4</a:t>
            </a:r>
            <a:endParaRPr kumimoji="1" lang="zh-CN" altLang="en-US" sz="1600" b="1" dirty="0">
              <a:solidFill>
                <a:srgbClr val="7030A0"/>
              </a:solidFill>
            </a:endParaRPr>
          </a:p>
        </p:txBody>
      </p:sp>
      <p:sp>
        <p:nvSpPr>
          <p:cNvPr id="89" name="矩形 88"/>
          <p:cNvSpPr/>
          <p:nvPr>
            <p:custDataLst>
              <p:tags r:id="rId41"/>
            </p:custDataLst>
          </p:nvPr>
        </p:nvSpPr>
        <p:spPr>
          <a:xfrm>
            <a:off x="797606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5</a:t>
            </a:r>
            <a:endParaRPr kumimoji="1" lang="zh-CN" altLang="en-US" sz="1600" b="1" dirty="0">
              <a:solidFill>
                <a:srgbClr val="7030A0"/>
              </a:solidFill>
            </a:endParaRPr>
          </a:p>
        </p:txBody>
      </p:sp>
      <p:sp>
        <p:nvSpPr>
          <p:cNvPr id="90" name="矩形 89"/>
          <p:cNvSpPr/>
          <p:nvPr>
            <p:custDataLst>
              <p:tags r:id="rId42"/>
            </p:custDataLst>
          </p:nvPr>
        </p:nvSpPr>
        <p:spPr>
          <a:xfrm>
            <a:off x="84448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6</a:t>
            </a:r>
            <a:endParaRPr kumimoji="1" lang="zh-CN" altLang="en-US" sz="1600" b="1" dirty="0">
              <a:solidFill>
                <a:srgbClr val="7030A0"/>
              </a:solidFill>
            </a:endParaRPr>
          </a:p>
        </p:txBody>
      </p:sp>
      <p:sp>
        <p:nvSpPr>
          <p:cNvPr id="91" name="矩形 90"/>
          <p:cNvSpPr/>
          <p:nvPr>
            <p:custDataLst>
              <p:tags r:id="rId43"/>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2" name="矩形 91"/>
          <p:cNvSpPr/>
          <p:nvPr>
            <p:custDataLst>
              <p:tags r:id="rId44"/>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3" name="矩形 92"/>
          <p:cNvSpPr/>
          <p:nvPr>
            <p:custDataLst>
              <p:tags r:id="rId45"/>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4" name="矩形 93"/>
          <p:cNvSpPr/>
          <p:nvPr>
            <p:custDataLst>
              <p:tags r:id="rId46"/>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5" name="矩形 94"/>
          <p:cNvSpPr/>
          <p:nvPr>
            <p:custDataLst>
              <p:tags r:id="rId47"/>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6" name="矩形 95"/>
          <p:cNvSpPr/>
          <p:nvPr>
            <p:custDataLst>
              <p:tags r:id="rId48"/>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7" name="矩形 96"/>
          <p:cNvSpPr/>
          <p:nvPr>
            <p:custDataLst>
              <p:tags r:id="rId49"/>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9" name="左大括号 98"/>
          <p:cNvSpPr/>
          <p:nvPr>
            <p:custDataLst>
              <p:tags r:id="rId50"/>
            </p:custDataLst>
          </p:nvPr>
        </p:nvSpPr>
        <p:spPr>
          <a:xfrm rot="10800000">
            <a:off x="8922488"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0" name="矩形 99"/>
          <p:cNvSpPr/>
          <p:nvPr>
            <p:custDataLst>
              <p:tags r:id="rId51"/>
            </p:custDataLst>
          </p:nvPr>
        </p:nvSpPr>
        <p:spPr>
          <a:xfrm>
            <a:off x="982677"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0</a:t>
            </a:r>
            <a:endParaRPr kumimoji="1" lang="zh-CN" altLang="en-US" sz="1600" b="1" dirty="0">
              <a:solidFill>
                <a:srgbClr val="B60A70"/>
              </a:solidFill>
            </a:endParaRPr>
          </a:p>
        </p:txBody>
      </p:sp>
      <p:sp>
        <p:nvSpPr>
          <p:cNvPr id="101" name="矩形 100"/>
          <p:cNvSpPr/>
          <p:nvPr>
            <p:custDataLst>
              <p:tags r:id="rId52"/>
            </p:custDataLst>
          </p:nvPr>
        </p:nvSpPr>
        <p:spPr>
          <a:xfrm>
            <a:off x="14543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1</a:t>
            </a:r>
            <a:endParaRPr kumimoji="1" lang="zh-CN" altLang="en-US" sz="1600" b="1" dirty="0">
              <a:solidFill>
                <a:srgbClr val="B60A70"/>
              </a:solidFill>
            </a:endParaRPr>
          </a:p>
        </p:txBody>
      </p:sp>
      <p:sp>
        <p:nvSpPr>
          <p:cNvPr id="102" name="矩形 101"/>
          <p:cNvSpPr/>
          <p:nvPr>
            <p:custDataLst>
              <p:tags r:id="rId53"/>
            </p:custDataLst>
          </p:nvPr>
        </p:nvSpPr>
        <p:spPr>
          <a:xfrm>
            <a:off x="1926073"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2</a:t>
            </a:r>
            <a:endParaRPr kumimoji="1" lang="zh-CN" altLang="en-US" sz="1600" b="1" dirty="0">
              <a:solidFill>
                <a:srgbClr val="B60A70"/>
              </a:solidFill>
            </a:endParaRPr>
          </a:p>
        </p:txBody>
      </p:sp>
      <p:sp>
        <p:nvSpPr>
          <p:cNvPr id="103" name="矩形 102"/>
          <p:cNvSpPr/>
          <p:nvPr>
            <p:custDataLst>
              <p:tags r:id="rId54"/>
            </p:custDataLst>
          </p:nvPr>
        </p:nvSpPr>
        <p:spPr>
          <a:xfrm>
            <a:off x="2397771"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CC00FF"/>
                </a:solidFill>
              </a:rPr>
              <a:t>3</a:t>
            </a:r>
            <a:endParaRPr kumimoji="1" lang="zh-CN" altLang="en-US" sz="1600" b="1" dirty="0">
              <a:solidFill>
                <a:srgbClr val="CC00FF"/>
              </a:solidFill>
            </a:endParaRPr>
          </a:p>
        </p:txBody>
      </p:sp>
      <p:sp>
        <p:nvSpPr>
          <p:cNvPr id="104" name="矩形 103"/>
          <p:cNvSpPr/>
          <p:nvPr>
            <p:custDataLst>
              <p:tags r:id="rId55"/>
            </p:custDataLst>
          </p:nvPr>
        </p:nvSpPr>
        <p:spPr>
          <a:xfrm>
            <a:off x="2869469"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4</a:t>
            </a:r>
            <a:endParaRPr kumimoji="1" lang="zh-CN" altLang="en-US" sz="1600" b="1" dirty="0">
              <a:solidFill>
                <a:schemeClr val="tx1">
                  <a:lumMod val="50000"/>
                  <a:lumOff val="50000"/>
                </a:schemeClr>
              </a:solidFill>
            </a:endParaRPr>
          </a:p>
        </p:txBody>
      </p:sp>
      <p:sp>
        <p:nvSpPr>
          <p:cNvPr id="105" name="矩形 104"/>
          <p:cNvSpPr/>
          <p:nvPr>
            <p:custDataLst>
              <p:tags r:id="rId56"/>
            </p:custDataLst>
          </p:nvPr>
        </p:nvSpPr>
        <p:spPr>
          <a:xfrm>
            <a:off x="333948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5</a:t>
            </a:r>
            <a:endParaRPr kumimoji="1" lang="zh-CN" altLang="en-US" sz="1600" b="1" dirty="0">
              <a:solidFill>
                <a:schemeClr val="tx1">
                  <a:lumMod val="50000"/>
                  <a:lumOff val="50000"/>
                </a:schemeClr>
              </a:solidFill>
            </a:endParaRPr>
          </a:p>
        </p:txBody>
      </p:sp>
      <p:sp>
        <p:nvSpPr>
          <p:cNvPr id="106" name="矩形 105"/>
          <p:cNvSpPr/>
          <p:nvPr>
            <p:custDataLst>
              <p:tags r:id="rId57"/>
            </p:custDataLst>
          </p:nvPr>
        </p:nvSpPr>
        <p:spPr>
          <a:xfrm>
            <a:off x="38082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6</a:t>
            </a:r>
            <a:endParaRPr kumimoji="1" lang="zh-CN" altLang="en-US" sz="1600" b="1" dirty="0">
              <a:solidFill>
                <a:schemeClr val="tx1">
                  <a:lumMod val="50000"/>
                  <a:lumOff val="50000"/>
                </a:schemeClr>
              </a:solidFill>
            </a:endParaRPr>
          </a:p>
        </p:txBody>
      </p:sp>
      <p:sp>
        <p:nvSpPr>
          <p:cNvPr id="107" name="矩形 106"/>
          <p:cNvSpPr/>
          <p:nvPr>
            <p:custDataLst>
              <p:tags r:id="rId58"/>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8" name="矩形 107"/>
          <p:cNvSpPr/>
          <p:nvPr>
            <p:custDataLst>
              <p:tags r:id="rId59"/>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9" name="矩形 108"/>
          <p:cNvSpPr/>
          <p:nvPr>
            <p:custDataLst>
              <p:tags r:id="rId60"/>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0" name="矩形 109"/>
          <p:cNvSpPr/>
          <p:nvPr>
            <p:custDataLst>
              <p:tags r:id="rId61"/>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1" name="矩形 110"/>
          <p:cNvSpPr/>
          <p:nvPr>
            <p:custDataLst>
              <p:tags r:id="rId62"/>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2" name="矩形 111"/>
          <p:cNvSpPr/>
          <p:nvPr>
            <p:custDataLst>
              <p:tags r:id="rId63"/>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3" name="矩形 112"/>
          <p:cNvSpPr/>
          <p:nvPr>
            <p:custDataLst>
              <p:tags r:id="rId64"/>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5" name="左大括号 114"/>
          <p:cNvSpPr/>
          <p:nvPr>
            <p:custDataLst>
              <p:tags r:id="rId65"/>
            </p:custDataLst>
          </p:nvPr>
        </p:nvSpPr>
        <p:spPr>
          <a:xfrm rot="10800000">
            <a:off x="4285911"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116" name="矩形 115"/>
          <p:cNvSpPr/>
          <p:nvPr>
            <p:custDataLst>
              <p:tags r:id="rId66"/>
            </p:custDataLst>
          </p:nvPr>
        </p:nvSpPr>
        <p:spPr>
          <a:xfrm>
            <a:off x="553767"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117" name="矩形 116"/>
          <p:cNvSpPr/>
          <p:nvPr>
            <p:custDataLst>
              <p:tags r:id="rId67"/>
            </p:custDataLst>
          </p:nvPr>
        </p:nvSpPr>
        <p:spPr>
          <a:xfrm>
            <a:off x="102546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5</a:t>
            </a:r>
            <a:endParaRPr kumimoji="1" lang="zh-CN" altLang="en-US" b="1" dirty="0">
              <a:solidFill>
                <a:schemeClr val="tx1">
                  <a:lumMod val="50000"/>
                  <a:lumOff val="50000"/>
                </a:schemeClr>
              </a:solidFill>
            </a:endParaRPr>
          </a:p>
        </p:txBody>
      </p:sp>
      <p:sp>
        <p:nvSpPr>
          <p:cNvPr id="118" name="矩形 117"/>
          <p:cNvSpPr/>
          <p:nvPr>
            <p:custDataLst>
              <p:tags r:id="rId68"/>
            </p:custDataLst>
          </p:nvPr>
        </p:nvSpPr>
        <p:spPr>
          <a:xfrm>
            <a:off x="1497163"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119" name="矩形 118"/>
          <p:cNvSpPr/>
          <p:nvPr>
            <p:custDataLst>
              <p:tags r:id="rId69"/>
            </p:custDataLst>
          </p:nvPr>
        </p:nvSpPr>
        <p:spPr>
          <a:xfrm>
            <a:off x="196886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0" name="矩形 119"/>
          <p:cNvSpPr/>
          <p:nvPr>
            <p:custDataLst>
              <p:tags r:id="rId70"/>
            </p:custDataLst>
          </p:nvPr>
        </p:nvSpPr>
        <p:spPr>
          <a:xfrm>
            <a:off x="2440559"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1" name="矩形 120"/>
          <p:cNvSpPr/>
          <p:nvPr>
            <p:custDataLst>
              <p:tags r:id="rId71"/>
            </p:custDataLst>
          </p:nvPr>
        </p:nvSpPr>
        <p:spPr>
          <a:xfrm>
            <a:off x="291057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2" name="矩形 121"/>
          <p:cNvSpPr/>
          <p:nvPr>
            <p:custDataLst>
              <p:tags r:id="rId72"/>
            </p:custDataLst>
          </p:nvPr>
        </p:nvSpPr>
        <p:spPr>
          <a:xfrm>
            <a:off x="338059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23" name="左大括号 122"/>
          <p:cNvSpPr/>
          <p:nvPr>
            <p:custDataLst>
              <p:tags r:id="rId73"/>
            </p:custDataLst>
          </p:nvPr>
        </p:nvSpPr>
        <p:spPr>
          <a:xfrm>
            <a:off x="553567"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4" name="左大括号 123"/>
          <p:cNvSpPr/>
          <p:nvPr>
            <p:custDataLst>
              <p:tags r:id="rId74"/>
            </p:custDataLst>
          </p:nvPr>
        </p:nvSpPr>
        <p:spPr>
          <a:xfrm rot="10800000">
            <a:off x="1968862"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4" name="矩形 133"/>
          <p:cNvSpPr/>
          <p:nvPr>
            <p:custDataLst>
              <p:tags r:id="rId75"/>
            </p:custDataLst>
          </p:nvPr>
        </p:nvSpPr>
        <p:spPr>
          <a:xfrm>
            <a:off x="553767"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35" name="矩形 134"/>
          <p:cNvSpPr/>
          <p:nvPr>
            <p:custDataLst>
              <p:tags r:id="rId76"/>
            </p:custDataLst>
          </p:nvPr>
        </p:nvSpPr>
        <p:spPr>
          <a:xfrm>
            <a:off x="102546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36" name="矩形 135"/>
          <p:cNvSpPr/>
          <p:nvPr>
            <p:custDataLst>
              <p:tags r:id="rId77"/>
            </p:custDataLst>
          </p:nvPr>
        </p:nvSpPr>
        <p:spPr>
          <a:xfrm>
            <a:off x="1497163"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2</a:t>
            </a:r>
            <a:endParaRPr kumimoji="1" lang="zh-CN" altLang="en-US" b="1" dirty="0">
              <a:solidFill>
                <a:srgbClr val="B60A70"/>
              </a:solidFill>
            </a:endParaRPr>
          </a:p>
        </p:txBody>
      </p:sp>
      <p:sp>
        <p:nvSpPr>
          <p:cNvPr id="137" name="矩形 136"/>
          <p:cNvSpPr/>
          <p:nvPr>
            <p:custDataLst>
              <p:tags r:id="rId78"/>
            </p:custDataLst>
          </p:nvPr>
        </p:nvSpPr>
        <p:spPr>
          <a:xfrm>
            <a:off x="196886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3</a:t>
            </a:r>
            <a:endParaRPr kumimoji="1" lang="zh-CN" altLang="en-US" b="1" dirty="0">
              <a:solidFill>
                <a:srgbClr val="CC00FF"/>
              </a:solidFill>
            </a:endParaRPr>
          </a:p>
        </p:txBody>
      </p:sp>
      <p:sp>
        <p:nvSpPr>
          <p:cNvPr id="138" name="矩形 137"/>
          <p:cNvSpPr/>
          <p:nvPr>
            <p:custDataLst>
              <p:tags r:id="rId79"/>
            </p:custDataLst>
          </p:nvPr>
        </p:nvSpPr>
        <p:spPr>
          <a:xfrm>
            <a:off x="2440559"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39" name="矩形 138"/>
          <p:cNvSpPr/>
          <p:nvPr>
            <p:custDataLst>
              <p:tags r:id="rId80"/>
            </p:custDataLst>
          </p:nvPr>
        </p:nvSpPr>
        <p:spPr>
          <a:xfrm>
            <a:off x="291057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0" name="矩形 139"/>
          <p:cNvSpPr/>
          <p:nvPr>
            <p:custDataLst>
              <p:tags r:id="rId81"/>
            </p:custDataLst>
          </p:nvPr>
        </p:nvSpPr>
        <p:spPr>
          <a:xfrm>
            <a:off x="338059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1" name="左大括号 140"/>
          <p:cNvSpPr/>
          <p:nvPr>
            <p:custDataLst>
              <p:tags r:id="rId82"/>
            </p:custDataLst>
          </p:nvPr>
        </p:nvSpPr>
        <p:spPr>
          <a:xfrm>
            <a:off x="553567"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2" name="左大括号 141"/>
          <p:cNvSpPr/>
          <p:nvPr>
            <p:custDataLst>
              <p:tags r:id="rId83"/>
            </p:custDataLst>
          </p:nvPr>
        </p:nvSpPr>
        <p:spPr>
          <a:xfrm rot="10800000">
            <a:off x="2440560"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3" name="文本框 142"/>
          <p:cNvSpPr txBox="1"/>
          <p:nvPr>
            <p:custDataLst>
              <p:tags r:id="rId84"/>
            </p:custDataLst>
          </p:nvPr>
        </p:nvSpPr>
        <p:spPr>
          <a:xfrm>
            <a:off x="0" y="722511"/>
            <a:ext cx="9144000" cy="109831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重复以上步骤，直到</a:t>
            </a:r>
            <a:r>
              <a:rPr kumimoji="1" lang="en-US" altLang="zh-CN" sz="2000" b="1" dirty="0">
                <a:solidFill>
                  <a:schemeClr val="tx1">
                    <a:lumMod val="50000"/>
                    <a:lumOff val="50000"/>
                  </a:schemeClr>
                </a:solidFill>
                <a:latin typeface="+mn-ea"/>
                <a:cs typeface="Consolas" panose="020B0609020204030204" pitchFamily="49" charset="0"/>
              </a:rPr>
              <a:t>U</a:t>
            </a:r>
            <a:r>
              <a:rPr kumimoji="1" lang="zh-CN" altLang="en-US" sz="2000" b="1" dirty="0">
                <a:solidFill>
                  <a:schemeClr val="tx1">
                    <a:lumMod val="50000"/>
                    <a:lumOff val="50000"/>
                  </a:schemeClr>
                </a:solidFill>
                <a:latin typeface="+mn-ea"/>
                <a:cs typeface="Consolas" panose="020B0609020204030204" pitchFamily="49" charset="0"/>
              </a:rPr>
              <a:t>中</a:t>
            </a:r>
            <a:r>
              <a:rPr kumimoji="1" lang="zh-CN" altLang="en-US" sz="2000" b="1" dirty="0">
                <a:solidFill>
                  <a:srgbClr val="0099BC"/>
                </a:solidFill>
                <a:latin typeface="+mn-ea"/>
                <a:cs typeface="Consolas" panose="020B0609020204030204" pitchFamily="49" charset="0"/>
              </a:rPr>
              <a:t>元素为空</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以新加入</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的顶点为中间点更新</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各顶点的最短路径长度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r>
              <a:rPr kumimoji="1" lang="zh-CN" altLang="en-US" b="1" dirty="0">
                <a:latin typeface="+mn-ea"/>
                <a:cs typeface="Consolas" panose="020B0609020204030204" pitchFamily="49" charset="0"/>
              </a:rPr>
              <a:t>，下一次循环中以</a:t>
            </a:r>
            <a:r>
              <a:rPr kumimoji="1" lang="zh-CN" altLang="en-US" b="1" dirty="0">
                <a:solidFill>
                  <a:srgbClr val="CC00FF"/>
                </a:solidFill>
                <a:latin typeface="+mn-ea"/>
                <a:cs typeface="Consolas" panose="020B0609020204030204" pitchFamily="49" charset="0"/>
              </a:rPr>
              <a:t>该顶点</a:t>
            </a:r>
            <a:r>
              <a:rPr kumimoji="1" lang="zh-CN" altLang="en-US" b="1" dirty="0">
                <a:latin typeface="+mn-ea"/>
                <a:cs typeface="Consolas" panose="020B0609020204030204" pitchFamily="49" charset="0"/>
              </a:rPr>
              <a:t>为中间点修改长度</a:t>
            </a:r>
            <a:endParaRPr kumimoji="1" lang="en-US" altLang="zh-CN" b="1" dirty="0">
              <a:latin typeface="+mn-ea"/>
              <a:cs typeface="Consolas" panose="020B0609020204030204" pitchFamily="49" charset="0"/>
            </a:endParaRPr>
          </a:p>
        </p:txBody>
      </p:sp>
      <p:sp>
        <p:nvSpPr>
          <p:cNvPr id="12" name="矩形 11"/>
          <p:cNvSpPr/>
          <p:nvPr>
            <p:custDataLst>
              <p:tags r:id="rId85"/>
            </p:custDataLst>
          </p:nvPr>
        </p:nvSpPr>
        <p:spPr>
          <a:xfrm>
            <a:off x="5619254"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5" name="矩形 14"/>
          <p:cNvSpPr/>
          <p:nvPr>
            <p:custDataLst>
              <p:tags r:id="rId86"/>
            </p:custDataLst>
          </p:nvPr>
        </p:nvSpPr>
        <p:spPr>
          <a:xfrm>
            <a:off x="609095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6" name="矩形 15"/>
          <p:cNvSpPr/>
          <p:nvPr>
            <p:custDataLst>
              <p:tags r:id="rId87"/>
            </p:custDataLst>
          </p:nvPr>
        </p:nvSpPr>
        <p:spPr>
          <a:xfrm>
            <a:off x="6562650"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2</a:t>
            </a:r>
            <a:endParaRPr kumimoji="1" lang="zh-CN" altLang="en-US" b="1" dirty="0">
              <a:solidFill>
                <a:srgbClr val="B60A70"/>
              </a:solidFill>
            </a:endParaRPr>
          </a:p>
        </p:txBody>
      </p:sp>
      <p:sp>
        <p:nvSpPr>
          <p:cNvPr id="18" name="矩形 17"/>
          <p:cNvSpPr/>
          <p:nvPr>
            <p:custDataLst>
              <p:tags r:id="rId88"/>
            </p:custDataLst>
          </p:nvPr>
        </p:nvSpPr>
        <p:spPr>
          <a:xfrm>
            <a:off x="7034348"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3</a:t>
            </a:r>
            <a:endParaRPr kumimoji="1" lang="zh-CN" altLang="en-US" b="1" dirty="0">
              <a:solidFill>
                <a:srgbClr val="B60A70"/>
              </a:solidFill>
            </a:endParaRPr>
          </a:p>
        </p:txBody>
      </p:sp>
      <p:sp>
        <p:nvSpPr>
          <p:cNvPr id="19" name="矩形 18"/>
          <p:cNvSpPr/>
          <p:nvPr>
            <p:custDataLst>
              <p:tags r:id="rId89"/>
            </p:custDataLst>
          </p:nvPr>
        </p:nvSpPr>
        <p:spPr>
          <a:xfrm>
            <a:off x="7506046"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5</a:t>
            </a:r>
            <a:endParaRPr kumimoji="1" lang="zh-CN" altLang="en-US" b="1" dirty="0">
              <a:solidFill>
                <a:srgbClr val="CC00FF"/>
              </a:solidFill>
            </a:endParaRPr>
          </a:p>
        </p:txBody>
      </p:sp>
      <p:sp>
        <p:nvSpPr>
          <p:cNvPr id="21" name="矩形 20"/>
          <p:cNvSpPr/>
          <p:nvPr>
            <p:custDataLst>
              <p:tags r:id="rId90"/>
            </p:custDataLst>
          </p:nvPr>
        </p:nvSpPr>
        <p:spPr>
          <a:xfrm>
            <a:off x="797606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24" name="左大括号 23"/>
          <p:cNvSpPr/>
          <p:nvPr>
            <p:custDataLst>
              <p:tags r:id="rId91"/>
            </p:custDataLst>
          </p:nvPr>
        </p:nvSpPr>
        <p:spPr>
          <a:xfrm>
            <a:off x="547998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5" name="左大括号 24"/>
          <p:cNvSpPr/>
          <p:nvPr>
            <p:custDataLst>
              <p:tags r:id="rId92"/>
            </p:custDataLst>
          </p:nvPr>
        </p:nvSpPr>
        <p:spPr>
          <a:xfrm rot="10800000">
            <a:off x="7976063" y="4283789"/>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7" name="矩形 26"/>
          <p:cNvSpPr/>
          <p:nvPr>
            <p:custDataLst>
              <p:tags r:id="rId93"/>
            </p:custDataLst>
          </p:nvPr>
        </p:nvSpPr>
        <p:spPr>
          <a:xfrm>
            <a:off x="5619254"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28" name="矩形 27"/>
          <p:cNvSpPr/>
          <p:nvPr>
            <p:custDataLst>
              <p:tags r:id="rId94"/>
            </p:custDataLst>
          </p:nvPr>
        </p:nvSpPr>
        <p:spPr>
          <a:xfrm>
            <a:off x="609095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29" name="矩形 28"/>
          <p:cNvSpPr/>
          <p:nvPr>
            <p:custDataLst>
              <p:tags r:id="rId95"/>
            </p:custDataLst>
          </p:nvPr>
        </p:nvSpPr>
        <p:spPr>
          <a:xfrm>
            <a:off x="6562650"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0" name="矩形 29"/>
          <p:cNvSpPr/>
          <p:nvPr>
            <p:custDataLst>
              <p:tags r:id="rId96"/>
            </p:custDataLst>
          </p:nvPr>
        </p:nvSpPr>
        <p:spPr>
          <a:xfrm>
            <a:off x="7034348"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1" name="矩形 30"/>
          <p:cNvSpPr/>
          <p:nvPr>
            <p:custDataLst>
              <p:tags r:id="rId97"/>
            </p:custDataLst>
          </p:nvPr>
        </p:nvSpPr>
        <p:spPr>
          <a:xfrm>
            <a:off x="7506046"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2" name="矩形 31"/>
          <p:cNvSpPr/>
          <p:nvPr>
            <p:custDataLst>
              <p:tags r:id="rId98"/>
            </p:custDataLst>
          </p:nvPr>
        </p:nvSpPr>
        <p:spPr>
          <a:xfrm>
            <a:off x="797606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35" name="左大括号 34"/>
          <p:cNvSpPr/>
          <p:nvPr>
            <p:custDataLst>
              <p:tags r:id="rId99"/>
            </p:custDataLst>
          </p:nvPr>
        </p:nvSpPr>
        <p:spPr>
          <a:xfrm>
            <a:off x="5479989" y="4697324"/>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7" name="左大括号 36"/>
          <p:cNvSpPr/>
          <p:nvPr>
            <p:custDataLst>
              <p:tags r:id="rId100"/>
            </p:custDataLst>
          </p:nvPr>
        </p:nvSpPr>
        <p:spPr>
          <a:xfrm rot="10800000">
            <a:off x="6562651"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8" name="箭头: 下 37"/>
          <p:cNvSpPr/>
          <p:nvPr>
            <p:custDataLst>
              <p:tags r:id="rId101"/>
            </p:custDataLst>
          </p:nvPr>
        </p:nvSpPr>
        <p:spPr>
          <a:xfrm rot="16200000">
            <a:off x="3856955" y="3096002"/>
            <a:ext cx="331319" cy="2712290"/>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圆角 39"/>
          <p:cNvSpPr/>
          <p:nvPr>
            <p:custDataLst>
              <p:tags r:id="rId102"/>
            </p:custDataLst>
          </p:nvPr>
        </p:nvSpPr>
        <p:spPr>
          <a:xfrm>
            <a:off x="360789" y="1135097"/>
            <a:ext cx="6220484"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1" name="矩形: 圆角 40"/>
          <p:cNvSpPr/>
          <p:nvPr>
            <p:custDataLst>
              <p:tags r:id="rId103"/>
            </p:custDataLst>
          </p:nvPr>
        </p:nvSpPr>
        <p:spPr>
          <a:xfrm>
            <a:off x="360789" y="1466133"/>
            <a:ext cx="8319995"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2" name="矩形 21"/>
          <p:cNvSpPr/>
          <p:nvPr>
            <p:custDataLst>
              <p:tags r:id="rId104"/>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34" name="矩形 33"/>
          <p:cNvSpPr/>
          <p:nvPr>
            <p:custDataLst>
              <p:tags r:id="rId105"/>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4</a:t>
            </a:r>
            <a:endParaRPr kumimoji="1" lang="zh-CN" altLang="en-US" b="1" dirty="0">
              <a:solidFill>
                <a:schemeClr val="tx1"/>
              </a:solidFill>
            </a:endParaRPr>
          </a:p>
        </p:txBody>
      </p:sp>
      <p:sp>
        <p:nvSpPr>
          <p:cNvPr id="43" name="矩形 42"/>
          <p:cNvSpPr/>
          <p:nvPr>
            <p:custDataLst>
              <p:tags r:id="rId106"/>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44" name="矩形 43"/>
          <p:cNvSpPr/>
          <p:nvPr>
            <p:custDataLst>
              <p:tags r:id="rId107"/>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70C0"/>
                </a:solidFill>
              </a:rPr>
              <a:t>6</a:t>
            </a:r>
            <a:endParaRPr kumimoji="1" lang="zh-CN" altLang="en-US" b="1" dirty="0">
              <a:solidFill>
                <a:srgbClr val="0070C0"/>
              </a:solidFill>
            </a:endParaRPr>
          </a:p>
        </p:txBody>
      </p:sp>
      <p:sp>
        <p:nvSpPr>
          <p:cNvPr id="50" name="矩形 49"/>
          <p:cNvSpPr/>
          <p:nvPr>
            <p:custDataLst>
              <p:tags r:id="rId108"/>
            </p:custDataLst>
          </p:nvPr>
        </p:nvSpPr>
        <p:spPr>
          <a:xfrm>
            <a:off x="982677"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1" name="矩形 50"/>
          <p:cNvSpPr/>
          <p:nvPr>
            <p:custDataLst>
              <p:tags r:id="rId109"/>
            </p:custDataLst>
          </p:nvPr>
        </p:nvSpPr>
        <p:spPr>
          <a:xfrm>
            <a:off x="1454375"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2" name="矩形 51"/>
          <p:cNvSpPr/>
          <p:nvPr>
            <p:custDataLst>
              <p:tags r:id="rId110"/>
            </p:custDataLst>
          </p:nvPr>
        </p:nvSpPr>
        <p:spPr>
          <a:xfrm>
            <a:off x="1926073"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rgbClr val="0000FF"/>
              </a:solidFill>
            </a:endParaRPr>
          </a:p>
        </p:txBody>
      </p:sp>
      <p:sp>
        <p:nvSpPr>
          <p:cNvPr id="53" name="矩形 52"/>
          <p:cNvSpPr/>
          <p:nvPr>
            <p:custDataLst>
              <p:tags r:id="rId111"/>
            </p:custDataLst>
          </p:nvPr>
        </p:nvSpPr>
        <p:spPr>
          <a:xfrm>
            <a:off x="2397771"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4" name="矩形 53"/>
          <p:cNvSpPr/>
          <p:nvPr>
            <p:custDataLst>
              <p:tags r:id="rId112"/>
            </p:custDataLst>
          </p:nvPr>
        </p:nvSpPr>
        <p:spPr>
          <a:xfrm>
            <a:off x="2869469"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2" name="矩形 71"/>
          <p:cNvSpPr/>
          <p:nvPr>
            <p:custDataLst>
              <p:tags r:id="rId113"/>
            </p:custDataLst>
          </p:nvPr>
        </p:nvSpPr>
        <p:spPr>
          <a:xfrm>
            <a:off x="333948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5</a:t>
            </a:r>
            <a:endParaRPr lang="zh-CN" altLang="en-US" dirty="0">
              <a:solidFill>
                <a:srgbClr val="0000FF"/>
              </a:solidFill>
            </a:endParaRPr>
          </a:p>
        </p:txBody>
      </p:sp>
      <p:sp>
        <p:nvSpPr>
          <p:cNvPr id="73" name="矩形 72"/>
          <p:cNvSpPr/>
          <p:nvPr>
            <p:custDataLst>
              <p:tags r:id="rId114"/>
            </p:custDataLst>
          </p:nvPr>
        </p:nvSpPr>
        <p:spPr>
          <a:xfrm>
            <a:off x="380827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74" name="左大括号 73"/>
          <p:cNvSpPr/>
          <p:nvPr>
            <p:custDataLst>
              <p:tags r:id="rId115"/>
            </p:custDataLst>
          </p:nvPr>
        </p:nvSpPr>
        <p:spPr>
          <a:xfrm>
            <a:off x="843412"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6" name="左大括号 75"/>
          <p:cNvSpPr/>
          <p:nvPr>
            <p:custDataLst>
              <p:tags r:id="rId116"/>
            </p:custDataLst>
          </p:nvPr>
        </p:nvSpPr>
        <p:spPr>
          <a:xfrm rot="10800000">
            <a:off x="4285911"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8" name="左大括号 77"/>
          <p:cNvSpPr/>
          <p:nvPr>
            <p:custDataLst>
              <p:tags r:id="rId117"/>
            </p:custDataLst>
          </p:nvPr>
        </p:nvSpPr>
        <p:spPr>
          <a:xfrm rot="16200000">
            <a:off x="2561693" y="4629884"/>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0" name="文本框 79"/>
          <p:cNvSpPr txBox="1"/>
          <p:nvPr>
            <p:custDataLst>
              <p:tags r:id="rId118"/>
            </p:custDataLst>
          </p:nvPr>
        </p:nvSpPr>
        <p:spPr>
          <a:xfrm>
            <a:off x="291747" y="6345994"/>
            <a:ext cx="4679156"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当前中间点</a:t>
            </a:r>
            <a:r>
              <a:rPr kumimoji="1" lang="en-US" altLang="zh-CN" b="1" dirty="0">
                <a:solidFill>
                  <a:srgbClr val="CC00FF"/>
                </a:solidFill>
                <a:latin typeface="+mn-ea"/>
                <a:cs typeface="Consolas" panose="020B0609020204030204" pitchFamily="49" charset="0"/>
              </a:rPr>
              <a:t>(3)</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U</a:t>
            </a:r>
            <a:r>
              <a:rPr kumimoji="1" lang="zh-CN" altLang="en-US" b="1" dirty="0">
                <a:solidFill>
                  <a:srgbClr val="0000FF"/>
                </a:solidFill>
                <a:latin typeface="+mn-ea"/>
                <a:cs typeface="Consolas" panose="020B0609020204030204" pitchFamily="49" charset="0"/>
              </a:rPr>
              <a:t>中各点的直线距离</a:t>
            </a:r>
            <a:endParaRPr lang="zh-CN" altLang="en-US" dirty="0">
              <a:solidFill>
                <a:srgbClr val="0000FF"/>
              </a:solidFill>
            </a:endParaRPr>
          </a:p>
        </p:txBody>
      </p:sp>
      <p:sp>
        <p:nvSpPr>
          <p:cNvPr id="81" name="左大括号 80"/>
          <p:cNvSpPr/>
          <p:nvPr>
            <p:custDataLst>
              <p:tags r:id="rId119"/>
            </p:custDataLst>
          </p:nvPr>
        </p:nvSpPr>
        <p:spPr>
          <a:xfrm rot="16200000">
            <a:off x="7199837" y="4194231"/>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2" name="文本框 81"/>
          <p:cNvSpPr txBox="1"/>
          <p:nvPr>
            <p:custDataLst>
              <p:tags r:id="rId120"/>
            </p:custDataLst>
          </p:nvPr>
        </p:nvSpPr>
        <p:spPr>
          <a:xfrm>
            <a:off x="5492404" y="5930583"/>
            <a:ext cx="3554129"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使用当前中间点</a:t>
            </a:r>
            <a:r>
              <a:rPr kumimoji="1" lang="en-US" altLang="zh-CN" b="1" dirty="0">
                <a:solidFill>
                  <a:srgbClr val="CC00FF"/>
                </a:solidFill>
                <a:latin typeface="+mn-ea"/>
                <a:cs typeface="Consolas" panose="020B0609020204030204" pitchFamily="49" charset="0"/>
              </a:rPr>
              <a:t>(3)</a:t>
            </a:r>
            <a:r>
              <a:rPr kumimoji="1" lang="zh-CN" altLang="en-US" b="1" dirty="0">
                <a:solidFill>
                  <a:srgbClr val="0000FF"/>
                </a:solidFill>
                <a:latin typeface="+mn-ea"/>
                <a:cs typeface="Consolas" panose="020B0609020204030204" pitchFamily="49" charset="0"/>
              </a:rPr>
              <a:t>更新前驱顶点</a:t>
            </a:r>
            <a:endParaRPr lang="zh-CN" altLang="en-US" dirty="0">
              <a:solidFill>
                <a:srgbClr val="0000FF"/>
              </a:solidFill>
            </a:endParaRPr>
          </a:p>
        </p:txBody>
      </p:sp>
      <p:sp>
        <p:nvSpPr>
          <p:cNvPr id="55" name="矩形 54"/>
          <p:cNvSpPr/>
          <p:nvPr>
            <p:custDataLst>
              <p:tags r:id="rId121"/>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6" name="矩形 55"/>
          <p:cNvSpPr/>
          <p:nvPr>
            <p:custDataLst>
              <p:tags r:id="rId122"/>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7" name="矩形 56"/>
          <p:cNvSpPr/>
          <p:nvPr>
            <p:custDataLst>
              <p:tags r:id="rId123"/>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8" name="矩形 57"/>
          <p:cNvSpPr/>
          <p:nvPr>
            <p:custDataLst>
              <p:tags r:id="rId124"/>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14" name="矩形 13"/>
          <p:cNvSpPr/>
          <p:nvPr>
            <p:custDataLst>
              <p:tags r:id="rId125"/>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5</a:t>
            </a:r>
            <a:endParaRPr kumimoji="1" lang="zh-CN" altLang="en-US" b="1" dirty="0">
              <a:solidFill>
                <a:schemeClr val="tx1"/>
              </a:solidFill>
            </a:endParaRPr>
          </a:p>
        </p:txBody>
      </p:sp>
      <p:sp>
        <p:nvSpPr>
          <p:cNvPr id="46" name="矩形 45"/>
          <p:cNvSpPr/>
          <p:nvPr>
            <p:custDataLst>
              <p:tags r:id="rId126"/>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11</a:t>
            </a:r>
            <a:endParaRPr kumimoji="1" lang="zh-CN" altLang="en-US" b="1" dirty="0">
              <a:solidFill>
                <a:schemeClr val="tx1"/>
              </a:solidFill>
            </a:endParaRPr>
          </a:p>
        </p:txBody>
      </p:sp>
      <p:sp>
        <p:nvSpPr>
          <p:cNvPr id="83" name="矩形 82"/>
          <p:cNvSpPr/>
          <p:nvPr>
            <p:custDataLst>
              <p:tags r:id="rId127"/>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25" name="矩形 124"/>
          <p:cNvSpPr/>
          <p:nvPr>
            <p:custDataLst>
              <p:tags r:id="rId128"/>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27" name="矩形: 圆角 126"/>
          <p:cNvSpPr/>
          <p:nvPr>
            <p:custDataLst>
              <p:tags r:id="rId129"/>
            </p:custDataLst>
          </p:nvPr>
        </p:nvSpPr>
        <p:spPr>
          <a:xfrm>
            <a:off x="2429455" y="5383674"/>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29" name="矩形: 圆角 128"/>
          <p:cNvSpPr/>
          <p:nvPr>
            <p:custDataLst>
              <p:tags r:id="rId130"/>
            </p:custDataLst>
          </p:nvPr>
        </p:nvSpPr>
        <p:spPr>
          <a:xfrm>
            <a:off x="3371169" y="5810721"/>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33" name="矩形 132"/>
          <p:cNvSpPr/>
          <p:nvPr>
            <p:custDataLst>
              <p:tags r:id="rId131"/>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latin typeface="+mn-ea"/>
                <a:cs typeface="Consolas" panose="020B0609020204030204" pitchFamily="49" charset="0"/>
              </a:rPr>
              <a:t>9</a:t>
            </a:r>
            <a:endParaRPr lang="zh-CN" altLang="en-US" dirty="0">
              <a:solidFill>
                <a:schemeClr val="tx1"/>
              </a:solidFill>
            </a:endParaRPr>
          </a:p>
        </p:txBody>
      </p:sp>
      <p:sp>
        <p:nvSpPr>
          <p:cNvPr id="144" name="矩形 143"/>
          <p:cNvSpPr/>
          <p:nvPr>
            <p:custDataLst>
              <p:tags r:id="rId132"/>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2</a:t>
            </a:r>
            <a:endParaRPr kumimoji="1" lang="zh-CN" altLang="en-US" b="1" dirty="0">
              <a:solidFill>
                <a:schemeClr val="tx1"/>
              </a:solidFill>
            </a:endParaRPr>
          </a:p>
        </p:txBody>
      </p:sp>
      <p:sp>
        <p:nvSpPr>
          <p:cNvPr id="49" name="矩形: 圆角 48"/>
          <p:cNvSpPr/>
          <p:nvPr>
            <p:custDataLst>
              <p:tags r:id="rId133"/>
            </p:custDataLst>
          </p:nvPr>
        </p:nvSpPr>
        <p:spPr>
          <a:xfrm>
            <a:off x="3369009" y="5101164"/>
            <a:ext cx="408330" cy="62314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7" name="Text Box 2"/>
          <p:cNvSpPr txBox="1">
            <a:spLocks noChangeArrowheads="1"/>
          </p:cNvSpPr>
          <p:nvPr>
            <p:custDataLst>
              <p:tags r:id="rId134"/>
            </p:custDataLst>
          </p:nvPr>
        </p:nvSpPr>
        <p:spPr bwMode="auto">
          <a:xfrm>
            <a:off x="-2540" y="5339715"/>
            <a:ext cx="845185" cy="423545"/>
          </a:xfrm>
          <a:prstGeom prst="rect">
            <a:avLst/>
          </a:prstGeom>
          <a:noFill/>
          <a:ln w="9525">
            <a:noFill/>
            <a:miter lim="800000"/>
          </a:ln>
          <a:effectLst/>
        </p:spPr>
        <p:txBody>
          <a:bodyPr wrap="square">
            <a:spAutoFit/>
          </a:bodyPr>
          <a:p>
            <a:pPr>
              <a:lnSpc>
                <a:spcPct val="120000"/>
              </a:lnSpc>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         </a:t>
            </a:r>
            <a:endParaRPr kumimoji="1" lang="en-US" altLang="zh-CN" b="1" dirty="0">
              <a:latin typeface="+mn-ea"/>
              <a:cs typeface="Consolas" panose="020B0609020204030204" pitchFamily="49" charset="0"/>
            </a:endParaRPr>
          </a:p>
        </p:txBody>
      </p:sp>
      <p:sp>
        <p:nvSpPr>
          <p:cNvPr id="79" name="Text Box 2"/>
          <p:cNvSpPr txBox="1">
            <a:spLocks noChangeArrowheads="1"/>
          </p:cNvSpPr>
          <p:nvPr>
            <p:custDataLst>
              <p:tags r:id="rId135"/>
            </p:custDataLst>
          </p:nvPr>
        </p:nvSpPr>
        <p:spPr bwMode="auto">
          <a:xfrm>
            <a:off x="4532630" y="5339715"/>
            <a:ext cx="1087755" cy="423545"/>
          </a:xfrm>
          <a:prstGeom prst="rect">
            <a:avLst/>
          </a:prstGeom>
          <a:noFill/>
          <a:ln w="9525">
            <a:noFill/>
            <a:miter lim="800000"/>
          </a:ln>
          <a:effectLst/>
        </p:spPr>
        <p:txBody>
          <a:bodyPr wrap="square">
            <a:spAutoFit/>
          </a:bodyPr>
          <a:p>
            <a:pPr>
              <a:lnSpc>
                <a:spcPct val="120000"/>
              </a:lnSpc>
            </a:pPr>
            <a:r>
              <a:rPr kumimoji="1" lang="en-US" altLang="zh-CN" b="1" dirty="0">
                <a:solidFill>
                  <a:srgbClr val="7030A0"/>
                </a:solidFill>
                <a:latin typeface="+mn-ea"/>
                <a:cs typeface="Consolas" panose="020B0609020204030204" pitchFamily="49" charset="0"/>
              </a:rPr>
              <a:t>path[]</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114" name="左大括号 113"/>
          <p:cNvSpPr/>
          <p:nvPr>
            <p:custDataLst>
              <p:tags r:id="rId136"/>
            </p:custDataLst>
          </p:nvPr>
        </p:nvSpPr>
        <p:spPr>
          <a:xfrm>
            <a:off x="963427"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98" name="左大括号 97"/>
          <p:cNvSpPr/>
          <p:nvPr>
            <p:custDataLst>
              <p:tags r:id="rId137"/>
            </p:custDataLst>
          </p:nvPr>
        </p:nvSpPr>
        <p:spPr>
          <a:xfrm>
            <a:off x="5619054"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wipe(up)">
                                      <p:cBhvr>
                                        <p:cTn id="20" dur="500"/>
                                        <p:tgtEl>
                                          <p:spTgt spid="78"/>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500"/>
                                        <p:tgtEl>
                                          <p:spTgt spid="80"/>
                                        </p:tgtEl>
                                      </p:cBhvr>
                                    </p:animEffect>
                                  </p:childTnLst>
                                </p:cTn>
                              </p:par>
                            </p:childTnLst>
                          </p:cTn>
                        </p:par>
                      </p:childTnLst>
                    </p:cTn>
                  </p:par>
                  <p:par>
                    <p:cTn id="25" fill="hold">
                      <p:stCondLst>
                        <p:cond delay="indefinite"/>
                      </p:stCondLst>
                      <p:childTnLst>
                        <p:par>
                          <p:cTn id="26" fill="hold">
                            <p:stCondLst>
                              <p:cond delay="0"/>
                            </p:stCondLst>
                            <p:childTnLst>
                              <p:par>
                                <p:cTn id="27" presetID="7" presetClass="emph" presetSubtype="2" fill="hold" nodeType="clickEffect">
                                  <p:stCondLst>
                                    <p:cond delay="0"/>
                                  </p:stCondLst>
                                  <p:childTnLst>
                                    <p:animClr clrSpc="rgb" dir="cw">
                                      <p:cBhvr>
                                        <p:cTn id="28" dur="500" fill="hold"/>
                                        <p:tgtEl>
                                          <p:spTgt spid="26"/>
                                        </p:tgtEl>
                                        <p:attrNameLst>
                                          <p:attrName>stroke.color</p:attrName>
                                        </p:attrNameLst>
                                      </p:cBhvr>
                                      <p:to>
                                        <a:srgbClr val="0000FF"/>
                                      </p:to>
                                    </p:animClr>
                                    <p:set>
                                      <p:cBhvr>
                                        <p:cTn id="29" dur="500" fill="hold"/>
                                        <p:tgtEl>
                                          <p:spTgt spid="26"/>
                                        </p:tgtEl>
                                        <p:attrNameLst>
                                          <p:attrName>stroke.on</p:attrName>
                                        </p:attrNameLst>
                                      </p:cBhvr>
                                      <p:to>
                                        <p:strVal val="true"/>
                                      </p:to>
                                    </p:set>
                                  </p:childTnLst>
                                </p:cTn>
                              </p:par>
                              <p:par>
                                <p:cTn id="30" presetID="3" presetClass="emph" presetSubtype="2" fill="hold" grpId="0" nodeType="withEffect">
                                  <p:stCondLst>
                                    <p:cond delay="0"/>
                                  </p:stCondLst>
                                  <p:childTnLst>
                                    <p:animClr clrSpc="rgb" dir="cw">
                                      <p:cBhvr override="childStyle">
                                        <p:cTn id="31" dur="500" fill="hold"/>
                                        <p:tgtEl>
                                          <p:spTgt spid="64"/>
                                        </p:tgtEl>
                                        <p:attrNameLst>
                                          <p:attrName>style.color</p:attrName>
                                        </p:attrNameLst>
                                      </p:cBhvr>
                                      <p:to>
                                        <a:srgbClr val="0000FF"/>
                                      </p:to>
                                    </p:animClr>
                                  </p:childTnLst>
                                </p:cTn>
                              </p:par>
                              <p:par>
                                <p:cTn id="32" presetID="1" presetClass="emph" presetSubtype="2" fill="hold" nodeType="withEffect">
                                  <p:stCondLst>
                                    <p:cond delay="0"/>
                                  </p:stCondLst>
                                  <p:childTnLst>
                                    <p:animClr clrSpc="rgb" dir="cw">
                                      <p:cBhvr>
                                        <p:cTn id="33" dur="500" fill="hold"/>
                                        <p:tgtEl>
                                          <p:spTgt spid="8"/>
                                        </p:tgtEl>
                                        <p:attrNameLst>
                                          <p:attrName>fillcolor</p:attrName>
                                        </p:attrNameLst>
                                      </p:cBhvr>
                                      <p:to>
                                        <a:srgbClr val="0000FF"/>
                                      </p:to>
                                    </p:animClr>
                                    <p:set>
                                      <p:cBhvr>
                                        <p:cTn id="34" dur="500" fill="hold"/>
                                        <p:tgtEl>
                                          <p:spTgt spid="8"/>
                                        </p:tgtEl>
                                        <p:attrNameLst>
                                          <p:attrName>fill.type</p:attrName>
                                        </p:attrNameLst>
                                      </p:cBhvr>
                                      <p:to>
                                        <p:strVal val="solid"/>
                                      </p:to>
                                    </p:set>
                                    <p:set>
                                      <p:cBhvr>
                                        <p:cTn id="35" dur="500" fill="hold"/>
                                        <p:tgtEl>
                                          <p:spTgt spid="8"/>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2"/>
                                        </p:tgtEl>
                                        <p:attrNameLst>
                                          <p:attrName>style.visibility</p:attrName>
                                        </p:attrNameLst>
                                      </p:cBhvr>
                                      <p:to>
                                        <p:strVal val="visible"/>
                                      </p:to>
                                    </p:set>
                                    <p:animEffect transition="in" filter="fade">
                                      <p:cBhvr>
                                        <p:cTn id="40" dur="500"/>
                                        <p:tgtEl>
                                          <p:spTgt spid="7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500"/>
                                        <p:tgtEl>
                                          <p:spTgt spid="5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fade">
                                      <p:cBhvr>
                                        <p:cTn id="48" dur="500"/>
                                        <p:tgtEl>
                                          <p:spTgt spid="7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7"/>
                                        </p:tgtEl>
                                        <p:attrNameLst>
                                          <p:attrName>style.visibility</p:attrName>
                                        </p:attrNameLst>
                                      </p:cBhvr>
                                      <p:to>
                                        <p:strVal val="visible"/>
                                      </p:to>
                                    </p:set>
                                    <p:animEffect transition="in" filter="fade">
                                      <p:cBhvr>
                                        <p:cTn id="53" dur="500"/>
                                        <p:tgtEl>
                                          <p:spTgt spid="1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29"/>
                                        </p:tgtEl>
                                        <p:attrNameLst>
                                          <p:attrName>style.visibility</p:attrName>
                                        </p:attrNameLst>
                                      </p:cBhvr>
                                      <p:to>
                                        <p:strVal val="visible"/>
                                      </p:to>
                                    </p:set>
                                    <p:animEffect transition="in" filter="fade">
                                      <p:cBhvr>
                                        <p:cTn id="56" dur="500"/>
                                        <p:tgtEl>
                                          <p:spTgt spid="129"/>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74"/>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78"/>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72"/>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54"/>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73"/>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129"/>
                                        </p:tgtEl>
                                        <p:attrNameLst>
                                          <p:attrName>style.visibility</p:attrName>
                                        </p:attrNameLst>
                                      </p:cBhvr>
                                      <p:to>
                                        <p:strVal val="hidden"/>
                                      </p:to>
                                    </p:set>
                                  </p:childTnLst>
                                </p:cTn>
                              </p:par>
                              <p:par>
                                <p:cTn id="73" presetID="1" presetClass="exit" presetSubtype="0" fill="hold" grpId="0" nodeType="withEffect">
                                  <p:stCondLst>
                                    <p:cond delay="0"/>
                                  </p:stCondLst>
                                  <p:childTnLst>
                                    <p:set>
                                      <p:cBhvr>
                                        <p:cTn id="74" dur="1" fill="hold">
                                          <p:stCondLst>
                                            <p:cond delay="0"/>
                                          </p:stCondLst>
                                        </p:cTn>
                                        <p:tgtEl>
                                          <p:spTgt spid="50"/>
                                        </p:tgtEl>
                                        <p:attrNameLst>
                                          <p:attrName>style.visibility</p:attrName>
                                        </p:attrNameLst>
                                      </p:cBhvr>
                                      <p:to>
                                        <p:strVal val="hidden"/>
                                      </p:to>
                                    </p:set>
                                  </p:childTnLst>
                                </p:cTn>
                              </p:par>
                              <p:par>
                                <p:cTn id="75" presetID="1" presetClass="exit"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hidden"/>
                                      </p:to>
                                    </p:set>
                                  </p:childTnLst>
                                </p:cTn>
                              </p:par>
                              <p:par>
                                <p:cTn id="77" presetID="1" presetClass="exit" presetSubtype="0" fill="hold" grpId="0" nodeType="withEffect">
                                  <p:stCondLst>
                                    <p:cond delay="0"/>
                                  </p:stCondLst>
                                  <p:childTnLst>
                                    <p:set>
                                      <p:cBhvr>
                                        <p:cTn id="78" dur="1" fill="hold">
                                          <p:stCondLst>
                                            <p:cond delay="0"/>
                                          </p:stCondLst>
                                        </p:cTn>
                                        <p:tgtEl>
                                          <p:spTgt spid="52"/>
                                        </p:tgtEl>
                                        <p:attrNameLst>
                                          <p:attrName>style.visibility</p:attrName>
                                        </p:attrNameLst>
                                      </p:cBhvr>
                                      <p:to>
                                        <p:strVal val="hidden"/>
                                      </p:to>
                                    </p:set>
                                  </p:childTnLst>
                                </p:cTn>
                              </p:par>
                              <p:par>
                                <p:cTn id="79" presetID="1" presetClass="exit" presetSubtype="0" fill="hold" grpId="0" nodeType="withEffect">
                                  <p:stCondLst>
                                    <p:cond delay="0"/>
                                  </p:stCondLst>
                                  <p:childTnLst>
                                    <p:set>
                                      <p:cBhvr>
                                        <p:cTn id="80" dur="1" fill="hold">
                                          <p:stCondLst>
                                            <p:cond delay="0"/>
                                          </p:stCondLst>
                                        </p:cTn>
                                        <p:tgtEl>
                                          <p:spTgt spid="53"/>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27"/>
                                        </p:tgtEl>
                                        <p:attrNameLst>
                                          <p:attrName>style.visibility</p:attrName>
                                        </p:attrNameLst>
                                      </p:cBhvr>
                                      <p:to>
                                        <p:strVal val="hidden"/>
                                      </p:to>
                                    </p:set>
                                  </p:childTnLst>
                                </p:cTn>
                              </p:par>
                              <p:par>
                                <p:cTn id="83" presetID="22" presetClass="entr" presetSubtype="1"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animEffect transition="in" filter="wipe(up)">
                                      <p:cBhvr>
                                        <p:cTn id="85" dur="500"/>
                                        <p:tgtEl>
                                          <p:spTgt spid="81"/>
                                        </p:tgtEl>
                                      </p:cBhvr>
                                    </p:animEffect>
                                  </p:childTnLst>
                                </p:cTn>
                              </p:par>
                            </p:childTnLst>
                          </p:cTn>
                        </p:par>
                        <p:par>
                          <p:cTn id="86" fill="hold">
                            <p:stCondLst>
                              <p:cond delay="0"/>
                            </p:stCondLst>
                            <p:childTnLst>
                              <p:par>
                                <p:cTn id="87" presetID="10" presetClass="entr" presetSubtype="0" fill="hold" grpId="0" nodeType="afterEffect">
                                  <p:stCondLst>
                                    <p:cond delay="0"/>
                                  </p:stCondLst>
                                  <p:childTnLst>
                                    <p:set>
                                      <p:cBhvr>
                                        <p:cTn id="88" dur="1" fill="hold">
                                          <p:stCondLst>
                                            <p:cond delay="0"/>
                                          </p:stCondLst>
                                        </p:cTn>
                                        <p:tgtEl>
                                          <p:spTgt spid="82"/>
                                        </p:tgtEl>
                                        <p:attrNameLst>
                                          <p:attrName>style.visibility</p:attrName>
                                        </p:attrNameLst>
                                      </p:cBhvr>
                                      <p:to>
                                        <p:strVal val="visible"/>
                                      </p:to>
                                    </p:set>
                                    <p:animEffect transition="in" filter="fade">
                                      <p:cBhvr>
                                        <p:cTn id="89" dur="500"/>
                                        <p:tgtEl>
                                          <p:spTgt spid="8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500"/>
                                        <p:tgtEl>
                                          <p:spTgt spid="41"/>
                                        </p:tgtEl>
                                      </p:cBhvr>
                                    </p:animEffect>
                                  </p:childTnLst>
                                </p:cTn>
                              </p:par>
                              <p:par>
                                <p:cTn id="95" presetID="1" presetClass="exit" presetSubtype="0" fill="hold" grpId="1" nodeType="withEffect">
                                  <p:stCondLst>
                                    <p:cond delay="0"/>
                                  </p:stCondLst>
                                  <p:childTnLst>
                                    <p:set>
                                      <p:cBhvr>
                                        <p:cTn id="96" dur="1" fill="hold">
                                          <p:stCondLst>
                                            <p:cond delay="0"/>
                                          </p:stCondLst>
                                        </p:cTn>
                                        <p:tgtEl>
                                          <p:spTgt spid="40"/>
                                        </p:tgtEl>
                                        <p:attrNameLst>
                                          <p:attrName>style.visibility</p:attrName>
                                        </p:attrNameLst>
                                      </p:cBhvr>
                                      <p:to>
                                        <p:strVal val="hidden"/>
                                      </p:to>
                                    </p:set>
                                  </p:childTnLst>
                                </p:cTn>
                              </p:par>
                              <p:par>
                                <p:cTn id="97" presetID="7" presetClass="emph" presetSubtype="2" fill="hold" nodeType="withEffect">
                                  <p:stCondLst>
                                    <p:cond delay="0"/>
                                  </p:stCondLst>
                                  <p:childTnLst>
                                    <p:animClr clrSpc="rgb" dir="cw">
                                      <p:cBhvr>
                                        <p:cTn id="98" dur="10" fill="hold"/>
                                        <p:tgtEl>
                                          <p:spTgt spid="26"/>
                                        </p:tgtEl>
                                        <p:attrNameLst>
                                          <p:attrName>stroke.color</p:attrName>
                                        </p:attrNameLst>
                                      </p:cBhvr>
                                      <p:to>
                                        <a:srgbClr val="7F7F7F"/>
                                      </p:to>
                                    </p:animClr>
                                    <p:set>
                                      <p:cBhvr>
                                        <p:cTn id="99" dur="10" fill="hold"/>
                                        <p:tgtEl>
                                          <p:spTgt spid="26"/>
                                        </p:tgtEl>
                                        <p:attrNameLst>
                                          <p:attrName>stroke.on</p:attrName>
                                        </p:attrNameLst>
                                      </p:cBhvr>
                                      <p:to>
                                        <p:strVal val="true"/>
                                      </p:to>
                                    </p:set>
                                  </p:childTnLst>
                                </p:cTn>
                              </p:par>
                              <p:par>
                                <p:cTn id="100" presetID="3" presetClass="emph" presetSubtype="2" fill="hold" grpId="1" nodeType="withEffect">
                                  <p:stCondLst>
                                    <p:cond delay="0"/>
                                  </p:stCondLst>
                                  <p:childTnLst>
                                    <p:animClr clrSpc="rgb" dir="cw">
                                      <p:cBhvr override="childStyle">
                                        <p:cTn id="101" dur="10" fill="hold"/>
                                        <p:tgtEl>
                                          <p:spTgt spid="64"/>
                                        </p:tgtEl>
                                        <p:attrNameLst>
                                          <p:attrName>style.color</p:attrName>
                                        </p:attrNameLst>
                                      </p:cBhvr>
                                      <p:to>
                                        <a:srgbClr val="7F7F7F"/>
                                      </p:to>
                                    </p:animClr>
                                  </p:childTnLst>
                                </p:cTn>
                              </p:par>
                              <p:par>
                                <p:cTn id="102" presetID="1" presetClass="emph" presetSubtype="2" fill="hold" nodeType="withEffect">
                                  <p:stCondLst>
                                    <p:cond delay="0"/>
                                  </p:stCondLst>
                                  <p:childTnLst>
                                    <p:animClr clrSpc="rgb" dir="cw">
                                      <p:cBhvr>
                                        <p:cTn id="103" dur="10" fill="hold"/>
                                        <p:tgtEl>
                                          <p:spTgt spid="8"/>
                                        </p:tgtEl>
                                        <p:attrNameLst>
                                          <p:attrName>fillcolor</p:attrName>
                                        </p:attrNameLst>
                                      </p:cBhvr>
                                      <p:to>
                                        <a:srgbClr val="A5A5A5"/>
                                      </p:to>
                                    </p:animClr>
                                    <p:set>
                                      <p:cBhvr>
                                        <p:cTn id="104" dur="10" fill="hold"/>
                                        <p:tgtEl>
                                          <p:spTgt spid="8"/>
                                        </p:tgtEl>
                                        <p:attrNameLst>
                                          <p:attrName>fill.type</p:attrName>
                                        </p:attrNameLst>
                                      </p:cBhvr>
                                      <p:to>
                                        <p:strVal val="solid"/>
                                      </p:to>
                                    </p:set>
                                    <p:set>
                                      <p:cBhvr>
                                        <p:cTn id="105" dur="10" fill="hold"/>
                                        <p:tgtEl>
                                          <p:spTgt spid="8"/>
                                        </p:tgtEl>
                                        <p:attrNameLst>
                                          <p:attrName>fill.on</p:attrName>
                                        </p:attrNameLst>
                                      </p:cBhvr>
                                      <p:to>
                                        <p:strVal val="true"/>
                                      </p:to>
                                    </p:se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500"/>
                                        <p:tgtEl>
                                          <p:spTgt spid="49"/>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wipe(left)">
                                      <p:cBhvr>
                                        <p:cTn id="115" dur="500"/>
                                        <p:tgtEl>
                                          <p:spTgt spid="38"/>
                                        </p:tgtEl>
                                      </p:cBhvr>
                                    </p:animEffect>
                                  </p:childTnLst>
                                </p:cTn>
                              </p:par>
                            </p:childTnLst>
                          </p:cTn>
                        </p:par>
                        <p:par>
                          <p:cTn id="116" fill="hold">
                            <p:stCondLst>
                              <p:cond delay="500"/>
                            </p:stCondLst>
                            <p:childTnLst>
                              <p:par>
                                <p:cTn id="117" presetID="10" presetClass="entr" presetSubtype="0" fill="hold" grpId="0" nodeType="afterEffect">
                                  <p:stCondLst>
                                    <p:cond delay="0"/>
                                  </p:stCondLst>
                                  <p:childTnLst>
                                    <p:set>
                                      <p:cBhvr>
                                        <p:cTn id="118" dur="1" fill="hold">
                                          <p:stCondLst>
                                            <p:cond delay="0"/>
                                          </p:stCondLst>
                                        </p:cTn>
                                        <p:tgtEl>
                                          <p:spTgt spid="12"/>
                                        </p:tgtEl>
                                        <p:attrNameLst>
                                          <p:attrName>style.visibility</p:attrName>
                                        </p:attrNameLst>
                                      </p:cBhvr>
                                      <p:to>
                                        <p:strVal val="visible"/>
                                      </p:to>
                                    </p:set>
                                    <p:animEffect transition="in" filter="fade">
                                      <p:cBhvr>
                                        <p:cTn id="119" dur="500"/>
                                        <p:tgtEl>
                                          <p:spTgt spid="1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5"/>
                                        </p:tgtEl>
                                        <p:attrNameLst>
                                          <p:attrName>style.visibility</p:attrName>
                                        </p:attrNameLst>
                                      </p:cBhvr>
                                      <p:to>
                                        <p:strVal val="visible"/>
                                      </p:to>
                                    </p:set>
                                    <p:animEffect transition="in" filter="fade">
                                      <p:cBhvr>
                                        <p:cTn id="122" dur="500"/>
                                        <p:tgtEl>
                                          <p:spTgt spid="1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16"/>
                                        </p:tgtEl>
                                        <p:attrNameLst>
                                          <p:attrName>style.visibility</p:attrName>
                                        </p:attrNameLst>
                                      </p:cBhvr>
                                      <p:to>
                                        <p:strVal val="visible"/>
                                      </p:to>
                                    </p:set>
                                    <p:animEffect transition="in" filter="fade">
                                      <p:cBhvr>
                                        <p:cTn id="125" dur="500"/>
                                        <p:tgtEl>
                                          <p:spTgt spid="16"/>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18"/>
                                        </p:tgtEl>
                                        <p:attrNameLst>
                                          <p:attrName>style.visibility</p:attrName>
                                        </p:attrNameLst>
                                      </p:cBhvr>
                                      <p:to>
                                        <p:strVal val="visible"/>
                                      </p:to>
                                    </p:set>
                                    <p:animEffect transition="in" filter="fade">
                                      <p:cBhvr>
                                        <p:cTn id="128" dur="500"/>
                                        <p:tgtEl>
                                          <p:spTgt spid="18"/>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19"/>
                                        </p:tgtEl>
                                        <p:attrNameLst>
                                          <p:attrName>style.visibility</p:attrName>
                                        </p:attrNameLst>
                                      </p:cBhvr>
                                      <p:to>
                                        <p:strVal val="visible"/>
                                      </p:to>
                                    </p:set>
                                    <p:animEffect transition="in" filter="fade">
                                      <p:cBhvr>
                                        <p:cTn id="131" dur="500"/>
                                        <p:tgtEl>
                                          <p:spTgt spid="1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1"/>
                                        </p:tgtEl>
                                        <p:attrNameLst>
                                          <p:attrName>style.visibility</p:attrName>
                                        </p:attrNameLst>
                                      </p:cBhvr>
                                      <p:to>
                                        <p:strVal val="visible"/>
                                      </p:to>
                                    </p:set>
                                    <p:animEffect transition="in" filter="fade">
                                      <p:cBhvr>
                                        <p:cTn id="134" dur="500"/>
                                        <p:tgtEl>
                                          <p:spTgt spid="2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4"/>
                                        </p:tgtEl>
                                        <p:attrNameLst>
                                          <p:attrName>style.visibility</p:attrName>
                                        </p:attrNameLst>
                                      </p:cBhvr>
                                      <p:to>
                                        <p:strVal val="visible"/>
                                      </p:to>
                                    </p:set>
                                    <p:animEffect transition="in" filter="fade">
                                      <p:cBhvr>
                                        <p:cTn id="137" dur="500"/>
                                        <p:tgtEl>
                                          <p:spTgt spid="24"/>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25"/>
                                        </p:tgtEl>
                                        <p:attrNameLst>
                                          <p:attrName>style.visibility</p:attrName>
                                        </p:attrNameLst>
                                      </p:cBhvr>
                                      <p:to>
                                        <p:strVal val="visible"/>
                                      </p:to>
                                    </p:set>
                                    <p:animEffect transition="in" filter="fade">
                                      <p:cBhvr>
                                        <p:cTn id="140" dur="500"/>
                                        <p:tgtEl>
                                          <p:spTgt spid="25"/>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27"/>
                                        </p:tgtEl>
                                        <p:attrNameLst>
                                          <p:attrName>style.visibility</p:attrName>
                                        </p:attrNameLst>
                                      </p:cBhvr>
                                      <p:to>
                                        <p:strVal val="visible"/>
                                      </p:to>
                                    </p:set>
                                    <p:animEffect transition="in" filter="fade">
                                      <p:cBhvr>
                                        <p:cTn id="143" dur="500"/>
                                        <p:tgtEl>
                                          <p:spTgt spid="27"/>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28"/>
                                        </p:tgtEl>
                                        <p:attrNameLst>
                                          <p:attrName>style.visibility</p:attrName>
                                        </p:attrNameLst>
                                      </p:cBhvr>
                                      <p:to>
                                        <p:strVal val="visible"/>
                                      </p:to>
                                    </p:set>
                                    <p:animEffect transition="in" filter="fade">
                                      <p:cBhvr>
                                        <p:cTn id="146" dur="500"/>
                                        <p:tgtEl>
                                          <p:spTgt spid="28"/>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29"/>
                                        </p:tgtEl>
                                        <p:attrNameLst>
                                          <p:attrName>style.visibility</p:attrName>
                                        </p:attrNameLst>
                                      </p:cBhvr>
                                      <p:to>
                                        <p:strVal val="visible"/>
                                      </p:to>
                                    </p:set>
                                    <p:animEffect transition="in" filter="fade">
                                      <p:cBhvr>
                                        <p:cTn id="149" dur="500"/>
                                        <p:tgtEl>
                                          <p:spTgt spid="29"/>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30"/>
                                        </p:tgtEl>
                                        <p:attrNameLst>
                                          <p:attrName>style.visibility</p:attrName>
                                        </p:attrNameLst>
                                      </p:cBhvr>
                                      <p:to>
                                        <p:strVal val="visible"/>
                                      </p:to>
                                    </p:set>
                                    <p:animEffect transition="in" filter="fade">
                                      <p:cBhvr>
                                        <p:cTn id="152" dur="500"/>
                                        <p:tgtEl>
                                          <p:spTgt spid="3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31"/>
                                        </p:tgtEl>
                                        <p:attrNameLst>
                                          <p:attrName>style.visibility</p:attrName>
                                        </p:attrNameLst>
                                      </p:cBhvr>
                                      <p:to>
                                        <p:strVal val="visible"/>
                                      </p:to>
                                    </p:set>
                                    <p:animEffect transition="in" filter="fade">
                                      <p:cBhvr>
                                        <p:cTn id="155" dur="500"/>
                                        <p:tgtEl>
                                          <p:spTgt spid="31"/>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32"/>
                                        </p:tgtEl>
                                        <p:attrNameLst>
                                          <p:attrName>style.visibility</p:attrName>
                                        </p:attrNameLst>
                                      </p:cBhvr>
                                      <p:to>
                                        <p:strVal val="visible"/>
                                      </p:to>
                                    </p:set>
                                    <p:animEffect transition="in" filter="fade">
                                      <p:cBhvr>
                                        <p:cTn id="158" dur="500"/>
                                        <p:tgtEl>
                                          <p:spTgt spid="32"/>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35"/>
                                        </p:tgtEl>
                                        <p:attrNameLst>
                                          <p:attrName>style.visibility</p:attrName>
                                        </p:attrNameLst>
                                      </p:cBhvr>
                                      <p:to>
                                        <p:strVal val="visible"/>
                                      </p:to>
                                    </p:set>
                                    <p:animEffect transition="in" filter="fade">
                                      <p:cBhvr>
                                        <p:cTn id="161" dur="500"/>
                                        <p:tgtEl>
                                          <p:spTgt spid="35"/>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37"/>
                                        </p:tgtEl>
                                        <p:attrNameLst>
                                          <p:attrName>style.visibility</p:attrName>
                                        </p:attrNameLst>
                                      </p:cBhvr>
                                      <p:to>
                                        <p:strVal val="visible"/>
                                      </p:to>
                                    </p:set>
                                    <p:animEffect transition="in" filter="fade">
                                      <p:cBhvr>
                                        <p:cTn id="16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4" grpId="1"/>
      <p:bldP spid="12" grpId="0" bldLvl="0" animBg="1"/>
      <p:bldP spid="15" grpId="0" bldLvl="0" animBg="1"/>
      <p:bldP spid="16" grpId="0" bldLvl="0" animBg="1"/>
      <p:bldP spid="18" grpId="0" bldLvl="0" animBg="1"/>
      <p:bldP spid="19" grpId="0" bldLvl="0" animBg="1"/>
      <p:bldP spid="21" grpId="0" bldLvl="0" animBg="1"/>
      <p:bldP spid="24" grpId="0" bldLvl="0" animBg="1"/>
      <p:bldP spid="25" grpId="0" bldLvl="0" animBg="1"/>
      <p:bldP spid="27" grpId="0" bldLvl="0" animBg="1"/>
      <p:bldP spid="28" grpId="0" bldLvl="0" animBg="1"/>
      <p:bldP spid="29" grpId="0" bldLvl="0" animBg="1"/>
      <p:bldP spid="30" grpId="0" bldLvl="0" animBg="1"/>
      <p:bldP spid="31" grpId="0" bldLvl="0" animBg="1"/>
      <p:bldP spid="32" grpId="0" bldLvl="0" animBg="1"/>
      <p:bldP spid="35" grpId="0" bldLvl="0" animBg="1"/>
      <p:bldP spid="37" grpId="0" bldLvl="0" animBg="1"/>
      <p:bldP spid="38" grpId="0" bldLvl="0" animBg="1"/>
      <p:bldP spid="40" grpId="0" bldLvl="0" animBg="1"/>
      <p:bldP spid="40" grpId="1" bldLvl="0" animBg="1"/>
      <p:bldP spid="41" grpId="0" bldLvl="0" animBg="1"/>
      <p:bldP spid="50" grpId="0" bldLvl="0" animBg="1"/>
      <p:bldP spid="51" grpId="0" bldLvl="0" animBg="1"/>
      <p:bldP spid="52" grpId="0" bldLvl="0" animBg="1"/>
      <p:bldP spid="53" grpId="0" bldLvl="0" animBg="1"/>
      <p:bldP spid="54" grpId="0" bldLvl="0" animBg="1"/>
      <p:bldP spid="54" grpId="1" bldLvl="0" animBg="1"/>
      <p:bldP spid="72" grpId="0" bldLvl="0" animBg="1"/>
      <p:bldP spid="72" grpId="1" bldLvl="0" animBg="1"/>
      <p:bldP spid="73" grpId="0" bldLvl="0" animBg="1"/>
      <p:bldP spid="73" grpId="1" bldLvl="0" animBg="1"/>
      <p:bldP spid="74" grpId="0" bldLvl="0" animBg="1"/>
      <p:bldP spid="74" grpId="1" bldLvl="0" animBg="1"/>
      <p:bldP spid="76" grpId="0" bldLvl="0" animBg="1"/>
      <p:bldP spid="76" grpId="1" bldLvl="0" animBg="1"/>
      <p:bldP spid="78" grpId="0" bldLvl="0" animBg="1"/>
      <p:bldP spid="78" grpId="1" bldLvl="0" animBg="1"/>
      <p:bldP spid="80" grpId="0"/>
      <p:bldP spid="81" grpId="0" bldLvl="0" animBg="1"/>
      <p:bldP spid="82" grpId="0"/>
      <p:bldP spid="127" grpId="0" bldLvl="0" animBg="1"/>
      <p:bldP spid="127" grpId="1" bldLvl="0" animBg="1"/>
      <p:bldP spid="129" grpId="0" bldLvl="0" animBg="1"/>
      <p:bldP spid="129" grpId="1" bldLvl="0" animBg="1"/>
      <p:bldP spid="49"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145" name="任意多边形: 形状 144"/>
          <p:cNvSpPr/>
          <p:nvPr>
            <p:custDataLst>
              <p:tags r:id="rId2"/>
            </p:custDataLst>
          </p:nvPr>
        </p:nvSpPr>
        <p:spPr>
          <a:xfrm>
            <a:off x="4746610" y="1955800"/>
            <a:ext cx="1623808" cy="1338966"/>
          </a:xfrm>
          <a:custGeom>
            <a:avLst/>
            <a:gdLst>
              <a:gd name="connsiteX0" fmla="*/ 358790 w 1623808"/>
              <a:gd name="connsiteY0" fmla="*/ 0 h 1338966"/>
              <a:gd name="connsiteX1" fmla="*/ 304815 w 1623808"/>
              <a:gd name="connsiteY1" fmla="*/ 6350 h 1338966"/>
              <a:gd name="connsiteX2" fmla="*/ 193690 w 1623808"/>
              <a:gd name="connsiteY2" fmla="*/ 34925 h 1338966"/>
              <a:gd name="connsiteX3" fmla="*/ 168290 w 1623808"/>
              <a:gd name="connsiteY3" fmla="*/ 44450 h 1338966"/>
              <a:gd name="connsiteX4" fmla="*/ 127015 w 1623808"/>
              <a:gd name="connsiteY4" fmla="*/ 69850 h 1338966"/>
              <a:gd name="connsiteX5" fmla="*/ 111140 w 1623808"/>
              <a:gd name="connsiteY5" fmla="*/ 85725 h 1338966"/>
              <a:gd name="connsiteX6" fmla="*/ 88915 w 1623808"/>
              <a:gd name="connsiteY6" fmla="*/ 133350 h 1338966"/>
              <a:gd name="connsiteX7" fmla="*/ 63515 w 1623808"/>
              <a:gd name="connsiteY7" fmla="*/ 177800 h 1338966"/>
              <a:gd name="connsiteX8" fmla="*/ 53990 w 1623808"/>
              <a:gd name="connsiteY8" fmla="*/ 206375 h 1338966"/>
              <a:gd name="connsiteX9" fmla="*/ 25415 w 1623808"/>
              <a:gd name="connsiteY9" fmla="*/ 276225 h 1338966"/>
              <a:gd name="connsiteX10" fmla="*/ 3190 w 1623808"/>
              <a:gd name="connsiteY10" fmla="*/ 339725 h 1338966"/>
              <a:gd name="connsiteX11" fmla="*/ 15 w 1623808"/>
              <a:gd name="connsiteY11" fmla="*/ 358775 h 1338966"/>
              <a:gd name="connsiteX12" fmla="*/ 9540 w 1623808"/>
              <a:gd name="connsiteY12" fmla="*/ 438150 h 1338966"/>
              <a:gd name="connsiteX13" fmla="*/ 12715 w 1623808"/>
              <a:gd name="connsiteY13" fmla="*/ 450850 h 1338966"/>
              <a:gd name="connsiteX14" fmla="*/ 22240 w 1623808"/>
              <a:gd name="connsiteY14" fmla="*/ 469900 h 1338966"/>
              <a:gd name="connsiteX15" fmla="*/ 60340 w 1623808"/>
              <a:gd name="connsiteY15" fmla="*/ 565150 h 1338966"/>
              <a:gd name="connsiteX16" fmla="*/ 73040 w 1623808"/>
              <a:gd name="connsiteY16" fmla="*/ 587375 h 1338966"/>
              <a:gd name="connsiteX17" fmla="*/ 79390 w 1623808"/>
              <a:gd name="connsiteY17" fmla="*/ 596900 h 1338966"/>
              <a:gd name="connsiteX18" fmla="*/ 104790 w 1623808"/>
              <a:gd name="connsiteY18" fmla="*/ 615950 h 1338966"/>
              <a:gd name="connsiteX19" fmla="*/ 152415 w 1623808"/>
              <a:gd name="connsiteY19" fmla="*/ 638175 h 1338966"/>
              <a:gd name="connsiteX20" fmla="*/ 203215 w 1623808"/>
              <a:gd name="connsiteY20" fmla="*/ 666750 h 1338966"/>
              <a:gd name="connsiteX21" fmla="*/ 228615 w 1623808"/>
              <a:gd name="connsiteY21" fmla="*/ 682625 h 1338966"/>
              <a:gd name="connsiteX22" fmla="*/ 263540 w 1623808"/>
              <a:gd name="connsiteY22" fmla="*/ 717550 h 1338966"/>
              <a:gd name="connsiteX23" fmla="*/ 323865 w 1623808"/>
              <a:gd name="connsiteY23" fmla="*/ 765175 h 1338966"/>
              <a:gd name="connsiteX24" fmla="*/ 358790 w 1623808"/>
              <a:gd name="connsiteY24" fmla="*/ 800100 h 1338966"/>
              <a:gd name="connsiteX25" fmla="*/ 365140 w 1623808"/>
              <a:gd name="connsiteY25" fmla="*/ 809625 h 1338966"/>
              <a:gd name="connsiteX26" fmla="*/ 384190 w 1623808"/>
              <a:gd name="connsiteY26" fmla="*/ 825500 h 1338966"/>
              <a:gd name="connsiteX27" fmla="*/ 406415 w 1623808"/>
              <a:gd name="connsiteY27" fmla="*/ 847725 h 1338966"/>
              <a:gd name="connsiteX28" fmla="*/ 431815 w 1623808"/>
              <a:gd name="connsiteY28" fmla="*/ 863600 h 1338966"/>
              <a:gd name="connsiteX29" fmla="*/ 441340 w 1623808"/>
              <a:gd name="connsiteY29" fmla="*/ 873125 h 1338966"/>
              <a:gd name="connsiteX30" fmla="*/ 517540 w 1623808"/>
              <a:gd name="connsiteY30" fmla="*/ 927100 h 1338966"/>
              <a:gd name="connsiteX31" fmla="*/ 581040 w 1623808"/>
              <a:gd name="connsiteY31" fmla="*/ 968375 h 1338966"/>
              <a:gd name="connsiteX32" fmla="*/ 593740 w 1623808"/>
              <a:gd name="connsiteY32" fmla="*/ 974725 h 1338966"/>
              <a:gd name="connsiteX33" fmla="*/ 631840 w 1623808"/>
              <a:gd name="connsiteY33" fmla="*/ 1012825 h 1338966"/>
              <a:gd name="connsiteX34" fmla="*/ 647715 w 1623808"/>
              <a:gd name="connsiteY34" fmla="*/ 1028700 h 1338966"/>
              <a:gd name="connsiteX35" fmla="*/ 676290 w 1623808"/>
              <a:gd name="connsiteY35" fmla="*/ 1050925 h 1338966"/>
              <a:gd name="connsiteX36" fmla="*/ 704865 w 1623808"/>
              <a:gd name="connsiteY36" fmla="*/ 1076325 h 1338966"/>
              <a:gd name="connsiteX37" fmla="*/ 746140 w 1623808"/>
              <a:gd name="connsiteY37" fmla="*/ 1104900 h 1338966"/>
              <a:gd name="connsiteX38" fmla="*/ 803290 w 1623808"/>
              <a:gd name="connsiteY38" fmla="*/ 1152525 h 1338966"/>
              <a:gd name="connsiteX39" fmla="*/ 819165 w 1623808"/>
              <a:gd name="connsiteY39" fmla="*/ 1162050 h 1338966"/>
              <a:gd name="connsiteX40" fmla="*/ 831865 w 1623808"/>
              <a:gd name="connsiteY40" fmla="*/ 1174750 h 1338966"/>
              <a:gd name="connsiteX41" fmla="*/ 876315 w 1623808"/>
              <a:gd name="connsiteY41" fmla="*/ 1200150 h 1338966"/>
              <a:gd name="connsiteX42" fmla="*/ 898540 w 1623808"/>
              <a:gd name="connsiteY42" fmla="*/ 1219200 h 1338966"/>
              <a:gd name="connsiteX43" fmla="*/ 958865 w 1623808"/>
              <a:gd name="connsiteY43" fmla="*/ 1247775 h 1338966"/>
              <a:gd name="connsiteX44" fmla="*/ 996965 w 1623808"/>
              <a:gd name="connsiteY44" fmla="*/ 1270000 h 1338966"/>
              <a:gd name="connsiteX45" fmla="*/ 1076340 w 1623808"/>
              <a:gd name="connsiteY45" fmla="*/ 1295400 h 1338966"/>
              <a:gd name="connsiteX46" fmla="*/ 1123965 w 1623808"/>
              <a:gd name="connsiteY46" fmla="*/ 1317625 h 1338966"/>
              <a:gd name="connsiteX47" fmla="*/ 1146190 w 1623808"/>
              <a:gd name="connsiteY47" fmla="*/ 1323975 h 1338966"/>
              <a:gd name="connsiteX48" fmla="*/ 1222390 w 1623808"/>
              <a:gd name="connsiteY48" fmla="*/ 1330325 h 1338966"/>
              <a:gd name="connsiteX49" fmla="*/ 1435115 w 1623808"/>
              <a:gd name="connsiteY49" fmla="*/ 1327150 h 1338966"/>
              <a:gd name="connsiteX50" fmla="*/ 1463690 w 1623808"/>
              <a:gd name="connsiteY50" fmla="*/ 1314450 h 1338966"/>
              <a:gd name="connsiteX51" fmla="*/ 1552590 w 1623808"/>
              <a:gd name="connsiteY51" fmla="*/ 1216025 h 1338966"/>
              <a:gd name="connsiteX52" fmla="*/ 1619265 w 1623808"/>
              <a:gd name="connsiteY52" fmla="*/ 1082675 h 1338966"/>
              <a:gd name="connsiteX53" fmla="*/ 1622440 w 1623808"/>
              <a:gd name="connsiteY53" fmla="*/ 958850 h 1338966"/>
              <a:gd name="connsiteX54" fmla="*/ 1568465 w 1623808"/>
              <a:gd name="connsiteY54" fmla="*/ 733425 h 1338966"/>
              <a:gd name="connsiteX55" fmla="*/ 1533540 w 1623808"/>
              <a:gd name="connsiteY55" fmla="*/ 628650 h 1338966"/>
              <a:gd name="connsiteX56" fmla="*/ 1460515 w 1623808"/>
              <a:gd name="connsiteY56" fmla="*/ 552450 h 1338966"/>
              <a:gd name="connsiteX57" fmla="*/ 1390665 w 1623808"/>
              <a:gd name="connsiteY57" fmla="*/ 479425 h 1338966"/>
              <a:gd name="connsiteX58" fmla="*/ 1352565 w 1623808"/>
              <a:gd name="connsiteY58" fmla="*/ 438150 h 1338966"/>
              <a:gd name="connsiteX59" fmla="*/ 1295415 w 1623808"/>
              <a:gd name="connsiteY59" fmla="*/ 374650 h 1338966"/>
              <a:gd name="connsiteX60" fmla="*/ 1181115 w 1623808"/>
              <a:gd name="connsiteY60" fmla="*/ 304800 h 1338966"/>
              <a:gd name="connsiteX61" fmla="*/ 1054115 w 1623808"/>
              <a:gd name="connsiteY61" fmla="*/ 225425 h 1338966"/>
              <a:gd name="connsiteX62" fmla="*/ 1022365 w 1623808"/>
              <a:gd name="connsiteY62" fmla="*/ 206375 h 1338966"/>
              <a:gd name="connsiteX63" fmla="*/ 984265 w 1623808"/>
              <a:gd name="connsiteY63" fmla="*/ 180975 h 1338966"/>
              <a:gd name="connsiteX64" fmla="*/ 892190 w 1623808"/>
              <a:gd name="connsiteY64" fmla="*/ 146050 h 1338966"/>
              <a:gd name="connsiteX65" fmla="*/ 831865 w 1623808"/>
              <a:gd name="connsiteY65" fmla="*/ 120650 h 1338966"/>
              <a:gd name="connsiteX66" fmla="*/ 774715 w 1623808"/>
              <a:gd name="connsiteY66" fmla="*/ 92075 h 1338966"/>
              <a:gd name="connsiteX67" fmla="*/ 647715 w 1623808"/>
              <a:gd name="connsiteY67" fmla="*/ 38100 h 1338966"/>
              <a:gd name="connsiteX68" fmla="*/ 603265 w 1623808"/>
              <a:gd name="connsiteY68" fmla="*/ 22225 h 1338966"/>
              <a:gd name="connsiteX69" fmla="*/ 479440 w 1623808"/>
              <a:gd name="connsiteY69" fmla="*/ 19050 h 1338966"/>
              <a:gd name="connsiteX70" fmla="*/ 419115 w 1623808"/>
              <a:gd name="connsiteY70" fmla="*/ 12700 h 1338966"/>
              <a:gd name="connsiteX71" fmla="*/ 358790 w 1623808"/>
              <a:gd name="connsiteY71" fmla="*/ 0 h 133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623808" h="1338966">
                <a:moveTo>
                  <a:pt x="358790" y="0"/>
                </a:moveTo>
                <a:cubicBezTo>
                  <a:pt x="340798" y="2117"/>
                  <a:pt x="322749" y="3788"/>
                  <a:pt x="304815" y="6350"/>
                </a:cubicBezTo>
                <a:cubicBezTo>
                  <a:pt x="268146" y="11588"/>
                  <a:pt x="226942" y="22456"/>
                  <a:pt x="193690" y="34925"/>
                </a:cubicBezTo>
                <a:cubicBezTo>
                  <a:pt x="185223" y="38100"/>
                  <a:pt x="176472" y="40600"/>
                  <a:pt x="168290" y="44450"/>
                </a:cubicBezTo>
                <a:cubicBezTo>
                  <a:pt x="156476" y="50010"/>
                  <a:pt x="138046" y="60045"/>
                  <a:pt x="127015" y="69850"/>
                </a:cubicBezTo>
                <a:cubicBezTo>
                  <a:pt x="121422" y="74822"/>
                  <a:pt x="115542" y="79673"/>
                  <a:pt x="111140" y="85725"/>
                </a:cubicBezTo>
                <a:cubicBezTo>
                  <a:pt x="106791" y="91705"/>
                  <a:pt x="90055" y="131164"/>
                  <a:pt x="88915" y="133350"/>
                </a:cubicBezTo>
                <a:cubicBezTo>
                  <a:pt x="81021" y="148480"/>
                  <a:pt x="68911" y="161611"/>
                  <a:pt x="63515" y="177800"/>
                </a:cubicBezTo>
                <a:cubicBezTo>
                  <a:pt x="60340" y="187325"/>
                  <a:pt x="57614" y="197012"/>
                  <a:pt x="53990" y="206375"/>
                </a:cubicBezTo>
                <a:cubicBezTo>
                  <a:pt x="44909" y="229835"/>
                  <a:pt x="33725" y="252481"/>
                  <a:pt x="25415" y="276225"/>
                </a:cubicBezTo>
                <a:lnTo>
                  <a:pt x="3190" y="339725"/>
                </a:lnTo>
                <a:cubicBezTo>
                  <a:pt x="2132" y="346075"/>
                  <a:pt x="-215" y="352342"/>
                  <a:pt x="15" y="358775"/>
                </a:cubicBezTo>
                <a:cubicBezTo>
                  <a:pt x="3558" y="457987"/>
                  <a:pt x="-583" y="402719"/>
                  <a:pt x="9540" y="438150"/>
                </a:cubicBezTo>
                <a:cubicBezTo>
                  <a:pt x="10739" y="442346"/>
                  <a:pt x="11094" y="446798"/>
                  <a:pt x="12715" y="450850"/>
                </a:cubicBezTo>
                <a:cubicBezTo>
                  <a:pt x="15352" y="457442"/>
                  <a:pt x="19509" y="463347"/>
                  <a:pt x="22240" y="469900"/>
                </a:cubicBezTo>
                <a:cubicBezTo>
                  <a:pt x="35392" y="501465"/>
                  <a:pt x="43374" y="535460"/>
                  <a:pt x="60340" y="565150"/>
                </a:cubicBezTo>
                <a:cubicBezTo>
                  <a:pt x="64573" y="572558"/>
                  <a:pt x="68650" y="580058"/>
                  <a:pt x="73040" y="587375"/>
                </a:cubicBezTo>
                <a:cubicBezTo>
                  <a:pt x="75003" y="590647"/>
                  <a:pt x="76554" y="594347"/>
                  <a:pt x="79390" y="596900"/>
                </a:cubicBezTo>
                <a:cubicBezTo>
                  <a:pt x="87257" y="603980"/>
                  <a:pt x="95888" y="610227"/>
                  <a:pt x="104790" y="615950"/>
                </a:cubicBezTo>
                <a:cubicBezTo>
                  <a:pt x="114858" y="622422"/>
                  <a:pt x="144227" y="633917"/>
                  <a:pt x="152415" y="638175"/>
                </a:cubicBezTo>
                <a:cubicBezTo>
                  <a:pt x="169652" y="647138"/>
                  <a:pt x="186433" y="656961"/>
                  <a:pt x="203215" y="666750"/>
                </a:cubicBezTo>
                <a:cubicBezTo>
                  <a:pt x="211839" y="671781"/>
                  <a:pt x="220978" y="676194"/>
                  <a:pt x="228615" y="682625"/>
                </a:cubicBezTo>
                <a:cubicBezTo>
                  <a:pt x="241208" y="693230"/>
                  <a:pt x="250618" y="707348"/>
                  <a:pt x="263540" y="717550"/>
                </a:cubicBezTo>
                <a:cubicBezTo>
                  <a:pt x="283648" y="733425"/>
                  <a:pt x="304505" y="748396"/>
                  <a:pt x="323865" y="765175"/>
                </a:cubicBezTo>
                <a:cubicBezTo>
                  <a:pt x="336307" y="775958"/>
                  <a:pt x="347587" y="788035"/>
                  <a:pt x="358790" y="800100"/>
                </a:cubicBezTo>
                <a:cubicBezTo>
                  <a:pt x="361387" y="802896"/>
                  <a:pt x="362442" y="806927"/>
                  <a:pt x="365140" y="809625"/>
                </a:cubicBezTo>
                <a:cubicBezTo>
                  <a:pt x="370985" y="815470"/>
                  <a:pt x="378116" y="819893"/>
                  <a:pt x="384190" y="825500"/>
                </a:cubicBezTo>
                <a:cubicBezTo>
                  <a:pt x="391889" y="832606"/>
                  <a:pt x="398234" y="841180"/>
                  <a:pt x="406415" y="847725"/>
                </a:cubicBezTo>
                <a:cubicBezTo>
                  <a:pt x="414211" y="853962"/>
                  <a:pt x="423740" y="857728"/>
                  <a:pt x="431815" y="863600"/>
                </a:cubicBezTo>
                <a:cubicBezTo>
                  <a:pt x="435446" y="866241"/>
                  <a:pt x="437732" y="870452"/>
                  <a:pt x="441340" y="873125"/>
                </a:cubicBezTo>
                <a:cubicBezTo>
                  <a:pt x="466352" y="891652"/>
                  <a:pt x="491822" y="909565"/>
                  <a:pt x="517540" y="927100"/>
                </a:cubicBezTo>
                <a:cubicBezTo>
                  <a:pt x="538398" y="941322"/>
                  <a:pt x="558460" y="957085"/>
                  <a:pt x="581040" y="968375"/>
                </a:cubicBezTo>
                <a:cubicBezTo>
                  <a:pt x="585273" y="970492"/>
                  <a:pt x="590178" y="971608"/>
                  <a:pt x="593740" y="974725"/>
                </a:cubicBezTo>
                <a:cubicBezTo>
                  <a:pt x="607257" y="986552"/>
                  <a:pt x="619140" y="1000125"/>
                  <a:pt x="631840" y="1012825"/>
                </a:cubicBezTo>
                <a:cubicBezTo>
                  <a:pt x="637132" y="1018117"/>
                  <a:pt x="641808" y="1024106"/>
                  <a:pt x="647715" y="1028700"/>
                </a:cubicBezTo>
                <a:cubicBezTo>
                  <a:pt x="657240" y="1036108"/>
                  <a:pt x="667078" y="1043131"/>
                  <a:pt x="676290" y="1050925"/>
                </a:cubicBezTo>
                <a:cubicBezTo>
                  <a:pt x="704102" y="1074458"/>
                  <a:pt x="672633" y="1053047"/>
                  <a:pt x="704865" y="1076325"/>
                </a:cubicBezTo>
                <a:cubicBezTo>
                  <a:pt x="718431" y="1086122"/>
                  <a:pt x="733285" y="1094187"/>
                  <a:pt x="746140" y="1104900"/>
                </a:cubicBezTo>
                <a:cubicBezTo>
                  <a:pt x="765190" y="1120775"/>
                  <a:pt x="782026" y="1139767"/>
                  <a:pt x="803290" y="1152525"/>
                </a:cubicBezTo>
                <a:cubicBezTo>
                  <a:pt x="808582" y="1155700"/>
                  <a:pt x="814294" y="1158261"/>
                  <a:pt x="819165" y="1162050"/>
                </a:cubicBezTo>
                <a:cubicBezTo>
                  <a:pt x="823891" y="1165726"/>
                  <a:pt x="826884" y="1171429"/>
                  <a:pt x="831865" y="1174750"/>
                </a:cubicBezTo>
                <a:cubicBezTo>
                  <a:pt x="846064" y="1184216"/>
                  <a:pt x="862116" y="1190684"/>
                  <a:pt x="876315" y="1200150"/>
                </a:cubicBezTo>
                <a:cubicBezTo>
                  <a:pt x="884434" y="1205562"/>
                  <a:pt x="890088" y="1214324"/>
                  <a:pt x="898540" y="1219200"/>
                </a:cubicBezTo>
                <a:cubicBezTo>
                  <a:pt x="917813" y="1230319"/>
                  <a:pt x="939093" y="1237570"/>
                  <a:pt x="958865" y="1247775"/>
                </a:cubicBezTo>
                <a:cubicBezTo>
                  <a:pt x="971930" y="1254518"/>
                  <a:pt x="982962" y="1265519"/>
                  <a:pt x="996965" y="1270000"/>
                </a:cubicBezTo>
                <a:cubicBezTo>
                  <a:pt x="1023423" y="1278467"/>
                  <a:pt x="1050329" y="1285646"/>
                  <a:pt x="1076340" y="1295400"/>
                </a:cubicBezTo>
                <a:cubicBezTo>
                  <a:pt x="1092743" y="1301551"/>
                  <a:pt x="1107751" y="1310992"/>
                  <a:pt x="1123965" y="1317625"/>
                </a:cubicBezTo>
                <a:cubicBezTo>
                  <a:pt x="1131096" y="1320542"/>
                  <a:pt x="1138715" y="1322106"/>
                  <a:pt x="1146190" y="1323975"/>
                </a:cubicBezTo>
                <a:cubicBezTo>
                  <a:pt x="1172786" y="1330624"/>
                  <a:pt x="1190347" y="1328639"/>
                  <a:pt x="1222390" y="1330325"/>
                </a:cubicBezTo>
                <a:cubicBezTo>
                  <a:pt x="1313321" y="1341691"/>
                  <a:pt x="1298989" y="1343031"/>
                  <a:pt x="1435115" y="1327150"/>
                </a:cubicBezTo>
                <a:cubicBezTo>
                  <a:pt x="1445468" y="1325942"/>
                  <a:pt x="1454165" y="1318683"/>
                  <a:pt x="1463690" y="1314450"/>
                </a:cubicBezTo>
                <a:cubicBezTo>
                  <a:pt x="1494942" y="1283198"/>
                  <a:pt x="1527831" y="1253163"/>
                  <a:pt x="1552590" y="1216025"/>
                </a:cubicBezTo>
                <a:cubicBezTo>
                  <a:pt x="1579090" y="1176275"/>
                  <a:pt x="1599685" y="1126185"/>
                  <a:pt x="1619265" y="1082675"/>
                </a:cubicBezTo>
                <a:cubicBezTo>
                  <a:pt x="1620323" y="1041400"/>
                  <a:pt x="1626504" y="999938"/>
                  <a:pt x="1622440" y="958850"/>
                </a:cubicBezTo>
                <a:cubicBezTo>
                  <a:pt x="1603772" y="770096"/>
                  <a:pt x="1603514" y="847334"/>
                  <a:pt x="1568465" y="733425"/>
                </a:cubicBezTo>
                <a:cubicBezTo>
                  <a:pt x="1542597" y="649355"/>
                  <a:pt x="1566121" y="693811"/>
                  <a:pt x="1533540" y="628650"/>
                </a:cubicBezTo>
                <a:cubicBezTo>
                  <a:pt x="1516673" y="594917"/>
                  <a:pt x="1492158" y="583072"/>
                  <a:pt x="1460515" y="552450"/>
                </a:cubicBezTo>
                <a:cubicBezTo>
                  <a:pt x="1424695" y="517786"/>
                  <a:pt x="1424903" y="516640"/>
                  <a:pt x="1390665" y="479425"/>
                </a:cubicBezTo>
                <a:cubicBezTo>
                  <a:pt x="1377988" y="465646"/>
                  <a:pt x="1364060" y="452930"/>
                  <a:pt x="1352565" y="438150"/>
                </a:cubicBezTo>
                <a:cubicBezTo>
                  <a:pt x="1331725" y="411356"/>
                  <a:pt x="1323192" y="397947"/>
                  <a:pt x="1295415" y="374650"/>
                </a:cubicBezTo>
                <a:cubicBezTo>
                  <a:pt x="1206160" y="299791"/>
                  <a:pt x="1263817" y="348908"/>
                  <a:pt x="1181115" y="304800"/>
                </a:cubicBezTo>
                <a:cubicBezTo>
                  <a:pt x="1046502" y="233006"/>
                  <a:pt x="1129999" y="276014"/>
                  <a:pt x="1054115" y="225425"/>
                </a:cubicBezTo>
                <a:cubicBezTo>
                  <a:pt x="1043846" y="218579"/>
                  <a:pt x="1032778" y="213001"/>
                  <a:pt x="1022365" y="206375"/>
                </a:cubicBezTo>
                <a:cubicBezTo>
                  <a:pt x="1009488" y="198180"/>
                  <a:pt x="998294" y="186988"/>
                  <a:pt x="984265" y="180975"/>
                </a:cubicBezTo>
                <a:cubicBezTo>
                  <a:pt x="921782" y="154197"/>
                  <a:pt x="1023364" y="197240"/>
                  <a:pt x="892190" y="146050"/>
                </a:cubicBezTo>
                <a:cubicBezTo>
                  <a:pt x="871865" y="138118"/>
                  <a:pt x="851691" y="129759"/>
                  <a:pt x="831865" y="120650"/>
                </a:cubicBezTo>
                <a:cubicBezTo>
                  <a:pt x="812512" y="111758"/>
                  <a:pt x="794150" y="100787"/>
                  <a:pt x="774715" y="92075"/>
                </a:cubicBezTo>
                <a:cubicBezTo>
                  <a:pt x="732741" y="73259"/>
                  <a:pt x="690124" y="55912"/>
                  <a:pt x="647715" y="38100"/>
                </a:cubicBezTo>
                <a:cubicBezTo>
                  <a:pt x="647643" y="38070"/>
                  <a:pt x="613345" y="22694"/>
                  <a:pt x="603265" y="22225"/>
                </a:cubicBezTo>
                <a:cubicBezTo>
                  <a:pt x="562021" y="20307"/>
                  <a:pt x="520715" y="20108"/>
                  <a:pt x="479440" y="19050"/>
                </a:cubicBezTo>
                <a:cubicBezTo>
                  <a:pt x="422581" y="14312"/>
                  <a:pt x="460592" y="18230"/>
                  <a:pt x="419115" y="12700"/>
                </a:cubicBezTo>
                <a:lnTo>
                  <a:pt x="358790" y="0"/>
                </a:lnTo>
                <a:close/>
              </a:path>
            </a:pathLst>
          </a:custGeom>
          <a:solidFill>
            <a:schemeClr val="bg1">
              <a:lumMod val="65000"/>
              <a:alpha val="22000"/>
            </a:schemeClr>
          </a:solidFill>
          <a:ln w="19050">
            <a:solidFill>
              <a:schemeClr val="bg1">
                <a:lumMod val="50000"/>
                <a:alpha val="47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 name="任意多边形: 形状 131"/>
          <p:cNvSpPr/>
          <p:nvPr>
            <p:custDataLst>
              <p:tags r:id="rId3"/>
            </p:custDataLst>
          </p:nvPr>
        </p:nvSpPr>
        <p:spPr>
          <a:xfrm>
            <a:off x="2326400" y="2017215"/>
            <a:ext cx="3146425" cy="1965834"/>
          </a:xfrm>
          <a:custGeom>
            <a:avLst/>
            <a:gdLst>
              <a:gd name="connsiteX0" fmla="*/ 912202 w 3201377"/>
              <a:gd name="connsiteY0" fmla="*/ 15875 h 1978025"/>
              <a:gd name="connsiteX1" fmla="*/ 883627 w 3201377"/>
              <a:gd name="connsiteY1" fmla="*/ 19050 h 1978025"/>
              <a:gd name="connsiteX2" fmla="*/ 855052 w 3201377"/>
              <a:gd name="connsiteY2" fmla="*/ 28575 h 1978025"/>
              <a:gd name="connsiteX3" fmla="*/ 842352 w 3201377"/>
              <a:gd name="connsiteY3" fmla="*/ 31750 h 1978025"/>
              <a:gd name="connsiteX4" fmla="*/ 801077 w 3201377"/>
              <a:gd name="connsiteY4" fmla="*/ 47625 h 1978025"/>
              <a:gd name="connsiteX5" fmla="*/ 658202 w 3201377"/>
              <a:gd name="connsiteY5" fmla="*/ 88900 h 1978025"/>
              <a:gd name="connsiteX6" fmla="*/ 601052 w 3201377"/>
              <a:gd name="connsiteY6" fmla="*/ 117475 h 1978025"/>
              <a:gd name="connsiteX7" fmla="*/ 559777 w 3201377"/>
              <a:gd name="connsiteY7" fmla="*/ 146050 h 1978025"/>
              <a:gd name="connsiteX8" fmla="*/ 534377 w 3201377"/>
              <a:gd name="connsiteY8" fmla="*/ 165100 h 1978025"/>
              <a:gd name="connsiteX9" fmla="*/ 505802 w 3201377"/>
              <a:gd name="connsiteY9" fmla="*/ 180975 h 1978025"/>
              <a:gd name="connsiteX10" fmla="*/ 477227 w 3201377"/>
              <a:gd name="connsiteY10" fmla="*/ 200025 h 1978025"/>
              <a:gd name="connsiteX11" fmla="*/ 401027 w 3201377"/>
              <a:gd name="connsiteY11" fmla="*/ 247650 h 1978025"/>
              <a:gd name="connsiteX12" fmla="*/ 378802 w 3201377"/>
              <a:gd name="connsiteY12" fmla="*/ 263525 h 1978025"/>
              <a:gd name="connsiteX13" fmla="*/ 340702 w 3201377"/>
              <a:gd name="connsiteY13" fmla="*/ 301625 h 1978025"/>
              <a:gd name="connsiteX14" fmla="*/ 254977 w 3201377"/>
              <a:gd name="connsiteY14" fmla="*/ 384175 h 1978025"/>
              <a:gd name="connsiteX15" fmla="*/ 216877 w 3201377"/>
              <a:gd name="connsiteY15" fmla="*/ 438150 h 1978025"/>
              <a:gd name="connsiteX16" fmla="*/ 207352 w 3201377"/>
              <a:gd name="connsiteY16" fmla="*/ 457200 h 1978025"/>
              <a:gd name="connsiteX17" fmla="*/ 150202 w 3201377"/>
              <a:gd name="connsiteY17" fmla="*/ 520700 h 1978025"/>
              <a:gd name="connsiteX18" fmla="*/ 108927 w 3201377"/>
              <a:gd name="connsiteY18" fmla="*/ 568325 h 1978025"/>
              <a:gd name="connsiteX19" fmla="*/ 86702 w 3201377"/>
              <a:gd name="connsiteY19" fmla="*/ 603250 h 1978025"/>
              <a:gd name="connsiteX20" fmla="*/ 77177 w 3201377"/>
              <a:gd name="connsiteY20" fmla="*/ 631825 h 1978025"/>
              <a:gd name="connsiteX21" fmla="*/ 64477 w 3201377"/>
              <a:gd name="connsiteY21" fmla="*/ 663575 h 1978025"/>
              <a:gd name="connsiteX22" fmla="*/ 51777 w 3201377"/>
              <a:gd name="connsiteY22" fmla="*/ 720725 h 1978025"/>
              <a:gd name="connsiteX23" fmla="*/ 23202 w 3201377"/>
              <a:gd name="connsiteY23" fmla="*/ 771525 h 1978025"/>
              <a:gd name="connsiteX24" fmla="*/ 16852 w 3201377"/>
              <a:gd name="connsiteY24" fmla="*/ 809625 h 1978025"/>
              <a:gd name="connsiteX25" fmla="*/ 10502 w 3201377"/>
              <a:gd name="connsiteY25" fmla="*/ 831850 h 1978025"/>
              <a:gd name="connsiteX26" fmla="*/ 4152 w 3201377"/>
              <a:gd name="connsiteY26" fmla="*/ 860425 h 1978025"/>
              <a:gd name="connsiteX27" fmla="*/ 4152 w 3201377"/>
              <a:gd name="connsiteY27" fmla="*/ 977900 h 1978025"/>
              <a:gd name="connsiteX28" fmla="*/ 10502 w 3201377"/>
              <a:gd name="connsiteY28" fmla="*/ 1009650 h 1978025"/>
              <a:gd name="connsiteX29" fmla="*/ 13677 w 3201377"/>
              <a:gd name="connsiteY29" fmla="*/ 1035050 h 1978025"/>
              <a:gd name="connsiteX30" fmla="*/ 16852 w 3201377"/>
              <a:gd name="connsiteY30" fmla="*/ 1063625 h 1978025"/>
              <a:gd name="connsiteX31" fmla="*/ 26377 w 3201377"/>
              <a:gd name="connsiteY31" fmla="*/ 1092200 h 1978025"/>
              <a:gd name="connsiteX32" fmla="*/ 83527 w 3201377"/>
              <a:gd name="connsiteY32" fmla="*/ 1222375 h 1978025"/>
              <a:gd name="connsiteX33" fmla="*/ 96227 w 3201377"/>
              <a:gd name="connsiteY33" fmla="*/ 1247775 h 1978025"/>
              <a:gd name="connsiteX34" fmla="*/ 108927 w 3201377"/>
              <a:gd name="connsiteY34" fmla="*/ 1273175 h 1978025"/>
              <a:gd name="connsiteX35" fmla="*/ 118452 w 3201377"/>
              <a:gd name="connsiteY35" fmla="*/ 1289050 h 1978025"/>
              <a:gd name="connsiteX36" fmla="*/ 127977 w 3201377"/>
              <a:gd name="connsiteY36" fmla="*/ 1311275 h 1978025"/>
              <a:gd name="connsiteX37" fmla="*/ 181952 w 3201377"/>
              <a:gd name="connsiteY37" fmla="*/ 1377950 h 1978025"/>
              <a:gd name="connsiteX38" fmla="*/ 248627 w 3201377"/>
              <a:gd name="connsiteY38" fmla="*/ 1441450 h 1978025"/>
              <a:gd name="connsiteX39" fmla="*/ 308952 w 3201377"/>
              <a:gd name="connsiteY39" fmla="*/ 1504950 h 1978025"/>
              <a:gd name="connsiteX40" fmla="*/ 343877 w 3201377"/>
              <a:gd name="connsiteY40" fmla="*/ 1539875 h 1978025"/>
              <a:gd name="connsiteX41" fmla="*/ 366102 w 3201377"/>
              <a:gd name="connsiteY41" fmla="*/ 1562100 h 1978025"/>
              <a:gd name="connsiteX42" fmla="*/ 442302 w 3201377"/>
              <a:gd name="connsiteY42" fmla="*/ 1616075 h 1978025"/>
              <a:gd name="connsiteX43" fmla="*/ 477227 w 3201377"/>
              <a:gd name="connsiteY43" fmla="*/ 1635125 h 1978025"/>
              <a:gd name="connsiteX44" fmla="*/ 508977 w 3201377"/>
              <a:gd name="connsiteY44" fmla="*/ 1660525 h 1978025"/>
              <a:gd name="connsiteX45" fmla="*/ 534377 w 3201377"/>
              <a:gd name="connsiteY45" fmla="*/ 1673225 h 1978025"/>
              <a:gd name="connsiteX46" fmla="*/ 629627 w 3201377"/>
              <a:gd name="connsiteY46" fmla="*/ 1720850 h 1978025"/>
              <a:gd name="connsiteX47" fmla="*/ 693127 w 3201377"/>
              <a:gd name="connsiteY47" fmla="*/ 1746250 h 1978025"/>
              <a:gd name="connsiteX48" fmla="*/ 712177 w 3201377"/>
              <a:gd name="connsiteY48" fmla="*/ 1752600 h 1978025"/>
              <a:gd name="connsiteX49" fmla="*/ 775677 w 3201377"/>
              <a:gd name="connsiteY49" fmla="*/ 1778000 h 1978025"/>
              <a:gd name="connsiteX50" fmla="*/ 794727 w 3201377"/>
              <a:gd name="connsiteY50" fmla="*/ 1784350 h 1978025"/>
              <a:gd name="connsiteX51" fmla="*/ 877277 w 3201377"/>
              <a:gd name="connsiteY51" fmla="*/ 1797050 h 1978025"/>
              <a:gd name="connsiteX52" fmla="*/ 928077 w 3201377"/>
              <a:gd name="connsiteY52" fmla="*/ 1806575 h 1978025"/>
              <a:gd name="connsiteX53" fmla="*/ 991577 w 3201377"/>
              <a:gd name="connsiteY53" fmla="*/ 1822450 h 1978025"/>
              <a:gd name="connsiteX54" fmla="*/ 1058252 w 3201377"/>
              <a:gd name="connsiteY54" fmla="*/ 1831975 h 1978025"/>
              <a:gd name="connsiteX55" fmla="*/ 1159852 w 3201377"/>
              <a:gd name="connsiteY55" fmla="*/ 1857375 h 1978025"/>
              <a:gd name="connsiteX56" fmla="*/ 1267802 w 3201377"/>
              <a:gd name="connsiteY56" fmla="*/ 1873250 h 1978025"/>
              <a:gd name="connsiteX57" fmla="*/ 1413852 w 3201377"/>
              <a:gd name="connsiteY57" fmla="*/ 1889125 h 1978025"/>
              <a:gd name="connsiteX58" fmla="*/ 1474177 w 3201377"/>
              <a:gd name="connsiteY58" fmla="*/ 1892300 h 1978025"/>
              <a:gd name="connsiteX59" fmla="*/ 1613877 w 3201377"/>
              <a:gd name="connsiteY59" fmla="*/ 1908175 h 1978025"/>
              <a:gd name="connsiteX60" fmla="*/ 1639277 w 3201377"/>
              <a:gd name="connsiteY60" fmla="*/ 1911350 h 1978025"/>
              <a:gd name="connsiteX61" fmla="*/ 1810727 w 3201377"/>
              <a:gd name="connsiteY61" fmla="*/ 1924050 h 1978025"/>
              <a:gd name="connsiteX62" fmla="*/ 1975827 w 3201377"/>
              <a:gd name="connsiteY62" fmla="*/ 1946275 h 1978025"/>
              <a:gd name="connsiteX63" fmla="*/ 2013927 w 3201377"/>
              <a:gd name="connsiteY63" fmla="*/ 1949450 h 1978025"/>
              <a:gd name="connsiteX64" fmla="*/ 2102827 w 3201377"/>
              <a:gd name="connsiteY64" fmla="*/ 1962150 h 1978025"/>
              <a:gd name="connsiteX65" fmla="*/ 2140927 w 3201377"/>
              <a:gd name="connsiteY65" fmla="*/ 1968500 h 1978025"/>
              <a:gd name="connsiteX66" fmla="*/ 2188552 w 3201377"/>
              <a:gd name="connsiteY66" fmla="*/ 1971675 h 1978025"/>
              <a:gd name="connsiteX67" fmla="*/ 2239352 w 3201377"/>
              <a:gd name="connsiteY67" fmla="*/ 1978025 h 1978025"/>
              <a:gd name="connsiteX68" fmla="*/ 2490177 w 3201377"/>
              <a:gd name="connsiteY68" fmla="*/ 1965325 h 1978025"/>
              <a:gd name="connsiteX69" fmla="*/ 2579077 w 3201377"/>
              <a:gd name="connsiteY69" fmla="*/ 1946275 h 1978025"/>
              <a:gd name="connsiteX70" fmla="*/ 2721952 w 3201377"/>
              <a:gd name="connsiteY70" fmla="*/ 1914525 h 1978025"/>
              <a:gd name="connsiteX71" fmla="*/ 2769577 w 3201377"/>
              <a:gd name="connsiteY71" fmla="*/ 1898650 h 1978025"/>
              <a:gd name="connsiteX72" fmla="*/ 2810852 w 3201377"/>
              <a:gd name="connsiteY72" fmla="*/ 1889125 h 1978025"/>
              <a:gd name="connsiteX73" fmla="*/ 2861652 w 3201377"/>
              <a:gd name="connsiteY73" fmla="*/ 1873250 h 1978025"/>
              <a:gd name="connsiteX74" fmla="*/ 2890227 w 3201377"/>
              <a:gd name="connsiteY74" fmla="*/ 1866900 h 1978025"/>
              <a:gd name="connsiteX75" fmla="*/ 2928327 w 3201377"/>
              <a:gd name="connsiteY75" fmla="*/ 1854200 h 1978025"/>
              <a:gd name="connsiteX76" fmla="*/ 2944202 w 3201377"/>
              <a:gd name="connsiteY76" fmla="*/ 1847850 h 1978025"/>
              <a:gd name="connsiteX77" fmla="*/ 2960077 w 3201377"/>
              <a:gd name="connsiteY77" fmla="*/ 1844675 h 1978025"/>
              <a:gd name="connsiteX78" fmla="*/ 2995002 w 3201377"/>
              <a:gd name="connsiteY78" fmla="*/ 1835150 h 1978025"/>
              <a:gd name="connsiteX79" fmla="*/ 3020402 w 3201377"/>
              <a:gd name="connsiteY79" fmla="*/ 1825625 h 1978025"/>
              <a:gd name="connsiteX80" fmla="*/ 3061677 w 3201377"/>
              <a:gd name="connsiteY80" fmla="*/ 1816100 h 1978025"/>
              <a:gd name="connsiteX81" fmla="*/ 3093427 w 3201377"/>
              <a:gd name="connsiteY81" fmla="*/ 1797050 h 1978025"/>
              <a:gd name="connsiteX82" fmla="*/ 3134702 w 3201377"/>
              <a:gd name="connsiteY82" fmla="*/ 1749425 h 1978025"/>
              <a:gd name="connsiteX83" fmla="*/ 3163277 w 3201377"/>
              <a:gd name="connsiteY83" fmla="*/ 1708150 h 1978025"/>
              <a:gd name="connsiteX84" fmla="*/ 3185502 w 3201377"/>
              <a:gd name="connsiteY84" fmla="*/ 1651000 h 1978025"/>
              <a:gd name="connsiteX85" fmla="*/ 3201377 w 3201377"/>
              <a:gd name="connsiteY85" fmla="*/ 1600200 h 1978025"/>
              <a:gd name="connsiteX86" fmla="*/ 3198202 w 3201377"/>
              <a:gd name="connsiteY86" fmla="*/ 1501775 h 1978025"/>
              <a:gd name="connsiteX87" fmla="*/ 3185502 w 3201377"/>
              <a:gd name="connsiteY87" fmla="*/ 1438275 h 1978025"/>
              <a:gd name="connsiteX88" fmla="*/ 3172802 w 3201377"/>
              <a:gd name="connsiteY88" fmla="*/ 1406525 h 1978025"/>
              <a:gd name="connsiteX89" fmla="*/ 3163277 w 3201377"/>
              <a:gd name="connsiteY89" fmla="*/ 1374775 h 1978025"/>
              <a:gd name="connsiteX90" fmla="*/ 3128352 w 3201377"/>
              <a:gd name="connsiteY90" fmla="*/ 1292225 h 1978025"/>
              <a:gd name="connsiteX91" fmla="*/ 3058502 w 3201377"/>
              <a:gd name="connsiteY91" fmla="*/ 1209675 h 1978025"/>
              <a:gd name="connsiteX92" fmla="*/ 2975952 w 3201377"/>
              <a:gd name="connsiteY92" fmla="*/ 1130300 h 1978025"/>
              <a:gd name="connsiteX93" fmla="*/ 2956902 w 3201377"/>
              <a:gd name="connsiteY93" fmla="*/ 1108075 h 1978025"/>
              <a:gd name="connsiteX94" fmla="*/ 2925152 w 3201377"/>
              <a:gd name="connsiteY94" fmla="*/ 1082675 h 1978025"/>
              <a:gd name="connsiteX95" fmla="*/ 2896577 w 3201377"/>
              <a:gd name="connsiteY95" fmla="*/ 1057275 h 1978025"/>
              <a:gd name="connsiteX96" fmla="*/ 2836252 w 3201377"/>
              <a:gd name="connsiteY96" fmla="*/ 1012825 h 1978025"/>
              <a:gd name="connsiteX97" fmla="*/ 2817202 w 3201377"/>
              <a:gd name="connsiteY97" fmla="*/ 993775 h 1978025"/>
              <a:gd name="connsiteX98" fmla="*/ 2791802 w 3201377"/>
              <a:gd name="connsiteY98" fmla="*/ 974725 h 1978025"/>
              <a:gd name="connsiteX99" fmla="*/ 2782277 w 3201377"/>
              <a:gd name="connsiteY99" fmla="*/ 962025 h 1978025"/>
              <a:gd name="connsiteX100" fmla="*/ 2756877 w 3201377"/>
              <a:gd name="connsiteY100" fmla="*/ 949325 h 1978025"/>
              <a:gd name="connsiteX101" fmla="*/ 2725127 w 3201377"/>
              <a:gd name="connsiteY101" fmla="*/ 927100 h 1978025"/>
              <a:gd name="connsiteX102" fmla="*/ 2588602 w 3201377"/>
              <a:gd name="connsiteY102" fmla="*/ 847725 h 1978025"/>
              <a:gd name="connsiteX103" fmla="*/ 2550502 w 3201377"/>
              <a:gd name="connsiteY103" fmla="*/ 825500 h 1978025"/>
              <a:gd name="connsiteX104" fmla="*/ 2512402 w 3201377"/>
              <a:gd name="connsiteY104" fmla="*/ 800100 h 1978025"/>
              <a:gd name="connsiteX105" fmla="*/ 2480652 w 3201377"/>
              <a:gd name="connsiteY105" fmla="*/ 787400 h 1978025"/>
              <a:gd name="connsiteX106" fmla="*/ 2445727 w 3201377"/>
              <a:gd name="connsiteY106" fmla="*/ 771525 h 1978025"/>
              <a:gd name="connsiteX107" fmla="*/ 2407627 w 3201377"/>
              <a:gd name="connsiteY107" fmla="*/ 752475 h 1978025"/>
              <a:gd name="connsiteX108" fmla="*/ 2379052 w 3201377"/>
              <a:gd name="connsiteY108" fmla="*/ 742950 h 1978025"/>
              <a:gd name="connsiteX109" fmla="*/ 2242527 w 3201377"/>
              <a:gd name="connsiteY109" fmla="*/ 679450 h 1978025"/>
              <a:gd name="connsiteX110" fmla="*/ 2198077 w 3201377"/>
              <a:gd name="connsiteY110" fmla="*/ 654050 h 1978025"/>
              <a:gd name="connsiteX111" fmla="*/ 2166327 w 3201377"/>
              <a:gd name="connsiteY111" fmla="*/ 638175 h 1978025"/>
              <a:gd name="connsiteX112" fmla="*/ 2137752 w 3201377"/>
              <a:gd name="connsiteY112" fmla="*/ 619125 h 1978025"/>
              <a:gd name="connsiteX113" fmla="*/ 2109177 w 3201377"/>
              <a:gd name="connsiteY113" fmla="*/ 603250 h 1978025"/>
              <a:gd name="connsiteX114" fmla="*/ 2039327 w 3201377"/>
              <a:gd name="connsiteY114" fmla="*/ 555625 h 1978025"/>
              <a:gd name="connsiteX115" fmla="*/ 1988527 w 3201377"/>
              <a:gd name="connsiteY115" fmla="*/ 523875 h 1978025"/>
              <a:gd name="connsiteX116" fmla="*/ 1956777 w 3201377"/>
              <a:gd name="connsiteY116" fmla="*/ 498475 h 1978025"/>
              <a:gd name="connsiteX117" fmla="*/ 1899627 w 3201377"/>
              <a:gd name="connsiteY117" fmla="*/ 460375 h 1978025"/>
              <a:gd name="connsiteX118" fmla="*/ 1883752 w 3201377"/>
              <a:gd name="connsiteY118" fmla="*/ 450850 h 1978025"/>
              <a:gd name="connsiteX119" fmla="*/ 1864702 w 3201377"/>
              <a:gd name="connsiteY119" fmla="*/ 438150 h 1978025"/>
              <a:gd name="connsiteX120" fmla="*/ 1823427 w 3201377"/>
              <a:gd name="connsiteY120" fmla="*/ 412750 h 1978025"/>
              <a:gd name="connsiteX121" fmla="*/ 1794852 w 3201377"/>
              <a:gd name="connsiteY121" fmla="*/ 396875 h 1978025"/>
              <a:gd name="connsiteX122" fmla="*/ 1782152 w 3201377"/>
              <a:gd name="connsiteY122" fmla="*/ 393700 h 1978025"/>
              <a:gd name="connsiteX123" fmla="*/ 1753577 w 3201377"/>
              <a:gd name="connsiteY123" fmla="*/ 381000 h 1978025"/>
              <a:gd name="connsiteX124" fmla="*/ 1740877 w 3201377"/>
              <a:gd name="connsiteY124" fmla="*/ 371475 h 1978025"/>
              <a:gd name="connsiteX125" fmla="*/ 1731352 w 3201377"/>
              <a:gd name="connsiteY125" fmla="*/ 365125 h 1978025"/>
              <a:gd name="connsiteX126" fmla="*/ 1712302 w 3201377"/>
              <a:gd name="connsiteY126" fmla="*/ 355600 h 1978025"/>
              <a:gd name="connsiteX127" fmla="*/ 1699602 w 3201377"/>
              <a:gd name="connsiteY127" fmla="*/ 346075 h 1978025"/>
              <a:gd name="connsiteX128" fmla="*/ 1690077 w 3201377"/>
              <a:gd name="connsiteY128" fmla="*/ 339725 h 1978025"/>
              <a:gd name="connsiteX129" fmla="*/ 1680552 w 3201377"/>
              <a:gd name="connsiteY129" fmla="*/ 330200 h 1978025"/>
              <a:gd name="connsiteX130" fmla="*/ 1661502 w 3201377"/>
              <a:gd name="connsiteY130" fmla="*/ 317500 h 1978025"/>
              <a:gd name="connsiteX131" fmla="*/ 1648802 w 3201377"/>
              <a:gd name="connsiteY131" fmla="*/ 304800 h 1978025"/>
              <a:gd name="connsiteX132" fmla="*/ 1639277 w 3201377"/>
              <a:gd name="connsiteY132" fmla="*/ 292100 h 1978025"/>
              <a:gd name="connsiteX133" fmla="*/ 1626577 w 3201377"/>
              <a:gd name="connsiteY133" fmla="*/ 282575 h 1978025"/>
              <a:gd name="connsiteX134" fmla="*/ 1572602 w 3201377"/>
              <a:gd name="connsiteY134" fmla="*/ 231775 h 1978025"/>
              <a:gd name="connsiteX135" fmla="*/ 1490052 w 3201377"/>
              <a:gd name="connsiteY135" fmla="*/ 171450 h 1978025"/>
              <a:gd name="connsiteX136" fmla="*/ 1448777 w 3201377"/>
              <a:gd name="connsiteY136" fmla="*/ 136525 h 1978025"/>
              <a:gd name="connsiteX137" fmla="*/ 1439252 w 3201377"/>
              <a:gd name="connsiteY137" fmla="*/ 127000 h 1978025"/>
              <a:gd name="connsiteX138" fmla="*/ 1417027 w 3201377"/>
              <a:gd name="connsiteY138" fmla="*/ 114300 h 1978025"/>
              <a:gd name="connsiteX139" fmla="*/ 1407502 w 3201377"/>
              <a:gd name="connsiteY139" fmla="*/ 107950 h 1978025"/>
              <a:gd name="connsiteX140" fmla="*/ 1359877 w 3201377"/>
              <a:gd name="connsiteY140" fmla="*/ 85725 h 1978025"/>
              <a:gd name="connsiteX141" fmla="*/ 1315427 w 3201377"/>
              <a:gd name="connsiteY141" fmla="*/ 63500 h 1978025"/>
              <a:gd name="connsiteX142" fmla="*/ 1290027 w 3201377"/>
              <a:gd name="connsiteY142" fmla="*/ 57150 h 1978025"/>
              <a:gd name="connsiteX143" fmla="*/ 1264627 w 3201377"/>
              <a:gd name="connsiteY143" fmla="*/ 44450 h 1978025"/>
              <a:gd name="connsiteX144" fmla="*/ 1217002 w 3201377"/>
              <a:gd name="connsiteY144" fmla="*/ 28575 h 1978025"/>
              <a:gd name="connsiteX145" fmla="*/ 1188427 w 3201377"/>
              <a:gd name="connsiteY145" fmla="*/ 19050 h 1978025"/>
              <a:gd name="connsiteX146" fmla="*/ 1172552 w 3201377"/>
              <a:gd name="connsiteY146" fmla="*/ 12700 h 1978025"/>
              <a:gd name="connsiteX147" fmla="*/ 1083652 w 3201377"/>
              <a:gd name="connsiteY147" fmla="*/ 3175 h 1978025"/>
              <a:gd name="connsiteX148" fmla="*/ 1070952 w 3201377"/>
              <a:gd name="connsiteY148" fmla="*/ 0 h 1978025"/>
              <a:gd name="connsiteX149" fmla="*/ 994752 w 3201377"/>
              <a:gd name="connsiteY149" fmla="*/ 3175 h 1978025"/>
              <a:gd name="connsiteX150" fmla="*/ 947127 w 3201377"/>
              <a:gd name="connsiteY150" fmla="*/ 12700 h 1978025"/>
              <a:gd name="connsiteX151" fmla="*/ 912202 w 3201377"/>
              <a:gd name="connsiteY151" fmla="*/ 15875 h 1978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3201377" h="1978025">
                <a:moveTo>
                  <a:pt x="912202" y="15875"/>
                </a:moveTo>
                <a:cubicBezTo>
                  <a:pt x="901619" y="16933"/>
                  <a:pt x="892982" y="16971"/>
                  <a:pt x="883627" y="19050"/>
                </a:cubicBezTo>
                <a:cubicBezTo>
                  <a:pt x="873826" y="21228"/>
                  <a:pt x="864648" y="25622"/>
                  <a:pt x="855052" y="28575"/>
                </a:cubicBezTo>
                <a:cubicBezTo>
                  <a:pt x="850881" y="29858"/>
                  <a:pt x="846467" y="30298"/>
                  <a:pt x="842352" y="31750"/>
                </a:cubicBezTo>
                <a:cubicBezTo>
                  <a:pt x="828451" y="36656"/>
                  <a:pt x="815350" y="43942"/>
                  <a:pt x="801077" y="47625"/>
                </a:cubicBezTo>
                <a:cubicBezTo>
                  <a:pt x="761063" y="57951"/>
                  <a:pt x="700365" y="70454"/>
                  <a:pt x="658202" y="88900"/>
                </a:cubicBezTo>
                <a:cubicBezTo>
                  <a:pt x="638689" y="97437"/>
                  <a:pt x="618091" y="104696"/>
                  <a:pt x="601052" y="117475"/>
                </a:cubicBezTo>
                <a:cubicBezTo>
                  <a:pt x="502253" y="191575"/>
                  <a:pt x="624647" y="101140"/>
                  <a:pt x="559777" y="146050"/>
                </a:cubicBezTo>
                <a:cubicBezTo>
                  <a:pt x="551075" y="152074"/>
                  <a:pt x="543262" y="159351"/>
                  <a:pt x="534377" y="165100"/>
                </a:cubicBezTo>
                <a:cubicBezTo>
                  <a:pt x="525229" y="171019"/>
                  <a:pt x="515100" y="175293"/>
                  <a:pt x="505802" y="180975"/>
                </a:cubicBezTo>
                <a:cubicBezTo>
                  <a:pt x="496034" y="186944"/>
                  <a:pt x="487075" y="194189"/>
                  <a:pt x="477227" y="200025"/>
                </a:cubicBezTo>
                <a:cubicBezTo>
                  <a:pt x="365109" y="266465"/>
                  <a:pt x="454927" y="206188"/>
                  <a:pt x="401027" y="247650"/>
                </a:cubicBezTo>
                <a:cubicBezTo>
                  <a:pt x="393811" y="253201"/>
                  <a:pt x="385587" y="257454"/>
                  <a:pt x="378802" y="263525"/>
                </a:cubicBezTo>
                <a:cubicBezTo>
                  <a:pt x="365417" y="275501"/>
                  <a:pt x="354219" y="289798"/>
                  <a:pt x="340702" y="301625"/>
                </a:cubicBezTo>
                <a:cubicBezTo>
                  <a:pt x="314679" y="324395"/>
                  <a:pt x="270734" y="361853"/>
                  <a:pt x="254977" y="384175"/>
                </a:cubicBezTo>
                <a:cubicBezTo>
                  <a:pt x="242277" y="402167"/>
                  <a:pt x="226726" y="418452"/>
                  <a:pt x="216877" y="438150"/>
                </a:cubicBezTo>
                <a:cubicBezTo>
                  <a:pt x="213702" y="444500"/>
                  <a:pt x="211509" y="451445"/>
                  <a:pt x="207352" y="457200"/>
                </a:cubicBezTo>
                <a:cubicBezTo>
                  <a:pt x="176229" y="500293"/>
                  <a:pt x="181286" y="486656"/>
                  <a:pt x="150202" y="520700"/>
                </a:cubicBezTo>
                <a:cubicBezTo>
                  <a:pt x="136037" y="536214"/>
                  <a:pt x="120205" y="550602"/>
                  <a:pt x="108927" y="568325"/>
                </a:cubicBezTo>
                <a:cubicBezTo>
                  <a:pt x="101519" y="579967"/>
                  <a:pt x="92873" y="590908"/>
                  <a:pt x="86702" y="603250"/>
                </a:cubicBezTo>
                <a:cubicBezTo>
                  <a:pt x="82212" y="612230"/>
                  <a:pt x="80648" y="622404"/>
                  <a:pt x="77177" y="631825"/>
                </a:cubicBezTo>
                <a:cubicBezTo>
                  <a:pt x="73236" y="642521"/>
                  <a:pt x="67752" y="652657"/>
                  <a:pt x="64477" y="663575"/>
                </a:cubicBezTo>
                <a:cubicBezTo>
                  <a:pt x="58442" y="683691"/>
                  <a:pt x="59106" y="701181"/>
                  <a:pt x="51777" y="720725"/>
                </a:cubicBezTo>
                <a:cubicBezTo>
                  <a:pt x="45340" y="737890"/>
                  <a:pt x="32778" y="756203"/>
                  <a:pt x="23202" y="771525"/>
                </a:cubicBezTo>
                <a:cubicBezTo>
                  <a:pt x="21085" y="784225"/>
                  <a:pt x="19504" y="797026"/>
                  <a:pt x="16852" y="809625"/>
                </a:cubicBezTo>
                <a:cubicBezTo>
                  <a:pt x="15265" y="817165"/>
                  <a:pt x="12371" y="824375"/>
                  <a:pt x="10502" y="831850"/>
                </a:cubicBezTo>
                <a:cubicBezTo>
                  <a:pt x="8135" y="841316"/>
                  <a:pt x="6269" y="850900"/>
                  <a:pt x="4152" y="860425"/>
                </a:cubicBezTo>
                <a:cubicBezTo>
                  <a:pt x="-997" y="911910"/>
                  <a:pt x="-1760" y="904982"/>
                  <a:pt x="4152" y="977900"/>
                </a:cubicBezTo>
                <a:cubicBezTo>
                  <a:pt x="5024" y="988658"/>
                  <a:pt x="8728" y="999004"/>
                  <a:pt x="10502" y="1009650"/>
                </a:cubicBezTo>
                <a:cubicBezTo>
                  <a:pt x="11905" y="1018066"/>
                  <a:pt x="12680" y="1026576"/>
                  <a:pt x="13677" y="1035050"/>
                </a:cubicBezTo>
                <a:cubicBezTo>
                  <a:pt x="14797" y="1044568"/>
                  <a:pt x="14773" y="1054270"/>
                  <a:pt x="16852" y="1063625"/>
                </a:cubicBezTo>
                <a:cubicBezTo>
                  <a:pt x="19030" y="1073426"/>
                  <a:pt x="22946" y="1082764"/>
                  <a:pt x="26377" y="1092200"/>
                </a:cubicBezTo>
                <a:cubicBezTo>
                  <a:pt x="46206" y="1146730"/>
                  <a:pt x="53275" y="1158312"/>
                  <a:pt x="83527" y="1222375"/>
                </a:cubicBezTo>
                <a:cubicBezTo>
                  <a:pt x="87569" y="1230935"/>
                  <a:pt x="91994" y="1239308"/>
                  <a:pt x="96227" y="1247775"/>
                </a:cubicBezTo>
                <a:cubicBezTo>
                  <a:pt x="100460" y="1256242"/>
                  <a:pt x="104057" y="1265058"/>
                  <a:pt x="108927" y="1273175"/>
                </a:cubicBezTo>
                <a:cubicBezTo>
                  <a:pt x="112102" y="1278467"/>
                  <a:pt x="115692" y="1283530"/>
                  <a:pt x="118452" y="1289050"/>
                </a:cubicBezTo>
                <a:cubicBezTo>
                  <a:pt x="122057" y="1296259"/>
                  <a:pt x="123830" y="1304364"/>
                  <a:pt x="127977" y="1311275"/>
                </a:cubicBezTo>
                <a:cubicBezTo>
                  <a:pt x="136027" y="1324692"/>
                  <a:pt x="177338" y="1373556"/>
                  <a:pt x="181952" y="1377950"/>
                </a:cubicBezTo>
                <a:cubicBezTo>
                  <a:pt x="204177" y="1399117"/>
                  <a:pt x="228979" y="1417872"/>
                  <a:pt x="248627" y="1441450"/>
                </a:cubicBezTo>
                <a:cubicBezTo>
                  <a:pt x="277916" y="1476597"/>
                  <a:pt x="258657" y="1454655"/>
                  <a:pt x="308952" y="1504950"/>
                </a:cubicBezTo>
                <a:lnTo>
                  <a:pt x="343877" y="1539875"/>
                </a:lnTo>
                <a:cubicBezTo>
                  <a:pt x="351285" y="1547283"/>
                  <a:pt x="357553" y="1556044"/>
                  <a:pt x="366102" y="1562100"/>
                </a:cubicBezTo>
                <a:cubicBezTo>
                  <a:pt x="391502" y="1580092"/>
                  <a:pt x="414976" y="1601170"/>
                  <a:pt x="442302" y="1616075"/>
                </a:cubicBezTo>
                <a:cubicBezTo>
                  <a:pt x="453944" y="1622425"/>
                  <a:pt x="466193" y="1627769"/>
                  <a:pt x="477227" y="1635125"/>
                </a:cubicBezTo>
                <a:cubicBezTo>
                  <a:pt x="539809" y="1676847"/>
                  <a:pt x="428237" y="1614388"/>
                  <a:pt x="508977" y="1660525"/>
                </a:cubicBezTo>
                <a:cubicBezTo>
                  <a:pt x="517196" y="1665221"/>
                  <a:pt x="526025" y="1668770"/>
                  <a:pt x="534377" y="1673225"/>
                </a:cubicBezTo>
                <a:cubicBezTo>
                  <a:pt x="578090" y="1696538"/>
                  <a:pt x="555038" y="1691014"/>
                  <a:pt x="629627" y="1720850"/>
                </a:cubicBezTo>
                <a:lnTo>
                  <a:pt x="693127" y="1746250"/>
                </a:lnTo>
                <a:cubicBezTo>
                  <a:pt x="699374" y="1748653"/>
                  <a:pt x="705930" y="1750197"/>
                  <a:pt x="712177" y="1752600"/>
                </a:cubicBezTo>
                <a:cubicBezTo>
                  <a:pt x="733455" y="1760784"/>
                  <a:pt x="754050" y="1770791"/>
                  <a:pt x="775677" y="1778000"/>
                </a:cubicBezTo>
                <a:cubicBezTo>
                  <a:pt x="782027" y="1780117"/>
                  <a:pt x="788211" y="1782817"/>
                  <a:pt x="794727" y="1784350"/>
                </a:cubicBezTo>
                <a:cubicBezTo>
                  <a:pt x="825352" y="1791556"/>
                  <a:pt x="845071" y="1791856"/>
                  <a:pt x="877277" y="1797050"/>
                </a:cubicBezTo>
                <a:cubicBezTo>
                  <a:pt x="894286" y="1799793"/>
                  <a:pt x="911259" y="1802838"/>
                  <a:pt x="928077" y="1806575"/>
                </a:cubicBezTo>
                <a:cubicBezTo>
                  <a:pt x="949376" y="1811308"/>
                  <a:pt x="970295" y="1817644"/>
                  <a:pt x="991577" y="1822450"/>
                </a:cubicBezTo>
                <a:cubicBezTo>
                  <a:pt x="1021096" y="1829116"/>
                  <a:pt x="1028994" y="1829049"/>
                  <a:pt x="1058252" y="1831975"/>
                </a:cubicBezTo>
                <a:cubicBezTo>
                  <a:pt x="1089580" y="1840519"/>
                  <a:pt x="1129980" y="1851944"/>
                  <a:pt x="1159852" y="1857375"/>
                </a:cubicBezTo>
                <a:cubicBezTo>
                  <a:pt x="1195636" y="1863881"/>
                  <a:pt x="1231713" y="1868739"/>
                  <a:pt x="1267802" y="1873250"/>
                </a:cubicBezTo>
                <a:cubicBezTo>
                  <a:pt x="1310976" y="1878647"/>
                  <a:pt x="1375081" y="1887084"/>
                  <a:pt x="1413852" y="1889125"/>
                </a:cubicBezTo>
                <a:lnTo>
                  <a:pt x="1474177" y="1892300"/>
                </a:lnTo>
                <a:cubicBezTo>
                  <a:pt x="1557448" y="1904196"/>
                  <a:pt x="1488314" y="1894958"/>
                  <a:pt x="1613877" y="1908175"/>
                </a:cubicBezTo>
                <a:cubicBezTo>
                  <a:pt x="1622363" y="1909068"/>
                  <a:pt x="1630791" y="1910457"/>
                  <a:pt x="1639277" y="1911350"/>
                </a:cubicBezTo>
                <a:cubicBezTo>
                  <a:pt x="1696215" y="1917343"/>
                  <a:pt x="1753663" y="1920246"/>
                  <a:pt x="1810727" y="1924050"/>
                </a:cubicBezTo>
                <a:cubicBezTo>
                  <a:pt x="1865760" y="1931458"/>
                  <a:pt x="1920489" y="1941664"/>
                  <a:pt x="1975827" y="1946275"/>
                </a:cubicBezTo>
                <a:cubicBezTo>
                  <a:pt x="1988527" y="1947333"/>
                  <a:pt x="2001281" y="1947869"/>
                  <a:pt x="2013927" y="1949450"/>
                </a:cubicBezTo>
                <a:cubicBezTo>
                  <a:pt x="2043630" y="1953163"/>
                  <a:pt x="2073224" y="1957710"/>
                  <a:pt x="2102827" y="1962150"/>
                </a:cubicBezTo>
                <a:cubicBezTo>
                  <a:pt x="2115560" y="1964060"/>
                  <a:pt x="2128131" y="1967078"/>
                  <a:pt x="2140927" y="1968500"/>
                </a:cubicBezTo>
                <a:cubicBezTo>
                  <a:pt x="2156740" y="1970257"/>
                  <a:pt x="2172716" y="1970142"/>
                  <a:pt x="2188552" y="1971675"/>
                </a:cubicBezTo>
                <a:cubicBezTo>
                  <a:pt x="2205538" y="1973319"/>
                  <a:pt x="2222419" y="1975908"/>
                  <a:pt x="2239352" y="1978025"/>
                </a:cubicBezTo>
                <a:cubicBezTo>
                  <a:pt x="2349322" y="1976061"/>
                  <a:pt x="2396628" y="1981834"/>
                  <a:pt x="2490177" y="1965325"/>
                </a:cubicBezTo>
                <a:cubicBezTo>
                  <a:pt x="2520022" y="1960058"/>
                  <a:pt x="2549427" y="1952547"/>
                  <a:pt x="2579077" y="1946275"/>
                </a:cubicBezTo>
                <a:cubicBezTo>
                  <a:pt x="2619879" y="1937644"/>
                  <a:pt x="2680902" y="1925928"/>
                  <a:pt x="2721952" y="1914525"/>
                </a:cubicBezTo>
                <a:cubicBezTo>
                  <a:pt x="2738075" y="1910046"/>
                  <a:pt x="2753272" y="1902413"/>
                  <a:pt x="2769577" y="1898650"/>
                </a:cubicBezTo>
                <a:cubicBezTo>
                  <a:pt x="2783335" y="1895475"/>
                  <a:pt x="2797240" y="1892880"/>
                  <a:pt x="2810852" y="1889125"/>
                </a:cubicBezTo>
                <a:cubicBezTo>
                  <a:pt x="2827954" y="1884407"/>
                  <a:pt x="2844334" y="1877099"/>
                  <a:pt x="2861652" y="1873250"/>
                </a:cubicBezTo>
                <a:cubicBezTo>
                  <a:pt x="2871177" y="1871133"/>
                  <a:pt x="2880845" y="1869581"/>
                  <a:pt x="2890227" y="1866900"/>
                </a:cubicBezTo>
                <a:cubicBezTo>
                  <a:pt x="2903099" y="1863222"/>
                  <a:pt x="2915898" y="1859172"/>
                  <a:pt x="2928327" y="1854200"/>
                </a:cubicBezTo>
                <a:cubicBezTo>
                  <a:pt x="2933619" y="1852083"/>
                  <a:pt x="2938743" y="1849488"/>
                  <a:pt x="2944202" y="1847850"/>
                </a:cubicBezTo>
                <a:cubicBezTo>
                  <a:pt x="2949371" y="1846299"/>
                  <a:pt x="2954785" y="1845733"/>
                  <a:pt x="2960077" y="1844675"/>
                </a:cubicBezTo>
                <a:cubicBezTo>
                  <a:pt x="2980617" y="1830981"/>
                  <a:pt x="2957060" y="1844636"/>
                  <a:pt x="2995002" y="1835150"/>
                </a:cubicBezTo>
                <a:cubicBezTo>
                  <a:pt x="3003774" y="1832957"/>
                  <a:pt x="3011771" y="1828322"/>
                  <a:pt x="3020402" y="1825625"/>
                </a:cubicBezTo>
                <a:cubicBezTo>
                  <a:pt x="3034018" y="1821370"/>
                  <a:pt x="3047768" y="1818882"/>
                  <a:pt x="3061677" y="1816100"/>
                </a:cubicBezTo>
                <a:cubicBezTo>
                  <a:pt x="3074075" y="1809901"/>
                  <a:pt x="3081933" y="1806628"/>
                  <a:pt x="3093427" y="1797050"/>
                </a:cubicBezTo>
                <a:cubicBezTo>
                  <a:pt x="3109120" y="1783973"/>
                  <a:pt x="3122940" y="1765598"/>
                  <a:pt x="3134702" y="1749425"/>
                </a:cubicBezTo>
                <a:cubicBezTo>
                  <a:pt x="3144544" y="1735892"/>
                  <a:pt x="3155602" y="1723020"/>
                  <a:pt x="3163277" y="1708150"/>
                </a:cubicBezTo>
                <a:cubicBezTo>
                  <a:pt x="3172652" y="1689987"/>
                  <a:pt x="3177450" y="1669787"/>
                  <a:pt x="3185502" y="1651000"/>
                </a:cubicBezTo>
                <a:cubicBezTo>
                  <a:pt x="3198871" y="1619807"/>
                  <a:pt x="3193279" y="1636643"/>
                  <a:pt x="3201377" y="1600200"/>
                </a:cubicBezTo>
                <a:cubicBezTo>
                  <a:pt x="3200319" y="1567392"/>
                  <a:pt x="3200487" y="1534521"/>
                  <a:pt x="3198202" y="1501775"/>
                </a:cubicBezTo>
                <a:cubicBezTo>
                  <a:pt x="3197374" y="1489913"/>
                  <a:pt x="3190259" y="1452546"/>
                  <a:pt x="3185502" y="1438275"/>
                </a:cubicBezTo>
                <a:cubicBezTo>
                  <a:pt x="3181897" y="1427461"/>
                  <a:pt x="3176568" y="1417284"/>
                  <a:pt x="3172802" y="1406525"/>
                </a:cubicBezTo>
                <a:cubicBezTo>
                  <a:pt x="3169152" y="1396096"/>
                  <a:pt x="3166771" y="1385257"/>
                  <a:pt x="3163277" y="1374775"/>
                </a:cubicBezTo>
                <a:cubicBezTo>
                  <a:pt x="3157374" y="1357067"/>
                  <a:pt x="3141128" y="1308196"/>
                  <a:pt x="3128352" y="1292225"/>
                </a:cubicBezTo>
                <a:cubicBezTo>
                  <a:pt x="3111508" y="1271169"/>
                  <a:pt x="3074339" y="1223752"/>
                  <a:pt x="3058502" y="1209675"/>
                </a:cubicBezTo>
                <a:cubicBezTo>
                  <a:pt x="3029838" y="1184196"/>
                  <a:pt x="3001147" y="1159694"/>
                  <a:pt x="2975952" y="1130300"/>
                </a:cubicBezTo>
                <a:cubicBezTo>
                  <a:pt x="2969602" y="1122892"/>
                  <a:pt x="2964020" y="1114748"/>
                  <a:pt x="2956902" y="1108075"/>
                </a:cubicBezTo>
                <a:cubicBezTo>
                  <a:pt x="2947014" y="1098805"/>
                  <a:pt x="2935282" y="1091679"/>
                  <a:pt x="2925152" y="1082675"/>
                </a:cubicBezTo>
                <a:cubicBezTo>
                  <a:pt x="2915627" y="1074208"/>
                  <a:pt x="2906637" y="1065099"/>
                  <a:pt x="2896577" y="1057275"/>
                </a:cubicBezTo>
                <a:cubicBezTo>
                  <a:pt x="2837692" y="1011476"/>
                  <a:pt x="2899475" y="1068145"/>
                  <a:pt x="2836252" y="1012825"/>
                </a:cubicBezTo>
                <a:cubicBezTo>
                  <a:pt x="2829494" y="1006911"/>
                  <a:pt x="2824020" y="999619"/>
                  <a:pt x="2817202" y="993775"/>
                </a:cubicBezTo>
                <a:cubicBezTo>
                  <a:pt x="2809167" y="986887"/>
                  <a:pt x="2799633" y="981844"/>
                  <a:pt x="2791802" y="974725"/>
                </a:cubicBezTo>
                <a:cubicBezTo>
                  <a:pt x="2787886" y="971165"/>
                  <a:pt x="2786557" y="965137"/>
                  <a:pt x="2782277" y="962025"/>
                </a:cubicBezTo>
                <a:cubicBezTo>
                  <a:pt x="2774621" y="956457"/>
                  <a:pt x="2764954" y="954261"/>
                  <a:pt x="2756877" y="949325"/>
                </a:cubicBezTo>
                <a:cubicBezTo>
                  <a:pt x="2745854" y="942589"/>
                  <a:pt x="2736099" y="933920"/>
                  <a:pt x="2725127" y="927100"/>
                </a:cubicBezTo>
                <a:cubicBezTo>
                  <a:pt x="2657680" y="885173"/>
                  <a:pt x="2647884" y="881601"/>
                  <a:pt x="2588602" y="847725"/>
                </a:cubicBezTo>
                <a:cubicBezTo>
                  <a:pt x="2575836" y="840430"/>
                  <a:pt x="2562735" y="833656"/>
                  <a:pt x="2550502" y="825500"/>
                </a:cubicBezTo>
                <a:cubicBezTo>
                  <a:pt x="2537802" y="817033"/>
                  <a:pt x="2525802" y="807409"/>
                  <a:pt x="2512402" y="800100"/>
                </a:cubicBezTo>
                <a:cubicBezTo>
                  <a:pt x="2502395" y="794642"/>
                  <a:pt x="2491129" y="791890"/>
                  <a:pt x="2480652" y="787400"/>
                </a:cubicBezTo>
                <a:cubicBezTo>
                  <a:pt x="2468898" y="782363"/>
                  <a:pt x="2457263" y="777042"/>
                  <a:pt x="2445727" y="771525"/>
                </a:cubicBezTo>
                <a:cubicBezTo>
                  <a:pt x="2432918" y="765399"/>
                  <a:pt x="2420678" y="758068"/>
                  <a:pt x="2407627" y="752475"/>
                </a:cubicBezTo>
                <a:cubicBezTo>
                  <a:pt x="2398399" y="748520"/>
                  <a:pt x="2388305" y="746846"/>
                  <a:pt x="2379052" y="742950"/>
                </a:cubicBezTo>
                <a:cubicBezTo>
                  <a:pt x="2363149" y="736254"/>
                  <a:pt x="2272100" y="696349"/>
                  <a:pt x="2242527" y="679450"/>
                </a:cubicBezTo>
                <a:cubicBezTo>
                  <a:pt x="2227710" y="670983"/>
                  <a:pt x="2213082" y="662178"/>
                  <a:pt x="2198077" y="654050"/>
                </a:cubicBezTo>
                <a:cubicBezTo>
                  <a:pt x="2187673" y="648414"/>
                  <a:pt x="2176567" y="644104"/>
                  <a:pt x="2166327" y="638175"/>
                </a:cubicBezTo>
                <a:cubicBezTo>
                  <a:pt x="2156420" y="632439"/>
                  <a:pt x="2147520" y="625094"/>
                  <a:pt x="2137752" y="619125"/>
                </a:cubicBezTo>
                <a:cubicBezTo>
                  <a:pt x="2128454" y="613443"/>
                  <a:pt x="2118333" y="609157"/>
                  <a:pt x="2109177" y="603250"/>
                </a:cubicBezTo>
                <a:cubicBezTo>
                  <a:pt x="2085497" y="587973"/>
                  <a:pt x="2063224" y="570561"/>
                  <a:pt x="2039327" y="555625"/>
                </a:cubicBezTo>
                <a:cubicBezTo>
                  <a:pt x="2022394" y="545042"/>
                  <a:pt x="2004945" y="535241"/>
                  <a:pt x="1988527" y="523875"/>
                </a:cubicBezTo>
                <a:cubicBezTo>
                  <a:pt x="1977384" y="516160"/>
                  <a:pt x="1967806" y="506353"/>
                  <a:pt x="1956777" y="498475"/>
                </a:cubicBezTo>
                <a:cubicBezTo>
                  <a:pt x="1938146" y="485167"/>
                  <a:pt x="1918804" y="472882"/>
                  <a:pt x="1899627" y="460375"/>
                </a:cubicBezTo>
                <a:cubicBezTo>
                  <a:pt x="1894458" y="457004"/>
                  <a:pt x="1888116" y="455214"/>
                  <a:pt x="1883752" y="450850"/>
                </a:cubicBezTo>
                <a:cubicBezTo>
                  <a:pt x="1862173" y="429271"/>
                  <a:pt x="1885707" y="449965"/>
                  <a:pt x="1864702" y="438150"/>
                </a:cubicBezTo>
                <a:cubicBezTo>
                  <a:pt x="1850622" y="430230"/>
                  <a:pt x="1837212" y="421174"/>
                  <a:pt x="1823427" y="412750"/>
                </a:cubicBezTo>
                <a:cubicBezTo>
                  <a:pt x="1817008" y="408827"/>
                  <a:pt x="1802706" y="399820"/>
                  <a:pt x="1794852" y="396875"/>
                </a:cubicBezTo>
                <a:cubicBezTo>
                  <a:pt x="1790766" y="395343"/>
                  <a:pt x="1786385" y="394758"/>
                  <a:pt x="1782152" y="393700"/>
                </a:cubicBezTo>
                <a:cubicBezTo>
                  <a:pt x="1748611" y="368544"/>
                  <a:pt x="1791492" y="397851"/>
                  <a:pt x="1753577" y="381000"/>
                </a:cubicBezTo>
                <a:cubicBezTo>
                  <a:pt x="1748741" y="378851"/>
                  <a:pt x="1745183" y="374551"/>
                  <a:pt x="1740877" y="371475"/>
                </a:cubicBezTo>
                <a:cubicBezTo>
                  <a:pt x="1737772" y="369257"/>
                  <a:pt x="1734688" y="366978"/>
                  <a:pt x="1731352" y="365125"/>
                </a:cubicBezTo>
                <a:cubicBezTo>
                  <a:pt x="1725146" y="361677"/>
                  <a:pt x="1718390" y="359253"/>
                  <a:pt x="1712302" y="355600"/>
                </a:cubicBezTo>
                <a:cubicBezTo>
                  <a:pt x="1707764" y="352877"/>
                  <a:pt x="1703908" y="349151"/>
                  <a:pt x="1699602" y="346075"/>
                </a:cubicBezTo>
                <a:cubicBezTo>
                  <a:pt x="1696497" y="343857"/>
                  <a:pt x="1693008" y="342168"/>
                  <a:pt x="1690077" y="339725"/>
                </a:cubicBezTo>
                <a:cubicBezTo>
                  <a:pt x="1686628" y="336850"/>
                  <a:pt x="1684096" y="332957"/>
                  <a:pt x="1680552" y="330200"/>
                </a:cubicBezTo>
                <a:cubicBezTo>
                  <a:pt x="1674528" y="325515"/>
                  <a:pt x="1666898" y="322896"/>
                  <a:pt x="1661502" y="317500"/>
                </a:cubicBezTo>
                <a:cubicBezTo>
                  <a:pt x="1657269" y="313267"/>
                  <a:pt x="1652744" y="309306"/>
                  <a:pt x="1648802" y="304800"/>
                </a:cubicBezTo>
                <a:cubicBezTo>
                  <a:pt x="1645317" y="300818"/>
                  <a:pt x="1643019" y="295842"/>
                  <a:pt x="1639277" y="292100"/>
                </a:cubicBezTo>
                <a:cubicBezTo>
                  <a:pt x="1635535" y="288358"/>
                  <a:pt x="1630478" y="286151"/>
                  <a:pt x="1626577" y="282575"/>
                </a:cubicBezTo>
                <a:cubicBezTo>
                  <a:pt x="1584951" y="244418"/>
                  <a:pt x="1617805" y="269116"/>
                  <a:pt x="1572602" y="231775"/>
                </a:cubicBezTo>
                <a:cubicBezTo>
                  <a:pt x="1456875" y="136174"/>
                  <a:pt x="1591845" y="248813"/>
                  <a:pt x="1490052" y="171450"/>
                </a:cubicBezTo>
                <a:cubicBezTo>
                  <a:pt x="1475703" y="160545"/>
                  <a:pt x="1461521" y="149269"/>
                  <a:pt x="1448777" y="136525"/>
                </a:cubicBezTo>
                <a:cubicBezTo>
                  <a:pt x="1445602" y="133350"/>
                  <a:pt x="1442930" y="129575"/>
                  <a:pt x="1439252" y="127000"/>
                </a:cubicBezTo>
                <a:cubicBezTo>
                  <a:pt x="1432262" y="122107"/>
                  <a:pt x="1424344" y="118690"/>
                  <a:pt x="1417027" y="114300"/>
                </a:cubicBezTo>
                <a:cubicBezTo>
                  <a:pt x="1413755" y="112337"/>
                  <a:pt x="1410852" y="109777"/>
                  <a:pt x="1407502" y="107950"/>
                </a:cubicBezTo>
                <a:cubicBezTo>
                  <a:pt x="1371322" y="88216"/>
                  <a:pt x="1393843" y="101899"/>
                  <a:pt x="1359877" y="85725"/>
                </a:cubicBezTo>
                <a:cubicBezTo>
                  <a:pt x="1344921" y="78603"/>
                  <a:pt x="1331498" y="67518"/>
                  <a:pt x="1315427" y="63500"/>
                </a:cubicBezTo>
                <a:cubicBezTo>
                  <a:pt x="1306960" y="61383"/>
                  <a:pt x="1298199" y="60214"/>
                  <a:pt x="1290027" y="57150"/>
                </a:cubicBezTo>
                <a:cubicBezTo>
                  <a:pt x="1281164" y="53826"/>
                  <a:pt x="1273442" y="47899"/>
                  <a:pt x="1264627" y="44450"/>
                </a:cubicBezTo>
                <a:cubicBezTo>
                  <a:pt x="1249044" y="38352"/>
                  <a:pt x="1232877" y="33867"/>
                  <a:pt x="1217002" y="28575"/>
                </a:cubicBezTo>
                <a:cubicBezTo>
                  <a:pt x="1207477" y="25400"/>
                  <a:pt x="1197749" y="22779"/>
                  <a:pt x="1188427" y="19050"/>
                </a:cubicBezTo>
                <a:cubicBezTo>
                  <a:pt x="1183135" y="16933"/>
                  <a:pt x="1178180" y="13600"/>
                  <a:pt x="1172552" y="12700"/>
                </a:cubicBezTo>
                <a:cubicBezTo>
                  <a:pt x="1143123" y="7991"/>
                  <a:pt x="1113049" y="8075"/>
                  <a:pt x="1083652" y="3175"/>
                </a:cubicBezTo>
                <a:cubicBezTo>
                  <a:pt x="1079348" y="2458"/>
                  <a:pt x="1075185" y="1058"/>
                  <a:pt x="1070952" y="0"/>
                </a:cubicBezTo>
                <a:cubicBezTo>
                  <a:pt x="1045552" y="1058"/>
                  <a:pt x="1020041" y="581"/>
                  <a:pt x="994752" y="3175"/>
                </a:cubicBezTo>
                <a:cubicBezTo>
                  <a:pt x="978647" y="4827"/>
                  <a:pt x="963002" y="9525"/>
                  <a:pt x="947127" y="12700"/>
                </a:cubicBezTo>
                <a:cubicBezTo>
                  <a:pt x="927970" y="16531"/>
                  <a:pt x="922785" y="14817"/>
                  <a:pt x="912202" y="15875"/>
                </a:cubicBezTo>
                <a:close/>
              </a:path>
            </a:pathLst>
          </a:custGeom>
          <a:solidFill>
            <a:srgbClr val="B60A70">
              <a:alpha val="20000"/>
            </a:srgbClr>
          </a:solidFill>
          <a:ln w="19050">
            <a:solidFill>
              <a:srgbClr val="B60A70">
                <a:alpha val="46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Text Box 2"/>
          <p:cNvSpPr txBox="1">
            <a:spLocks noChangeArrowheads="1"/>
          </p:cNvSpPr>
          <p:nvPr>
            <p:custDataLst>
              <p:tags r:id="rId4"/>
            </p:custDataLst>
          </p:nvPr>
        </p:nvSpPr>
        <p:spPr bwMode="auto">
          <a:xfrm>
            <a:off x="-2348" y="3819609"/>
            <a:ext cx="1517833" cy="1243738"/>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第五次循环：</a:t>
            </a:r>
            <a:endParaRPr kumimoji="1" lang="en-US" altLang="zh-CN" sz="2000" b="1" dirty="0">
              <a:solidFill>
                <a:srgbClr val="0099BC"/>
              </a:solidFill>
              <a:latin typeface="+mn-ea"/>
              <a:cs typeface="Consolas" panose="020B0609020204030204" pitchFamily="49" charset="0"/>
            </a:endParaRPr>
          </a:p>
          <a:p>
            <a:pPr>
              <a:lnSpc>
                <a:spcPct val="150000"/>
              </a:lnSpc>
            </a:pPr>
            <a:r>
              <a:rPr kumimoji="1" lang="en-US" altLang="zh-CN" b="1" dirty="0">
                <a:solidFill>
                  <a:srgbClr val="B60A70"/>
                </a:solidFill>
                <a:latin typeface="+mn-ea"/>
                <a:cs typeface="Consolas" panose="020B0609020204030204" pitchFamily="49" charset="0"/>
              </a:rPr>
              <a:t>S</a:t>
            </a:r>
            <a:r>
              <a:rPr kumimoji="1" lang="zh-CN" altLang="en-US" b="1" dirty="0">
                <a:solidFill>
                  <a:srgbClr val="B60A70"/>
                </a:solidFill>
                <a:latin typeface="+mn-ea"/>
                <a:cs typeface="Consolas" panose="020B0609020204030204" pitchFamily="49" charset="0"/>
              </a:rPr>
              <a:t>：</a:t>
            </a:r>
            <a:endParaRPr kumimoji="1" lang="en-US" altLang="zh-CN" b="1" dirty="0">
              <a:solidFill>
                <a:srgbClr val="B60A70"/>
              </a:solidFill>
              <a:latin typeface="+mn-ea"/>
              <a:cs typeface="Consolas" panose="020B0609020204030204" pitchFamily="49" charset="0"/>
            </a:endParaRPr>
          </a:p>
          <a:p>
            <a:pPr>
              <a:lnSpc>
                <a:spcPct val="150000"/>
              </a:lnSpc>
            </a:pP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a:t>
            </a:r>
            <a:endParaRPr kumimoji="1" lang="en-US" altLang="zh-CN" b="1" dirty="0">
              <a:solidFill>
                <a:schemeClr val="tx1">
                  <a:lumMod val="50000"/>
                  <a:lumOff val="50000"/>
                </a:schemeClr>
              </a:solidFill>
              <a:latin typeface="+mn-ea"/>
              <a:cs typeface="Consolas" panose="020B0609020204030204" pitchFamily="49" charset="0"/>
            </a:endParaRPr>
          </a:p>
        </p:txBody>
      </p:sp>
      <p:sp>
        <p:nvSpPr>
          <p:cNvPr id="2" name="Oval 31"/>
          <p:cNvSpPr>
            <a:spLocks noChangeArrowheads="1"/>
          </p:cNvSpPr>
          <p:nvPr>
            <p:custDataLst>
              <p:tags r:id="rId5"/>
            </p:custDataLst>
          </p:nvPr>
        </p:nvSpPr>
        <p:spPr bwMode="auto">
          <a:xfrm>
            <a:off x="2389376"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 name="Oval 31"/>
          <p:cNvSpPr>
            <a:spLocks noChangeArrowheads="1"/>
          </p:cNvSpPr>
          <p:nvPr>
            <p:custDataLst>
              <p:tags r:id="rId6"/>
            </p:custDataLst>
          </p:nvPr>
        </p:nvSpPr>
        <p:spPr bwMode="auto">
          <a:xfrm>
            <a:off x="3209738" y="206451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 name="Oval 31"/>
          <p:cNvSpPr>
            <a:spLocks noChangeArrowheads="1"/>
          </p:cNvSpPr>
          <p:nvPr>
            <p:custDataLst>
              <p:tags r:id="rId7"/>
            </p:custDataLst>
          </p:nvPr>
        </p:nvSpPr>
        <p:spPr bwMode="auto">
          <a:xfrm>
            <a:off x="3212884" y="3311770"/>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 name="Oval 31"/>
          <p:cNvSpPr>
            <a:spLocks noChangeArrowheads="1"/>
          </p:cNvSpPr>
          <p:nvPr>
            <p:custDataLst>
              <p:tags r:id="rId8"/>
            </p:custDataLst>
          </p:nvPr>
        </p:nvSpPr>
        <p:spPr bwMode="auto">
          <a:xfrm>
            <a:off x="4064039"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 name="Oval 31"/>
          <p:cNvSpPr>
            <a:spLocks noChangeArrowheads="1"/>
          </p:cNvSpPr>
          <p:nvPr>
            <p:custDataLst>
              <p:tags r:id="rId9"/>
            </p:custDataLst>
          </p:nvPr>
        </p:nvSpPr>
        <p:spPr bwMode="auto">
          <a:xfrm>
            <a:off x="4929891" y="3311769"/>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10"/>
            </p:custDataLst>
          </p:nvPr>
        </p:nvSpPr>
        <p:spPr bwMode="auto">
          <a:xfrm>
            <a:off x="4929891" y="2076174"/>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11"/>
            </p:custDataLst>
          </p:nvPr>
        </p:nvSpPr>
        <p:spPr bwMode="auto">
          <a:xfrm>
            <a:off x="5771991"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1" name="直接箭头连接符 10"/>
          <p:cNvCxnSpPr>
            <a:stCxn id="2" idx="0"/>
            <a:endCxn id="4" idx="2"/>
          </p:cNvCxnSpPr>
          <p:nvPr>
            <p:custDataLst>
              <p:tags r:id="rId12"/>
            </p:custDataLst>
          </p:nvPr>
        </p:nvCxnSpPr>
        <p:spPr>
          <a:xfrm flipV="1">
            <a:off x="2615729" y="2290866"/>
            <a:ext cx="594009" cy="399687"/>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2" idx="4"/>
            <a:endCxn id="5" idx="2"/>
          </p:cNvCxnSpPr>
          <p:nvPr>
            <p:custDataLst>
              <p:tags r:id="rId13"/>
            </p:custDataLst>
          </p:nvPr>
        </p:nvCxnSpPr>
        <p:spPr>
          <a:xfrm>
            <a:off x="2615729" y="3143258"/>
            <a:ext cx="597155" cy="39486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2" idx="6"/>
            <a:endCxn id="7" idx="2"/>
          </p:cNvCxnSpPr>
          <p:nvPr>
            <p:custDataLst>
              <p:tags r:id="rId14"/>
            </p:custDataLst>
          </p:nvPr>
        </p:nvCxnSpPr>
        <p:spPr>
          <a:xfrm>
            <a:off x="2842081" y="2916906"/>
            <a:ext cx="1221958" cy="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5"/>
            <a:endCxn id="7" idx="1"/>
          </p:cNvCxnSpPr>
          <p:nvPr>
            <p:custDataLst>
              <p:tags r:id="rId15"/>
            </p:custDataLst>
          </p:nvPr>
        </p:nvCxnSpPr>
        <p:spPr>
          <a:xfrm>
            <a:off x="3596146" y="2450921"/>
            <a:ext cx="534190" cy="305929"/>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5" idx="7"/>
            <a:endCxn id="7" idx="3"/>
          </p:cNvCxnSpPr>
          <p:nvPr>
            <p:custDataLst>
              <p:tags r:id="rId16"/>
            </p:custDataLst>
          </p:nvPr>
        </p:nvCxnSpPr>
        <p:spPr>
          <a:xfrm flipV="1">
            <a:off x="3599292" y="3076961"/>
            <a:ext cx="531044" cy="30110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6"/>
            <a:endCxn id="8" idx="2"/>
          </p:cNvCxnSpPr>
          <p:nvPr>
            <p:custDataLst>
              <p:tags r:id="rId17"/>
            </p:custDataLst>
          </p:nvPr>
        </p:nvCxnSpPr>
        <p:spPr>
          <a:xfrm flipV="1">
            <a:off x="3665589" y="3538122"/>
            <a:ext cx="1264302" cy="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 idx="7"/>
            <a:endCxn id="9" idx="3"/>
          </p:cNvCxnSpPr>
          <p:nvPr>
            <p:custDataLst>
              <p:tags r:id="rId18"/>
            </p:custDataLst>
          </p:nvPr>
        </p:nvCxnSpPr>
        <p:spPr>
          <a:xfrm flipV="1">
            <a:off x="4450447" y="2462582"/>
            <a:ext cx="545741" cy="294268"/>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4" idx="6"/>
            <a:endCxn id="9" idx="2"/>
          </p:cNvCxnSpPr>
          <p:nvPr>
            <p:custDataLst>
              <p:tags r:id="rId19"/>
            </p:custDataLst>
          </p:nvPr>
        </p:nvCxnSpPr>
        <p:spPr>
          <a:xfrm>
            <a:off x="3662443" y="2290866"/>
            <a:ext cx="1267448" cy="1166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5"/>
            <a:endCxn id="8" idx="1"/>
          </p:cNvCxnSpPr>
          <p:nvPr>
            <p:custDataLst>
              <p:tags r:id="rId20"/>
            </p:custDataLst>
          </p:nvPr>
        </p:nvCxnSpPr>
        <p:spPr>
          <a:xfrm>
            <a:off x="4450447" y="3076961"/>
            <a:ext cx="545741" cy="30110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8" idx="0"/>
            <a:endCxn id="9" idx="4"/>
          </p:cNvCxnSpPr>
          <p:nvPr>
            <p:custDataLst>
              <p:tags r:id="rId21"/>
            </p:custDataLst>
          </p:nvPr>
        </p:nvCxnSpPr>
        <p:spPr>
          <a:xfrm flipV="1">
            <a:off x="5156244" y="2528879"/>
            <a:ext cx="0" cy="78289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8" idx="6"/>
            <a:endCxn id="10" idx="4"/>
          </p:cNvCxnSpPr>
          <p:nvPr>
            <p:custDataLst>
              <p:tags r:id="rId22"/>
            </p:custDataLst>
          </p:nvPr>
        </p:nvCxnSpPr>
        <p:spPr>
          <a:xfrm flipV="1">
            <a:off x="5382596" y="3143258"/>
            <a:ext cx="615748" cy="394864"/>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9" idx="6"/>
            <a:endCxn id="10" idx="0"/>
          </p:cNvCxnSpPr>
          <p:nvPr>
            <p:custDataLst>
              <p:tags r:id="rId23"/>
            </p:custDataLst>
          </p:nvPr>
        </p:nvCxnSpPr>
        <p:spPr>
          <a:xfrm>
            <a:off x="5382596" y="2302527"/>
            <a:ext cx="615748" cy="38802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custDataLst>
              <p:tags r:id="rId24"/>
            </p:custDataLst>
          </p:nvPr>
        </p:nvSpPr>
        <p:spPr>
          <a:xfrm>
            <a:off x="2615728" y="224050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61" name="文本框 60"/>
          <p:cNvSpPr txBox="1"/>
          <p:nvPr>
            <p:custDataLst>
              <p:tags r:id="rId25"/>
            </p:custDataLst>
          </p:nvPr>
        </p:nvSpPr>
        <p:spPr>
          <a:xfrm>
            <a:off x="2615728" y="326545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2" name="文本框 61"/>
          <p:cNvSpPr txBox="1"/>
          <p:nvPr>
            <p:custDataLst>
              <p:tags r:id="rId26"/>
            </p:custDataLst>
          </p:nvPr>
        </p:nvSpPr>
        <p:spPr>
          <a:xfrm>
            <a:off x="3117902" y="2630951"/>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3" name="文本框 62"/>
          <p:cNvSpPr txBox="1"/>
          <p:nvPr>
            <p:custDataLst>
              <p:tags r:id="rId27"/>
            </p:custDataLst>
          </p:nvPr>
        </p:nvSpPr>
        <p:spPr>
          <a:xfrm>
            <a:off x="3613818" y="295379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2</a:t>
            </a:r>
            <a:endParaRPr lang="zh-CN" altLang="en-US" sz="1600" dirty="0">
              <a:solidFill>
                <a:schemeClr val="tx1">
                  <a:lumMod val="50000"/>
                  <a:lumOff val="50000"/>
                </a:schemeClr>
              </a:solidFill>
            </a:endParaRPr>
          </a:p>
        </p:txBody>
      </p:sp>
      <p:sp>
        <p:nvSpPr>
          <p:cNvPr id="64" name="文本框 63"/>
          <p:cNvSpPr txBox="1"/>
          <p:nvPr>
            <p:custDataLst>
              <p:tags r:id="rId28"/>
            </p:custDataLst>
          </p:nvPr>
        </p:nvSpPr>
        <p:spPr>
          <a:xfrm>
            <a:off x="4127839" y="349258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5</a:t>
            </a:r>
            <a:endParaRPr lang="zh-CN" altLang="en-US" sz="1600" dirty="0">
              <a:solidFill>
                <a:schemeClr val="tx1">
                  <a:lumMod val="50000"/>
                  <a:lumOff val="50000"/>
                </a:schemeClr>
              </a:solidFill>
            </a:endParaRPr>
          </a:p>
        </p:txBody>
      </p:sp>
      <p:sp>
        <p:nvSpPr>
          <p:cNvPr id="65" name="文本框 64"/>
          <p:cNvSpPr txBox="1"/>
          <p:nvPr>
            <p:custDataLst>
              <p:tags r:id="rId29"/>
            </p:custDataLst>
          </p:nvPr>
        </p:nvSpPr>
        <p:spPr>
          <a:xfrm>
            <a:off x="3699862" y="232355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6" name="文本框 65"/>
          <p:cNvSpPr txBox="1"/>
          <p:nvPr>
            <p:custDataLst>
              <p:tags r:id="rId30"/>
            </p:custDataLst>
          </p:nvPr>
        </p:nvSpPr>
        <p:spPr>
          <a:xfrm>
            <a:off x="4489318" y="234049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7" name="文本框 66"/>
          <p:cNvSpPr txBox="1"/>
          <p:nvPr>
            <p:custDataLst>
              <p:tags r:id="rId31"/>
            </p:custDataLst>
          </p:nvPr>
        </p:nvSpPr>
        <p:spPr>
          <a:xfrm>
            <a:off x="4121868" y="201721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7</a:t>
            </a:r>
            <a:endParaRPr lang="zh-CN" altLang="en-US" sz="1600" dirty="0">
              <a:solidFill>
                <a:schemeClr val="tx1">
                  <a:lumMod val="50000"/>
                  <a:lumOff val="50000"/>
                </a:schemeClr>
              </a:solidFill>
            </a:endParaRPr>
          </a:p>
        </p:txBody>
      </p:sp>
      <p:sp>
        <p:nvSpPr>
          <p:cNvPr id="68" name="文本框 67"/>
          <p:cNvSpPr txBox="1"/>
          <p:nvPr>
            <p:custDataLst>
              <p:tags r:id="rId32"/>
            </p:custDataLst>
          </p:nvPr>
        </p:nvSpPr>
        <p:spPr>
          <a:xfrm>
            <a:off x="4887996" y="275685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9" name="文本框 68"/>
          <p:cNvSpPr txBox="1"/>
          <p:nvPr>
            <p:custDataLst>
              <p:tags r:id="rId33"/>
            </p:custDataLst>
          </p:nvPr>
        </p:nvSpPr>
        <p:spPr>
          <a:xfrm>
            <a:off x="4409037" y="314346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70" name="文本框 69"/>
          <p:cNvSpPr txBox="1"/>
          <p:nvPr>
            <p:custDataLst>
              <p:tags r:id="rId34"/>
            </p:custDataLst>
          </p:nvPr>
        </p:nvSpPr>
        <p:spPr>
          <a:xfrm>
            <a:off x="5521947" y="2205187"/>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71" name="文本框 70"/>
          <p:cNvSpPr txBox="1"/>
          <p:nvPr>
            <p:custDataLst>
              <p:tags r:id="rId35"/>
            </p:custDataLst>
          </p:nvPr>
        </p:nvSpPr>
        <p:spPr>
          <a:xfrm>
            <a:off x="5557066" y="329007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8</a:t>
            </a:r>
            <a:endParaRPr lang="zh-CN" altLang="en-US" sz="1600" dirty="0">
              <a:solidFill>
                <a:schemeClr val="tx1">
                  <a:lumMod val="50000"/>
                  <a:lumOff val="50000"/>
                </a:schemeClr>
              </a:solidFill>
            </a:endParaRPr>
          </a:p>
        </p:txBody>
      </p:sp>
      <p:sp>
        <p:nvSpPr>
          <p:cNvPr id="84" name="矩形 83"/>
          <p:cNvSpPr/>
          <p:nvPr>
            <p:custDataLst>
              <p:tags r:id="rId36"/>
            </p:custDataLst>
          </p:nvPr>
        </p:nvSpPr>
        <p:spPr>
          <a:xfrm>
            <a:off x="5619254"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0</a:t>
            </a:r>
            <a:endParaRPr kumimoji="1" lang="zh-CN" altLang="en-US" sz="1600" b="1" dirty="0">
              <a:solidFill>
                <a:srgbClr val="7030A0"/>
              </a:solidFill>
            </a:endParaRPr>
          </a:p>
        </p:txBody>
      </p:sp>
      <p:sp>
        <p:nvSpPr>
          <p:cNvPr id="85" name="矩形 84"/>
          <p:cNvSpPr/>
          <p:nvPr>
            <p:custDataLst>
              <p:tags r:id="rId37"/>
            </p:custDataLst>
          </p:nvPr>
        </p:nvSpPr>
        <p:spPr>
          <a:xfrm>
            <a:off x="60909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1</a:t>
            </a:r>
            <a:endParaRPr kumimoji="1" lang="zh-CN" altLang="en-US" sz="1600" b="1" dirty="0">
              <a:solidFill>
                <a:srgbClr val="7030A0"/>
              </a:solidFill>
            </a:endParaRPr>
          </a:p>
        </p:txBody>
      </p:sp>
      <p:sp>
        <p:nvSpPr>
          <p:cNvPr id="86" name="矩形 85"/>
          <p:cNvSpPr/>
          <p:nvPr>
            <p:custDataLst>
              <p:tags r:id="rId38"/>
            </p:custDataLst>
          </p:nvPr>
        </p:nvSpPr>
        <p:spPr>
          <a:xfrm>
            <a:off x="6562650"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2</a:t>
            </a:r>
            <a:endParaRPr kumimoji="1" lang="zh-CN" altLang="en-US" sz="1600" b="1" dirty="0">
              <a:solidFill>
                <a:srgbClr val="7030A0"/>
              </a:solidFill>
            </a:endParaRPr>
          </a:p>
        </p:txBody>
      </p:sp>
      <p:sp>
        <p:nvSpPr>
          <p:cNvPr id="87" name="矩形 86"/>
          <p:cNvSpPr/>
          <p:nvPr>
            <p:custDataLst>
              <p:tags r:id="rId39"/>
            </p:custDataLst>
          </p:nvPr>
        </p:nvSpPr>
        <p:spPr>
          <a:xfrm>
            <a:off x="7034348"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3</a:t>
            </a:r>
            <a:endParaRPr kumimoji="1" lang="zh-CN" altLang="en-US" sz="1600" b="1" dirty="0">
              <a:solidFill>
                <a:srgbClr val="7030A0"/>
              </a:solidFill>
            </a:endParaRPr>
          </a:p>
        </p:txBody>
      </p:sp>
      <p:sp>
        <p:nvSpPr>
          <p:cNvPr id="88" name="矩形 87"/>
          <p:cNvSpPr/>
          <p:nvPr>
            <p:custDataLst>
              <p:tags r:id="rId40"/>
            </p:custDataLst>
          </p:nvPr>
        </p:nvSpPr>
        <p:spPr>
          <a:xfrm>
            <a:off x="7506046"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4</a:t>
            </a:r>
            <a:endParaRPr kumimoji="1" lang="zh-CN" altLang="en-US" sz="1600" b="1" dirty="0">
              <a:solidFill>
                <a:srgbClr val="7030A0"/>
              </a:solidFill>
            </a:endParaRPr>
          </a:p>
        </p:txBody>
      </p:sp>
      <p:sp>
        <p:nvSpPr>
          <p:cNvPr id="89" name="矩形 88"/>
          <p:cNvSpPr/>
          <p:nvPr>
            <p:custDataLst>
              <p:tags r:id="rId41"/>
            </p:custDataLst>
          </p:nvPr>
        </p:nvSpPr>
        <p:spPr>
          <a:xfrm>
            <a:off x="797606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5</a:t>
            </a:r>
            <a:endParaRPr kumimoji="1" lang="zh-CN" altLang="en-US" sz="1600" b="1" dirty="0">
              <a:solidFill>
                <a:srgbClr val="7030A0"/>
              </a:solidFill>
            </a:endParaRPr>
          </a:p>
        </p:txBody>
      </p:sp>
      <p:sp>
        <p:nvSpPr>
          <p:cNvPr id="90" name="矩形 89"/>
          <p:cNvSpPr/>
          <p:nvPr>
            <p:custDataLst>
              <p:tags r:id="rId42"/>
            </p:custDataLst>
          </p:nvPr>
        </p:nvSpPr>
        <p:spPr>
          <a:xfrm>
            <a:off x="84448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6</a:t>
            </a:r>
            <a:endParaRPr kumimoji="1" lang="zh-CN" altLang="en-US" sz="1600" b="1" dirty="0">
              <a:solidFill>
                <a:srgbClr val="7030A0"/>
              </a:solidFill>
            </a:endParaRPr>
          </a:p>
        </p:txBody>
      </p:sp>
      <p:sp>
        <p:nvSpPr>
          <p:cNvPr id="91" name="矩形 90"/>
          <p:cNvSpPr/>
          <p:nvPr>
            <p:custDataLst>
              <p:tags r:id="rId43"/>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2" name="矩形 91"/>
          <p:cNvSpPr/>
          <p:nvPr>
            <p:custDataLst>
              <p:tags r:id="rId44"/>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3" name="矩形 92"/>
          <p:cNvSpPr/>
          <p:nvPr>
            <p:custDataLst>
              <p:tags r:id="rId45"/>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4" name="矩形 93"/>
          <p:cNvSpPr/>
          <p:nvPr>
            <p:custDataLst>
              <p:tags r:id="rId46"/>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5" name="矩形 94"/>
          <p:cNvSpPr/>
          <p:nvPr>
            <p:custDataLst>
              <p:tags r:id="rId47"/>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6" name="矩形 95"/>
          <p:cNvSpPr/>
          <p:nvPr>
            <p:custDataLst>
              <p:tags r:id="rId48"/>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7" name="矩形 96"/>
          <p:cNvSpPr/>
          <p:nvPr>
            <p:custDataLst>
              <p:tags r:id="rId49"/>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9" name="左大括号 98"/>
          <p:cNvSpPr/>
          <p:nvPr>
            <p:custDataLst>
              <p:tags r:id="rId50"/>
            </p:custDataLst>
          </p:nvPr>
        </p:nvSpPr>
        <p:spPr>
          <a:xfrm rot="10800000">
            <a:off x="8922488"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0" name="矩形 99"/>
          <p:cNvSpPr/>
          <p:nvPr>
            <p:custDataLst>
              <p:tags r:id="rId51"/>
            </p:custDataLst>
          </p:nvPr>
        </p:nvSpPr>
        <p:spPr>
          <a:xfrm>
            <a:off x="982677"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0</a:t>
            </a:r>
            <a:endParaRPr kumimoji="1" lang="zh-CN" altLang="en-US" sz="1600" b="1" dirty="0">
              <a:solidFill>
                <a:srgbClr val="B60A70"/>
              </a:solidFill>
            </a:endParaRPr>
          </a:p>
        </p:txBody>
      </p:sp>
      <p:sp>
        <p:nvSpPr>
          <p:cNvPr id="101" name="矩形 100"/>
          <p:cNvSpPr/>
          <p:nvPr>
            <p:custDataLst>
              <p:tags r:id="rId52"/>
            </p:custDataLst>
          </p:nvPr>
        </p:nvSpPr>
        <p:spPr>
          <a:xfrm>
            <a:off x="14543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1</a:t>
            </a:r>
            <a:endParaRPr kumimoji="1" lang="zh-CN" altLang="en-US" sz="1600" b="1" dirty="0">
              <a:solidFill>
                <a:srgbClr val="B60A70"/>
              </a:solidFill>
            </a:endParaRPr>
          </a:p>
        </p:txBody>
      </p:sp>
      <p:sp>
        <p:nvSpPr>
          <p:cNvPr id="102" name="矩形 101"/>
          <p:cNvSpPr/>
          <p:nvPr>
            <p:custDataLst>
              <p:tags r:id="rId53"/>
            </p:custDataLst>
          </p:nvPr>
        </p:nvSpPr>
        <p:spPr>
          <a:xfrm>
            <a:off x="1926073"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2</a:t>
            </a:r>
            <a:endParaRPr kumimoji="1" lang="zh-CN" altLang="en-US" sz="1600" b="1" dirty="0">
              <a:solidFill>
                <a:srgbClr val="B60A70"/>
              </a:solidFill>
            </a:endParaRPr>
          </a:p>
        </p:txBody>
      </p:sp>
      <p:sp>
        <p:nvSpPr>
          <p:cNvPr id="103" name="矩形 102"/>
          <p:cNvSpPr/>
          <p:nvPr>
            <p:custDataLst>
              <p:tags r:id="rId54"/>
            </p:custDataLst>
          </p:nvPr>
        </p:nvSpPr>
        <p:spPr>
          <a:xfrm>
            <a:off x="2397771"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3</a:t>
            </a:r>
            <a:endParaRPr kumimoji="1" lang="zh-CN" altLang="en-US" sz="1600" b="1" dirty="0">
              <a:solidFill>
                <a:srgbClr val="B60A70"/>
              </a:solidFill>
            </a:endParaRPr>
          </a:p>
        </p:txBody>
      </p:sp>
      <p:sp>
        <p:nvSpPr>
          <p:cNvPr id="104" name="矩形 103"/>
          <p:cNvSpPr/>
          <p:nvPr>
            <p:custDataLst>
              <p:tags r:id="rId55"/>
            </p:custDataLst>
          </p:nvPr>
        </p:nvSpPr>
        <p:spPr>
          <a:xfrm>
            <a:off x="2869469"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4</a:t>
            </a:r>
            <a:endParaRPr kumimoji="1" lang="zh-CN" altLang="en-US" sz="1600" b="1" dirty="0">
              <a:solidFill>
                <a:schemeClr val="tx1">
                  <a:lumMod val="50000"/>
                  <a:lumOff val="50000"/>
                </a:schemeClr>
              </a:solidFill>
            </a:endParaRPr>
          </a:p>
        </p:txBody>
      </p:sp>
      <p:sp>
        <p:nvSpPr>
          <p:cNvPr id="105" name="矩形 104"/>
          <p:cNvSpPr/>
          <p:nvPr>
            <p:custDataLst>
              <p:tags r:id="rId56"/>
            </p:custDataLst>
          </p:nvPr>
        </p:nvSpPr>
        <p:spPr>
          <a:xfrm>
            <a:off x="333948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CC00FF"/>
                </a:solidFill>
              </a:rPr>
              <a:t>5</a:t>
            </a:r>
            <a:endParaRPr kumimoji="1" lang="zh-CN" altLang="en-US" sz="1600" b="1" dirty="0">
              <a:solidFill>
                <a:srgbClr val="CC00FF"/>
              </a:solidFill>
            </a:endParaRPr>
          </a:p>
        </p:txBody>
      </p:sp>
      <p:sp>
        <p:nvSpPr>
          <p:cNvPr id="106" name="矩形 105"/>
          <p:cNvSpPr/>
          <p:nvPr>
            <p:custDataLst>
              <p:tags r:id="rId57"/>
            </p:custDataLst>
          </p:nvPr>
        </p:nvSpPr>
        <p:spPr>
          <a:xfrm>
            <a:off x="38082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6</a:t>
            </a:r>
            <a:endParaRPr kumimoji="1" lang="zh-CN" altLang="en-US" sz="1600" b="1" dirty="0">
              <a:solidFill>
                <a:schemeClr val="tx1">
                  <a:lumMod val="50000"/>
                  <a:lumOff val="50000"/>
                </a:schemeClr>
              </a:solidFill>
            </a:endParaRPr>
          </a:p>
        </p:txBody>
      </p:sp>
      <p:sp>
        <p:nvSpPr>
          <p:cNvPr id="107" name="矩形 106"/>
          <p:cNvSpPr/>
          <p:nvPr>
            <p:custDataLst>
              <p:tags r:id="rId58"/>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8" name="矩形 107"/>
          <p:cNvSpPr/>
          <p:nvPr>
            <p:custDataLst>
              <p:tags r:id="rId59"/>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9" name="矩形 108"/>
          <p:cNvSpPr/>
          <p:nvPr>
            <p:custDataLst>
              <p:tags r:id="rId60"/>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0" name="矩形 109"/>
          <p:cNvSpPr/>
          <p:nvPr>
            <p:custDataLst>
              <p:tags r:id="rId61"/>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1" name="矩形 110"/>
          <p:cNvSpPr/>
          <p:nvPr>
            <p:custDataLst>
              <p:tags r:id="rId62"/>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2" name="矩形 111"/>
          <p:cNvSpPr/>
          <p:nvPr>
            <p:custDataLst>
              <p:tags r:id="rId63"/>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3" name="矩形 112"/>
          <p:cNvSpPr/>
          <p:nvPr>
            <p:custDataLst>
              <p:tags r:id="rId64"/>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5" name="左大括号 114"/>
          <p:cNvSpPr/>
          <p:nvPr>
            <p:custDataLst>
              <p:tags r:id="rId65"/>
            </p:custDataLst>
          </p:nvPr>
        </p:nvSpPr>
        <p:spPr>
          <a:xfrm rot="10800000">
            <a:off x="4285911"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116" name="矩形 115"/>
          <p:cNvSpPr/>
          <p:nvPr>
            <p:custDataLst>
              <p:tags r:id="rId66"/>
            </p:custDataLst>
          </p:nvPr>
        </p:nvSpPr>
        <p:spPr>
          <a:xfrm>
            <a:off x="553767"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4</a:t>
            </a:r>
            <a:endParaRPr kumimoji="1" lang="zh-CN" altLang="en-US" b="1" dirty="0">
              <a:solidFill>
                <a:schemeClr val="tx1">
                  <a:lumMod val="50000"/>
                  <a:lumOff val="50000"/>
                </a:schemeClr>
              </a:solidFill>
            </a:endParaRPr>
          </a:p>
        </p:txBody>
      </p:sp>
      <p:sp>
        <p:nvSpPr>
          <p:cNvPr id="117" name="矩形 116"/>
          <p:cNvSpPr/>
          <p:nvPr>
            <p:custDataLst>
              <p:tags r:id="rId67"/>
            </p:custDataLst>
          </p:nvPr>
        </p:nvSpPr>
        <p:spPr>
          <a:xfrm>
            <a:off x="102546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118" name="矩形 117"/>
          <p:cNvSpPr/>
          <p:nvPr>
            <p:custDataLst>
              <p:tags r:id="rId68"/>
            </p:custDataLst>
          </p:nvPr>
        </p:nvSpPr>
        <p:spPr>
          <a:xfrm>
            <a:off x="1497163"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19" name="矩形 118"/>
          <p:cNvSpPr/>
          <p:nvPr>
            <p:custDataLst>
              <p:tags r:id="rId69"/>
            </p:custDataLst>
          </p:nvPr>
        </p:nvSpPr>
        <p:spPr>
          <a:xfrm>
            <a:off x="196886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0" name="矩形 119"/>
          <p:cNvSpPr/>
          <p:nvPr>
            <p:custDataLst>
              <p:tags r:id="rId70"/>
            </p:custDataLst>
          </p:nvPr>
        </p:nvSpPr>
        <p:spPr>
          <a:xfrm>
            <a:off x="2440559"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1" name="矩形 120"/>
          <p:cNvSpPr/>
          <p:nvPr>
            <p:custDataLst>
              <p:tags r:id="rId71"/>
            </p:custDataLst>
          </p:nvPr>
        </p:nvSpPr>
        <p:spPr>
          <a:xfrm>
            <a:off x="291057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2" name="矩形 121"/>
          <p:cNvSpPr/>
          <p:nvPr>
            <p:custDataLst>
              <p:tags r:id="rId72"/>
            </p:custDataLst>
          </p:nvPr>
        </p:nvSpPr>
        <p:spPr>
          <a:xfrm>
            <a:off x="338059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23" name="左大括号 122"/>
          <p:cNvSpPr/>
          <p:nvPr>
            <p:custDataLst>
              <p:tags r:id="rId73"/>
            </p:custDataLst>
          </p:nvPr>
        </p:nvSpPr>
        <p:spPr>
          <a:xfrm>
            <a:off x="553567" y="470333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4" name="左大括号 123"/>
          <p:cNvSpPr/>
          <p:nvPr>
            <p:custDataLst>
              <p:tags r:id="rId74"/>
            </p:custDataLst>
          </p:nvPr>
        </p:nvSpPr>
        <p:spPr>
          <a:xfrm rot="10800000">
            <a:off x="1497163"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4" name="矩形 133"/>
          <p:cNvSpPr/>
          <p:nvPr>
            <p:custDataLst>
              <p:tags r:id="rId75"/>
            </p:custDataLst>
          </p:nvPr>
        </p:nvSpPr>
        <p:spPr>
          <a:xfrm>
            <a:off x="553767"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35" name="矩形 134"/>
          <p:cNvSpPr/>
          <p:nvPr>
            <p:custDataLst>
              <p:tags r:id="rId76"/>
            </p:custDataLst>
          </p:nvPr>
        </p:nvSpPr>
        <p:spPr>
          <a:xfrm>
            <a:off x="102546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36" name="矩形 135"/>
          <p:cNvSpPr/>
          <p:nvPr>
            <p:custDataLst>
              <p:tags r:id="rId77"/>
            </p:custDataLst>
          </p:nvPr>
        </p:nvSpPr>
        <p:spPr>
          <a:xfrm>
            <a:off x="1497163"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2</a:t>
            </a:r>
            <a:endParaRPr kumimoji="1" lang="zh-CN" altLang="en-US" b="1" dirty="0">
              <a:solidFill>
                <a:srgbClr val="B60A70"/>
              </a:solidFill>
            </a:endParaRPr>
          </a:p>
        </p:txBody>
      </p:sp>
      <p:sp>
        <p:nvSpPr>
          <p:cNvPr id="137" name="矩形 136"/>
          <p:cNvSpPr/>
          <p:nvPr>
            <p:custDataLst>
              <p:tags r:id="rId78"/>
            </p:custDataLst>
          </p:nvPr>
        </p:nvSpPr>
        <p:spPr>
          <a:xfrm>
            <a:off x="196886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3</a:t>
            </a:r>
            <a:endParaRPr kumimoji="1" lang="zh-CN" altLang="en-US" b="1" dirty="0">
              <a:solidFill>
                <a:srgbClr val="B60A70"/>
              </a:solidFill>
            </a:endParaRPr>
          </a:p>
        </p:txBody>
      </p:sp>
      <p:sp>
        <p:nvSpPr>
          <p:cNvPr id="138" name="矩形 137"/>
          <p:cNvSpPr/>
          <p:nvPr>
            <p:custDataLst>
              <p:tags r:id="rId79"/>
            </p:custDataLst>
          </p:nvPr>
        </p:nvSpPr>
        <p:spPr>
          <a:xfrm>
            <a:off x="2440559"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5</a:t>
            </a:r>
            <a:endParaRPr kumimoji="1" lang="zh-CN" altLang="en-US" b="1" dirty="0">
              <a:solidFill>
                <a:srgbClr val="CC00FF"/>
              </a:solidFill>
            </a:endParaRPr>
          </a:p>
        </p:txBody>
      </p:sp>
      <p:sp>
        <p:nvSpPr>
          <p:cNvPr id="139" name="矩形 138"/>
          <p:cNvSpPr/>
          <p:nvPr>
            <p:custDataLst>
              <p:tags r:id="rId80"/>
            </p:custDataLst>
          </p:nvPr>
        </p:nvSpPr>
        <p:spPr>
          <a:xfrm>
            <a:off x="291057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0" name="矩形 139"/>
          <p:cNvSpPr/>
          <p:nvPr>
            <p:custDataLst>
              <p:tags r:id="rId81"/>
            </p:custDataLst>
          </p:nvPr>
        </p:nvSpPr>
        <p:spPr>
          <a:xfrm>
            <a:off x="338059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1" name="左大括号 140"/>
          <p:cNvSpPr/>
          <p:nvPr>
            <p:custDataLst>
              <p:tags r:id="rId82"/>
            </p:custDataLst>
          </p:nvPr>
        </p:nvSpPr>
        <p:spPr>
          <a:xfrm>
            <a:off x="553567" y="428598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2" name="左大括号 141"/>
          <p:cNvSpPr/>
          <p:nvPr>
            <p:custDataLst>
              <p:tags r:id="rId83"/>
            </p:custDataLst>
          </p:nvPr>
        </p:nvSpPr>
        <p:spPr>
          <a:xfrm rot="10800000">
            <a:off x="2910576"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3" name="文本框 142"/>
          <p:cNvSpPr txBox="1"/>
          <p:nvPr>
            <p:custDataLst>
              <p:tags r:id="rId84"/>
            </p:custDataLst>
          </p:nvPr>
        </p:nvSpPr>
        <p:spPr>
          <a:xfrm>
            <a:off x="0" y="722511"/>
            <a:ext cx="9144000" cy="109831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重复以上步骤，直到</a:t>
            </a:r>
            <a:r>
              <a:rPr kumimoji="1" lang="en-US" altLang="zh-CN" sz="2000" b="1" dirty="0">
                <a:solidFill>
                  <a:schemeClr val="tx1">
                    <a:lumMod val="50000"/>
                    <a:lumOff val="50000"/>
                  </a:schemeClr>
                </a:solidFill>
                <a:latin typeface="+mn-ea"/>
                <a:cs typeface="Consolas" panose="020B0609020204030204" pitchFamily="49" charset="0"/>
              </a:rPr>
              <a:t>U</a:t>
            </a:r>
            <a:r>
              <a:rPr kumimoji="1" lang="zh-CN" altLang="en-US" sz="2000" b="1" dirty="0">
                <a:solidFill>
                  <a:schemeClr val="tx1">
                    <a:lumMod val="50000"/>
                    <a:lumOff val="50000"/>
                  </a:schemeClr>
                </a:solidFill>
                <a:latin typeface="+mn-ea"/>
                <a:cs typeface="Consolas" panose="020B0609020204030204" pitchFamily="49" charset="0"/>
              </a:rPr>
              <a:t>中</a:t>
            </a:r>
            <a:r>
              <a:rPr kumimoji="1" lang="zh-CN" altLang="en-US" sz="2000" b="1" dirty="0">
                <a:solidFill>
                  <a:srgbClr val="0099BC"/>
                </a:solidFill>
                <a:latin typeface="+mn-ea"/>
                <a:cs typeface="Consolas" panose="020B0609020204030204" pitchFamily="49" charset="0"/>
              </a:rPr>
              <a:t>元素为空</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以新加入</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的顶点为中间点更新</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各顶点的最短路径长度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r>
              <a:rPr kumimoji="1" lang="zh-CN" altLang="en-US" b="1" dirty="0">
                <a:latin typeface="+mn-ea"/>
                <a:cs typeface="Consolas" panose="020B0609020204030204" pitchFamily="49" charset="0"/>
              </a:rPr>
              <a:t>，下一次循环中以</a:t>
            </a:r>
            <a:r>
              <a:rPr kumimoji="1" lang="zh-CN" altLang="en-US" b="1" dirty="0">
                <a:solidFill>
                  <a:srgbClr val="CC00FF"/>
                </a:solidFill>
                <a:latin typeface="+mn-ea"/>
                <a:cs typeface="Consolas" panose="020B0609020204030204" pitchFamily="49" charset="0"/>
              </a:rPr>
              <a:t>该顶点</a:t>
            </a:r>
            <a:r>
              <a:rPr kumimoji="1" lang="zh-CN" altLang="en-US" b="1" dirty="0">
                <a:latin typeface="+mn-ea"/>
                <a:cs typeface="Consolas" panose="020B0609020204030204" pitchFamily="49" charset="0"/>
              </a:rPr>
              <a:t>为中间点修改长度</a:t>
            </a:r>
            <a:endParaRPr kumimoji="1" lang="en-US" altLang="zh-CN" b="1" dirty="0">
              <a:latin typeface="+mn-ea"/>
              <a:cs typeface="Consolas" panose="020B0609020204030204" pitchFamily="49" charset="0"/>
            </a:endParaRPr>
          </a:p>
        </p:txBody>
      </p:sp>
      <p:sp>
        <p:nvSpPr>
          <p:cNvPr id="12" name="矩形 11"/>
          <p:cNvSpPr/>
          <p:nvPr>
            <p:custDataLst>
              <p:tags r:id="rId85"/>
            </p:custDataLst>
          </p:nvPr>
        </p:nvSpPr>
        <p:spPr>
          <a:xfrm>
            <a:off x="5619254"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5" name="矩形 14"/>
          <p:cNvSpPr/>
          <p:nvPr>
            <p:custDataLst>
              <p:tags r:id="rId86"/>
            </p:custDataLst>
          </p:nvPr>
        </p:nvSpPr>
        <p:spPr>
          <a:xfrm>
            <a:off x="609095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6" name="矩形 15"/>
          <p:cNvSpPr/>
          <p:nvPr>
            <p:custDataLst>
              <p:tags r:id="rId87"/>
            </p:custDataLst>
          </p:nvPr>
        </p:nvSpPr>
        <p:spPr>
          <a:xfrm>
            <a:off x="6562650"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2</a:t>
            </a:r>
            <a:endParaRPr kumimoji="1" lang="zh-CN" altLang="en-US" b="1" dirty="0">
              <a:solidFill>
                <a:srgbClr val="B60A70"/>
              </a:solidFill>
            </a:endParaRPr>
          </a:p>
        </p:txBody>
      </p:sp>
      <p:sp>
        <p:nvSpPr>
          <p:cNvPr id="18" name="矩形 17"/>
          <p:cNvSpPr/>
          <p:nvPr>
            <p:custDataLst>
              <p:tags r:id="rId88"/>
            </p:custDataLst>
          </p:nvPr>
        </p:nvSpPr>
        <p:spPr>
          <a:xfrm>
            <a:off x="7034348"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3</a:t>
            </a:r>
            <a:endParaRPr kumimoji="1" lang="zh-CN" altLang="en-US" b="1" dirty="0">
              <a:solidFill>
                <a:srgbClr val="B60A70"/>
              </a:solidFill>
            </a:endParaRPr>
          </a:p>
        </p:txBody>
      </p:sp>
      <p:sp>
        <p:nvSpPr>
          <p:cNvPr id="19" name="矩形 18"/>
          <p:cNvSpPr/>
          <p:nvPr>
            <p:custDataLst>
              <p:tags r:id="rId89"/>
            </p:custDataLst>
          </p:nvPr>
        </p:nvSpPr>
        <p:spPr>
          <a:xfrm>
            <a:off x="7506046"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5</a:t>
            </a:r>
            <a:endParaRPr kumimoji="1" lang="zh-CN" altLang="en-US" b="1" dirty="0">
              <a:solidFill>
                <a:srgbClr val="B60A70"/>
              </a:solidFill>
            </a:endParaRPr>
          </a:p>
        </p:txBody>
      </p:sp>
      <p:sp>
        <p:nvSpPr>
          <p:cNvPr id="21" name="矩形 20"/>
          <p:cNvSpPr/>
          <p:nvPr>
            <p:custDataLst>
              <p:tags r:id="rId90"/>
            </p:custDataLst>
          </p:nvPr>
        </p:nvSpPr>
        <p:spPr>
          <a:xfrm>
            <a:off x="797606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4</a:t>
            </a:r>
            <a:endParaRPr kumimoji="1" lang="zh-CN" altLang="en-US" b="1" dirty="0">
              <a:solidFill>
                <a:srgbClr val="CC00FF"/>
              </a:solidFill>
            </a:endParaRPr>
          </a:p>
        </p:txBody>
      </p:sp>
      <p:sp>
        <p:nvSpPr>
          <p:cNvPr id="24" name="左大括号 23"/>
          <p:cNvSpPr/>
          <p:nvPr>
            <p:custDataLst>
              <p:tags r:id="rId91"/>
            </p:custDataLst>
          </p:nvPr>
        </p:nvSpPr>
        <p:spPr>
          <a:xfrm>
            <a:off x="547998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5" name="左大括号 24"/>
          <p:cNvSpPr/>
          <p:nvPr>
            <p:custDataLst>
              <p:tags r:id="rId92"/>
            </p:custDataLst>
          </p:nvPr>
        </p:nvSpPr>
        <p:spPr>
          <a:xfrm rot="10800000">
            <a:off x="8444852" y="4283789"/>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7" name="矩形 26"/>
          <p:cNvSpPr/>
          <p:nvPr>
            <p:custDataLst>
              <p:tags r:id="rId93"/>
            </p:custDataLst>
          </p:nvPr>
        </p:nvSpPr>
        <p:spPr>
          <a:xfrm>
            <a:off x="5619254"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28" name="矩形 27"/>
          <p:cNvSpPr/>
          <p:nvPr>
            <p:custDataLst>
              <p:tags r:id="rId94"/>
            </p:custDataLst>
          </p:nvPr>
        </p:nvSpPr>
        <p:spPr>
          <a:xfrm>
            <a:off x="609095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29" name="矩形 28"/>
          <p:cNvSpPr/>
          <p:nvPr>
            <p:custDataLst>
              <p:tags r:id="rId95"/>
            </p:custDataLst>
          </p:nvPr>
        </p:nvSpPr>
        <p:spPr>
          <a:xfrm>
            <a:off x="6562650"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0" name="矩形 29"/>
          <p:cNvSpPr/>
          <p:nvPr>
            <p:custDataLst>
              <p:tags r:id="rId96"/>
            </p:custDataLst>
          </p:nvPr>
        </p:nvSpPr>
        <p:spPr>
          <a:xfrm>
            <a:off x="7034348"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1" name="矩形 30"/>
          <p:cNvSpPr/>
          <p:nvPr>
            <p:custDataLst>
              <p:tags r:id="rId97"/>
            </p:custDataLst>
          </p:nvPr>
        </p:nvSpPr>
        <p:spPr>
          <a:xfrm>
            <a:off x="7506046"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2" name="矩形 31"/>
          <p:cNvSpPr/>
          <p:nvPr>
            <p:custDataLst>
              <p:tags r:id="rId98"/>
            </p:custDataLst>
          </p:nvPr>
        </p:nvSpPr>
        <p:spPr>
          <a:xfrm>
            <a:off x="797606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35" name="左大括号 34"/>
          <p:cNvSpPr/>
          <p:nvPr>
            <p:custDataLst>
              <p:tags r:id="rId99"/>
            </p:custDataLst>
          </p:nvPr>
        </p:nvSpPr>
        <p:spPr>
          <a:xfrm>
            <a:off x="5479989" y="4697324"/>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7" name="左大括号 36"/>
          <p:cNvSpPr/>
          <p:nvPr>
            <p:custDataLst>
              <p:tags r:id="rId100"/>
            </p:custDataLst>
          </p:nvPr>
        </p:nvSpPr>
        <p:spPr>
          <a:xfrm rot="10800000">
            <a:off x="6090953"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8" name="箭头: 下 37"/>
          <p:cNvSpPr/>
          <p:nvPr>
            <p:custDataLst>
              <p:tags r:id="rId101"/>
            </p:custDataLst>
          </p:nvPr>
        </p:nvSpPr>
        <p:spPr>
          <a:xfrm rot="16200000">
            <a:off x="4082672" y="3321719"/>
            <a:ext cx="331319" cy="2260856"/>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圆角 39"/>
          <p:cNvSpPr/>
          <p:nvPr>
            <p:custDataLst>
              <p:tags r:id="rId102"/>
            </p:custDataLst>
          </p:nvPr>
        </p:nvSpPr>
        <p:spPr>
          <a:xfrm>
            <a:off x="360789" y="1135097"/>
            <a:ext cx="6220484"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1" name="矩形: 圆角 40"/>
          <p:cNvSpPr/>
          <p:nvPr>
            <p:custDataLst>
              <p:tags r:id="rId103"/>
            </p:custDataLst>
          </p:nvPr>
        </p:nvSpPr>
        <p:spPr>
          <a:xfrm>
            <a:off x="360789" y="1466133"/>
            <a:ext cx="8319995"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2" name="矩形 21"/>
          <p:cNvSpPr/>
          <p:nvPr>
            <p:custDataLst>
              <p:tags r:id="rId104"/>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34" name="矩形 33"/>
          <p:cNvSpPr/>
          <p:nvPr>
            <p:custDataLst>
              <p:tags r:id="rId105"/>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4</a:t>
            </a:r>
            <a:endParaRPr kumimoji="1" lang="zh-CN" altLang="en-US" b="1" dirty="0">
              <a:solidFill>
                <a:schemeClr val="tx1"/>
              </a:solidFill>
            </a:endParaRPr>
          </a:p>
        </p:txBody>
      </p:sp>
      <p:sp>
        <p:nvSpPr>
          <p:cNvPr id="43" name="矩形 42"/>
          <p:cNvSpPr/>
          <p:nvPr>
            <p:custDataLst>
              <p:tags r:id="rId106"/>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44" name="矩形 43"/>
          <p:cNvSpPr/>
          <p:nvPr>
            <p:custDataLst>
              <p:tags r:id="rId107"/>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50" name="矩形 49"/>
          <p:cNvSpPr/>
          <p:nvPr>
            <p:custDataLst>
              <p:tags r:id="rId108"/>
            </p:custDataLst>
          </p:nvPr>
        </p:nvSpPr>
        <p:spPr>
          <a:xfrm>
            <a:off x="982677"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1" name="矩形 50"/>
          <p:cNvSpPr/>
          <p:nvPr>
            <p:custDataLst>
              <p:tags r:id="rId109"/>
            </p:custDataLst>
          </p:nvPr>
        </p:nvSpPr>
        <p:spPr>
          <a:xfrm>
            <a:off x="1454375"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2" name="矩形 51"/>
          <p:cNvSpPr/>
          <p:nvPr>
            <p:custDataLst>
              <p:tags r:id="rId110"/>
            </p:custDataLst>
          </p:nvPr>
        </p:nvSpPr>
        <p:spPr>
          <a:xfrm>
            <a:off x="1926073"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rgbClr val="0000FF"/>
              </a:solidFill>
            </a:endParaRPr>
          </a:p>
        </p:txBody>
      </p:sp>
      <p:sp>
        <p:nvSpPr>
          <p:cNvPr id="53" name="矩形 52"/>
          <p:cNvSpPr/>
          <p:nvPr>
            <p:custDataLst>
              <p:tags r:id="rId111"/>
            </p:custDataLst>
          </p:nvPr>
        </p:nvSpPr>
        <p:spPr>
          <a:xfrm>
            <a:off x="2397771"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4" name="矩形 53"/>
          <p:cNvSpPr/>
          <p:nvPr>
            <p:custDataLst>
              <p:tags r:id="rId112"/>
            </p:custDataLst>
          </p:nvPr>
        </p:nvSpPr>
        <p:spPr>
          <a:xfrm>
            <a:off x="2869469"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1</a:t>
            </a:r>
            <a:endParaRPr lang="zh-CN" altLang="en-US" dirty="0">
              <a:solidFill>
                <a:srgbClr val="0000FF"/>
              </a:solidFill>
            </a:endParaRPr>
          </a:p>
        </p:txBody>
      </p:sp>
      <p:sp>
        <p:nvSpPr>
          <p:cNvPr id="72" name="矩形 71"/>
          <p:cNvSpPr/>
          <p:nvPr>
            <p:custDataLst>
              <p:tags r:id="rId113"/>
            </p:custDataLst>
          </p:nvPr>
        </p:nvSpPr>
        <p:spPr>
          <a:xfrm>
            <a:off x="333948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rgbClr val="0000FF"/>
              </a:solidFill>
            </a:endParaRPr>
          </a:p>
        </p:txBody>
      </p:sp>
      <p:sp>
        <p:nvSpPr>
          <p:cNvPr id="73" name="矩形 72"/>
          <p:cNvSpPr/>
          <p:nvPr>
            <p:custDataLst>
              <p:tags r:id="rId114"/>
            </p:custDataLst>
          </p:nvPr>
        </p:nvSpPr>
        <p:spPr>
          <a:xfrm>
            <a:off x="380827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8</a:t>
            </a:r>
            <a:endParaRPr lang="zh-CN" altLang="en-US" dirty="0">
              <a:solidFill>
                <a:srgbClr val="0000FF"/>
              </a:solidFill>
            </a:endParaRPr>
          </a:p>
        </p:txBody>
      </p:sp>
      <p:sp>
        <p:nvSpPr>
          <p:cNvPr id="74" name="左大括号 73"/>
          <p:cNvSpPr/>
          <p:nvPr>
            <p:custDataLst>
              <p:tags r:id="rId115"/>
            </p:custDataLst>
          </p:nvPr>
        </p:nvSpPr>
        <p:spPr>
          <a:xfrm>
            <a:off x="843412"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6" name="左大括号 75"/>
          <p:cNvSpPr/>
          <p:nvPr>
            <p:custDataLst>
              <p:tags r:id="rId116"/>
            </p:custDataLst>
          </p:nvPr>
        </p:nvSpPr>
        <p:spPr>
          <a:xfrm rot="10800000">
            <a:off x="4285911"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8" name="左大括号 77"/>
          <p:cNvSpPr/>
          <p:nvPr>
            <p:custDataLst>
              <p:tags r:id="rId117"/>
            </p:custDataLst>
          </p:nvPr>
        </p:nvSpPr>
        <p:spPr>
          <a:xfrm rot="16200000">
            <a:off x="2561693" y="4629884"/>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0" name="文本框 79"/>
          <p:cNvSpPr txBox="1"/>
          <p:nvPr>
            <p:custDataLst>
              <p:tags r:id="rId118"/>
            </p:custDataLst>
          </p:nvPr>
        </p:nvSpPr>
        <p:spPr>
          <a:xfrm>
            <a:off x="291747" y="6345994"/>
            <a:ext cx="4679156"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当前中间点</a:t>
            </a:r>
            <a:r>
              <a:rPr kumimoji="1" lang="en-US" altLang="zh-CN" b="1" dirty="0">
                <a:solidFill>
                  <a:srgbClr val="CC00FF"/>
                </a:solidFill>
                <a:latin typeface="+mn-ea"/>
                <a:cs typeface="Consolas" panose="020B0609020204030204" pitchFamily="49" charset="0"/>
              </a:rPr>
              <a:t>(5)</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U</a:t>
            </a:r>
            <a:r>
              <a:rPr kumimoji="1" lang="zh-CN" altLang="en-US" b="1" dirty="0">
                <a:solidFill>
                  <a:srgbClr val="0000FF"/>
                </a:solidFill>
                <a:latin typeface="+mn-ea"/>
                <a:cs typeface="Consolas" panose="020B0609020204030204" pitchFamily="49" charset="0"/>
              </a:rPr>
              <a:t>中各点的直线距离</a:t>
            </a:r>
            <a:endParaRPr lang="zh-CN" altLang="en-US" dirty="0">
              <a:solidFill>
                <a:srgbClr val="0000FF"/>
              </a:solidFill>
            </a:endParaRPr>
          </a:p>
        </p:txBody>
      </p:sp>
      <p:sp>
        <p:nvSpPr>
          <p:cNvPr id="81" name="左大括号 80"/>
          <p:cNvSpPr/>
          <p:nvPr>
            <p:custDataLst>
              <p:tags r:id="rId119"/>
            </p:custDataLst>
          </p:nvPr>
        </p:nvSpPr>
        <p:spPr>
          <a:xfrm rot="16200000">
            <a:off x="7199837" y="4194231"/>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2" name="文本框 81"/>
          <p:cNvSpPr txBox="1"/>
          <p:nvPr>
            <p:custDataLst>
              <p:tags r:id="rId120"/>
            </p:custDataLst>
          </p:nvPr>
        </p:nvSpPr>
        <p:spPr>
          <a:xfrm>
            <a:off x="5492404" y="5930583"/>
            <a:ext cx="3554129"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使用当前中间点</a:t>
            </a:r>
            <a:r>
              <a:rPr kumimoji="1" lang="en-US" altLang="zh-CN" b="1" dirty="0">
                <a:solidFill>
                  <a:srgbClr val="CC00FF"/>
                </a:solidFill>
                <a:latin typeface="+mn-ea"/>
                <a:cs typeface="Consolas" panose="020B0609020204030204" pitchFamily="49" charset="0"/>
              </a:rPr>
              <a:t>(5)</a:t>
            </a:r>
            <a:r>
              <a:rPr kumimoji="1" lang="zh-CN" altLang="en-US" b="1" dirty="0">
                <a:solidFill>
                  <a:srgbClr val="0000FF"/>
                </a:solidFill>
                <a:latin typeface="+mn-ea"/>
                <a:cs typeface="Consolas" panose="020B0609020204030204" pitchFamily="49" charset="0"/>
              </a:rPr>
              <a:t>更新前驱顶点</a:t>
            </a:r>
            <a:endParaRPr lang="zh-CN" altLang="en-US" dirty="0">
              <a:solidFill>
                <a:srgbClr val="0000FF"/>
              </a:solidFill>
            </a:endParaRPr>
          </a:p>
        </p:txBody>
      </p:sp>
      <p:sp>
        <p:nvSpPr>
          <p:cNvPr id="55" name="矩形 54"/>
          <p:cNvSpPr/>
          <p:nvPr>
            <p:custDataLst>
              <p:tags r:id="rId121"/>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6" name="矩形 55"/>
          <p:cNvSpPr/>
          <p:nvPr>
            <p:custDataLst>
              <p:tags r:id="rId122"/>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7" name="矩形 56"/>
          <p:cNvSpPr/>
          <p:nvPr>
            <p:custDataLst>
              <p:tags r:id="rId123"/>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8" name="矩形 57"/>
          <p:cNvSpPr/>
          <p:nvPr>
            <p:custDataLst>
              <p:tags r:id="rId124"/>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14" name="矩形 13"/>
          <p:cNvSpPr/>
          <p:nvPr>
            <p:custDataLst>
              <p:tags r:id="rId125"/>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5</a:t>
            </a:r>
            <a:endParaRPr kumimoji="1" lang="zh-CN" altLang="en-US" b="1" dirty="0">
              <a:solidFill>
                <a:schemeClr val="tx1"/>
              </a:solidFill>
            </a:endParaRPr>
          </a:p>
        </p:txBody>
      </p:sp>
      <p:sp>
        <p:nvSpPr>
          <p:cNvPr id="46" name="矩形 45"/>
          <p:cNvSpPr/>
          <p:nvPr>
            <p:custDataLst>
              <p:tags r:id="rId126"/>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11</a:t>
            </a:r>
            <a:endParaRPr kumimoji="1" lang="zh-CN" altLang="en-US" b="1" dirty="0">
              <a:solidFill>
                <a:schemeClr val="tx1"/>
              </a:solidFill>
            </a:endParaRPr>
          </a:p>
        </p:txBody>
      </p:sp>
      <p:sp>
        <p:nvSpPr>
          <p:cNvPr id="83" name="矩形 82"/>
          <p:cNvSpPr/>
          <p:nvPr>
            <p:custDataLst>
              <p:tags r:id="rId127"/>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25" name="矩形 124"/>
          <p:cNvSpPr/>
          <p:nvPr>
            <p:custDataLst>
              <p:tags r:id="rId128"/>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29" name="矩形: 圆角 128"/>
          <p:cNvSpPr/>
          <p:nvPr>
            <p:custDataLst>
              <p:tags r:id="rId129"/>
            </p:custDataLst>
          </p:nvPr>
        </p:nvSpPr>
        <p:spPr>
          <a:xfrm>
            <a:off x="2895890" y="5810721"/>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33" name="矩形 132"/>
          <p:cNvSpPr/>
          <p:nvPr>
            <p:custDataLst>
              <p:tags r:id="rId130"/>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70C0"/>
                </a:solidFill>
                <a:latin typeface="+mn-ea"/>
                <a:cs typeface="Consolas" panose="020B0609020204030204" pitchFamily="49" charset="0"/>
              </a:rPr>
              <a:t>9</a:t>
            </a:r>
            <a:endParaRPr lang="zh-CN" altLang="en-US" dirty="0">
              <a:solidFill>
                <a:srgbClr val="0070C0"/>
              </a:solidFill>
            </a:endParaRPr>
          </a:p>
        </p:txBody>
      </p:sp>
      <p:sp>
        <p:nvSpPr>
          <p:cNvPr id="144" name="矩形 143"/>
          <p:cNvSpPr/>
          <p:nvPr>
            <p:custDataLst>
              <p:tags r:id="rId131"/>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2</a:t>
            </a:r>
            <a:endParaRPr kumimoji="1" lang="zh-CN" altLang="en-US" b="1" dirty="0">
              <a:solidFill>
                <a:schemeClr val="tx1"/>
              </a:solidFill>
            </a:endParaRPr>
          </a:p>
        </p:txBody>
      </p:sp>
      <p:sp>
        <p:nvSpPr>
          <p:cNvPr id="127" name="矩形: 圆角 126"/>
          <p:cNvSpPr/>
          <p:nvPr>
            <p:custDataLst>
              <p:tags r:id="rId132"/>
            </p:custDataLst>
          </p:nvPr>
        </p:nvSpPr>
        <p:spPr>
          <a:xfrm>
            <a:off x="3371169" y="5383674"/>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7" name="矩形: 圆角 46"/>
          <p:cNvSpPr/>
          <p:nvPr>
            <p:custDataLst>
              <p:tags r:id="rId133"/>
            </p:custDataLst>
          </p:nvPr>
        </p:nvSpPr>
        <p:spPr>
          <a:xfrm>
            <a:off x="3832742" y="5810721"/>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79" name="矩形 78"/>
          <p:cNvSpPr/>
          <p:nvPr>
            <p:custDataLst>
              <p:tags r:id="rId134"/>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latin typeface="+mn-ea"/>
                <a:cs typeface="Consolas" panose="020B0609020204030204" pitchFamily="49" charset="0"/>
              </a:rPr>
              <a:t>17</a:t>
            </a:r>
            <a:endParaRPr lang="zh-CN" altLang="en-US" dirty="0">
              <a:solidFill>
                <a:srgbClr val="FF0000"/>
              </a:solidFill>
            </a:endParaRPr>
          </a:p>
        </p:txBody>
      </p:sp>
      <p:sp>
        <p:nvSpPr>
          <p:cNvPr id="128" name="矩形 127"/>
          <p:cNvSpPr/>
          <p:nvPr>
            <p:custDataLst>
              <p:tags r:id="rId135"/>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10</a:t>
            </a:r>
            <a:endParaRPr kumimoji="1" lang="zh-CN" altLang="en-US" b="1" dirty="0">
              <a:solidFill>
                <a:srgbClr val="FF0000"/>
              </a:solidFill>
            </a:endParaRPr>
          </a:p>
        </p:txBody>
      </p:sp>
      <p:sp>
        <p:nvSpPr>
          <p:cNvPr id="49" name="矩形: 圆角 48"/>
          <p:cNvSpPr/>
          <p:nvPr>
            <p:custDataLst>
              <p:tags r:id="rId136"/>
            </p:custDataLst>
          </p:nvPr>
        </p:nvSpPr>
        <p:spPr>
          <a:xfrm>
            <a:off x="2897294" y="5101164"/>
            <a:ext cx="408330" cy="62314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130" name="矩形 129"/>
          <p:cNvSpPr/>
          <p:nvPr>
            <p:custDataLst>
              <p:tags r:id="rId137"/>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5</a:t>
            </a:r>
            <a:endParaRPr kumimoji="1" lang="zh-CN" altLang="en-US" b="1" dirty="0">
              <a:solidFill>
                <a:srgbClr val="FF0000"/>
              </a:solidFill>
            </a:endParaRPr>
          </a:p>
        </p:txBody>
      </p:sp>
      <p:sp>
        <p:nvSpPr>
          <p:cNvPr id="131" name="矩形 130"/>
          <p:cNvSpPr/>
          <p:nvPr>
            <p:custDataLst>
              <p:tags r:id="rId138"/>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5</a:t>
            </a:r>
            <a:endParaRPr kumimoji="1" lang="zh-CN" altLang="en-US" b="1" dirty="0">
              <a:solidFill>
                <a:srgbClr val="FF0000"/>
              </a:solidFill>
            </a:endParaRPr>
          </a:p>
        </p:txBody>
      </p:sp>
      <p:sp>
        <p:nvSpPr>
          <p:cNvPr id="77" name="Text Box 2"/>
          <p:cNvSpPr txBox="1">
            <a:spLocks noChangeArrowheads="1"/>
          </p:cNvSpPr>
          <p:nvPr>
            <p:custDataLst>
              <p:tags r:id="rId139"/>
            </p:custDataLst>
          </p:nvPr>
        </p:nvSpPr>
        <p:spPr bwMode="auto">
          <a:xfrm>
            <a:off x="-2540" y="5339715"/>
            <a:ext cx="965835" cy="423545"/>
          </a:xfrm>
          <a:prstGeom prst="rect">
            <a:avLst/>
          </a:prstGeom>
          <a:noFill/>
          <a:ln w="9525">
            <a:noFill/>
            <a:miter lim="800000"/>
          </a:ln>
          <a:effectLst/>
        </p:spPr>
        <p:txBody>
          <a:bodyPr wrap="square">
            <a:spAutoFit/>
          </a:bodyPr>
          <a:p>
            <a:pPr>
              <a:lnSpc>
                <a:spcPct val="120000"/>
              </a:lnSpc>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         </a:t>
            </a:r>
            <a:endParaRPr kumimoji="1" lang="en-US" altLang="zh-CN" b="1" dirty="0">
              <a:latin typeface="+mn-ea"/>
              <a:cs typeface="Consolas" panose="020B0609020204030204" pitchFamily="49" charset="0"/>
            </a:endParaRPr>
          </a:p>
        </p:txBody>
      </p:sp>
      <p:sp>
        <p:nvSpPr>
          <p:cNvPr id="126" name="Text Box 2"/>
          <p:cNvSpPr txBox="1">
            <a:spLocks noChangeArrowheads="1"/>
          </p:cNvSpPr>
          <p:nvPr>
            <p:custDataLst>
              <p:tags r:id="rId140"/>
            </p:custDataLst>
          </p:nvPr>
        </p:nvSpPr>
        <p:spPr bwMode="auto">
          <a:xfrm>
            <a:off x="4532630" y="5339715"/>
            <a:ext cx="1024890" cy="423545"/>
          </a:xfrm>
          <a:prstGeom prst="rect">
            <a:avLst/>
          </a:prstGeom>
          <a:noFill/>
          <a:ln w="9525">
            <a:noFill/>
            <a:miter lim="800000"/>
          </a:ln>
          <a:effectLst/>
        </p:spPr>
        <p:txBody>
          <a:bodyPr wrap="square">
            <a:spAutoFit/>
          </a:bodyPr>
          <a:p>
            <a:pPr>
              <a:lnSpc>
                <a:spcPct val="120000"/>
              </a:lnSpc>
            </a:pPr>
            <a:r>
              <a:rPr kumimoji="1" lang="en-US" altLang="zh-CN" b="1" dirty="0">
                <a:solidFill>
                  <a:srgbClr val="7030A0"/>
                </a:solidFill>
                <a:latin typeface="+mn-ea"/>
                <a:cs typeface="Consolas" panose="020B0609020204030204" pitchFamily="49" charset="0"/>
              </a:rPr>
              <a:t>path[]</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114" name="左大括号 113"/>
          <p:cNvSpPr/>
          <p:nvPr>
            <p:custDataLst>
              <p:tags r:id="rId141"/>
            </p:custDataLst>
          </p:nvPr>
        </p:nvSpPr>
        <p:spPr>
          <a:xfrm>
            <a:off x="963427"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98" name="左大括号 97"/>
          <p:cNvSpPr/>
          <p:nvPr>
            <p:custDataLst>
              <p:tags r:id="rId142"/>
            </p:custDataLst>
          </p:nvPr>
        </p:nvSpPr>
        <p:spPr>
          <a:xfrm>
            <a:off x="5619054"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wipe(up)">
                                      <p:cBhvr>
                                        <p:cTn id="20" dur="500"/>
                                        <p:tgtEl>
                                          <p:spTgt spid="78"/>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500"/>
                                        <p:tgtEl>
                                          <p:spTgt spid="80"/>
                                        </p:tgtEl>
                                      </p:cBhvr>
                                    </p:animEffect>
                                  </p:childTnLst>
                                </p:cTn>
                              </p:par>
                            </p:childTnLst>
                          </p:cTn>
                        </p:par>
                      </p:childTnLst>
                    </p:cTn>
                  </p:par>
                  <p:par>
                    <p:cTn id="25" fill="hold">
                      <p:stCondLst>
                        <p:cond delay="indefinite"/>
                      </p:stCondLst>
                      <p:childTnLst>
                        <p:par>
                          <p:cTn id="26" fill="hold">
                            <p:stCondLst>
                              <p:cond delay="0"/>
                            </p:stCondLst>
                            <p:childTnLst>
                              <p:par>
                                <p:cTn id="27" presetID="7" presetClass="emph" presetSubtype="2" fill="hold" nodeType="clickEffect">
                                  <p:stCondLst>
                                    <p:cond delay="0"/>
                                  </p:stCondLst>
                                  <p:childTnLst>
                                    <p:animClr clrSpc="rgb" dir="cw">
                                      <p:cBhvr>
                                        <p:cTn id="28" dur="500" fill="hold"/>
                                        <p:tgtEl>
                                          <p:spTgt spid="42"/>
                                        </p:tgtEl>
                                        <p:attrNameLst>
                                          <p:attrName>stroke.color</p:attrName>
                                        </p:attrNameLst>
                                      </p:cBhvr>
                                      <p:to>
                                        <a:srgbClr val="0000FF"/>
                                      </p:to>
                                    </p:animClr>
                                    <p:set>
                                      <p:cBhvr>
                                        <p:cTn id="29" dur="500" fill="hold"/>
                                        <p:tgtEl>
                                          <p:spTgt spid="42"/>
                                        </p:tgtEl>
                                        <p:attrNameLst>
                                          <p:attrName>stroke.on</p:attrName>
                                        </p:attrNameLst>
                                      </p:cBhvr>
                                      <p:to>
                                        <p:strVal val="true"/>
                                      </p:to>
                                    </p:set>
                                  </p:childTnLst>
                                </p:cTn>
                              </p:par>
                              <p:par>
                                <p:cTn id="30" presetID="7" presetClass="emph" presetSubtype="2" fill="hold" nodeType="withEffect">
                                  <p:stCondLst>
                                    <p:cond delay="0"/>
                                  </p:stCondLst>
                                  <p:childTnLst>
                                    <p:animClr clrSpc="rgb" dir="cw">
                                      <p:cBhvr>
                                        <p:cTn id="31" dur="500" fill="hold"/>
                                        <p:tgtEl>
                                          <p:spTgt spid="45"/>
                                        </p:tgtEl>
                                        <p:attrNameLst>
                                          <p:attrName>stroke.color</p:attrName>
                                        </p:attrNameLst>
                                      </p:cBhvr>
                                      <p:to>
                                        <a:srgbClr val="0000FF"/>
                                      </p:to>
                                    </p:animClr>
                                    <p:set>
                                      <p:cBhvr>
                                        <p:cTn id="32" dur="500" fill="hold"/>
                                        <p:tgtEl>
                                          <p:spTgt spid="45"/>
                                        </p:tgtEl>
                                        <p:attrNameLst>
                                          <p:attrName>stroke.on</p:attrName>
                                        </p:attrNameLst>
                                      </p:cBhvr>
                                      <p:to>
                                        <p:strVal val="true"/>
                                      </p:to>
                                    </p:set>
                                  </p:childTnLst>
                                </p:cTn>
                              </p:par>
                              <p:par>
                                <p:cTn id="33" presetID="3" presetClass="emph" presetSubtype="2" fill="hold" grpId="0" nodeType="withEffect">
                                  <p:stCondLst>
                                    <p:cond delay="0"/>
                                  </p:stCondLst>
                                  <p:childTnLst>
                                    <p:animClr clrSpc="rgb" dir="cw">
                                      <p:cBhvr override="childStyle">
                                        <p:cTn id="34" dur="500" fill="hold"/>
                                        <p:tgtEl>
                                          <p:spTgt spid="68"/>
                                        </p:tgtEl>
                                        <p:attrNameLst>
                                          <p:attrName>style.color</p:attrName>
                                        </p:attrNameLst>
                                      </p:cBhvr>
                                      <p:to>
                                        <a:srgbClr val="0000FF"/>
                                      </p:to>
                                    </p:animClr>
                                  </p:childTnLst>
                                </p:cTn>
                              </p:par>
                              <p:par>
                                <p:cTn id="35" presetID="3" presetClass="emph" presetSubtype="2" fill="hold" grpId="0" nodeType="withEffect">
                                  <p:stCondLst>
                                    <p:cond delay="0"/>
                                  </p:stCondLst>
                                  <p:childTnLst>
                                    <p:animClr clrSpc="rgb" dir="cw">
                                      <p:cBhvr override="childStyle">
                                        <p:cTn id="36" dur="500" fill="hold"/>
                                        <p:tgtEl>
                                          <p:spTgt spid="71"/>
                                        </p:tgtEl>
                                        <p:attrNameLst>
                                          <p:attrName>style.color</p:attrName>
                                        </p:attrNameLst>
                                      </p:cBhvr>
                                      <p:to>
                                        <a:srgbClr val="0000FF"/>
                                      </p:to>
                                    </p:animClr>
                                  </p:childTnLst>
                                </p:cTn>
                              </p:par>
                              <p:par>
                                <p:cTn id="37" presetID="1" presetClass="emph" presetSubtype="2" fill="hold" nodeType="withEffect">
                                  <p:stCondLst>
                                    <p:cond delay="0"/>
                                  </p:stCondLst>
                                  <p:childTnLst>
                                    <p:animClr clrSpc="rgb" dir="cw">
                                      <p:cBhvr>
                                        <p:cTn id="38" dur="500" fill="hold"/>
                                        <p:tgtEl>
                                          <p:spTgt spid="9"/>
                                        </p:tgtEl>
                                        <p:attrNameLst>
                                          <p:attrName>fillcolor</p:attrName>
                                        </p:attrNameLst>
                                      </p:cBhvr>
                                      <p:to>
                                        <a:srgbClr val="0000FF"/>
                                      </p:to>
                                    </p:animClr>
                                    <p:set>
                                      <p:cBhvr>
                                        <p:cTn id="39" dur="500" fill="hold"/>
                                        <p:tgtEl>
                                          <p:spTgt spid="9"/>
                                        </p:tgtEl>
                                        <p:attrNameLst>
                                          <p:attrName>fill.type</p:attrName>
                                        </p:attrNameLst>
                                      </p:cBhvr>
                                      <p:to>
                                        <p:strVal val="solid"/>
                                      </p:to>
                                    </p:set>
                                    <p:set>
                                      <p:cBhvr>
                                        <p:cTn id="40" dur="500" fill="hold"/>
                                        <p:tgtEl>
                                          <p:spTgt spid="9"/>
                                        </p:tgtEl>
                                        <p:attrNameLst>
                                          <p:attrName>fill.on</p:attrName>
                                        </p:attrNameLst>
                                      </p:cBhvr>
                                      <p:to>
                                        <p:strVal val="true"/>
                                      </p:to>
                                    </p:set>
                                  </p:childTnLst>
                                </p:cTn>
                              </p:par>
                              <p:par>
                                <p:cTn id="41" presetID="1" presetClass="emph" presetSubtype="2" fill="hold" nodeType="withEffect">
                                  <p:stCondLst>
                                    <p:cond delay="0"/>
                                  </p:stCondLst>
                                  <p:childTnLst>
                                    <p:animClr clrSpc="rgb" dir="cw">
                                      <p:cBhvr>
                                        <p:cTn id="42" dur="500" fill="hold"/>
                                        <p:tgtEl>
                                          <p:spTgt spid="10"/>
                                        </p:tgtEl>
                                        <p:attrNameLst>
                                          <p:attrName>fillcolor</p:attrName>
                                        </p:attrNameLst>
                                      </p:cBhvr>
                                      <p:to>
                                        <a:srgbClr val="0000FF"/>
                                      </p:to>
                                    </p:animClr>
                                    <p:set>
                                      <p:cBhvr>
                                        <p:cTn id="43" dur="500" fill="hold"/>
                                        <p:tgtEl>
                                          <p:spTgt spid="10"/>
                                        </p:tgtEl>
                                        <p:attrNameLst>
                                          <p:attrName>fill.type</p:attrName>
                                        </p:attrNameLst>
                                      </p:cBhvr>
                                      <p:to>
                                        <p:strVal val="solid"/>
                                      </p:to>
                                    </p:set>
                                    <p:set>
                                      <p:cBhvr>
                                        <p:cTn id="44" dur="500" fill="hold"/>
                                        <p:tgtEl>
                                          <p:spTgt spid="10"/>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4"/>
                                        </p:tgtEl>
                                        <p:attrNameLst>
                                          <p:attrName>style.visibility</p:attrName>
                                        </p:attrNameLst>
                                      </p:cBhvr>
                                      <p:to>
                                        <p:strVal val="visible"/>
                                      </p:to>
                                    </p:set>
                                    <p:animEffect transition="in" filter="fade">
                                      <p:cBhvr>
                                        <p:cTn id="49" dur="500"/>
                                        <p:tgtEl>
                                          <p:spTgt spid="5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fade">
                                      <p:cBhvr>
                                        <p:cTn id="52" dur="500"/>
                                        <p:tgtEl>
                                          <p:spTgt spid="7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animEffect transition="in" filter="fade">
                                      <p:cBhvr>
                                        <p:cTn id="55" dur="500"/>
                                        <p:tgtEl>
                                          <p:spTgt spid="7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27"/>
                                        </p:tgtEl>
                                        <p:attrNameLst>
                                          <p:attrName>style.visibility</p:attrName>
                                        </p:attrNameLst>
                                      </p:cBhvr>
                                      <p:to>
                                        <p:strVal val="visible"/>
                                      </p:to>
                                    </p:set>
                                    <p:animEffect transition="in" filter="fade">
                                      <p:cBhvr>
                                        <p:cTn id="60" dur="500"/>
                                        <p:tgtEl>
                                          <p:spTgt spid="12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29"/>
                                        </p:tgtEl>
                                        <p:attrNameLst>
                                          <p:attrName>style.visibility</p:attrName>
                                        </p:attrNameLst>
                                      </p:cBhvr>
                                      <p:to>
                                        <p:strVal val="visible"/>
                                      </p:to>
                                    </p:set>
                                    <p:animEffect transition="in" filter="fade">
                                      <p:cBhvr>
                                        <p:cTn id="63" dur="500"/>
                                        <p:tgtEl>
                                          <p:spTgt spid="12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28"/>
                                        </p:tgtEl>
                                        <p:attrNameLst>
                                          <p:attrName>style.visibility</p:attrName>
                                        </p:attrNameLst>
                                      </p:cBhvr>
                                      <p:to>
                                        <p:strVal val="visible"/>
                                      </p:to>
                                    </p:set>
                                    <p:animEffect transition="in" filter="fade">
                                      <p:cBhvr>
                                        <p:cTn id="68" dur="500"/>
                                        <p:tgtEl>
                                          <p:spTgt spid="1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 presetClass="exit" presetSubtype="0" fill="hold" grpId="1" nodeType="withEffect">
                                  <p:stCondLst>
                                    <p:cond delay="0"/>
                                  </p:stCondLst>
                                  <p:childTnLst>
                                    <p:set>
                                      <p:cBhvr>
                                        <p:cTn id="75" dur="1" fill="hold">
                                          <p:stCondLst>
                                            <p:cond delay="0"/>
                                          </p:stCondLst>
                                        </p:cTn>
                                        <p:tgtEl>
                                          <p:spTgt spid="129"/>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79"/>
                                        </p:tgtEl>
                                        <p:attrNameLst>
                                          <p:attrName>style.visibility</p:attrName>
                                        </p:attrNameLst>
                                      </p:cBhvr>
                                      <p:to>
                                        <p:strVal val="visible"/>
                                      </p:to>
                                    </p:set>
                                    <p:animEffect transition="in" filter="fade">
                                      <p:cBhvr>
                                        <p:cTn id="80" dur="500"/>
                                        <p:tgtEl>
                                          <p:spTgt spid="79"/>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74"/>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76"/>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78"/>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80"/>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54"/>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72"/>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73"/>
                                        </p:tgtEl>
                                        <p:attrNameLst>
                                          <p:attrName>style.visibility</p:attrName>
                                        </p:attrNameLst>
                                      </p:cBhvr>
                                      <p:to>
                                        <p:strVal val="hidden"/>
                                      </p:to>
                                    </p:set>
                                  </p:childTnLst>
                                </p:cTn>
                              </p:par>
                              <p:par>
                                <p:cTn id="97" presetID="1" presetClass="exit" presetSubtype="0" fill="hold" grpId="2" nodeType="withEffect">
                                  <p:stCondLst>
                                    <p:cond delay="0"/>
                                  </p:stCondLst>
                                  <p:childTnLst>
                                    <p:set>
                                      <p:cBhvr>
                                        <p:cTn id="98" dur="1" fill="hold">
                                          <p:stCondLst>
                                            <p:cond delay="0"/>
                                          </p:stCondLst>
                                        </p:cTn>
                                        <p:tgtEl>
                                          <p:spTgt spid="129"/>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47"/>
                                        </p:tgtEl>
                                        <p:attrNameLst>
                                          <p:attrName>style.visibility</p:attrName>
                                        </p:attrNameLst>
                                      </p:cBhvr>
                                      <p:to>
                                        <p:strVal val="hidden"/>
                                      </p:to>
                                    </p:set>
                                  </p:childTnLst>
                                </p:cTn>
                              </p:par>
                              <p:par>
                                <p:cTn id="101" presetID="1" presetClass="exit" presetSubtype="0" fill="hold" grpId="0" nodeType="withEffect">
                                  <p:stCondLst>
                                    <p:cond delay="0"/>
                                  </p:stCondLst>
                                  <p:childTnLst>
                                    <p:set>
                                      <p:cBhvr>
                                        <p:cTn id="102" dur="1" fill="hold">
                                          <p:stCondLst>
                                            <p:cond delay="0"/>
                                          </p:stCondLst>
                                        </p:cTn>
                                        <p:tgtEl>
                                          <p:spTgt spid="50"/>
                                        </p:tgtEl>
                                        <p:attrNameLst>
                                          <p:attrName>style.visibility</p:attrName>
                                        </p:attrNameLst>
                                      </p:cBhvr>
                                      <p:to>
                                        <p:strVal val="hidden"/>
                                      </p:to>
                                    </p:set>
                                  </p:childTnLst>
                                </p:cTn>
                              </p:par>
                              <p:par>
                                <p:cTn id="103" presetID="1" presetClass="exit" presetSubtype="0" fill="hold" grpId="0" nodeType="withEffect">
                                  <p:stCondLst>
                                    <p:cond delay="0"/>
                                  </p:stCondLst>
                                  <p:childTnLst>
                                    <p:set>
                                      <p:cBhvr>
                                        <p:cTn id="104" dur="1" fill="hold">
                                          <p:stCondLst>
                                            <p:cond delay="0"/>
                                          </p:stCondLst>
                                        </p:cTn>
                                        <p:tgtEl>
                                          <p:spTgt spid="51"/>
                                        </p:tgtEl>
                                        <p:attrNameLst>
                                          <p:attrName>style.visibility</p:attrName>
                                        </p:attrNameLst>
                                      </p:cBhvr>
                                      <p:to>
                                        <p:strVal val="hidden"/>
                                      </p:to>
                                    </p:set>
                                  </p:childTnLst>
                                </p:cTn>
                              </p:par>
                              <p:par>
                                <p:cTn id="105" presetID="1" presetClass="exit" presetSubtype="0" fill="hold" grpId="0" nodeType="withEffect">
                                  <p:stCondLst>
                                    <p:cond delay="0"/>
                                  </p:stCondLst>
                                  <p:childTnLst>
                                    <p:set>
                                      <p:cBhvr>
                                        <p:cTn id="106" dur="1" fill="hold">
                                          <p:stCondLst>
                                            <p:cond delay="0"/>
                                          </p:stCondLst>
                                        </p:cTn>
                                        <p:tgtEl>
                                          <p:spTgt spid="52"/>
                                        </p:tgtEl>
                                        <p:attrNameLst>
                                          <p:attrName>style.visibility</p:attrName>
                                        </p:attrNameLst>
                                      </p:cBhvr>
                                      <p:to>
                                        <p:strVal val="hidden"/>
                                      </p:to>
                                    </p:set>
                                  </p:childTnLst>
                                </p:cTn>
                              </p:par>
                              <p:par>
                                <p:cTn id="107" presetID="1" presetClass="exit" presetSubtype="0" fill="hold" grpId="0" nodeType="withEffect">
                                  <p:stCondLst>
                                    <p:cond delay="0"/>
                                  </p:stCondLst>
                                  <p:childTnLst>
                                    <p:set>
                                      <p:cBhvr>
                                        <p:cTn id="108" dur="1" fill="hold">
                                          <p:stCondLst>
                                            <p:cond delay="0"/>
                                          </p:stCondLst>
                                        </p:cTn>
                                        <p:tgtEl>
                                          <p:spTgt spid="53"/>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127"/>
                                        </p:tgtEl>
                                        <p:attrNameLst>
                                          <p:attrName>style.visibility</p:attrName>
                                        </p:attrNameLst>
                                      </p:cBhvr>
                                      <p:to>
                                        <p:strVal val="hidden"/>
                                      </p:to>
                                    </p:set>
                                  </p:childTnLst>
                                </p:cTn>
                              </p:par>
                              <p:par>
                                <p:cTn id="111" presetID="22" presetClass="entr" presetSubtype="1" fill="hold" grpId="0" nodeType="withEffect">
                                  <p:stCondLst>
                                    <p:cond delay="0"/>
                                  </p:stCondLst>
                                  <p:childTnLst>
                                    <p:set>
                                      <p:cBhvr>
                                        <p:cTn id="112" dur="1" fill="hold">
                                          <p:stCondLst>
                                            <p:cond delay="0"/>
                                          </p:stCondLst>
                                        </p:cTn>
                                        <p:tgtEl>
                                          <p:spTgt spid="81"/>
                                        </p:tgtEl>
                                        <p:attrNameLst>
                                          <p:attrName>style.visibility</p:attrName>
                                        </p:attrNameLst>
                                      </p:cBhvr>
                                      <p:to>
                                        <p:strVal val="visible"/>
                                      </p:to>
                                    </p:set>
                                    <p:animEffect transition="in" filter="wipe(up)">
                                      <p:cBhvr>
                                        <p:cTn id="113" dur="500"/>
                                        <p:tgtEl>
                                          <p:spTgt spid="81"/>
                                        </p:tgtEl>
                                      </p:cBhvr>
                                    </p:animEffect>
                                  </p:childTnLst>
                                </p:cTn>
                              </p:par>
                            </p:childTnLst>
                          </p:cTn>
                        </p:par>
                        <p:par>
                          <p:cTn id="114" fill="hold">
                            <p:stCondLst>
                              <p:cond delay="0"/>
                            </p:stCondLst>
                            <p:childTnLst>
                              <p:par>
                                <p:cTn id="115" presetID="10" presetClass="entr" presetSubtype="0" fill="hold" grpId="0" nodeType="afterEffect">
                                  <p:stCondLst>
                                    <p:cond delay="0"/>
                                  </p:stCondLst>
                                  <p:childTnLst>
                                    <p:set>
                                      <p:cBhvr>
                                        <p:cTn id="116" dur="1" fill="hold">
                                          <p:stCondLst>
                                            <p:cond delay="0"/>
                                          </p:stCondLst>
                                        </p:cTn>
                                        <p:tgtEl>
                                          <p:spTgt spid="82"/>
                                        </p:tgtEl>
                                        <p:attrNameLst>
                                          <p:attrName>style.visibility</p:attrName>
                                        </p:attrNameLst>
                                      </p:cBhvr>
                                      <p:to>
                                        <p:strVal val="visible"/>
                                      </p:to>
                                    </p:set>
                                    <p:animEffect transition="in" filter="fade">
                                      <p:cBhvr>
                                        <p:cTn id="117" dur="500"/>
                                        <p:tgtEl>
                                          <p:spTgt spid="82"/>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131"/>
                                        </p:tgtEl>
                                        <p:attrNameLst>
                                          <p:attrName>style.visibility</p:attrName>
                                        </p:attrNameLst>
                                      </p:cBhvr>
                                      <p:to>
                                        <p:strVal val="visible"/>
                                      </p:to>
                                    </p:set>
                                    <p:animEffect transition="in" filter="fade">
                                      <p:cBhvr>
                                        <p:cTn id="122" dur="500"/>
                                        <p:tgtEl>
                                          <p:spTgt spid="13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130"/>
                                        </p:tgtEl>
                                        <p:attrNameLst>
                                          <p:attrName>style.visibility</p:attrName>
                                        </p:attrNameLst>
                                      </p:cBhvr>
                                      <p:to>
                                        <p:strVal val="visible"/>
                                      </p:to>
                                    </p:set>
                                    <p:animEffect transition="in" filter="fade">
                                      <p:cBhvr>
                                        <p:cTn id="125" dur="500"/>
                                        <p:tgtEl>
                                          <p:spTgt spid="130"/>
                                        </p:tgtEl>
                                      </p:cBhvr>
                                    </p:animEffect>
                                  </p:childTnLst>
                                </p:cTn>
                              </p:par>
                            </p:childTnLst>
                          </p:cTn>
                        </p:par>
                      </p:childTnLst>
                    </p:cTn>
                  </p:par>
                  <p:par>
                    <p:cTn id="126" fill="hold">
                      <p:stCondLst>
                        <p:cond delay="indefinite"/>
                      </p:stCondLst>
                      <p:childTnLst>
                        <p:par>
                          <p:cTn id="127" fill="hold">
                            <p:stCondLst>
                              <p:cond delay="0"/>
                            </p:stCondLst>
                            <p:childTnLst>
                              <p:par>
                                <p:cTn id="128" presetID="7" presetClass="emph" presetSubtype="2" fill="hold" nodeType="clickEffect">
                                  <p:stCondLst>
                                    <p:cond delay="0"/>
                                  </p:stCondLst>
                                  <p:childTnLst>
                                    <p:animClr clrSpc="rgb" dir="cw">
                                      <p:cBhvr>
                                        <p:cTn id="129" dur="10" fill="hold"/>
                                        <p:tgtEl>
                                          <p:spTgt spid="42"/>
                                        </p:tgtEl>
                                        <p:attrNameLst>
                                          <p:attrName>stroke.color</p:attrName>
                                        </p:attrNameLst>
                                      </p:cBhvr>
                                      <p:to>
                                        <a:srgbClr val="7F7F7F"/>
                                      </p:to>
                                    </p:animClr>
                                    <p:set>
                                      <p:cBhvr>
                                        <p:cTn id="130" dur="10" fill="hold"/>
                                        <p:tgtEl>
                                          <p:spTgt spid="42"/>
                                        </p:tgtEl>
                                        <p:attrNameLst>
                                          <p:attrName>stroke.on</p:attrName>
                                        </p:attrNameLst>
                                      </p:cBhvr>
                                      <p:to>
                                        <p:strVal val="true"/>
                                      </p:to>
                                    </p:set>
                                  </p:childTnLst>
                                </p:cTn>
                              </p:par>
                              <p:par>
                                <p:cTn id="131" presetID="7" presetClass="emph" presetSubtype="2" fill="hold" nodeType="withEffect">
                                  <p:stCondLst>
                                    <p:cond delay="0"/>
                                  </p:stCondLst>
                                  <p:childTnLst>
                                    <p:animClr clrSpc="rgb" dir="cw">
                                      <p:cBhvr>
                                        <p:cTn id="132" dur="10" fill="hold"/>
                                        <p:tgtEl>
                                          <p:spTgt spid="45"/>
                                        </p:tgtEl>
                                        <p:attrNameLst>
                                          <p:attrName>stroke.color</p:attrName>
                                        </p:attrNameLst>
                                      </p:cBhvr>
                                      <p:to>
                                        <a:srgbClr val="7F7F7F"/>
                                      </p:to>
                                    </p:animClr>
                                    <p:set>
                                      <p:cBhvr>
                                        <p:cTn id="133" dur="10" fill="hold"/>
                                        <p:tgtEl>
                                          <p:spTgt spid="45"/>
                                        </p:tgtEl>
                                        <p:attrNameLst>
                                          <p:attrName>stroke.on</p:attrName>
                                        </p:attrNameLst>
                                      </p:cBhvr>
                                      <p:to>
                                        <p:strVal val="true"/>
                                      </p:to>
                                    </p:set>
                                  </p:childTnLst>
                                </p:cTn>
                              </p:par>
                              <p:par>
                                <p:cTn id="134" presetID="3" presetClass="emph" presetSubtype="2" fill="hold" grpId="1" nodeType="withEffect">
                                  <p:stCondLst>
                                    <p:cond delay="0"/>
                                  </p:stCondLst>
                                  <p:childTnLst>
                                    <p:animClr clrSpc="rgb" dir="cw">
                                      <p:cBhvr override="childStyle">
                                        <p:cTn id="135" dur="10" fill="hold"/>
                                        <p:tgtEl>
                                          <p:spTgt spid="68"/>
                                        </p:tgtEl>
                                        <p:attrNameLst>
                                          <p:attrName>style.color</p:attrName>
                                        </p:attrNameLst>
                                      </p:cBhvr>
                                      <p:to>
                                        <a:srgbClr val="7F7F7F"/>
                                      </p:to>
                                    </p:animClr>
                                  </p:childTnLst>
                                </p:cTn>
                              </p:par>
                              <p:par>
                                <p:cTn id="136" presetID="3" presetClass="emph" presetSubtype="2" fill="hold" grpId="1" nodeType="withEffect">
                                  <p:stCondLst>
                                    <p:cond delay="0"/>
                                  </p:stCondLst>
                                  <p:childTnLst>
                                    <p:animClr clrSpc="rgb" dir="cw">
                                      <p:cBhvr override="childStyle">
                                        <p:cTn id="137" dur="10" fill="hold"/>
                                        <p:tgtEl>
                                          <p:spTgt spid="71"/>
                                        </p:tgtEl>
                                        <p:attrNameLst>
                                          <p:attrName>style.color</p:attrName>
                                        </p:attrNameLst>
                                      </p:cBhvr>
                                      <p:to>
                                        <a:srgbClr val="7F7F7F"/>
                                      </p:to>
                                    </p:animClr>
                                  </p:childTnLst>
                                </p:cTn>
                              </p:par>
                              <p:par>
                                <p:cTn id="138" presetID="1" presetClass="emph" presetSubtype="2" fill="hold" nodeType="withEffect">
                                  <p:stCondLst>
                                    <p:cond delay="0"/>
                                  </p:stCondLst>
                                  <p:childTnLst>
                                    <p:animClr clrSpc="rgb" dir="cw">
                                      <p:cBhvr>
                                        <p:cTn id="139" dur="10" fill="hold"/>
                                        <p:tgtEl>
                                          <p:spTgt spid="9"/>
                                        </p:tgtEl>
                                        <p:attrNameLst>
                                          <p:attrName>fillcolor</p:attrName>
                                        </p:attrNameLst>
                                      </p:cBhvr>
                                      <p:to>
                                        <a:srgbClr val="A5A5A5"/>
                                      </p:to>
                                    </p:animClr>
                                    <p:set>
                                      <p:cBhvr>
                                        <p:cTn id="140" dur="10" fill="hold"/>
                                        <p:tgtEl>
                                          <p:spTgt spid="9"/>
                                        </p:tgtEl>
                                        <p:attrNameLst>
                                          <p:attrName>fill.type</p:attrName>
                                        </p:attrNameLst>
                                      </p:cBhvr>
                                      <p:to>
                                        <p:strVal val="solid"/>
                                      </p:to>
                                    </p:set>
                                    <p:set>
                                      <p:cBhvr>
                                        <p:cTn id="141" dur="10" fill="hold"/>
                                        <p:tgtEl>
                                          <p:spTgt spid="9"/>
                                        </p:tgtEl>
                                        <p:attrNameLst>
                                          <p:attrName>fill.on</p:attrName>
                                        </p:attrNameLst>
                                      </p:cBhvr>
                                      <p:to>
                                        <p:strVal val="true"/>
                                      </p:to>
                                    </p:set>
                                  </p:childTnLst>
                                </p:cTn>
                              </p:par>
                              <p:par>
                                <p:cTn id="142" presetID="1" presetClass="emph" presetSubtype="2" fill="hold" nodeType="withEffect">
                                  <p:stCondLst>
                                    <p:cond delay="0"/>
                                  </p:stCondLst>
                                  <p:childTnLst>
                                    <p:animClr clrSpc="rgb" dir="cw">
                                      <p:cBhvr>
                                        <p:cTn id="143" dur="10" fill="hold"/>
                                        <p:tgtEl>
                                          <p:spTgt spid="10"/>
                                        </p:tgtEl>
                                        <p:attrNameLst>
                                          <p:attrName>fillcolor</p:attrName>
                                        </p:attrNameLst>
                                      </p:cBhvr>
                                      <p:to>
                                        <a:srgbClr val="A5A5A5"/>
                                      </p:to>
                                    </p:animClr>
                                    <p:set>
                                      <p:cBhvr>
                                        <p:cTn id="144" dur="10" fill="hold"/>
                                        <p:tgtEl>
                                          <p:spTgt spid="10"/>
                                        </p:tgtEl>
                                        <p:attrNameLst>
                                          <p:attrName>fill.type</p:attrName>
                                        </p:attrNameLst>
                                      </p:cBhvr>
                                      <p:to>
                                        <p:strVal val="solid"/>
                                      </p:to>
                                    </p:set>
                                    <p:set>
                                      <p:cBhvr>
                                        <p:cTn id="145" dur="10" fill="hold"/>
                                        <p:tgtEl>
                                          <p:spTgt spid="10"/>
                                        </p:tgtEl>
                                        <p:attrNameLst>
                                          <p:attrName>fill.on</p:attrName>
                                        </p:attrNameLst>
                                      </p:cBhvr>
                                      <p:to>
                                        <p:strVal val="true"/>
                                      </p:to>
                                    </p:set>
                                  </p:childTnLst>
                                </p:cTn>
                              </p:par>
                              <p:par>
                                <p:cTn id="146" presetID="10" presetClass="entr" presetSubtype="0" fill="hold" grpId="0" nodeType="withEffect">
                                  <p:stCondLst>
                                    <p:cond delay="0"/>
                                  </p:stCondLst>
                                  <p:childTnLst>
                                    <p:set>
                                      <p:cBhvr>
                                        <p:cTn id="147" dur="1" fill="hold">
                                          <p:stCondLst>
                                            <p:cond delay="0"/>
                                          </p:stCondLst>
                                        </p:cTn>
                                        <p:tgtEl>
                                          <p:spTgt spid="41"/>
                                        </p:tgtEl>
                                        <p:attrNameLst>
                                          <p:attrName>style.visibility</p:attrName>
                                        </p:attrNameLst>
                                      </p:cBhvr>
                                      <p:to>
                                        <p:strVal val="visible"/>
                                      </p:to>
                                    </p:set>
                                    <p:animEffect transition="in" filter="fade">
                                      <p:cBhvr>
                                        <p:cTn id="148" dur="500"/>
                                        <p:tgtEl>
                                          <p:spTgt spid="41"/>
                                        </p:tgtEl>
                                      </p:cBhvr>
                                    </p:animEffect>
                                  </p:childTnLst>
                                </p:cTn>
                              </p:par>
                              <p:par>
                                <p:cTn id="149" presetID="1" presetClass="exit" presetSubtype="0" fill="hold" grpId="1" nodeType="withEffect">
                                  <p:stCondLst>
                                    <p:cond delay="0"/>
                                  </p:stCondLst>
                                  <p:childTnLst>
                                    <p:set>
                                      <p:cBhvr>
                                        <p:cTn id="150" dur="1" fill="hold">
                                          <p:stCondLst>
                                            <p:cond delay="0"/>
                                          </p:stCondLst>
                                        </p:cTn>
                                        <p:tgtEl>
                                          <p:spTgt spid="40"/>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49"/>
                                        </p:tgtEl>
                                        <p:attrNameLst>
                                          <p:attrName>style.visibility</p:attrName>
                                        </p:attrNameLst>
                                      </p:cBhvr>
                                      <p:to>
                                        <p:strVal val="visible"/>
                                      </p:to>
                                    </p:set>
                                    <p:animEffect transition="in" filter="fade">
                                      <p:cBhvr>
                                        <p:cTn id="155" dur="500"/>
                                        <p:tgtEl>
                                          <p:spTgt spid="49"/>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grpId="0" nodeType="clickEffect">
                                  <p:stCondLst>
                                    <p:cond delay="0"/>
                                  </p:stCondLst>
                                  <p:childTnLst>
                                    <p:set>
                                      <p:cBhvr>
                                        <p:cTn id="159" dur="1" fill="hold">
                                          <p:stCondLst>
                                            <p:cond delay="0"/>
                                          </p:stCondLst>
                                        </p:cTn>
                                        <p:tgtEl>
                                          <p:spTgt spid="38"/>
                                        </p:tgtEl>
                                        <p:attrNameLst>
                                          <p:attrName>style.visibility</p:attrName>
                                        </p:attrNameLst>
                                      </p:cBhvr>
                                      <p:to>
                                        <p:strVal val="visible"/>
                                      </p:to>
                                    </p:set>
                                    <p:animEffect transition="in" filter="wipe(left)">
                                      <p:cBhvr>
                                        <p:cTn id="160" dur="500"/>
                                        <p:tgtEl>
                                          <p:spTgt spid="38"/>
                                        </p:tgtEl>
                                      </p:cBhvr>
                                    </p:animEffect>
                                  </p:childTnLst>
                                </p:cTn>
                              </p:par>
                            </p:childTnLst>
                          </p:cTn>
                        </p:par>
                        <p:par>
                          <p:cTn id="161" fill="hold">
                            <p:stCondLst>
                              <p:cond delay="500"/>
                            </p:stCondLst>
                            <p:childTnLst>
                              <p:par>
                                <p:cTn id="162" presetID="10" presetClass="entr" presetSubtype="0" fill="hold" grpId="0" nodeType="afterEffect">
                                  <p:stCondLst>
                                    <p:cond delay="0"/>
                                  </p:stCondLst>
                                  <p:childTnLst>
                                    <p:set>
                                      <p:cBhvr>
                                        <p:cTn id="163" dur="1" fill="hold">
                                          <p:stCondLst>
                                            <p:cond delay="0"/>
                                          </p:stCondLst>
                                        </p:cTn>
                                        <p:tgtEl>
                                          <p:spTgt spid="12"/>
                                        </p:tgtEl>
                                        <p:attrNameLst>
                                          <p:attrName>style.visibility</p:attrName>
                                        </p:attrNameLst>
                                      </p:cBhvr>
                                      <p:to>
                                        <p:strVal val="visible"/>
                                      </p:to>
                                    </p:set>
                                    <p:animEffect transition="in" filter="fade">
                                      <p:cBhvr>
                                        <p:cTn id="164" dur="500"/>
                                        <p:tgtEl>
                                          <p:spTgt spid="12"/>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15"/>
                                        </p:tgtEl>
                                        <p:attrNameLst>
                                          <p:attrName>style.visibility</p:attrName>
                                        </p:attrNameLst>
                                      </p:cBhvr>
                                      <p:to>
                                        <p:strVal val="visible"/>
                                      </p:to>
                                    </p:set>
                                    <p:animEffect transition="in" filter="fade">
                                      <p:cBhvr>
                                        <p:cTn id="167" dur="500"/>
                                        <p:tgtEl>
                                          <p:spTgt spid="15"/>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16"/>
                                        </p:tgtEl>
                                        <p:attrNameLst>
                                          <p:attrName>style.visibility</p:attrName>
                                        </p:attrNameLst>
                                      </p:cBhvr>
                                      <p:to>
                                        <p:strVal val="visible"/>
                                      </p:to>
                                    </p:set>
                                    <p:animEffect transition="in" filter="fade">
                                      <p:cBhvr>
                                        <p:cTn id="170" dur="500"/>
                                        <p:tgtEl>
                                          <p:spTgt spid="16"/>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18"/>
                                        </p:tgtEl>
                                        <p:attrNameLst>
                                          <p:attrName>style.visibility</p:attrName>
                                        </p:attrNameLst>
                                      </p:cBhvr>
                                      <p:to>
                                        <p:strVal val="visible"/>
                                      </p:to>
                                    </p:set>
                                    <p:animEffect transition="in" filter="fade">
                                      <p:cBhvr>
                                        <p:cTn id="173" dur="500"/>
                                        <p:tgtEl>
                                          <p:spTgt spid="18"/>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19"/>
                                        </p:tgtEl>
                                        <p:attrNameLst>
                                          <p:attrName>style.visibility</p:attrName>
                                        </p:attrNameLst>
                                      </p:cBhvr>
                                      <p:to>
                                        <p:strVal val="visible"/>
                                      </p:to>
                                    </p:set>
                                    <p:animEffect transition="in" filter="fade">
                                      <p:cBhvr>
                                        <p:cTn id="176" dur="500"/>
                                        <p:tgtEl>
                                          <p:spTgt spid="19"/>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21"/>
                                        </p:tgtEl>
                                        <p:attrNameLst>
                                          <p:attrName>style.visibility</p:attrName>
                                        </p:attrNameLst>
                                      </p:cBhvr>
                                      <p:to>
                                        <p:strVal val="visible"/>
                                      </p:to>
                                    </p:set>
                                    <p:animEffect transition="in" filter="fade">
                                      <p:cBhvr>
                                        <p:cTn id="179" dur="500"/>
                                        <p:tgtEl>
                                          <p:spTgt spid="21"/>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24"/>
                                        </p:tgtEl>
                                        <p:attrNameLst>
                                          <p:attrName>style.visibility</p:attrName>
                                        </p:attrNameLst>
                                      </p:cBhvr>
                                      <p:to>
                                        <p:strVal val="visible"/>
                                      </p:to>
                                    </p:set>
                                    <p:animEffect transition="in" filter="fade">
                                      <p:cBhvr>
                                        <p:cTn id="182" dur="500"/>
                                        <p:tgtEl>
                                          <p:spTgt spid="24"/>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25"/>
                                        </p:tgtEl>
                                        <p:attrNameLst>
                                          <p:attrName>style.visibility</p:attrName>
                                        </p:attrNameLst>
                                      </p:cBhvr>
                                      <p:to>
                                        <p:strVal val="visible"/>
                                      </p:to>
                                    </p:set>
                                    <p:animEffect transition="in" filter="fade">
                                      <p:cBhvr>
                                        <p:cTn id="185" dur="500"/>
                                        <p:tgtEl>
                                          <p:spTgt spid="25"/>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27"/>
                                        </p:tgtEl>
                                        <p:attrNameLst>
                                          <p:attrName>style.visibility</p:attrName>
                                        </p:attrNameLst>
                                      </p:cBhvr>
                                      <p:to>
                                        <p:strVal val="visible"/>
                                      </p:to>
                                    </p:set>
                                    <p:animEffect transition="in" filter="fade">
                                      <p:cBhvr>
                                        <p:cTn id="188" dur="500"/>
                                        <p:tgtEl>
                                          <p:spTgt spid="27"/>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28"/>
                                        </p:tgtEl>
                                        <p:attrNameLst>
                                          <p:attrName>style.visibility</p:attrName>
                                        </p:attrNameLst>
                                      </p:cBhvr>
                                      <p:to>
                                        <p:strVal val="visible"/>
                                      </p:to>
                                    </p:set>
                                    <p:animEffect transition="in" filter="fade">
                                      <p:cBhvr>
                                        <p:cTn id="191" dur="500"/>
                                        <p:tgtEl>
                                          <p:spTgt spid="28"/>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29"/>
                                        </p:tgtEl>
                                        <p:attrNameLst>
                                          <p:attrName>style.visibility</p:attrName>
                                        </p:attrNameLst>
                                      </p:cBhvr>
                                      <p:to>
                                        <p:strVal val="visible"/>
                                      </p:to>
                                    </p:set>
                                    <p:animEffect transition="in" filter="fade">
                                      <p:cBhvr>
                                        <p:cTn id="194" dur="500"/>
                                        <p:tgtEl>
                                          <p:spTgt spid="29"/>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30"/>
                                        </p:tgtEl>
                                        <p:attrNameLst>
                                          <p:attrName>style.visibility</p:attrName>
                                        </p:attrNameLst>
                                      </p:cBhvr>
                                      <p:to>
                                        <p:strVal val="visible"/>
                                      </p:to>
                                    </p:set>
                                    <p:animEffect transition="in" filter="fade">
                                      <p:cBhvr>
                                        <p:cTn id="197" dur="500"/>
                                        <p:tgtEl>
                                          <p:spTgt spid="30"/>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31"/>
                                        </p:tgtEl>
                                        <p:attrNameLst>
                                          <p:attrName>style.visibility</p:attrName>
                                        </p:attrNameLst>
                                      </p:cBhvr>
                                      <p:to>
                                        <p:strVal val="visible"/>
                                      </p:to>
                                    </p:set>
                                    <p:animEffect transition="in" filter="fade">
                                      <p:cBhvr>
                                        <p:cTn id="200" dur="500"/>
                                        <p:tgtEl>
                                          <p:spTgt spid="31"/>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32"/>
                                        </p:tgtEl>
                                        <p:attrNameLst>
                                          <p:attrName>style.visibility</p:attrName>
                                        </p:attrNameLst>
                                      </p:cBhvr>
                                      <p:to>
                                        <p:strVal val="visible"/>
                                      </p:to>
                                    </p:set>
                                    <p:animEffect transition="in" filter="fade">
                                      <p:cBhvr>
                                        <p:cTn id="203" dur="500"/>
                                        <p:tgtEl>
                                          <p:spTgt spid="32"/>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35"/>
                                        </p:tgtEl>
                                        <p:attrNameLst>
                                          <p:attrName>style.visibility</p:attrName>
                                        </p:attrNameLst>
                                      </p:cBhvr>
                                      <p:to>
                                        <p:strVal val="visible"/>
                                      </p:to>
                                    </p:set>
                                    <p:animEffect transition="in" filter="fade">
                                      <p:cBhvr>
                                        <p:cTn id="206" dur="500"/>
                                        <p:tgtEl>
                                          <p:spTgt spid="3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37"/>
                                        </p:tgtEl>
                                        <p:attrNameLst>
                                          <p:attrName>style.visibility</p:attrName>
                                        </p:attrNameLst>
                                      </p:cBhvr>
                                      <p:to>
                                        <p:strVal val="visible"/>
                                      </p:to>
                                    </p:set>
                                    <p:animEffect transition="in" filter="fade">
                                      <p:cBhvr>
                                        <p:cTn id="20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8" grpId="1"/>
      <p:bldP spid="71" grpId="0"/>
      <p:bldP spid="71" grpId="1"/>
      <p:bldP spid="12" grpId="0" bldLvl="0" animBg="1"/>
      <p:bldP spid="15" grpId="0" bldLvl="0" animBg="1"/>
      <p:bldP spid="16" grpId="0" bldLvl="0" animBg="1"/>
      <p:bldP spid="18" grpId="0" bldLvl="0" animBg="1"/>
      <p:bldP spid="19" grpId="0" bldLvl="0" animBg="1"/>
      <p:bldP spid="21" grpId="0" bldLvl="0" animBg="1"/>
      <p:bldP spid="24" grpId="0" bldLvl="0" animBg="1"/>
      <p:bldP spid="25" grpId="0" bldLvl="0" animBg="1"/>
      <p:bldP spid="27" grpId="0" bldLvl="0" animBg="1"/>
      <p:bldP spid="28" grpId="0" bldLvl="0" animBg="1"/>
      <p:bldP spid="29" grpId="0" bldLvl="0" animBg="1"/>
      <p:bldP spid="30" grpId="0" bldLvl="0" animBg="1"/>
      <p:bldP spid="31" grpId="0" bldLvl="0" animBg="1"/>
      <p:bldP spid="32" grpId="0" bldLvl="0" animBg="1"/>
      <p:bldP spid="35" grpId="0" bldLvl="0" animBg="1"/>
      <p:bldP spid="37" grpId="0" bldLvl="0" animBg="1"/>
      <p:bldP spid="38" grpId="0" bldLvl="0" animBg="1"/>
      <p:bldP spid="40" grpId="0" bldLvl="0" animBg="1"/>
      <p:bldP spid="40" grpId="1" bldLvl="0" animBg="1"/>
      <p:bldP spid="41" grpId="0" bldLvl="0" animBg="1"/>
      <p:bldP spid="50" grpId="0" bldLvl="0" animBg="1"/>
      <p:bldP spid="51" grpId="0" bldLvl="0" animBg="1"/>
      <p:bldP spid="52" grpId="0" bldLvl="0" animBg="1"/>
      <p:bldP spid="53" grpId="0" bldLvl="0" animBg="1"/>
      <p:bldP spid="54" grpId="0" bldLvl="0" animBg="1"/>
      <p:bldP spid="54" grpId="1" bldLvl="0" animBg="1"/>
      <p:bldP spid="72" grpId="0" bldLvl="0" animBg="1"/>
      <p:bldP spid="72" grpId="1" bldLvl="0" animBg="1"/>
      <p:bldP spid="73" grpId="0" bldLvl="0" animBg="1"/>
      <p:bldP spid="73" grpId="1" bldLvl="0" animBg="1"/>
      <p:bldP spid="74" grpId="0" bldLvl="0" animBg="1"/>
      <p:bldP spid="74" grpId="1" bldLvl="0" animBg="1"/>
      <p:bldP spid="76" grpId="0" bldLvl="0" animBg="1"/>
      <p:bldP spid="76" grpId="1" bldLvl="0" animBg="1"/>
      <p:bldP spid="78" grpId="0" bldLvl="0" animBg="1"/>
      <p:bldP spid="78" grpId="1" bldLvl="0" animBg="1"/>
      <p:bldP spid="80" grpId="0"/>
      <p:bldP spid="80" grpId="1"/>
      <p:bldP spid="81" grpId="0" bldLvl="0" animBg="1"/>
      <p:bldP spid="82" grpId="0"/>
      <p:bldP spid="129" grpId="0" bldLvl="0" animBg="1"/>
      <p:bldP spid="129" grpId="1" bldLvl="0" animBg="1"/>
      <p:bldP spid="129" grpId="2" bldLvl="0" animBg="1"/>
      <p:bldP spid="127" grpId="0" bldLvl="0" animBg="1"/>
      <p:bldP spid="127" grpId="1" bldLvl="0" animBg="1"/>
      <p:bldP spid="47" grpId="0" bldLvl="0" animBg="1"/>
      <p:bldP spid="47" grpId="1" bldLvl="0" animBg="1"/>
      <p:bldP spid="79" grpId="0" bldLvl="0" animBg="1"/>
      <p:bldP spid="128" grpId="0" bldLvl="0" animBg="1"/>
      <p:bldP spid="49" grpId="0" bldLvl="0" animBg="1"/>
      <p:bldP spid="130" grpId="0" bldLvl="0" animBg="1"/>
      <p:bldP spid="131"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148" name="任意多边形: 形状 147"/>
          <p:cNvSpPr/>
          <p:nvPr>
            <p:custDataLst>
              <p:tags r:id="rId2"/>
            </p:custDataLst>
          </p:nvPr>
        </p:nvSpPr>
        <p:spPr>
          <a:xfrm>
            <a:off x="5656697" y="2500754"/>
            <a:ext cx="654472" cy="854698"/>
          </a:xfrm>
          <a:custGeom>
            <a:avLst/>
            <a:gdLst>
              <a:gd name="connsiteX0" fmla="*/ 317500 w 609600"/>
              <a:gd name="connsiteY0" fmla="*/ 264 h 774964"/>
              <a:gd name="connsiteX1" fmla="*/ 301625 w 609600"/>
              <a:gd name="connsiteY1" fmla="*/ 6614 h 774964"/>
              <a:gd name="connsiteX2" fmla="*/ 282575 w 609600"/>
              <a:gd name="connsiteY2" fmla="*/ 12964 h 774964"/>
              <a:gd name="connsiteX3" fmla="*/ 273050 w 609600"/>
              <a:gd name="connsiteY3" fmla="*/ 19314 h 774964"/>
              <a:gd name="connsiteX4" fmla="*/ 228600 w 609600"/>
              <a:gd name="connsiteY4" fmla="*/ 44714 h 774964"/>
              <a:gd name="connsiteX5" fmla="*/ 209550 w 609600"/>
              <a:gd name="connsiteY5" fmla="*/ 57414 h 774964"/>
              <a:gd name="connsiteX6" fmla="*/ 190500 w 609600"/>
              <a:gd name="connsiteY6" fmla="*/ 73289 h 774964"/>
              <a:gd name="connsiteX7" fmla="*/ 177800 w 609600"/>
              <a:gd name="connsiteY7" fmla="*/ 76464 h 774964"/>
              <a:gd name="connsiteX8" fmla="*/ 158750 w 609600"/>
              <a:gd name="connsiteY8" fmla="*/ 92339 h 774964"/>
              <a:gd name="connsiteX9" fmla="*/ 149225 w 609600"/>
              <a:gd name="connsiteY9" fmla="*/ 101864 h 774964"/>
              <a:gd name="connsiteX10" fmla="*/ 111125 w 609600"/>
              <a:gd name="connsiteY10" fmla="*/ 133614 h 774964"/>
              <a:gd name="connsiteX11" fmla="*/ 73025 w 609600"/>
              <a:gd name="connsiteY11" fmla="*/ 174889 h 774964"/>
              <a:gd name="connsiteX12" fmla="*/ 60325 w 609600"/>
              <a:gd name="connsiteY12" fmla="*/ 216164 h 774964"/>
              <a:gd name="connsiteX13" fmla="*/ 53975 w 609600"/>
              <a:gd name="connsiteY13" fmla="*/ 244739 h 774964"/>
              <a:gd name="connsiteX14" fmla="*/ 44450 w 609600"/>
              <a:gd name="connsiteY14" fmla="*/ 266964 h 774964"/>
              <a:gd name="connsiteX15" fmla="*/ 15875 w 609600"/>
              <a:gd name="connsiteY15" fmla="*/ 343164 h 774964"/>
              <a:gd name="connsiteX16" fmla="*/ 0 w 609600"/>
              <a:gd name="connsiteY16" fmla="*/ 397139 h 774964"/>
              <a:gd name="connsiteX17" fmla="*/ 3175 w 609600"/>
              <a:gd name="connsiteY17" fmla="*/ 498739 h 774964"/>
              <a:gd name="connsiteX18" fmla="*/ 9525 w 609600"/>
              <a:gd name="connsiteY18" fmla="*/ 514614 h 774964"/>
              <a:gd name="connsiteX19" fmla="*/ 22225 w 609600"/>
              <a:gd name="connsiteY19" fmla="*/ 540014 h 774964"/>
              <a:gd name="connsiteX20" fmla="*/ 50800 w 609600"/>
              <a:gd name="connsiteY20" fmla="*/ 609864 h 774964"/>
              <a:gd name="connsiteX21" fmla="*/ 76200 w 609600"/>
              <a:gd name="connsiteY21" fmla="*/ 673364 h 774964"/>
              <a:gd name="connsiteX22" fmla="*/ 92075 w 609600"/>
              <a:gd name="connsiteY22" fmla="*/ 689239 h 774964"/>
              <a:gd name="connsiteX23" fmla="*/ 241300 w 609600"/>
              <a:gd name="connsiteY23" fmla="*/ 765439 h 774964"/>
              <a:gd name="connsiteX24" fmla="*/ 311150 w 609600"/>
              <a:gd name="connsiteY24" fmla="*/ 774964 h 774964"/>
              <a:gd name="connsiteX25" fmla="*/ 346075 w 609600"/>
              <a:gd name="connsiteY25" fmla="*/ 768614 h 774964"/>
              <a:gd name="connsiteX26" fmla="*/ 381000 w 609600"/>
              <a:gd name="connsiteY26" fmla="*/ 746389 h 774964"/>
              <a:gd name="connsiteX27" fmla="*/ 460375 w 609600"/>
              <a:gd name="connsiteY27" fmla="*/ 695589 h 774964"/>
              <a:gd name="connsiteX28" fmla="*/ 508000 w 609600"/>
              <a:gd name="connsiteY28" fmla="*/ 651139 h 774964"/>
              <a:gd name="connsiteX29" fmla="*/ 552450 w 609600"/>
              <a:gd name="connsiteY29" fmla="*/ 603514 h 774964"/>
              <a:gd name="connsiteX30" fmla="*/ 565150 w 609600"/>
              <a:gd name="connsiteY30" fmla="*/ 568589 h 774964"/>
              <a:gd name="connsiteX31" fmla="*/ 593725 w 609600"/>
              <a:gd name="connsiteY31" fmla="*/ 495564 h 774964"/>
              <a:gd name="connsiteX32" fmla="*/ 609600 w 609600"/>
              <a:gd name="connsiteY32" fmla="*/ 422539 h 774964"/>
              <a:gd name="connsiteX33" fmla="*/ 603250 w 609600"/>
              <a:gd name="connsiteY33" fmla="*/ 317764 h 774964"/>
              <a:gd name="connsiteX34" fmla="*/ 584200 w 609600"/>
              <a:gd name="connsiteY34" fmla="*/ 244739 h 774964"/>
              <a:gd name="connsiteX35" fmla="*/ 552450 w 609600"/>
              <a:gd name="connsiteY35" fmla="*/ 162189 h 774964"/>
              <a:gd name="connsiteX36" fmla="*/ 488950 w 609600"/>
              <a:gd name="connsiteY36" fmla="*/ 92339 h 774964"/>
              <a:gd name="connsiteX37" fmla="*/ 425450 w 609600"/>
              <a:gd name="connsiteY37" fmla="*/ 44714 h 774964"/>
              <a:gd name="connsiteX38" fmla="*/ 412750 w 609600"/>
              <a:gd name="connsiteY38" fmla="*/ 41539 h 774964"/>
              <a:gd name="connsiteX39" fmla="*/ 387350 w 609600"/>
              <a:gd name="connsiteY39" fmla="*/ 32014 h 774964"/>
              <a:gd name="connsiteX40" fmla="*/ 361950 w 609600"/>
              <a:gd name="connsiteY40" fmla="*/ 25664 h 774964"/>
              <a:gd name="connsiteX41" fmla="*/ 327025 w 609600"/>
              <a:gd name="connsiteY41" fmla="*/ 16139 h 774964"/>
              <a:gd name="connsiteX42" fmla="*/ 317500 w 609600"/>
              <a:gd name="connsiteY42" fmla="*/ 264 h 774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09600" h="774964">
                <a:moveTo>
                  <a:pt x="317500" y="264"/>
                </a:moveTo>
                <a:cubicBezTo>
                  <a:pt x="313267" y="-1323"/>
                  <a:pt x="306981" y="4666"/>
                  <a:pt x="301625" y="6614"/>
                </a:cubicBezTo>
                <a:cubicBezTo>
                  <a:pt x="295335" y="8901"/>
                  <a:pt x="288692" y="10246"/>
                  <a:pt x="282575" y="12964"/>
                </a:cubicBezTo>
                <a:cubicBezTo>
                  <a:pt x="279088" y="14514"/>
                  <a:pt x="276363" y="17421"/>
                  <a:pt x="273050" y="19314"/>
                </a:cubicBezTo>
                <a:cubicBezTo>
                  <a:pt x="241119" y="37560"/>
                  <a:pt x="285771" y="6600"/>
                  <a:pt x="228600" y="44714"/>
                </a:cubicBezTo>
                <a:cubicBezTo>
                  <a:pt x="222250" y="48947"/>
                  <a:pt x="215413" y="52528"/>
                  <a:pt x="209550" y="57414"/>
                </a:cubicBezTo>
                <a:cubicBezTo>
                  <a:pt x="203200" y="62706"/>
                  <a:pt x="197588" y="69036"/>
                  <a:pt x="190500" y="73289"/>
                </a:cubicBezTo>
                <a:cubicBezTo>
                  <a:pt x="186758" y="75534"/>
                  <a:pt x="182033" y="75406"/>
                  <a:pt x="177800" y="76464"/>
                </a:cubicBezTo>
                <a:cubicBezTo>
                  <a:pt x="171450" y="81756"/>
                  <a:pt x="164928" y="86847"/>
                  <a:pt x="158750" y="92339"/>
                </a:cubicBezTo>
                <a:cubicBezTo>
                  <a:pt x="155394" y="95322"/>
                  <a:pt x="152618" y="98923"/>
                  <a:pt x="149225" y="101864"/>
                </a:cubicBezTo>
                <a:cubicBezTo>
                  <a:pt x="136732" y="112691"/>
                  <a:pt x="122815" y="121924"/>
                  <a:pt x="111125" y="133614"/>
                </a:cubicBezTo>
                <a:cubicBezTo>
                  <a:pt x="83055" y="161684"/>
                  <a:pt x="95607" y="147790"/>
                  <a:pt x="73025" y="174889"/>
                </a:cubicBezTo>
                <a:cubicBezTo>
                  <a:pt x="68792" y="188647"/>
                  <a:pt x="64113" y="202276"/>
                  <a:pt x="60325" y="216164"/>
                </a:cubicBezTo>
                <a:cubicBezTo>
                  <a:pt x="57758" y="225578"/>
                  <a:pt x="56885" y="235426"/>
                  <a:pt x="53975" y="244739"/>
                </a:cubicBezTo>
                <a:cubicBezTo>
                  <a:pt x="51571" y="252432"/>
                  <a:pt x="47360" y="259447"/>
                  <a:pt x="44450" y="266964"/>
                </a:cubicBezTo>
                <a:cubicBezTo>
                  <a:pt x="34657" y="292262"/>
                  <a:pt x="22454" y="316847"/>
                  <a:pt x="15875" y="343164"/>
                </a:cubicBezTo>
                <a:cubicBezTo>
                  <a:pt x="7090" y="378304"/>
                  <a:pt x="12285" y="360285"/>
                  <a:pt x="0" y="397139"/>
                </a:cubicBezTo>
                <a:cubicBezTo>
                  <a:pt x="1058" y="431006"/>
                  <a:pt x="437" y="464967"/>
                  <a:pt x="3175" y="498739"/>
                </a:cubicBezTo>
                <a:cubicBezTo>
                  <a:pt x="3636" y="504420"/>
                  <a:pt x="7137" y="509439"/>
                  <a:pt x="9525" y="514614"/>
                </a:cubicBezTo>
                <a:cubicBezTo>
                  <a:pt x="13492" y="523209"/>
                  <a:pt x="18461" y="531328"/>
                  <a:pt x="22225" y="540014"/>
                </a:cubicBezTo>
                <a:cubicBezTo>
                  <a:pt x="32227" y="563096"/>
                  <a:pt x="44699" y="585459"/>
                  <a:pt x="50800" y="609864"/>
                </a:cubicBezTo>
                <a:cubicBezTo>
                  <a:pt x="55891" y="630229"/>
                  <a:pt x="60898" y="658062"/>
                  <a:pt x="76200" y="673364"/>
                </a:cubicBezTo>
                <a:cubicBezTo>
                  <a:pt x="81492" y="678656"/>
                  <a:pt x="86023" y="684837"/>
                  <a:pt x="92075" y="689239"/>
                </a:cubicBezTo>
                <a:cubicBezTo>
                  <a:pt x="138308" y="722863"/>
                  <a:pt x="186663" y="747877"/>
                  <a:pt x="241300" y="765439"/>
                </a:cubicBezTo>
                <a:cubicBezTo>
                  <a:pt x="262981" y="772408"/>
                  <a:pt x="288939" y="773113"/>
                  <a:pt x="311150" y="774964"/>
                </a:cubicBezTo>
                <a:cubicBezTo>
                  <a:pt x="322792" y="772847"/>
                  <a:pt x="335123" y="773094"/>
                  <a:pt x="346075" y="768614"/>
                </a:cubicBezTo>
                <a:cubicBezTo>
                  <a:pt x="358847" y="763389"/>
                  <a:pt x="369120" y="753409"/>
                  <a:pt x="381000" y="746389"/>
                </a:cubicBezTo>
                <a:cubicBezTo>
                  <a:pt x="434239" y="714929"/>
                  <a:pt x="401936" y="740114"/>
                  <a:pt x="460375" y="695589"/>
                </a:cubicBezTo>
                <a:cubicBezTo>
                  <a:pt x="494411" y="669657"/>
                  <a:pt x="472363" y="682322"/>
                  <a:pt x="508000" y="651139"/>
                </a:cubicBezTo>
                <a:cubicBezTo>
                  <a:pt x="536158" y="626500"/>
                  <a:pt x="534452" y="639510"/>
                  <a:pt x="552450" y="603514"/>
                </a:cubicBezTo>
                <a:cubicBezTo>
                  <a:pt x="557990" y="592434"/>
                  <a:pt x="560460" y="580054"/>
                  <a:pt x="565150" y="568589"/>
                </a:cubicBezTo>
                <a:cubicBezTo>
                  <a:pt x="583099" y="524712"/>
                  <a:pt x="580609" y="542409"/>
                  <a:pt x="593725" y="495564"/>
                </a:cubicBezTo>
                <a:cubicBezTo>
                  <a:pt x="599303" y="475644"/>
                  <a:pt x="605353" y="443773"/>
                  <a:pt x="609600" y="422539"/>
                </a:cubicBezTo>
                <a:cubicBezTo>
                  <a:pt x="607483" y="387614"/>
                  <a:pt x="608198" y="352401"/>
                  <a:pt x="603250" y="317764"/>
                </a:cubicBezTo>
                <a:cubicBezTo>
                  <a:pt x="599692" y="292861"/>
                  <a:pt x="590819" y="269009"/>
                  <a:pt x="584200" y="244739"/>
                </a:cubicBezTo>
                <a:cubicBezTo>
                  <a:pt x="578652" y="224395"/>
                  <a:pt x="563568" y="174418"/>
                  <a:pt x="552450" y="162189"/>
                </a:cubicBezTo>
                <a:cubicBezTo>
                  <a:pt x="531283" y="138906"/>
                  <a:pt x="513693" y="111780"/>
                  <a:pt x="488950" y="92339"/>
                </a:cubicBezTo>
                <a:cubicBezTo>
                  <a:pt x="488517" y="91999"/>
                  <a:pt x="439920" y="51949"/>
                  <a:pt x="425450" y="44714"/>
                </a:cubicBezTo>
                <a:cubicBezTo>
                  <a:pt x="421547" y="42763"/>
                  <a:pt x="416890" y="42919"/>
                  <a:pt x="412750" y="41539"/>
                </a:cubicBezTo>
                <a:cubicBezTo>
                  <a:pt x="404172" y="38680"/>
                  <a:pt x="395981" y="34711"/>
                  <a:pt x="387350" y="32014"/>
                </a:cubicBezTo>
                <a:cubicBezTo>
                  <a:pt x="379020" y="29411"/>
                  <a:pt x="370383" y="27913"/>
                  <a:pt x="361950" y="25664"/>
                </a:cubicBezTo>
                <a:cubicBezTo>
                  <a:pt x="305334" y="10566"/>
                  <a:pt x="364301" y="25458"/>
                  <a:pt x="327025" y="16139"/>
                </a:cubicBezTo>
                <a:cubicBezTo>
                  <a:pt x="309335" y="5525"/>
                  <a:pt x="321733" y="1851"/>
                  <a:pt x="317500" y="264"/>
                </a:cubicBezTo>
                <a:close/>
              </a:path>
            </a:pathLst>
          </a:custGeom>
          <a:solidFill>
            <a:schemeClr val="bg1">
              <a:lumMod val="65000"/>
              <a:alpha val="22000"/>
            </a:schemeClr>
          </a:solidFill>
          <a:ln w="19050">
            <a:solidFill>
              <a:schemeClr val="bg1">
                <a:lumMod val="50000"/>
                <a:alpha val="47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 name="任意多边形: 形状 146"/>
          <p:cNvSpPr/>
          <p:nvPr>
            <p:custDataLst>
              <p:tags r:id="rId3"/>
            </p:custDataLst>
          </p:nvPr>
        </p:nvSpPr>
        <p:spPr>
          <a:xfrm>
            <a:off x="2336798" y="1901825"/>
            <a:ext cx="3260727" cy="2101850"/>
          </a:xfrm>
          <a:custGeom>
            <a:avLst/>
            <a:gdLst>
              <a:gd name="connsiteX0" fmla="*/ 898527 w 3260727"/>
              <a:gd name="connsiteY0" fmla="*/ 85725 h 2101850"/>
              <a:gd name="connsiteX1" fmla="*/ 850902 w 3260727"/>
              <a:gd name="connsiteY1" fmla="*/ 98425 h 2101850"/>
              <a:gd name="connsiteX2" fmla="*/ 835027 w 3260727"/>
              <a:gd name="connsiteY2" fmla="*/ 101600 h 2101850"/>
              <a:gd name="connsiteX3" fmla="*/ 806452 w 3260727"/>
              <a:gd name="connsiteY3" fmla="*/ 120650 h 2101850"/>
              <a:gd name="connsiteX4" fmla="*/ 784227 w 3260727"/>
              <a:gd name="connsiteY4" fmla="*/ 133350 h 2101850"/>
              <a:gd name="connsiteX5" fmla="*/ 704852 w 3260727"/>
              <a:gd name="connsiteY5" fmla="*/ 158750 h 2101850"/>
              <a:gd name="connsiteX6" fmla="*/ 650877 w 3260727"/>
              <a:gd name="connsiteY6" fmla="*/ 180975 h 2101850"/>
              <a:gd name="connsiteX7" fmla="*/ 638177 w 3260727"/>
              <a:gd name="connsiteY7" fmla="*/ 187325 h 2101850"/>
              <a:gd name="connsiteX8" fmla="*/ 612777 w 3260727"/>
              <a:gd name="connsiteY8" fmla="*/ 193675 h 2101850"/>
              <a:gd name="connsiteX9" fmla="*/ 561977 w 3260727"/>
              <a:gd name="connsiteY9" fmla="*/ 215900 h 2101850"/>
              <a:gd name="connsiteX10" fmla="*/ 476252 w 3260727"/>
              <a:gd name="connsiteY10" fmla="*/ 257175 h 2101850"/>
              <a:gd name="connsiteX11" fmla="*/ 450852 w 3260727"/>
              <a:gd name="connsiteY11" fmla="*/ 269875 h 2101850"/>
              <a:gd name="connsiteX12" fmla="*/ 434977 w 3260727"/>
              <a:gd name="connsiteY12" fmla="*/ 282575 h 2101850"/>
              <a:gd name="connsiteX13" fmla="*/ 412752 w 3260727"/>
              <a:gd name="connsiteY13" fmla="*/ 295275 h 2101850"/>
              <a:gd name="connsiteX14" fmla="*/ 250827 w 3260727"/>
              <a:gd name="connsiteY14" fmla="*/ 428625 h 2101850"/>
              <a:gd name="connsiteX15" fmla="*/ 222252 w 3260727"/>
              <a:gd name="connsiteY15" fmla="*/ 463550 h 2101850"/>
              <a:gd name="connsiteX16" fmla="*/ 200027 w 3260727"/>
              <a:gd name="connsiteY16" fmla="*/ 485775 h 2101850"/>
              <a:gd name="connsiteX17" fmla="*/ 168277 w 3260727"/>
              <a:gd name="connsiteY17" fmla="*/ 533400 h 2101850"/>
              <a:gd name="connsiteX18" fmla="*/ 155577 w 3260727"/>
              <a:gd name="connsiteY18" fmla="*/ 552450 h 2101850"/>
              <a:gd name="connsiteX19" fmla="*/ 120652 w 3260727"/>
              <a:gd name="connsiteY19" fmla="*/ 612775 h 2101850"/>
              <a:gd name="connsiteX20" fmla="*/ 117477 w 3260727"/>
              <a:gd name="connsiteY20" fmla="*/ 628650 h 2101850"/>
              <a:gd name="connsiteX21" fmla="*/ 73027 w 3260727"/>
              <a:gd name="connsiteY21" fmla="*/ 701675 h 2101850"/>
              <a:gd name="connsiteX22" fmla="*/ 38102 w 3260727"/>
              <a:gd name="connsiteY22" fmla="*/ 787400 h 2101850"/>
              <a:gd name="connsiteX23" fmla="*/ 22227 w 3260727"/>
              <a:gd name="connsiteY23" fmla="*/ 809625 h 2101850"/>
              <a:gd name="connsiteX24" fmla="*/ 19052 w 3260727"/>
              <a:gd name="connsiteY24" fmla="*/ 828675 h 2101850"/>
              <a:gd name="connsiteX25" fmla="*/ 9527 w 3260727"/>
              <a:gd name="connsiteY25" fmla="*/ 860425 h 2101850"/>
              <a:gd name="connsiteX26" fmla="*/ 3177 w 3260727"/>
              <a:gd name="connsiteY26" fmla="*/ 936625 h 2101850"/>
              <a:gd name="connsiteX27" fmla="*/ 9527 w 3260727"/>
              <a:gd name="connsiteY27" fmla="*/ 1196975 h 2101850"/>
              <a:gd name="connsiteX28" fmla="*/ 38102 w 3260727"/>
              <a:gd name="connsiteY28" fmla="*/ 1349375 h 2101850"/>
              <a:gd name="connsiteX29" fmla="*/ 50802 w 3260727"/>
              <a:gd name="connsiteY29" fmla="*/ 1425575 h 2101850"/>
              <a:gd name="connsiteX30" fmla="*/ 92077 w 3260727"/>
              <a:gd name="connsiteY30" fmla="*/ 1492250 h 2101850"/>
              <a:gd name="connsiteX31" fmla="*/ 107952 w 3260727"/>
              <a:gd name="connsiteY31" fmla="*/ 1508125 h 2101850"/>
              <a:gd name="connsiteX32" fmla="*/ 190502 w 3260727"/>
              <a:gd name="connsiteY32" fmla="*/ 1612900 h 2101850"/>
              <a:gd name="connsiteX33" fmla="*/ 209552 w 3260727"/>
              <a:gd name="connsiteY33" fmla="*/ 1628775 h 2101850"/>
              <a:gd name="connsiteX34" fmla="*/ 279402 w 3260727"/>
              <a:gd name="connsiteY34" fmla="*/ 1685925 h 2101850"/>
              <a:gd name="connsiteX35" fmla="*/ 419102 w 3260727"/>
              <a:gd name="connsiteY35" fmla="*/ 1755775 h 2101850"/>
              <a:gd name="connsiteX36" fmla="*/ 488952 w 3260727"/>
              <a:gd name="connsiteY36" fmla="*/ 1790700 h 2101850"/>
              <a:gd name="connsiteX37" fmla="*/ 558802 w 3260727"/>
              <a:gd name="connsiteY37" fmla="*/ 1825625 h 2101850"/>
              <a:gd name="connsiteX38" fmla="*/ 609602 w 3260727"/>
              <a:gd name="connsiteY38" fmla="*/ 1857375 h 2101850"/>
              <a:gd name="connsiteX39" fmla="*/ 647702 w 3260727"/>
              <a:gd name="connsiteY39" fmla="*/ 1870075 h 2101850"/>
              <a:gd name="connsiteX40" fmla="*/ 698502 w 3260727"/>
              <a:gd name="connsiteY40" fmla="*/ 1892300 h 2101850"/>
              <a:gd name="connsiteX41" fmla="*/ 803277 w 3260727"/>
              <a:gd name="connsiteY41" fmla="*/ 1914525 h 2101850"/>
              <a:gd name="connsiteX42" fmla="*/ 920752 w 3260727"/>
              <a:gd name="connsiteY42" fmla="*/ 1955800 h 2101850"/>
              <a:gd name="connsiteX43" fmla="*/ 1069977 w 3260727"/>
              <a:gd name="connsiteY43" fmla="*/ 1990725 h 2101850"/>
              <a:gd name="connsiteX44" fmla="*/ 1098552 w 3260727"/>
              <a:gd name="connsiteY44" fmla="*/ 1997075 h 2101850"/>
              <a:gd name="connsiteX45" fmla="*/ 1171577 w 3260727"/>
              <a:gd name="connsiteY45" fmla="*/ 2006600 h 2101850"/>
              <a:gd name="connsiteX46" fmla="*/ 1216027 w 3260727"/>
              <a:gd name="connsiteY46" fmla="*/ 2009775 h 2101850"/>
              <a:gd name="connsiteX47" fmla="*/ 1235077 w 3260727"/>
              <a:gd name="connsiteY47" fmla="*/ 2012950 h 2101850"/>
              <a:gd name="connsiteX48" fmla="*/ 1339852 w 3260727"/>
              <a:gd name="connsiteY48" fmla="*/ 2022475 h 2101850"/>
              <a:gd name="connsiteX49" fmla="*/ 1441452 w 3260727"/>
              <a:gd name="connsiteY49" fmla="*/ 2047875 h 2101850"/>
              <a:gd name="connsiteX50" fmla="*/ 1527177 w 3260727"/>
              <a:gd name="connsiteY50" fmla="*/ 2063750 h 2101850"/>
              <a:gd name="connsiteX51" fmla="*/ 1660527 w 3260727"/>
              <a:gd name="connsiteY51" fmla="*/ 2082800 h 2101850"/>
              <a:gd name="connsiteX52" fmla="*/ 1758952 w 3260727"/>
              <a:gd name="connsiteY52" fmla="*/ 2092325 h 2101850"/>
              <a:gd name="connsiteX53" fmla="*/ 1847852 w 3260727"/>
              <a:gd name="connsiteY53" fmla="*/ 2101850 h 2101850"/>
              <a:gd name="connsiteX54" fmla="*/ 2117727 w 3260727"/>
              <a:gd name="connsiteY54" fmla="*/ 2085975 h 2101850"/>
              <a:gd name="connsiteX55" fmla="*/ 2206627 w 3260727"/>
              <a:gd name="connsiteY55" fmla="*/ 2066925 h 2101850"/>
              <a:gd name="connsiteX56" fmla="*/ 2324102 w 3260727"/>
              <a:gd name="connsiteY56" fmla="*/ 2035175 h 2101850"/>
              <a:gd name="connsiteX57" fmla="*/ 2381252 w 3260727"/>
              <a:gd name="connsiteY57" fmla="*/ 2028825 h 2101850"/>
              <a:gd name="connsiteX58" fmla="*/ 2454277 w 3260727"/>
              <a:gd name="connsiteY58" fmla="*/ 2022475 h 2101850"/>
              <a:gd name="connsiteX59" fmla="*/ 2559052 w 3260727"/>
              <a:gd name="connsiteY59" fmla="*/ 2012950 h 2101850"/>
              <a:gd name="connsiteX60" fmla="*/ 2597152 w 3260727"/>
              <a:gd name="connsiteY60" fmla="*/ 2009775 h 2101850"/>
              <a:gd name="connsiteX61" fmla="*/ 2628902 w 3260727"/>
              <a:gd name="connsiteY61" fmla="*/ 2006600 h 2101850"/>
              <a:gd name="connsiteX62" fmla="*/ 2708277 w 3260727"/>
              <a:gd name="connsiteY62" fmla="*/ 2003425 h 2101850"/>
              <a:gd name="connsiteX63" fmla="*/ 2743202 w 3260727"/>
              <a:gd name="connsiteY63" fmla="*/ 1997075 h 2101850"/>
              <a:gd name="connsiteX64" fmla="*/ 2825752 w 3260727"/>
              <a:gd name="connsiteY64" fmla="*/ 1968500 h 2101850"/>
              <a:gd name="connsiteX65" fmla="*/ 2873377 w 3260727"/>
              <a:gd name="connsiteY65" fmla="*/ 1958975 h 2101850"/>
              <a:gd name="connsiteX66" fmla="*/ 2927352 w 3260727"/>
              <a:gd name="connsiteY66" fmla="*/ 1933575 h 2101850"/>
              <a:gd name="connsiteX67" fmla="*/ 2943227 w 3260727"/>
              <a:gd name="connsiteY67" fmla="*/ 1924050 h 2101850"/>
              <a:gd name="connsiteX68" fmla="*/ 2959102 w 3260727"/>
              <a:gd name="connsiteY68" fmla="*/ 1917700 h 2101850"/>
              <a:gd name="connsiteX69" fmla="*/ 3019427 w 3260727"/>
              <a:gd name="connsiteY69" fmla="*/ 1882775 h 2101850"/>
              <a:gd name="connsiteX70" fmla="*/ 3067052 w 3260727"/>
              <a:gd name="connsiteY70" fmla="*/ 1838325 h 2101850"/>
              <a:gd name="connsiteX71" fmla="*/ 3082927 w 3260727"/>
              <a:gd name="connsiteY71" fmla="*/ 1816100 h 2101850"/>
              <a:gd name="connsiteX72" fmla="*/ 3127377 w 3260727"/>
              <a:gd name="connsiteY72" fmla="*/ 1752600 h 2101850"/>
              <a:gd name="connsiteX73" fmla="*/ 3159127 w 3260727"/>
              <a:gd name="connsiteY73" fmla="*/ 1704975 h 2101850"/>
              <a:gd name="connsiteX74" fmla="*/ 3241677 w 3260727"/>
              <a:gd name="connsiteY74" fmla="*/ 1549400 h 2101850"/>
              <a:gd name="connsiteX75" fmla="*/ 3254377 w 3260727"/>
              <a:gd name="connsiteY75" fmla="*/ 1511300 h 2101850"/>
              <a:gd name="connsiteX76" fmla="*/ 3257552 w 3260727"/>
              <a:gd name="connsiteY76" fmla="*/ 1473200 h 2101850"/>
              <a:gd name="connsiteX77" fmla="*/ 3260727 w 3260727"/>
              <a:gd name="connsiteY77" fmla="*/ 1444625 h 2101850"/>
              <a:gd name="connsiteX78" fmla="*/ 3244852 w 3260727"/>
              <a:gd name="connsiteY78" fmla="*/ 1298575 h 2101850"/>
              <a:gd name="connsiteX79" fmla="*/ 3238502 w 3260727"/>
              <a:gd name="connsiteY79" fmla="*/ 1238250 h 2101850"/>
              <a:gd name="connsiteX80" fmla="*/ 3235327 w 3260727"/>
              <a:gd name="connsiteY80" fmla="*/ 1168400 h 2101850"/>
              <a:gd name="connsiteX81" fmla="*/ 3228977 w 3260727"/>
              <a:gd name="connsiteY81" fmla="*/ 1127125 h 2101850"/>
              <a:gd name="connsiteX82" fmla="*/ 3219452 w 3260727"/>
              <a:gd name="connsiteY82" fmla="*/ 1019175 h 2101850"/>
              <a:gd name="connsiteX83" fmla="*/ 3213102 w 3260727"/>
              <a:gd name="connsiteY83" fmla="*/ 644525 h 2101850"/>
              <a:gd name="connsiteX84" fmla="*/ 3200402 w 3260727"/>
              <a:gd name="connsiteY84" fmla="*/ 523875 h 2101850"/>
              <a:gd name="connsiteX85" fmla="*/ 3175002 w 3260727"/>
              <a:gd name="connsiteY85" fmla="*/ 412750 h 2101850"/>
              <a:gd name="connsiteX86" fmla="*/ 3162302 w 3260727"/>
              <a:gd name="connsiteY86" fmla="*/ 377825 h 2101850"/>
              <a:gd name="connsiteX87" fmla="*/ 3155952 w 3260727"/>
              <a:gd name="connsiteY87" fmla="*/ 346075 h 2101850"/>
              <a:gd name="connsiteX88" fmla="*/ 3117852 w 3260727"/>
              <a:gd name="connsiteY88" fmla="*/ 292100 h 2101850"/>
              <a:gd name="connsiteX89" fmla="*/ 3095627 w 3260727"/>
              <a:gd name="connsiteY89" fmla="*/ 266700 h 2101850"/>
              <a:gd name="connsiteX90" fmla="*/ 3038477 w 3260727"/>
              <a:gd name="connsiteY90" fmla="*/ 215900 h 2101850"/>
              <a:gd name="connsiteX91" fmla="*/ 3016252 w 3260727"/>
              <a:gd name="connsiteY91" fmla="*/ 203200 h 2101850"/>
              <a:gd name="connsiteX92" fmla="*/ 2974977 w 3260727"/>
              <a:gd name="connsiteY92" fmla="*/ 184150 h 2101850"/>
              <a:gd name="connsiteX93" fmla="*/ 2933702 w 3260727"/>
              <a:gd name="connsiteY93" fmla="*/ 174625 h 2101850"/>
              <a:gd name="connsiteX94" fmla="*/ 2876552 w 3260727"/>
              <a:gd name="connsiteY94" fmla="*/ 152400 h 2101850"/>
              <a:gd name="connsiteX95" fmla="*/ 2740027 w 3260727"/>
              <a:gd name="connsiteY95" fmla="*/ 111125 h 2101850"/>
              <a:gd name="connsiteX96" fmla="*/ 2663827 w 3260727"/>
              <a:gd name="connsiteY96" fmla="*/ 92075 h 2101850"/>
              <a:gd name="connsiteX97" fmla="*/ 2613027 w 3260727"/>
              <a:gd name="connsiteY97" fmla="*/ 76200 h 2101850"/>
              <a:gd name="connsiteX98" fmla="*/ 2520952 w 3260727"/>
              <a:gd name="connsiteY98" fmla="*/ 53975 h 2101850"/>
              <a:gd name="connsiteX99" fmla="*/ 2454277 w 3260727"/>
              <a:gd name="connsiteY99" fmla="*/ 47625 h 2101850"/>
              <a:gd name="connsiteX100" fmla="*/ 2270127 w 3260727"/>
              <a:gd name="connsiteY100" fmla="*/ 38100 h 2101850"/>
              <a:gd name="connsiteX101" fmla="*/ 2200277 w 3260727"/>
              <a:gd name="connsiteY101" fmla="*/ 28575 h 2101850"/>
              <a:gd name="connsiteX102" fmla="*/ 2149477 w 3260727"/>
              <a:gd name="connsiteY102" fmla="*/ 19050 h 2101850"/>
              <a:gd name="connsiteX103" fmla="*/ 2114552 w 3260727"/>
              <a:gd name="connsiteY103" fmla="*/ 15875 h 2101850"/>
              <a:gd name="connsiteX104" fmla="*/ 2076452 w 3260727"/>
              <a:gd name="connsiteY104" fmla="*/ 9525 h 2101850"/>
              <a:gd name="connsiteX105" fmla="*/ 1914527 w 3260727"/>
              <a:gd name="connsiteY105" fmla="*/ 6350 h 2101850"/>
              <a:gd name="connsiteX106" fmla="*/ 1825627 w 3260727"/>
              <a:gd name="connsiteY106" fmla="*/ 3175 h 2101850"/>
              <a:gd name="connsiteX107" fmla="*/ 1666877 w 3260727"/>
              <a:gd name="connsiteY107" fmla="*/ 0 h 2101850"/>
              <a:gd name="connsiteX108" fmla="*/ 1457327 w 3260727"/>
              <a:gd name="connsiteY108" fmla="*/ 3175 h 2101850"/>
              <a:gd name="connsiteX109" fmla="*/ 1362077 w 3260727"/>
              <a:gd name="connsiteY109" fmla="*/ 15875 h 2101850"/>
              <a:gd name="connsiteX110" fmla="*/ 1177927 w 3260727"/>
              <a:gd name="connsiteY110" fmla="*/ 31750 h 2101850"/>
              <a:gd name="connsiteX111" fmla="*/ 1130302 w 3260727"/>
              <a:gd name="connsiteY111" fmla="*/ 38100 h 2101850"/>
              <a:gd name="connsiteX112" fmla="*/ 1041402 w 3260727"/>
              <a:gd name="connsiteY112" fmla="*/ 53975 h 2101850"/>
              <a:gd name="connsiteX113" fmla="*/ 977902 w 3260727"/>
              <a:gd name="connsiteY113" fmla="*/ 60325 h 2101850"/>
              <a:gd name="connsiteX114" fmla="*/ 946152 w 3260727"/>
              <a:gd name="connsiteY114" fmla="*/ 63500 h 2101850"/>
              <a:gd name="connsiteX115" fmla="*/ 933452 w 3260727"/>
              <a:gd name="connsiteY115" fmla="*/ 69850 h 2101850"/>
              <a:gd name="connsiteX116" fmla="*/ 898527 w 3260727"/>
              <a:gd name="connsiteY116" fmla="*/ 85725 h 2101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3260727" h="2101850">
                <a:moveTo>
                  <a:pt x="898527" y="85725"/>
                </a:moveTo>
                <a:cubicBezTo>
                  <a:pt x="884769" y="90487"/>
                  <a:pt x="906280" y="83657"/>
                  <a:pt x="850902" y="98425"/>
                </a:cubicBezTo>
                <a:cubicBezTo>
                  <a:pt x="845688" y="99815"/>
                  <a:pt x="840319" y="100542"/>
                  <a:pt x="835027" y="101600"/>
                </a:cubicBezTo>
                <a:cubicBezTo>
                  <a:pt x="819266" y="117361"/>
                  <a:pt x="831440" y="107195"/>
                  <a:pt x="806452" y="120650"/>
                </a:cubicBezTo>
                <a:cubicBezTo>
                  <a:pt x="798939" y="124695"/>
                  <a:pt x="792124" y="130119"/>
                  <a:pt x="784227" y="133350"/>
                </a:cubicBezTo>
                <a:cubicBezTo>
                  <a:pt x="696060" y="169418"/>
                  <a:pt x="772478" y="133390"/>
                  <a:pt x="704852" y="158750"/>
                </a:cubicBezTo>
                <a:cubicBezTo>
                  <a:pt x="676005" y="169568"/>
                  <a:pt x="680438" y="167331"/>
                  <a:pt x="650877" y="180975"/>
                </a:cubicBezTo>
                <a:cubicBezTo>
                  <a:pt x="646580" y="182958"/>
                  <a:pt x="642667" y="185828"/>
                  <a:pt x="638177" y="187325"/>
                </a:cubicBezTo>
                <a:cubicBezTo>
                  <a:pt x="629898" y="190085"/>
                  <a:pt x="620949" y="190611"/>
                  <a:pt x="612777" y="193675"/>
                </a:cubicBezTo>
                <a:cubicBezTo>
                  <a:pt x="595471" y="200165"/>
                  <a:pt x="578630" y="207882"/>
                  <a:pt x="561977" y="215900"/>
                </a:cubicBezTo>
                <a:lnTo>
                  <a:pt x="476252" y="257175"/>
                </a:lnTo>
                <a:cubicBezTo>
                  <a:pt x="467785" y="261408"/>
                  <a:pt x="458914" y="264914"/>
                  <a:pt x="450852" y="269875"/>
                </a:cubicBezTo>
                <a:cubicBezTo>
                  <a:pt x="445081" y="273427"/>
                  <a:pt x="440616" y="278816"/>
                  <a:pt x="434977" y="282575"/>
                </a:cubicBezTo>
                <a:cubicBezTo>
                  <a:pt x="427877" y="287308"/>
                  <a:pt x="419597" y="290181"/>
                  <a:pt x="412752" y="295275"/>
                </a:cubicBezTo>
                <a:cubicBezTo>
                  <a:pt x="363267" y="332101"/>
                  <a:pt x="296867" y="380667"/>
                  <a:pt x="250827" y="428625"/>
                </a:cubicBezTo>
                <a:cubicBezTo>
                  <a:pt x="240410" y="439476"/>
                  <a:pt x="232245" y="452308"/>
                  <a:pt x="222252" y="463550"/>
                </a:cubicBezTo>
                <a:cubicBezTo>
                  <a:pt x="215291" y="471381"/>
                  <a:pt x="206433" y="477485"/>
                  <a:pt x="200027" y="485775"/>
                </a:cubicBezTo>
                <a:cubicBezTo>
                  <a:pt x="188361" y="500872"/>
                  <a:pt x="178860" y="517525"/>
                  <a:pt x="168277" y="533400"/>
                </a:cubicBezTo>
                <a:cubicBezTo>
                  <a:pt x="164044" y="539750"/>
                  <a:pt x="159231" y="545750"/>
                  <a:pt x="155577" y="552450"/>
                </a:cubicBezTo>
                <a:cubicBezTo>
                  <a:pt x="131746" y="596140"/>
                  <a:pt x="143555" y="576130"/>
                  <a:pt x="120652" y="612775"/>
                </a:cubicBezTo>
                <a:cubicBezTo>
                  <a:pt x="119594" y="618067"/>
                  <a:pt x="119414" y="623613"/>
                  <a:pt x="117477" y="628650"/>
                </a:cubicBezTo>
                <a:cubicBezTo>
                  <a:pt x="106266" y="657800"/>
                  <a:pt x="89830" y="673012"/>
                  <a:pt x="73027" y="701675"/>
                </a:cubicBezTo>
                <a:cubicBezTo>
                  <a:pt x="20440" y="791382"/>
                  <a:pt x="76463" y="702154"/>
                  <a:pt x="38102" y="787400"/>
                </a:cubicBezTo>
                <a:cubicBezTo>
                  <a:pt x="34366" y="795702"/>
                  <a:pt x="27519" y="802217"/>
                  <a:pt x="22227" y="809625"/>
                </a:cubicBezTo>
                <a:cubicBezTo>
                  <a:pt x="21169" y="815975"/>
                  <a:pt x="20613" y="822430"/>
                  <a:pt x="19052" y="828675"/>
                </a:cubicBezTo>
                <a:cubicBezTo>
                  <a:pt x="16372" y="839394"/>
                  <a:pt x="11135" y="849493"/>
                  <a:pt x="9527" y="860425"/>
                </a:cubicBezTo>
                <a:cubicBezTo>
                  <a:pt x="5819" y="885642"/>
                  <a:pt x="5294" y="911225"/>
                  <a:pt x="3177" y="936625"/>
                </a:cubicBezTo>
                <a:cubicBezTo>
                  <a:pt x="-813" y="1076258"/>
                  <a:pt x="-3178" y="1039437"/>
                  <a:pt x="9527" y="1196975"/>
                </a:cubicBezTo>
                <a:cubicBezTo>
                  <a:pt x="15403" y="1269836"/>
                  <a:pt x="24129" y="1251565"/>
                  <a:pt x="38102" y="1349375"/>
                </a:cubicBezTo>
                <a:cubicBezTo>
                  <a:pt x="39045" y="1355975"/>
                  <a:pt x="46516" y="1414147"/>
                  <a:pt x="50802" y="1425575"/>
                </a:cubicBezTo>
                <a:cubicBezTo>
                  <a:pt x="63707" y="1459988"/>
                  <a:pt x="70306" y="1468500"/>
                  <a:pt x="92077" y="1492250"/>
                </a:cubicBezTo>
                <a:cubicBezTo>
                  <a:pt x="97134" y="1497767"/>
                  <a:pt x="103233" y="1502317"/>
                  <a:pt x="107952" y="1508125"/>
                </a:cubicBezTo>
                <a:cubicBezTo>
                  <a:pt x="135659" y="1542226"/>
                  <a:pt x="156393" y="1584476"/>
                  <a:pt x="190502" y="1612900"/>
                </a:cubicBezTo>
                <a:cubicBezTo>
                  <a:pt x="196852" y="1618192"/>
                  <a:pt x="203533" y="1623110"/>
                  <a:pt x="209552" y="1628775"/>
                </a:cubicBezTo>
                <a:cubicBezTo>
                  <a:pt x="245234" y="1662358"/>
                  <a:pt x="238131" y="1664164"/>
                  <a:pt x="279402" y="1685925"/>
                </a:cubicBezTo>
                <a:cubicBezTo>
                  <a:pt x="325455" y="1710208"/>
                  <a:pt x="372535" y="1732492"/>
                  <a:pt x="419102" y="1755775"/>
                </a:cubicBezTo>
                <a:lnTo>
                  <a:pt x="488952" y="1790700"/>
                </a:lnTo>
                <a:cubicBezTo>
                  <a:pt x="528327" y="1809825"/>
                  <a:pt x="525461" y="1805621"/>
                  <a:pt x="558802" y="1825625"/>
                </a:cubicBezTo>
                <a:cubicBezTo>
                  <a:pt x="575925" y="1835899"/>
                  <a:pt x="590658" y="1851060"/>
                  <a:pt x="609602" y="1857375"/>
                </a:cubicBezTo>
                <a:cubicBezTo>
                  <a:pt x="622302" y="1861608"/>
                  <a:pt x="635242" y="1865180"/>
                  <a:pt x="647702" y="1870075"/>
                </a:cubicBezTo>
                <a:cubicBezTo>
                  <a:pt x="664905" y="1876833"/>
                  <a:pt x="680770" y="1887085"/>
                  <a:pt x="698502" y="1892300"/>
                </a:cubicBezTo>
                <a:cubicBezTo>
                  <a:pt x="877807" y="1945037"/>
                  <a:pt x="646859" y="1862386"/>
                  <a:pt x="803277" y="1914525"/>
                </a:cubicBezTo>
                <a:cubicBezTo>
                  <a:pt x="876953" y="1939084"/>
                  <a:pt x="844162" y="1936072"/>
                  <a:pt x="920752" y="1955800"/>
                </a:cubicBezTo>
                <a:cubicBezTo>
                  <a:pt x="970223" y="1968543"/>
                  <a:pt x="1020214" y="1979173"/>
                  <a:pt x="1069977" y="1990725"/>
                </a:cubicBezTo>
                <a:cubicBezTo>
                  <a:pt x="1079482" y="1992931"/>
                  <a:pt x="1088893" y="1995695"/>
                  <a:pt x="1098552" y="1997075"/>
                </a:cubicBezTo>
                <a:cubicBezTo>
                  <a:pt x="1123168" y="2000592"/>
                  <a:pt x="1146901" y="2004454"/>
                  <a:pt x="1171577" y="2006600"/>
                </a:cubicBezTo>
                <a:cubicBezTo>
                  <a:pt x="1186376" y="2007887"/>
                  <a:pt x="1201210" y="2008717"/>
                  <a:pt x="1216027" y="2009775"/>
                </a:cubicBezTo>
                <a:cubicBezTo>
                  <a:pt x="1222377" y="2010833"/>
                  <a:pt x="1228673" y="2012293"/>
                  <a:pt x="1235077" y="2012950"/>
                </a:cubicBezTo>
                <a:cubicBezTo>
                  <a:pt x="1269963" y="2016528"/>
                  <a:pt x="1305275" y="2016623"/>
                  <a:pt x="1339852" y="2022475"/>
                </a:cubicBezTo>
                <a:cubicBezTo>
                  <a:pt x="1374272" y="2028300"/>
                  <a:pt x="1407361" y="2040363"/>
                  <a:pt x="1441452" y="2047875"/>
                </a:cubicBezTo>
                <a:cubicBezTo>
                  <a:pt x="1469832" y="2054128"/>
                  <a:pt x="1498479" y="2059175"/>
                  <a:pt x="1527177" y="2063750"/>
                </a:cubicBezTo>
                <a:cubicBezTo>
                  <a:pt x="1571518" y="2070819"/>
                  <a:pt x="1615963" y="2077306"/>
                  <a:pt x="1660527" y="2082800"/>
                </a:cubicBezTo>
                <a:cubicBezTo>
                  <a:pt x="1693241" y="2086833"/>
                  <a:pt x="1726160" y="2088990"/>
                  <a:pt x="1758952" y="2092325"/>
                </a:cubicBezTo>
                <a:lnTo>
                  <a:pt x="1847852" y="2101850"/>
                </a:lnTo>
                <a:cubicBezTo>
                  <a:pt x="1903467" y="2099322"/>
                  <a:pt x="2060108" y="2093491"/>
                  <a:pt x="2117727" y="2085975"/>
                </a:cubicBezTo>
                <a:cubicBezTo>
                  <a:pt x="2147778" y="2082055"/>
                  <a:pt x="2177199" y="2074169"/>
                  <a:pt x="2206627" y="2066925"/>
                </a:cubicBezTo>
                <a:cubicBezTo>
                  <a:pt x="2246015" y="2057230"/>
                  <a:pt x="2283787" y="2039654"/>
                  <a:pt x="2324102" y="2035175"/>
                </a:cubicBezTo>
                <a:cubicBezTo>
                  <a:pt x="2343152" y="2033058"/>
                  <a:pt x="2362157" y="2030485"/>
                  <a:pt x="2381252" y="2028825"/>
                </a:cubicBezTo>
                <a:cubicBezTo>
                  <a:pt x="2405594" y="2026708"/>
                  <a:pt x="2429993" y="2025173"/>
                  <a:pt x="2454277" y="2022475"/>
                </a:cubicBezTo>
                <a:cubicBezTo>
                  <a:pt x="2543323" y="2012581"/>
                  <a:pt x="2478952" y="2018883"/>
                  <a:pt x="2559052" y="2012950"/>
                </a:cubicBezTo>
                <a:lnTo>
                  <a:pt x="2597152" y="2009775"/>
                </a:lnTo>
                <a:cubicBezTo>
                  <a:pt x="2607744" y="2008812"/>
                  <a:pt x="2618283" y="2007207"/>
                  <a:pt x="2628902" y="2006600"/>
                </a:cubicBezTo>
                <a:cubicBezTo>
                  <a:pt x="2655338" y="2005089"/>
                  <a:pt x="2681819" y="2004483"/>
                  <a:pt x="2708277" y="2003425"/>
                </a:cubicBezTo>
                <a:cubicBezTo>
                  <a:pt x="2719919" y="2001308"/>
                  <a:pt x="2731759" y="2000086"/>
                  <a:pt x="2743202" y="1997075"/>
                </a:cubicBezTo>
                <a:cubicBezTo>
                  <a:pt x="2803193" y="1981288"/>
                  <a:pt x="2724960" y="1988658"/>
                  <a:pt x="2825752" y="1968500"/>
                </a:cubicBezTo>
                <a:lnTo>
                  <a:pt x="2873377" y="1958975"/>
                </a:lnTo>
                <a:cubicBezTo>
                  <a:pt x="2891369" y="1950508"/>
                  <a:pt x="2910301" y="1943805"/>
                  <a:pt x="2927352" y="1933575"/>
                </a:cubicBezTo>
                <a:cubicBezTo>
                  <a:pt x="2932644" y="1930400"/>
                  <a:pt x="2937707" y="1926810"/>
                  <a:pt x="2943227" y="1924050"/>
                </a:cubicBezTo>
                <a:cubicBezTo>
                  <a:pt x="2948325" y="1921501"/>
                  <a:pt x="2953937" y="1920110"/>
                  <a:pt x="2959102" y="1917700"/>
                </a:cubicBezTo>
                <a:cubicBezTo>
                  <a:pt x="2987802" y="1904307"/>
                  <a:pt x="2993864" y="1901034"/>
                  <a:pt x="3019427" y="1882775"/>
                </a:cubicBezTo>
                <a:cubicBezTo>
                  <a:pt x="3033893" y="1872442"/>
                  <a:pt x="3059436" y="1848988"/>
                  <a:pt x="3067052" y="1838325"/>
                </a:cubicBezTo>
                <a:cubicBezTo>
                  <a:pt x="3072344" y="1830917"/>
                  <a:pt x="3077397" y="1823332"/>
                  <a:pt x="3082927" y="1816100"/>
                </a:cubicBezTo>
                <a:cubicBezTo>
                  <a:pt x="3135216" y="1747722"/>
                  <a:pt x="3083889" y="1820550"/>
                  <a:pt x="3127377" y="1752600"/>
                </a:cubicBezTo>
                <a:cubicBezTo>
                  <a:pt x="3137662" y="1736530"/>
                  <a:pt x="3149128" y="1721224"/>
                  <a:pt x="3159127" y="1704975"/>
                </a:cubicBezTo>
                <a:cubicBezTo>
                  <a:pt x="3193697" y="1648799"/>
                  <a:pt x="3215472" y="1609999"/>
                  <a:pt x="3241677" y="1549400"/>
                </a:cubicBezTo>
                <a:cubicBezTo>
                  <a:pt x="3246990" y="1537113"/>
                  <a:pt x="3250144" y="1524000"/>
                  <a:pt x="3254377" y="1511300"/>
                </a:cubicBezTo>
                <a:cubicBezTo>
                  <a:pt x="3255435" y="1498600"/>
                  <a:pt x="3256344" y="1485887"/>
                  <a:pt x="3257552" y="1473200"/>
                </a:cubicBezTo>
                <a:cubicBezTo>
                  <a:pt x="3258461" y="1463660"/>
                  <a:pt x="3260727" y="1454209"/>
                  <a:pt x="3260727" y="1444625"/>
                </a:cubicBezTo>
                <a:cubicBezTo>
                  <a:pt x="3260727" y="1378987"/>
                  <a:pt x="3252664" y="1372787"/>
                  <a:pt x="3244852" y="1298575"/>
                </a:cubicBezTo>
                <a:lnTo>
                  <a:pt x="3238502" y="1238250"/>
                </a:lnTo>
                <a:cubicBezTo>
                  <a:pt x="3237444" y="1214967"/>
                  <a:pt x="3237317" y="1191622"/>
                  <a:pt x="3235327" y="1168400"/>
                </a:cubicBezTo>
                <a:cubicBezTo>
                  <a:pt x="3234138" y="1154531"/>
                  <a:pt x="3230276" y="1140984"/>
                  <a:pt x="3228977" y="1127125"/>
                </a:cubicBezTo>
                <a:cubicBezTo>
                  <a:pt x="3214390" y="971529"/>
                  <a:pt x="3236871" y="1149814"/>
                  <a:pt x="3219452" y="1019175"/>
                </a:cubicBezTo>
                <a:cubicBezTo>
                  <a:pt x="3208395" y="842270"/>
                  <a:pt x="3223745" y="1102163"/>
                  <a:pt x="3213102" y="644525"/>
                </a:cubicBezTo>
                <a:cubicBezTo>
                  <a:pt x="3212079" y="600535"/>
                  <a:pt x="3209317" y="564884"/>
                  <a:pt x="3200402" y="523875"/>
                </a:cubicBezTo>
                <a:cubicBezTo>
                  <a:pt x="3192330" y="486745"/>
                  <a:pt x="3187987" y="448459"/>
                  <a:pt x="3175002" y="412750"/>
                </a:cubicBezTo>
                <a:cubicBezTo>
                  <a:pt x="3170769" y="401108"/>
                  <a:pt x="3165705" y="389736"/>
                  <a:pt x="3162302" y="377825"/>
                </a:cubicBezTo>
                <a:cubicBezTo>
                  <a:pt x="3159337" y="367447"/>
                  <a:pt x="3160920" y="355656"/>
                  <a:pt x="3155952" y="346075"/>
                </a:cubicBezTo>
                <a:cubicBezTo>
                  <a:pt x="3145815" y="326524"/>
                  <a:pt x="3132354" y="308674"/>
                  <a:pt x="3117852" y="292100"/>
                </a:cubicBezTo>
                <a:cubicBezTo>
                  <a:pt x="3110444" y="283633"/>
                  <a:pt x="3103582" y="274655"/>
                  <a:pt x="3095627" y="266700"/>
                </a:cubicBezTo>
                <a:cubicBezTo>
                  <a:pt x="3091271" y="262344"/>
                  <a:pt x="3055845" y="226952"/>
                  <a:pt x="3038477" y="215900"/>
                </a:cubicBezTo>
                <a:cubicBezTo>
                  <a:pt x="3031278" y="211319"/>
                  <a:pt x="3023884" y="207016"/>
                  <a:pt x="3016252" y="203200"/>
                </a:cubicBezTo>
                <a:cubicBezTo>
                  <a:pt x="3002699" y="196423"/>
                  <a:pt x="2989296" y="189107"/>
                  <a:pt x="2974977" y="184150"/>
                </a:cubicBezTo>
                <a:cubicBezTo>
                  <a:pt x="2961634" y="179531"/>
                  <a:pt x="2947140" y="178960"/>
                  <a:pt x="2933702" y="174625"/>
                </a:cubicBezTo>
                <a:cubicBezTo>
                  <a:pt x="2914249" y="168350"/>
                  <a:pt x="2895844" y="159152"/>
                  <a:pt x="2876552" y="152400"/>
                </a:cubicBezTo>
                <a:cubicBezTo>
                  <a:pt x="2841542" y="140146"/>
                  <a:pt x="2776399" y="120824"/>
                  <a:pt x="2740027" y="111125"/>
                </a:cubicBezTo>
                <a:cubicBezTo>
                  <a:pt x="2714729" y="104379"/>
                  <a:pt x="2689072" y="99017"/>
                  <a:pt x="2663827" y="92075"/>
                </a:cubicBezTo>
                <a:cubicBezTo>
                  <a:pt x="2646721" y="87371"/>
                  <a:pt x="2630169" y="80771"/>
                  <a:pt x="2613027" y="76200"/>
                </a:cubicBezTo>
                <a:cubicBezTo>
                  <a:pt x="2582520" y="68065"/>
                  <a:pt x="2552383" y="56968"/>
                  <a:pt x="2520952" y="53975"/>
                </a:cubicBezTo>
                <a:lnTo>
                  <a:pt x="2454277" y="47625"/>
                </a:lnTo>
                <a:cubicBezTo>
                  <a:pt x="2403327" y="43379"/>
                  <a:pt x="2301905" y="39578"/>
                  <a:pt x="2270127" y="38100"/>
                </a:cubicBezTo>
                <a:cubicBezTo>
                  <a:pt x="2246844" y="34925"/>
                  <a:pt x="2223488" y="32240"/>
                  <a:pt x="2200277" y="28575"/>
                </a:cubicBezTo>
                <a:cubicBezTo>
                  <a:pt x="2183259" y="25888"/>
                  <a:pt x="2166519" y="21575"/>
                  <a:pt x="2149477" y="19050"/>
                </a:cubicBezTo>
                <a:cubicBezTo>
                  <a:pt x="2137914" y="17337"/>
                  <a:pt x="2126143" y="17387"/>
                  <a:pt x="2114552" y="15875"/>
                </a:cubicBezTo>
                <a:cubicBezTo>
                  <a:pt x="2101785" y="14210"/>
                  <a:pt x="2089313" y="10137"/>
                  <a:pt x="2076452" y="9525"/>
                </a:cubicBezTo>
                <a:cubicBezTo>
                  <a:pt x="2022528" y="6957"/>
                  <a:pt x="1968495" y="7716"/>
                  <a:pt x="1914527" y="6350"/>
                </a:cubicBezTo>
                <a:cubicBezTo>
                  <a:pt x="1884884" y="5600"/>
                  <a:pt x="1855269" y="3935"/>
                  <a:pt x="1825627" y="3175"/>
                </a:cubicBezTo>
                <a:lnTo>
                  <a:pt x="1666877" y="0"/>
                </a:lnTo>
                <a:cubicBezTo>
                  <a:pt x="1597027" y="1058"/>
                  <a:pt x="1527090" y="-459"/>
                  <a:pt x="1457327" y="3175"/>
                </a:cubicBezTo>
                <a:cubicBezTo>
                  <a:pt x="1425339" y="4841"/>
                  <a:pt x="1393875" y="12021"/>
                  <a:pt x="1362077" y="15875"/>
                </a:cubicBezTo>
                <a:cubicBezTo>
                  <a:pt x="1231015" y="31761"/>
                  <a:pt x="1292455" y="27169"/>
                  <a:pt x="1177927" y="31750"/>
                </a:cubicBezTo>
                <a:cubicBezTo>
                  <a:pt x="1162052" y="33867"/>
                  <a:pt x="1146100" y="35467"/>
                  <a:pt x="1130302" y="38100"/>
                </a:cubicBezTo>
                <a:cubicBezTo>
                  <a:pt x="1013987" y="57486"/>
                  <a:pt x="1146004" y="39032"/>
                  <a:pt x="1041402" y="53975"/>
                </a:cubicBezTo>
                <a:cubicBezTo>
                  <a:pt x="1011884" y="58192"/>
                  <a:pt x="1011768" y="57246"/>
                  <a:pt x="977902" y="60325"/>
                </a:cubicBezTo>
                <a:lnTo>
                  <a:pt x="946152" y="63500"/>
                </a:lnTo>
                <a:cubicBezTo>
                  <a:pt x="941919" y="65617"/>
                  <a:pt x="937589" y="67551"/>
                  <a:pt x="933452" y="69850"/>
                </a:cubicBezTo>
                <a:cubicBezTo>
                  <a:pt x="914347" y="80464"/>
                  <a:pt x="912285" y="80963"/>
                  <a:pt x="898527" y="85725"/>
                </a:cubicBezTo>
                <a:close/>
              </a:path>
            </a:pathLst>
          </a:custGeom>
          <a:solidFill>
            <a:srgbClr val="B60A70">
              <a:alpha val="21000"/>
            </a:srgbClr>
          </a:solidFill>
          <a:ln w="19050">
            <a:solidFill>
              <a:srgbClr val="B60A70">
                <a:alpha val="47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Text Box 2"/>
          <p:cNvSpPr txBox="1">
            <a:spLocks noChangeArrowheads="1"/>
          </p:cNvSpPr>
          <p:nvPr>
            <p:custDataLst>
              <p:tags r:id="rId4"/>
            </p:custDataLst>
          </p:nvPr>
        </p:nvSpPr>
        <p:spPr bwMode="auto">
          <a:xfrm>
            <a:off x="-2348" y="3819609"/>
            <a:ext cx="1517833" cy="1243738"/>
          </a:xfrm>
          <a:prstGeom prst="rect">
            <a:avLst/>
          </a:prstGeom>
          <a:noFill/>
          <a:ln w="9525">
            <a:noFill/>
            <a:miter lim="800000"/>
          </a:ln>
          <a:effectLst/>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第六次循环：</a:t>
            </a:r>
            <a:endParaRPr kumimoji="1" lang="en-US" altLang="zh-CN" sz="2000" b="1" dirty="0">
              <a:solidFill>
                <a:srgbClr val="0099BC"/>
              </a:solidFill>
              <a:latin typeface="+mn-ea"/>
              <a:cs typeface="Consolas" panose="020B0609020204030204" pitchFamily="49" charset="0"/>
            </a:endParaRPr>
          </a:p>
          <a:p>
            <a:pPr>
              <a:lnSpc>
                <a:spcPct val="150000"/>
              </a:lnSpc>
            </a:pPr>
            <a:r>
              <a:rPr kumimoji="1" lang="en-US" altLang="zh-CN" b="1" dirty="0">
                <a:solidFill>
                  <a:srgbClr val="B60A70"/>
                </a:solidFill>
                <a:latin typeface="+mn-ea"/>
                <a:cs typeface="Consolas" panose="020B0609020204030204" pitchFamily="49" charset="0"/>
              </a:rPr>
              <a:t>S</a:t>
            </a:r>
            <a:r>
              <a:rPr kumimoji="1" lang="zh-CN" altLang="en-US" b="1" dirty="0">
                <a:solidFill>
                  <a:srgbClr val="B60A70"/>
                </a:solidFill>
                <a:latin typeface="+mn-ea"/>
                <a:cs typeface="Consolas" panose="020B0609020204030204" pitchFamily="49" charset="0"/>
              </a:rPr>
              <a:t>：</a:t>
            </a:r>
            <a:endParaRPr kumimoji="1" lang="en-US" altLang="zh-CN" b="1" dirty="0">
              <a:solidFill>
                <a:srgbClr val="B60A70"/>
              </a:solidFill>
              <a:latin typeface="+mn-ea"/>
              <a:cs typeface="Consolas" panose="020B0609020204030204" pitchFamily="49" charset="0"/>
            </a:endParaRPr>
          </a:p>
          <a:p>
            <a:pPr>
              <a:lnSpc>
                <a:spcPct val="150000"/>
              </a:lnSpc>
            </a:pP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a:t>
            </a:r>
            <a:endParaRPr kumimoji="1" lang="en-US" altLang="zh-CN" b="1" dirty="0">
              <a:solidFill>
                <a:schemeClr val="tx1">
                  <a:lumMod val="50000"/>
                  <a:lumOff val="50000"/>
                </a:schemeClr>
              </a:solidFill>
              <a:latin typeface="+mn-ea"/>
              <a:cs typeface="Consolas" panose="020B0609020204030204" pitchFamily="49" charset="0"/>
            </a:endParaRPr>
          </a:p>
        </p:txBody>
      </p:sp>
      <p:sp>
        <p:nvSpPr>
          <p:cNvPr id="2" name="Oval 31"/>
          <p:cNvSpPr>
            <a:spLocks noChangeArrowheads="1"/>
          </p:cNvSpPr>
          <p:nvPr>
            <p:custDataLst>
              <p:tags r:id="rId5"/>
            </p:custDataLst>
          </p:nvPr>
        </p:nvSpPr>
        <p:spPr bwMode="auto">
          <a:xfrm>
            <a:off x="2389376"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4" name="Oval 31"/>
          <p:cNvSpPr>
            <a:spLocks noChangeArrowheads="1"/>
          </p:cNvSpPr>
          <p:nvPr>
            <p:custDataLst>
              <p:tags r:id="rId6"/>
            </p:custDataLst>
          </p:nvPr>
        </p:nvSpPr>
        <p:spPr bwMode="auto">
          <a:xfrm>
            <a:off x="3209738" y="206451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5" name="Oval 31"/>
          <p:cNvSpPr>
            <a:spLocks noChangeArrowheads="1"/>
          </p:cNvSpPr>
          <p:nvPr>
            <p:custDataLst>
              <p:tags r:id="rId7"/>
            </p:custDataLst>
          </p:nvPr>
        </p:nvSpPr>
        <p:spPr bwMode="auto">
          <a:xfrm>
            <a:off x="3212884" y="3311770"/>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 name="Oval 31"/>
          <p:cNvSpPr>
            <a:spLocks noChangeArrowheads="1"/>
          </p:cNvSpPr>
          <p:nvPr>
            <p:custDataLst>
              <p:tags r:id="rId8"/>
            </p:custDataLst>
          </p:nvPr>
        </p:nvSpPr>
        <p:spPr bwMode="auto">
          <a:xfrm>
            <a:off x="4064039" y="2690553"/>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8" name="Oval 31"/>
          <p:cNvSpPr>
            <a:spLocks noChangeArrowheads="1"/>
          </p:cNvSpPr>
          <p:nvPr>
            <p:custDataLst>
              <p:tags r:id="rId9"/>
            </p:custDataLst>
          </p:nvPr>
        </p:nvSpPr>
        <p:spPr bwMode="auto">
          <a:xfrm>
            <a:off x="4929891" y="3311769"/>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9" name="Oval 31"/>
          <p:cNvSpPr>
            <a:spLocks noChangeArrowheads="1"/>
          </p:cNvSpPr>
          <p:nvPr>
            <p:custDataLst>
              <p:tags r:id="rId10"/>
            </p:custDataLst>
          </p:nvPr>
        </p:nvSpPr>
        <p:spPr bwMode="auto">
          <a:xfrm>
            <a:off x="4929891" y="2076174"/>
            <a:ext cx="452705" cy="452705"/>
          </a:xfrm>
          <a:prstGeom prst="ellipse">
            <a:avLst/>
          </a:prstGeom>
          <a:solidFill>
            <a:srgbClr val="CC00FF"/>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10" name="Oval 31"/>
          <p:cNvSpPr>
            <a:spLocks noChangeArrowheads="1"/>
          </p:cNvSpPr>
          <p:nvPr>
            <p:custDataLst>
              <p:tags r:id="rId11"/>
            </p:custDataLst>
          </p:nvPr>
        </p:nvSpPr>
        <p:spPr bwMode="auto">
          <a:xfrm>
            <a:off x="5771991" y="2690553"/>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11" name="直接箭头连接符 10"/>
          <p:cNvCxnSpPr>
            <a:stCxn id="2" idx="0"/>
            <a:endCxn id="4" idx="2"/>
          </p:cNvCxnSpPr>
          <p:nvPr>
            <p:custDataLst>
              <p:tags r:id="rId12"/>
            </p:custDataLst>
          </p:nvPr>
        </p:nvCxnSpPr>
        <p:spPr>
          <a:xfrm flipV="1">
            <a:off x="2615729" y="2290866"/>
            <a:ext cx="594009" cy="399687"/>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2" idx="4"/>
            <a:endCxn id="5" idx="2"/>
          </p:cNvCxnSpPr>
          <p:nvPr>
            <p:custDataLst>
              <p:tags r:id="rId13"/>
            </p:custDataLst>
          </p:nvPr>
        </p:nvCxnSpPr>
        <p:spPr>
          <a:xfrm>
            <a:off x="2615729" y="3143258"/>
            <a:ext cx="597155" cy="39486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2" idx="6"/>
            <a:endCxn id="7" idx="2"/>
          </p:cNvCxnSpPr>
          <p:nvPr>
            <p:custDataLst>
              <p:tags r:id="rId14"/>
            </p:custDataLst>
          </p:nvPr>
        </p:nvCxnSpPr>
        <p:spPr>
          <a:xfrm>
            <a:off x="2842081" y="2916906"/>
            <a:ext cx="1221958" cy="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4" idx="5"/>
            <a:endCxn id="7" idx="1"/>
          </p:cNvCxnSpPr>
          <p:nvPr>
            <p:custDataLst>
              <p:tags r:id="rId15"/>
            </p:custDataLst>
          </p:nvPr>
        </p:nvCxnSpPr>
        <p:spPr>
          <a:xfrm>
            <a:off x="3596146" y="2450921"/>
            <a:ext cx="534190" cy="305929"/>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5" idx="7"/>
            <a:endCxn id="7" idx="3"/>
          </p:cNvCxnSpPr>
          <p:nvPr>
            <p:custDataLst>
              <p:tags r:id="rId16"/>
            </p:custDataLst>
          </p:nvPr>
        </p:nvCxnSpPr>
        <p:spPr>
          <a:xfrm flipV="1">
            <a:off x="3599292" y="3076961"/>
            <a:ext cx="531044" cy="30110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5" idx="6"/>
            <a:endCxn id="8" idx="2"/>
          </p:cNvCxnSpPr>
          <p:nvPr>
            <p:custDataLst>
              <p:tags r:id="rId17"/>
            </p:custDataLst>
          </p:nvPr>
        </p:nvCxnSpPr>
        <p:spPr>
          <a:xfrm flipV="1">
            <a:off x="3665589" y="3538122"/>
            <a:ext cx="1264302" cy="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 idx="7"/>
            <a:endCxn id="9" idx="3"/>
          </p:cNvCxnSpPr>
          <p:nvPr>
            <p:custDataLst>
              <p:tags r:id="rId18"/>
            </p:custDataLst>
          </p:nvPr>
        </p:nvCxnSpPr>
        <p:spPr>
          <a:xfrm flipV="1">
            <a:off x="4450447" y="2462582"/>
            <a:ext cx="545741" cy="294268"/>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4" idx="6"/>
            <a:endCxn id="9" idx="2"/>
          </p:cNvCxnSpPr>
          <p:nvPr>
            <p:custDataLst>
              <p:tags r:id="rId19"/>
            </p:custDataLst>
          </p:nvPr>
        </p:nvCxnSpPr>
        <p:spPr>
          <a:xfrm>
            <a:off x="3662443" y="2290866"/>
            <a:ext cx="1267448" cy="1166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7" idx="5"/>
            <a:endCxn id="8" idx="1"/>
          </p:cNvCxnSpPr>
          <p:nvPr>
            <p:custDataLst>
              <p:tags r:id="rId20"/>
            </p:custDataLst>
          </p:nvPr>
        </p:nvCxnSpPr>
        <p:spPr>
          <a:xfrm>
            <a:off x="4450447" y="3076961"/>
            <a:ext cx="545741" cy="30110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8" idx="0"/>
            <a:endCxn id="9" idx="4"/>
          </p:cNvCxnSpPr>
          <p:nvPr>
            <p:custDataLst>
              <p:tags r:id="rId21"/>
            </p:custDataLst>
          </p:nvPr>
        </p:nvCxnSpPr>
        <p:spPr>
          <a:xfrm flipV="1">
            <a:off x="5156244" y="2528879"/>
            <a:ext cx="0" cy="78289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8" idx="6"/>
            <a:endCxn id="10" idx="4"/>
          </p:cNvCxnSpPr>
          <p:nvPr>
            <p:custDataLst>
              <p:tags r:id="rId22"/>
            </p:custDataLst>
          </p:nvPr>
        </p:nvCxnSpPr>
        <p:spPr>
          <a:xfrm flipV="1">
            <a:off x="5382596" y="3143258"/>
            <a:ext cx="615748" cy="394864"/>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9" idx="6"/>
            <a:endCxn id="10" idx="0"/>
          </p:cNvCxnSpPr>
          <p:nvPr>
            <p:custDataLst>
              <p:tags r:id="rId23"/>
            </p:custDataLst>
          </p:nvPr>
        </p:nvCxnSpPr>
        <p:spPr>
          <a:xfrm>
            <a:off x="5382596" y="2302527"/>
            <a:ext cx="615748" cy="38802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custDataLst>
              <p:tags r:id="rId24"/>
            </p:custDataLst>
          </p:nvPr>
        </p:nvSpPr>
        <p:spPr>
          <a:xfrm>
            <a:off x="2615728" y="224050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61" name="文本框 60"/>
          <p:cNvSpPr txBox="1"/>
          <p:nvPr>
            <p:custDataLst>
              <p:tags r:id="rId25"/>
            </p:custDataLst>
          </p:nvPr>
        </p:nvSpPr>
        <p:spPr>
          <a:xfrm>
            <a:off x="2615728" y="326545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2" name="文本框 61"/>
          <p:cNvSpPr txBox="1"/>
          <p:nvPr>
            <p:custDataLst>
              <p:tags r:id="rId26"/>
            </p:custDataLst>
          </p:nvPr>
        </p:nvSpPr>
        <p:spPr>
          <a:xfrm>
            <a:off x="3117902" y="2630951"/>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3" name="文本框 62"/>
          <p:cNvSpPr txBox="1"/>
          <p:nvPr>
            <p:custDataLst>
              <p:tags r:id="rId27"/>
            </p:custDataLst>
          </p:nvPr>
        </p:nvSpPr>
        <p:spPr>
          <a:xfrm>
            <a:off x="3613818" y="295379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2</a:t>
            </a:r>
            <a:endParaRPr lang="zh-CN" altLang="en-US" sz="1600" dirty="0">
              <a:solidFill>
                <a:schemeClr val="tx1">
                  <a:lumMod val="50000"/>
                  <a:lumOff val="50000"/>
                </a:schemeClr>
              </a:solidFill>
            </a:endParaRPr>
          </a:p>
        </p:txBody>
      </p:sp>
      <p:sp>
        <p:nvSpPr>
          <p:cNvPr id="64" name="文本框 63"/>
          <p:cNvSpPr txBox="1"/>
          <p:nvPr>
            <p:custDataLst>
              <p:tags r:id="rId28"/>
            </p:custDataLst>
          </p:nvPr>
        </p:nvSpPr>
        <p:spPr>
          <a:xfrm>
            <a:off x="4127839" y="349258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5</a:t>
            </a:r>
            <a:endParaRPr lang="zh-CN" altLang="en-US" sz="1600" dirty="0">
              <a:solidFill>
                <a:schemeClr val="tx1">
                  <a:lumMod val="50000"/>
                  <a:lumOff val="50000"/>
                </a:schemeClr>
              </a:solidFill>
            </a:endParaRPr>
          </a:p>
        </p:txBody>
      </p:sp>
      <p:sp>
        <p:nvSpPr>
          <p:cNvPr id="65" name="文本框 64"/>
          <p:cNvSpPr txBox="1"/>
          <p:nvPr>
            <p:custDataLst>
              <p:tags r:id="rId29"/>
            </p:custDataLst>
          </p:nvPr>
        </p:nvSpPr>
        <p:spPr>
          <a:xfrm>
            <a:off x="3699862" y="232355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6" name="文本框 65"/>
          <p:cNvSpPr txBox="1"/>
          <p:nvPr>
            <p:custDataLst>
              <p:tags r:id="rId30"/>
            </p:custDataLst>
          </p:nvPr>
        </p:nvSpPr>
        <p:spPr>
          <a:xfrm>
            <a:off x="4489318" y="234049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67" name="文本框 66"/>
          <p:cNvSpPr txBox="1"/>
          <p:nvPr>
            <p:custDataLst>
              <p:tags r:id="rId31"/>
            </p:custDataLst>
          </p:nvPr>
        </p:nvSpPr>
        <p:spPr>
          <a:xfrm>
            <a:off x="4121868" y="201721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7</a:t>
            </a:r>
            <a:endParaRPr lang="zh-CN" altLang="en-US" sz="1600" dirty="0">
              <a:solidFill>
                <a:schemeClr val="tx1">
                  <a:lumMod val="50000"/>
                  <a:lumOff val="50000"/>
                </a:schemeClr>
              </a:solidFill>
            </a:endParaRPr>
          </a:p>
        </p:txBody>
      </p:sp>
      <p:sp>
        <p:nvSpPr>
          <p:cNvPr id="68" name="文本框 67"/>
          <p:cNvSpPr txBox="1"/>
          <p:nvPr>
            <p:custDataLst>
              <p:tags r:id="rId32"/>
            </p:custDataLst>
          </p:nvPr>
        </p:nvSpPr>
        <p:spPr>
          <a:xfrm>
            <a:off x="4887996" y="275685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69" name="文本框 68"/>
          <p:cNvSpPr txBox="1"/>
          <p:nvPr>
            <p:custDataLst>
              <p:tags r:id="rId33"/>
            </p:custDataLst>
          </p:nvPr>
        </p:nvSpPr>
        <p:spPr>
          <a:xfrm>
            <a:off x="4409037" y="314346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70" name="文本框 69"/>
          <p:cNvSpPr txBox="1"/>
          <p:nvPr>
            <p:custDataLst>
              <p:tags r:id="rId34"/>
            </p:custDataLst>
          </p:nvPr>
        </p:nvSpPr>
        <p:spPr>
          <a:xfrm>
            <a:off x="5521947" y="2205187"/>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71" name="文本框 70"/>
          <p:cNvSpPr txBox="1"/>
          <p:nvPr>
            <p:custDataLst>
              <p:tags r:id="rId35"/>
            </p:custDataLst>
          </p:nvPr>
        </p:nvSpPr>
        <p:spPr>
          <a:xfrm>
            <a:off x="5557066" y="329007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8</a:t>
            </a:r>
            <a:endParaRPr lang="zh-CN" altLang="en-US" sz="1600" dirty="0">
              <a:solidFill>
                <a:schemeClr val="tx1">
                  <a:lumMod val="50000"/>
                  <a:lumOff val="50000"/>
                </a:schemeClr>
              </a:solidFill>
            </a:endParaRPr>
          </a:p>
        </p:txBody>
      </p:sp>
      <p:sp>
        <p:nvSpPr>
          <p:cNvPr id="84" name="矩形 83"/>
          <p:cNvSpPr/>
          <p:nvPr>
            <p:custDataLst>
              <p:tags r:id="rId36"/>
            </p:custDataLst>
          </p:nvPr>
        </p:nvSpPr>
        <p:spPr>
          <a:xfrm>
            <a:off x="5619254"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0</a:t>
            </a:r>
            <a:endParaRPr kumimoji="1" lang="zh-CN" altLang="en-US" sz="1600" b="1" dirty="0">
              <a:solidFill>
                <a:srgbClr val="7030A0"/>
              </a:solidFill>
            </a:endParaRPr>
          </a:p>
        </p:txBody>
      </p:sp>
      <p:sp>
        <p:nvSpPr>
          <p:cNvPr id="85" name="矩形 84"/>
          <p:cNvSpPr/>
          <p:nvPr>
            <p:custDataLst>
              <p:tags r:id="rId37"/>
            </p:custDataLst>
          </p:nvPr>
        </p:nvSpPr>
        <p:spPr>
          <a:xfrm>
            <a:off x="60909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1</a:t>
            </a:r>
            <a:endParaRPr kumimoji="1" lang="zh-CN" altLang="en-US" sz="1600" b="1" dirty="0">
              <a:solidFill>
                <a:srgbClr val="7030A0"/>
              </a:solidFill>
            </a:endParaRPr>
          </a:p>
        </p:txBody>
      </p:sp>
      <p:sp>
        <p:nvSpPr>
          <p:cNvPr id="86" name="矩形 85"/>
          <p:cNvSpPr/>
          <p:nvPr>
            <p:custDataLst>
              <p:tags r:id="rId38"/>
            </p:custDataLst>
          </p:nvPr>
        </p:nvSpPr>
        <p:spPr>
          <a:xfrm>
            <a:off x="6562650"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2</a:t>
            </a:r>
            <a:endParaRPr kumimoji="1" lang="zh-CN" altLang="en-US" sz="1600" b="1" dirty="0">
              <a:solidFill>
                <a:srgbClr val="7030A0"/>
              </a:solidFill>
            </a:endParaRPr>
          </a:p>
        </p:txBody>
      </p:sp>
      <p:sp>
        <p:nvSpPr>
          <p:cNvPr id="87" name="矩形 86"/>
          <p:cNvSpPr/>
          <p:nvPr>
            <p:custDataLst>
              <p:tags r:id="rId39"/>
            </p:custDataLst>
          </p:nvPr>
        </p:nvSpPr>
        <p:spPr>
          <a:xfrm>
            <a:off x="7034348"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3</a:t>
            </a:r>
            <a:endParaRPr kumimoji="1" lang="zh-CN" altLang="en-US" sz="1600" b="1" dirty="0">
              <a:solidFill>
                <a:srgbClr val="7030A0"/>
              </a:solidFill>
            </a:endParaRPr>
          </a:p>
        </p:txBody>
      </p:sp>
      <p:sp>
        <p:nvSpPr>
          <p:cNvPr id="88" name="矩形 87"/>
          <p:cNvSpPr/>
          <p:nvPr>
            <p:custDataLst>
              <p:tags r:id="rId40"/>
            </p:custDataLst>
          </p:nvPr>
        </p:nvSpPr>
        <p:spPr>
          <a:xfrm>
            <a:off x="7506046"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4</a:t>
            </a:r>
            <a:endParaRPr kumimoji="1" lang="zh-CN" altLang="en-US" sz="1600" b="1" dirty="0">
              <a:solidFill>
                <a:srgbClr val="7030A0"/>
              </a:solidFill>
            </a:endParaRPr>
          </a:p>
        </p:txBody>
      </p:sp>
      <p:sp>
        <p:nvSpPr>
          <p:cNvPr id="89" name="矩形 88"/>
          <p:cNvSpPr/>
          <p:nvPr>
            <p:custDataLst>
              <p:tags r:id="rId41"/>
            </p:custDataLst>
          </p:nvPr>
        </p:nvSpPr>
        <p:spPr>
          <a:xfrm>
            <a:off x="797606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5</a:t>
            </a:r>
            <a:endParaRPr kumimoji="1" lang="zh-CN" altLang="en-US" sz="1600" b="1" dirty="0">
              <a:solidFill>
                <a:srgbClr val="7030A0"/>
              </a:solidFill>
            </a:endParaRPr>
          </a:p>
        </p:txBody>
      </p:sp>
      <p:sp>
        <p:nvSpPr>
          <p:cNvPr id="90" name="矩形 89"/>
          <p:cNvSpPr/>
          <p:nvPr>
            <p:custDataLst>
              <p:tags r:id="rId42"/>
            </p:custDataLst>
          </p:nvPr>
        </p:nvSpPr>
        <p:spPr>
          <a:xfrm>
            <a:off x="8444852" y="506625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6</a:t>
            </a:r>
            <a:endParaRPr kumimoji="1" lang="zh-CN" altLang="en-US" sz="1600" b="1" dirty="0">
              <a:solidFill>
                <a:srgbClr val="7030A0"/>
              </a:solidFill>
            </a:endParaRPr>
          </a:p>
        </p:txBody>
      </p:sp>
      <p:sp>
        <p:nvSpPr>
          <p:cNvPr id="91" name="矩形 90"/>
          <p:cNvSpPr/>
          <p:nvPr>
            <p:custDataLst>
              <p:tags r:id="rId43"/>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2" name="矩形 91"/>
          <p:cNvSpPr/>
          <p:nvPr>
            <p:custDataLst>
              <p:tags r:id="rId44"/>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3" name="矩形 92"/>
          <p:cNvSpPr/>
          <p:nvPr>
            <p:custDataLst>
              <p:tags r:id="rId45"/>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4" name="矩形 93"/>
          <p:cNvSpPr/>
          <p:nvPr>
            <p:custDataLst>
              <p:tags r:id="rId46"/>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5" name="矩形 94"/>
          <p:cNvSpPr/>
          <p:nvPr>
            <p:custDataLst>
              <p:tags r:id="rId47"/>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6" name="矩形 95"/>
          <p:cNvSpPr/>
          <p:nvPr>
            <p:custDataLst>
              <p:tags r:id="rId48"/>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7" name="矩形 96"/>
          <p:cNvSpPr/>
          <p:nvPr>
            <p:custDataLst>
              <p:tags r:id="rId49"/>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-1</a:t>
            </a:r>
            <a:endParaRPr kumimoji="1" lang="zh-CN" altLang="en-US" b="1" dirty="0">
              <a:solidFill>
                <a:schemeClr val="tx1">
                  <a:lumMod val="50000"/>
                  <a:lumOff val="50000"/>
                </a:schemeClr>
              </a:solidFill>
            </a:endParaRPr>
          </a:p>
        </p:txBody>
      </p:sp>
      <p:sp>
        <p:nvSpPr>
          <p:cNvPr id="99" name="左大括号 98"/>
          <p:cNvSpPr/>
          <p:nvPr>
            <p:custDataLst>
              <p:tags r:id="rId50"/>
            </p:custDataLst>
          </p:nvPr>
        </p:nvSpPr>
        <p:spPr>
          <a:xfrm rot="10800000">
            <a:off x="8922488" y="536960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0" name="矩形 99"/>
          <p:cNvSpPr/>
          <p:nvPr>
            <p:custDataLst>
              <p:tags r:id="rId51"/>
            </p:custDataLst>
          </p:nvPr>
        </p:nvSpPr>
        <p:spPr>
          <a:xfrm>
            <a:off x="982677"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0</a:t>
            </a:r>
            <a:endParaRPr kumimoji="1" lang="zh-CN" altLang="en-US" sz="1600" b="1" dirty="0">
              <a:solidFill>
                <a:srgbClr val="B60A70"/>
              </a:solidFill>
            </a:endParaRPr>
          </a:p>
        </p:txBody>
      </p:sp>
      <p:sp>
        <p:nvSpPr>
          <p:cNvPr id="101" name="矩形 100"/>
          <p:cNvSpPr/>
          <p:nvPr>
            <p:custDataLst>
              <p:tags r:id="rId52"/>
            </p:custDataLst>
          </p:nvPr>
        </p:nvSpPr>
        <p:spPr>
          <a:xfrm>
            <a:off x="14543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1</a:t>
            </a:r>
            <a:endParaRPr kumimoji="1" lang="zh-CN" altLang="en-US" sz="1600" b="1" dirty="0">
              <a:solidFill>
                <a:srgbClr val="B60A70"/>
              </a:solidFill>
            </a:endParaRPr>
          </a:p>
        </p:txBody>
      </p:sp>
      <p:sp>
        <p:nvSpPr>
          <p:cNvPr id="102" name="矩形 101"/>
          <p:cNvSpPr/>
          <p:nvPr>
            <p:custDataLst>
              <p:tags r:id="rId53"/>
            </p:custDataLst>
          </p:nvPr>
        </p:nvSpPr>
        <p:spPr>
          <a:xfrm>
            <a:off x="1926073"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2</a:t>
            </a:r>
            <a:endParaRPr kumimoji="1" lang="zh-CN" altLang="en-US" sz="1600" b="1" dirty="0">
              <a:solidFill>
                <a:srgbClr val="B60A70"/>
              </a:solidFill>
            </a:endParaRPr>
          </a:p>
        </p:txBody>
      </p:sp>
      <p:sp>
        <p:nvSpPr>
          <p:cNvPr id="103" name="矩形 102"/>
          <p:cNvSpPr/>
          <p:nvPr>
            <p:custDataLst>
              <p:tags r:id="rId54"/>
            </p:custDataLst>
          </p:nvPr>
        </p:nvSpPr>
        <p:spPr>
          <a:xfrm>
            <a:off x="2397771"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3</a:t>
            </a:r>
            <a:endParaRPr kumimoji="1" lang="zh-CN" altLang="en-US" sz="1600" b="1" dirty="0">
              <a:solidFill>
                <a:srgbClr val="B60A70"/>
              </a:solidFill>
            </a:endParaRPr>
          </a:p>
        </p:txBody>
      </p:sp>
      <p:sp>
        <p:nvSpPr>
          <p:cNvPr id="104" name="矩形 103"/>
          <p:cNvSpPr/>
          <p:nvPr>
            <p:custDataLst>
              <p:tags r:id="rId55"/>
            </p:custDataLst>
          </p:nvPr>
        </p:nvSpPr>
        <p:spPr>
          <a:xfrm>
            <a:off x="2869469"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CC00FF"/>
                </a:solidFill>
              </a:rPr>
              <a:t>4</a:t>
            </a:r>
            <a:endParaRPr kumimoji="1" lang="zh-CN" altLang="en-US" sz="1600" b="1" dirty="0">
              <a:solidFill>
                <a:srgbClr val="CC00FF"/>
              </a:solidFill>
            </a:endParaRPr>
          </a:p>
        </p:txBody>
      </p:sp>
      <p:sp>
        <p:nvSpPr>
          <p:cNvPr id="105" name="矩形 104"/>
          <p:cNvSpPr/>
          <p:nvPr>
            <p:custDataLst>
              <p:tags r:id="rId56"/>
            </p:custDataLst>
          </p:nvPr>
        </p:nvSpPr>
        <p:spPr>
          <a:xfrm>
            <a:off x="333948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B60A70"/>
                </a:solidFill>
              </a:rPr>
              <a:t>5</a:t>
            </a:r>
            <a:endParaRPr kumimoji="1" lang="zh-CN" altLang="en-US" sz="1600" b="1" dirty="0">
              <a:solidFill>
                <a:srgbClr val="B60A70"/>
              </a:solidFill>
            </a:endParaRPr>
          </a:p>
        </p:txBody>
      </p:sp>
      <p:sp>
        <p:nvSpPr>
          <p:cNvPr id="106" name="矩形 105"/>
          <p:cNvSpPr/>
          <p:nvPr>
            <p:custDataLst>
              <p:tags r:id="rId57"/>
            </p:custDataLst>
          </p:nvPr>
        </p:nvSpPr>
        <p:spPr>
          <a:xfrm>
            <a:off x="3808275" y="507063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chemeClr val="tx1">
                    <a:lumMod val="50000"/>
                    <a:lumOff val="50000"/>
                  </a:schemeClr>
                </a:solidFill>
              </a:rPr>
              <a:t>6</a:t>
            </a:r>
            <a:endParaRPr kumimoji="1" lang="zh-CN" altLang="en-US" sz="1600" b="1" dirty="0">
              <a:solidFill>
                <a:schemeClr val="tx1">
                  <a:lumMod val="50000"/>
                  <a:lumOff val="50000"/>
                </a:schemeClr>
              </a:solidFill>
            </a:endParaRPr>
          </a:p>
        </p:txBody>
      </p:sp>
      <p:sp>
        <p:nvSpPr>
          <p:cNvPr id="107" name="矩形 106"/>
          <p:cNvSpPr/>
          <p:nvPr>
            <p:custDataLst>
              <p:tags r:id="rId58"/>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8" name="矩形 107"/>
          <p:cNvSpPr/>
          <p:nvPr>
            <p:custDataLst>
              <p:tags r:id="rId59"/>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09" name="矩形 108"/>
          <p:cNvSpPr/>
          <p:nvPr>
            <p:custDataLst>
              <p:tags r:id="rId60"/>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0" name="矩形 109"/>
          <p:cNvSpPr/>
          <p:nvPr>
            <p:custDataLst>
              <p:tags r:id="rId61"/>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1" name="矩形 110"/>
          <p:cNvSpPr/>
          <p:nvPr>
            <p:custDataLst>
              <p:tags r:id="rId62"/>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2" name="矩形 111"/>
          <p:cNvSpPr/>
          <p:nvPr>
            <p:custDataLst>
              <p:tags r:id="rId63"/>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3" name="矩形 112"/>
          <p:cNvSpPr/>
          <p:nvPr>
            <p:custDataLst>
              <p:tags r:id="rId64"/>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zh-CN" altLang="en-US" b="1" dirty="0">
                <a:solidFill>
                  <a:schemeClr val="tx1">
                    <a:lumMod val="50000"/>
                    <a:lumOff val="50000"/>
                  </a:schemeClr>
                </a:solidFill>
                <a:latin typeface="+mn-ea"/>
                <a:cs typeface="Consolas" panose="020B0609020204030204" pitchFamily="49" charset="0"/>
              </a:rPr>
              <a:t>∞</a:t>
            </a:r>
            <a:endParaRPr lang="zh-CN" altLang="en-US" dirty="0">
              <a:solidFill>
                <a:schemeClr val="tx1">
                  <a:lumMod val="50000"/>
                  <a:lumOff val="50000"/>
                </a:schemeClr>
              </a:solidFill>
            </a:endParaRPr>
          </a:p>
        </p:txBody>
      </p:sp>
      <p:sp>
        <p:nvSpPr>
          <p:cNvPr id="115" name="左大括号 114"/>
          <p:cNvSpPr/>
          <p:nvPr>
            <p:custDataLst>
              <p:tags r:id="rId65"/>
            </p:custDataLst>
          </p:nvPr>
        </p:nvSpPr>
        <p:spPr>
          <a:xfrm rot="10800000">
            <a:off x="4285911"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116" name="矩形 115"/>
          <p:cNvSpPr/>
          <p:nvPr>
            <p:custDataLst>
              <p:tags r:id="rId66"/>
            </p:custDataLst>
          </p:nvPr>
        </p:nvSpPr>
        <p:spPr>
          <a:xfrm>
            <a:off x="553767"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lumMod val="50000"/>
                    <a:lumOff val="50000"/>
                  </a:schemeClr>
                </a:solidFill>
              </a:rPr>
              <a:t>6</a:t>
            </a:r>
            <a:endParaRPr kumimoji="1" lang="zh-CN" altLang="en-US" b="1" dirty="0">
              <a:solidFill>
                <a:schemeClr val="tx1">
                  <a:lumMod val="50000"/>
                  <a:lumOff val="50000"/>
                </a:schemeClr>
              </a:solidFill>
            </a:endParaRPr>
          </a:p>
        </p:txBody>
      </p:sp>
      <p:sp>
        <p:nvSpPr>
          <p:cNvPr id="118" name="矩形 117"/>
          <p:cNvSpPr/>
          <p:nvPr>
            <p:custDataLst>
              <p:tags r:id="rId67"/>
            </p:custDataLst>
          </p:nvPr>
        </p:nvSpPr>
        <p:spPr>
          <a:xfrm>
            <a:off x="1497163"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19" name="矩形 118"/>
          <p:cNvSpPr/>
          <p:nvPr>
            <p:custDataLst>
              <p:tags r:id="rId68"/>
            </p:custDataLst>
          </p:nvPr>
        </p:nvSpPr>
        <p:spPr>
          <a:xfrm>
            <a:off x="196886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0" name="矩形 119"/>
          <p:cNvSpPr/>
          <p:nvPr>
            <p:custDataLst>
              <p:tags r:id="rId69"/>
            </p:custDataLst>
          </p:nvPr>
        </p:nvSpPr>
        <p:spPr>
          <a:xfrm>
            <a:off x="2440559"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1" name="矩形 120"/>
          <p:cNvSpPr/>
          <p:nvPr>
            <p:custDataLst>
              <p:tags r:id="rId70"/>
            </p:custDataLst>
          </p:nvPr>
        </p:nvSpPr>
        <p:spPr>
          <a:xfrm>
            <a:off x="2910575"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122" name="矩形 121"/>
          <p:cNvSpPr/>
          <p:nvPr>
            <p:custDataLst>
              <p:tags r:id="rId71"/>
            </p:custDataLst>
          </p:nvPr>
        </p:nvSpPr>
        <p:spPr>
          <a:xfrm>
            <a:off x="3380591" y="469190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23" name="左大括号 122"/>
          <p:cNvSpPr/>
          <p:nvPr>
            <p:custDataLst>
              <p:tags r:id="rId72"/>
            </p:custDataLst>
          </p:nvPr>
        </p:nvSpPr>
        <p:spPr>
          <a:xfrm>
            <a:off x="553567"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24" name="左大括号 123"/>
          <p:cNvSpPr/>
          <p:nvPr>
            <p:custDataLst>
              <p:tags r:id="rId73"/>
            </p:custDataLst>
          </p:nvPr>
        </p:nvSpPr>
        <p:spPr>
          <a:xfrm rot="10800000">
            <a:off x="1025465"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34" name="矩形 133"/>
          <p:cNvSpPr/>
          <p:nvPr>
            <p:custDataLst>
              <p:tags r:id="rId74"/>
            </p:custDataLst>
          </p:nvPr>
        </p:nvSpPr>
        <p:spPr>
          <a:xfrm>
            <a:off x="553767"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35" name="矩形 134"/>
          <p:cNvSpPr/>
          <p:nvPr>
            <p:custDataLst>
              <p:tags r:id="rId75"/>
            </p:custDataLst>
          </p:nvPr>
        </p:nvSpPr>
        <p:spPr>
          <a:xfrm>
            <a:off x="102546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36" name="矩形 135"/>
          <p:cNvSpPr/>
          <p:nvPr>
            <p:custDataLst>
              <p:tags r:id="rId76"/>
            </p:custDataLst>
          </p:nvPr>
        </p:nvSpPr>
        <p:spPr>
          <a:xfrm>
            <a:off x="1497163"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2</a:t>
            </a:r>
            <a:endParaRPr kumimoji="1" lang="zh-CN" altLang="en-US" b="1" dirty="0">
              <a:solidFill>
                <a:srgbClr val="B60A70"/>
              </a:solidFill>
            </a:endParaRPr>
          </a:p>
        </p:txBody>
      </p:sp>
      <p:sp>
        <p:nvSpPr>
          <p:cNvPr id="137" name="矩形 136"/>
          <p:cNvSpPr/>
          <p:nvPr>
            <p:custDataLst>
              <p:tags r:id="rId77"/>
            </p:custDataLst>
          </p:nvPr>
        </p:nvSpPr>
        <p:spPr>
          <a:xfrm>
            <a:off x="196886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3</a:t>
            </a:r>
            <a:endParaRPr kumimoji="1" lang="zh-CN" altLang="en-US" b="1" dirty="0">
              <a:solidFill>
                <a:srgbClr val="B60A70"/>
              </a:solidFill>
            </a:endParaRPr>
          </a:p>
        </p:txBody>
      </p:sp>
      <p:sp>
        <p:nvSpPr>
          <p:cNvPr id="138" name="矩形 137"/>
          <p:cNvSpPr/>
          <p:nvPr>
            <p:custDataLst>
              <p:tags r:id="rId78"/>
            </p:custDataLst>
          </p:nvPr>
        </p:nvSpPr>
        <p:spPr>
          <a:xfrm>
            <a:off x="2440559"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5</a:t>
            </a:r>
            <a:endParaRPr kumimoji="1" lang="zh-CN" altLang="en-US" b="1" dirty="0">
              <a:solidFill>
                <a:srgbClr val="B60A70"/>
              </a:solidFill>
            </a:endParaRPr>
          </a:p>
        </p:txBody>
      </p:sp>
      <p:sp>
        <p:nvSpPr>
          <p:cNvPr id="139" name="矩形 138"/>
          <p:cNvSpPr/>
          <p:nvPr>
            <p:custDataLst>
              <p:tags r:id="rId79"/>
            </p:custDataLst>
          </p:nvPr>
        </p:nvSpPr>
        <p:spPr>
          <a:xfrm>
            <a:off x="2910575"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CC00FF"/>
                </a:solidFill>
              </a:rPr>
              <a:t>4</a:t>
            </a:r>
            <a:endParaRPr kumimoji="1" lang="zh-CN" altLang="en-US" b="1" dirty="0">
              <a:solidFill>
                <a:srgbClr val="CC00FF"/>
              </a:solidFill>
            </a:endParaRPr>
          </a:p>
        </p:txBody>
      </p:sp>
      <p:sp>
        <p:nvSpPr>
          <p:cNvPr id="140" name="矩形 139"/>
          <p:cNvSpPr/>
          <p:nvPr>
            <p:custDataLst>
              <p:tags r:id="rId80"/>
            </p:custDataLst>
          </p:nvPr>
        </p:nvSpPr>
        <p:spPr>
          <a:xfrm>
            <a:off x="3380591"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141" name="左大括号 140"/>
          <p:cNvSpPr/>
          <p:nvPr>
            <p:custDataLst>
              <p:tags r:id="rId81"/>
            </p:custDataLst>
          </p:nvPr>
        </p:nvSpPr>
        <p:spPr>
          <a:xfrm>
            <a:off x="553567"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2" name="左大括号 141"/>
          <p:cNvSpPr/>
          <p:nvPr>
            <p:custDataLst>
              <p:tags r:id="rId82"/>
            </p:custDataLst>
          </p:nvPr>
        </p:nvSpPr>
        <p:spPr>
          <a:xfrm rot="10800000">
            <a:off x="3339486"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3" name="文本框 142"/>
          <p:cNvSpPr txBox="1"/>
          <p:nvPr>
            <p:custDataLst>
              <p:tags r:id="rId83"/>
            </p:custDataLst>
          </p:nvPr>
        </p:nvSpPr>
        <p:spPr>
          <a:xfrm>
            <a:off x="0" y="722511"/>
            <a:ext cx="9144000" cy="109831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重复以上步骤，直到</a:t>
            </a:r>
            <a:r>
              <a:rPr kumimoji="1" lang="en-US" altLang="zh-CN" sz="2000" b="1" dirty="0">
                <a:solidFill>
                  <a:schemeClr val="tx1">
                    <a:lumMod val="50000"/>
                    <a:lumOff val="50000"/>
                  </a:schemeClr>
                </a:solidFill>
                <a:latin typeface="+mn-ea"/>
                <a:cs typeface="Consolas" panose="020B0609020204030204" pitchFamily="49" charset="0"/>
              </a:rPr>
              <a:t>U</a:t>
            </a:r>
            <a:r>
              <a:rPr kumimoji="1" lang="zh-CN" altLang="en-US" sz="2000" b="1" dirty="0">
                <a:solidFill>
                  <a:schemeClr val="tx1">
                    <a:lumMod val="50000"/>
                    <a:lumOff val="50000"/>
                  </a:schemeClr>
                </a:solidFill>
                <a:latin typeface="+mn-ea"/>
                <a:cs typeface="Consolas" panose="020B0609020204030204" pitchFamily="49" charset="0"/>
              </a:rPr>
              <a:t>中</a:t>
            </a:r>
            <a:r>
              <a:rPr kumimoji="1" lang="zh-CN" altLang="en-US" sz="2000" b="1" dirty="0">
                <a:solidFill>
                  <a:srgbClr val="0099BC"/>
                </a:solidFill>
                <a:latin typeface="+mn-ea"/>
                <a:cs typeface="Consolas" panose="020B0609020204030204" pitchFamily="49" charset="0"/>
              </a:rPr>
              <a:t>元素为空</a:t>
            </a:r>
            <a:endParaRPr kumimoji="1" lang="en-US" altLang="zh-CN" sz="2000" b="1" dirty="0">
              <a:solidFill>
                <a:srgbClr val="0099BC"/>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以新加入</a:t>
            </a:r>
            <a:r>
              <a:rPr kumimoji="1" lang="en-US" altLang="zh-CN" b="1" dirty="0">
                <a:solidFill>
                  <a:srgbClr val="CC00FF"/>
                </a:solidFill>
                <a:latin typeface="+mn-ea"/>
                <a:cs typeface="Consolas" panose="020B0609020204030204" pitchFamily="49" charset="0"/>
              </a:rPr>
              <a:t>S</a:t>
            </a:r>
            <a:r>
              <a:rPr kumimoji="1" lang="zh-CN" altLang="en-US" b="1" dirty="0">
                <a:latin typeface="+mn-ea"/>
                <a:cs typeface="Consolas" panose="020B0609020204030204" pitchFamily="49" charset="0"/>
              </a:rPr>
              <a:t>的顶点为中间点更新</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到</a:t>
            </a:r>
            <a:r>
              <a:rPr kumimoji="1" lang="en-US" altLang="zh-CN" b="1" dirty="0">
                <a:solidFill>
                  <a:schemeClr val="tx1">
                    <a:lumMod val="50000"/>
                    <a:lumOff val="50000"/>
                  </a:schemeClr>
                </a:solidFill>
                <a:latin typeface="+mn-ea"/>
                <a:cs typeface="Consolas" panose="020B0609020204030204" pitchFamily="49" charset="0"/>
              </a:rPr>
              <a:t>U</a:t>
            </a:r>
            <a:r>
              <a:rPr kumimoji="1" lang="zh-CN" altLang="en-US" b="1" dirty="0">
                <a:solidFill>
                  <a:schemeClr val="tx1">
                    <a:lumMod val="50000"/>
                    <a:lumOff val="50000"/>
                  </a:schemeClr>
                </a:solidFill>
                <a:latin typeface="+mn-ea"/>
                <a:cs typeface="Consolas" panose="020B0609020204030204" pitchFamily="49" charset="0"/>
              </a:rPr>
              <a:t>中</a:t>
            </a:r>
            <a:r>
              <a:rPr kumimoji="1" lang="zh-CN" altLang="en-US" b="1" dirty="0">
                <a:latin typeface="+mn-ea"/>
                <a:cs typeface="Consolas" panose="020B0609020204030204" pitchFamily="49" charset="0"/>
              </a:rPr>
              <a:t>各顶点的最短路径长度</a:t>
            </a:r>
            <a:endParaRPr kumimoji="1" lang="en-US" altLang="zh-CN" b="1" dirty="0">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zh-CN" altLang="en-US" b="1" dirty="0">
                <a:latin typeface="+mn-ea"/>
                <a:cs typeface="Consolas" panose="020B0609020204030204" pitchFamily="49" charset="0"/>
              </a:rPr>
              <a:t>选取当前与</a:t>
            </a:r>
            <a:r>
              <a:rPr kumimoji="1" lang="en-US" altLang="zh-CN" b="1" dirty="0">
                <a:solidFill>
                  <a:srgbClr val="B50988"/>
                </a:solidFill>
                <a:latin typeface="+mn-ea"/>
                <a:cs typeface="Consolas" panose="020B0609020204030204" pitchFamily="49" charset="0"/>
              </a:rPr>
              <a:t>v</a:t>
            </a:r>
            <a:r>
              <a:rPr kumimoji="1" lang="zh-CN" altLang="en-US" b="1" dirty="0">
                <a:latin typeface="+mn-ea"/>
                <a:cs typeface="Consolas" panose="020B0609020204030204" pitchFamily="49" charset="0"/>
              </a:rPr>
              <a:t>距离最短的</a:t>
            </a:r>
            <a:r>
              <a:rPr kumimoji="1" lang="zh-CN" altLang="en-US" b="1" dirty="0">
                <a:solidFill>
                  <a:srgbClr val="C328E9"/>
                </a:solidFill>
                <a:latin typeface="+mn-ea"/>
                <a:cs typeface="Consolas" panose="020B0609020204030204" pitchFamily="49" charset="0"/>
              </a:rPr>
              <a:t>顶点</a:t>
            </a:r>
            <a:r>
              <a:rPr kumimoji="1" lang="zh-CN" altLang="en-US" b="1" dirty="0">
                <a:latin typeface="+mn-ea"/>
                <a:cs typeface="Consolas" panose="020B0609020204030204" pitchFamily="49" charset="0"/>
              </a:rPr>
              <a:t>并</a:t>
            </a:r>
            <a:r>
              <a:rPr kumimoji="1" lang="zh-CN" altLang="en-US" b="1" dirty="0">
                <a:solidFill>
                  <a:srgbClr val="C328E9"/>
                </a:solidFill>
                <a:latin typeface="+mn-ea"/>
                <a:cs typeface="Consolas" panose="020B0609020204030204" pitchFamily="49" charset="0"/>
              </a:rPr>
              <a:t>加入</a:t>
            </a:r>
            <a:r>
              <a:rPr kumimoji="1" lang="en-US" altLang="zh-CN" b="1" dirty="0">
                <a:solidFill>
                  <a:srgbClr val="C328E9"/>
                </a:solidFill>
                <a:latin typeface="+mn-ea"/>
                <a:cs typeface="Consolas" panose="020B0609020204030204" pitchFamily="49" charset="0"/>
              </a:rPr>
              <a:t>S</a:t>
            </a:r>
            <a:r>
              <a:rPr kumimoji="1" lang="zh-CN" altLang="en-US" b="1" dirty="0">
                <a:solidFill>
                  <a:srgbClr val="C328E9"/>
                </a:solidFill>
                <a:latin typeface="+mn-ea"/>
                <a:cs typeface="Consolas" panose="020B0609020204030204" pitchFamily="49" charset="0"/>
              </a:rPr>
              <a:t>中</a:t>
            </a:r>
            <a:r>
              <a:rPr kumimoji="1" lang="zh-CN" altLang="en-US" b="1" dirty="0">
                <a:latin typeface="+mn-ea"/>
                <a:cs typeface="Consolas" panose="020B0609020204030204" pitchFamily="49" charset="0"/>
              </a:rPr>
              <a:t>，下一次循环中以</a:t>
            </a:r>
            <a:r>
              <a:rPr kumimoji="1" lang="zh-CN" altLang="en-US" b="1" dirty="0">
                <a:solidFill>
                  <a:srgbClr val="CC00FF"/>
                </a:solidFill>
                <a:latin typeface="+mn-ea"/>
                <a:cs typeface="Consolas" panose="020B0609020204030204" pitchFamily="49" charset="0"/>
              </a:rPr>
              <a:t>该顶点</a:t>
            </a:r>
            <a:r>
              <a:rPr kumimoji="1" lang="zh-CN" altLang="en-US" b="1" dirty="0">
                <a:latin typeface="+mn-ea"/>
                <a:cs typeface="Consolas" panose="020B0609020204030204" pitchFamily="49" charset="0"/>
              </a:rPr>
              <a:t>为中间点修改长度</a:t>
            </a:r>
            <a:endParaRPr kumimoji="1" lang="en-US" altLang="zh-CN" b="1" dirty="0">
              <a:latin typeface="+mn-ea"/>
              <a:cs typeface="Consolas" panose="020B0609020204030204" pitchFamily="49" charset="0"/>
            </a:endParaRPr>
          </a:p>
        </p:txBody>
      </p:sp>
      <p:sp>
        <p:nvSpPr>
          <p:cNvPr id="12" name="矩形 11"/>
          <p:cNvSpPr/>
          <p:nvPr>
            <p:custDataLst>
              <p:tags r:id="rId84"/>
            </p:custDataLst>
          </p:nvPr>
        </p:nvSpPr>
        <p:spPr>
          <a:xfrm>
            <a:off x="5619254"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0</a:t>
            </a:r>
            <a:endParaRPr kumimoji="1" lang="zh-CN" altLang="en-US" b="1" dirty="0">
              <a:solidFill>
                <a:srgbClr val="B60A70"/>
              </a:solidFill>
            </a:endParaRPr>
          </a:p>
        </p:txBody>
      </p:sp>
      <p:sp>
        <p:nvSpPr>
          <p:cNvPr id="15" name="矩形 14"/>
          <p:cNvSpPr/>
          <p:nvPr>
            <p:custDataLst>
              <p:tags r:id="rId85"/>
            </p:custDataLst>
          </p:nvPr>
        </p:nvSpPr>
        <p:spPr>
          <a:xfrm>
            <a:off x="609095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1</a:t>
            </a:r>
            <a:endParaRPr kumimoji="1" lang="zh-CN" altLang="en-US" b="1" dirty="0">
              <a:solidFill>
                <a:srgbClr val="B60A70"/>
              </a:solidFill>
            </a:endParaRPr>
          </a:p>
        </p:txBody>
      </p:sp>
      <p:sp>
        <p:nvSpPr>
          <p:cNvPr id="16" name="矩形 15"/>
          <p:cNvSpPr/>
          <p:nvPr>
            <p:custDataLst>
              <p:tags r:id="rId86"/>
            </p:custDataLst>
          </p:nvPr>
        </p:nvSpPr>
        <p:spPr>
          <a:xfrm>
            <a:off x="6562650"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2</a:t>
            </a:r>
            <a:endParaRPr kumimoji="1" lang="zh-CN" altLang="en-US" b="1" dirty="0">
              <a:solidFill>
                <a:srgbClr val="B60A70"/>
              </a:solidFill>
            </a:endParaRPr>
          </a:p>
        </p:txBody>
      </p:sp>
      <p:sp>
        <p:nvSpPr>
          <p:cNvPr id="18" name="矩形 17"/>
          <p:cNvSpPr/>
          <p:nvPr>
            <p:custDataLst>
              <p:tags r:id="rId87"/>
            </p:custDataLst>
          </p:nvPr>
        </p:nvSpPr>
        <p:spPr>
          <a:xfrm>
            <a:off x="7034348"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3</a:t>
            </a:r>
            <a:endParaRPr kumimoji="1" lang="zh-CN" altLang="en-US" b="1" dirty="0">
              <a:solidFill>
                <a:srgbClr val="B60A70"/>
              </a:solidFill>
            </a:endParaRPr>
          </a:p>
        </p:txBody>
      </p:sp>
      <p:sp>
        <p:nvSpPr>
          <p:cNvPr id="19" name="矩形 18"/>
          <p:cNvSpPr/>
          <p:nvPr>
            <p:custDataLst>
              <p:tags r:id="rId88"/>
            </p:custDataLst>
          </p:nvPr>
        </p:nvSpPr>
        <p:spPr>
          <a:xfrm>
            <a:off x="7506046"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5</a:t>
            </a:r>
            <a:endParaRPr kumimoji="1" lang="zh-CN" altLang="en-US" b="1" dirty="0">
              <a:solidFill>
                <a:srgbClr val="B60A70"/>
              </a:solidFill>
            </a:endParaRPr>
          </a:p>
        </p:txBody>
      </p:sp>
      <p:sp>
        <p:nvSpPr>
          <p:cNvPr id="21" name="矩形 20"/>
          <p:cNvSpPr/>
          <p:nvPr>
            <p:custDataLst>
              <p:tags r:id="rId89"/>
            </p:custDataLst>
          </p:nvPr>
        </p:nvSpPr>
        <p:spPr>
          <a:xfrm>
            <a:off x="797606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B60A70"/>
                </a:solidFill>
              </a:rPr>
              <a:t>4</a:t>
            </a:r>
            <a:endParaRPr kumimoji="1" lang="zh-CN" altLang="en-US" b="1" dirty="0">
              <a:solidFill>
                <a:srgbClr val="B60A70"/>
              </a:solidFill>
            </a:endParaRPr>
          </a:p>
        </p:txBody>
      </p:sp>
      <p:sp>
        <p:nvSpPr>
          <p:cNvPr id="24" name="左大括号 23"/>
          <p:cNvSpPr/>
          <p:nvPr>
            <p:custDataLst>
              <p:tags r:id="rId90"/>
            </p:custDataLst>
          </p:nvPr>
        </p:nvSpPr>
        <p:spPr>
          <a:xfrm>
            <a:off x="5479989" y="4278365"/>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5" name="左大括号 24"/>
          <p:cNvSpPr/>
          <p:nvPr>
            <p:custDataLst>
              <p:tags r:id="rId91"/>
            </p:custDataLst>
          </p:nvPr>
        </p:nvSpPr>
        <p:spPr>
          <a:xfrm rot="10800000">
            <a:off x="8922488" y="4283789"/>
            <a:ext cx="139265" cy="360000"/>
          </a:xfrm>
          <a:prstGeom prst="leftBrace">
            <a:avLst>
              <a:gd name="adj1" fmla="val 37401"/>
              <a:gd name="adj2" fmla="val 50000"/>
            </a:avLst>
          </a:prstGeom>
          <a:ln w="31750">
            <a:solidFill>
              <a:srgbClr val="B50988"/>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7" name="矩形 26"/>
          <p:cNvSpPr/>
          <p:nvPr>
            <p:custDataLst>
              <p:tags r:id="rId92"/>
            </p:custDataLst>
          </p:nvPr>
        </p:nvSpPr>
        <p:spPr>
          <a:xfrm>
            <a:off x="5619254"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29" name="矩形 28"/>
          <p:cNvSpPr/>
          <p:nvPr>
            <p:custDataLst>
              <p:tags r:id="rId93"/>
            </p:custDataLst>
          </p:nvPr>
        </p:nvSpPr>
        <p:spPr>
          <a:xfrm>
            <a:off x="6562650"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0" name="矩形 29"/>
          <p:cNvSpPr/>
          <p:nvPr>
            <p:custDataLst>
              <p:tags r:id="rId94"/>
            </p:custDataLst>
          </p:nvPr>
        </p:nvSpPr>
        <p:spPr>
          <a:xfrm>
            <a:off x="7034348"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1" name="矩形 30"/>
          <p:cNvSpPr/>
          <p:nvPr>
            <p:custDataLst>
              <p:tags r:id="rId95"/>
            </p:custDataLst>
          </p:nvPr>
        </p:nvSpPr>
        <p:spPr>
          <a:xfrm>
            <a:off x="7506046"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lumMod val="50000"/>
                  <a:lumOff val="50000"/>
                </a:schemeClr>
              </a:solidFill>
            </a:endParaRPr>
          </a:p>
        </p:txBody>
      </p:sp>
      <p:sp>
        <p:nvSpPr>
          <p:cNvPr id="32" name="矩形 31"/>
          <p:cNvSpPr/>
          <p:nvPr>
            <p:custDataLst>
              <p:tags r:id="rId96"/>
            </p:custDataLst>
          </p:nvPr>
        </p:nvSpPr>
        <p:spPr>
          <a:xfrm>
            <a:off x="7976062" y="469732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kumimoji="1" lang="zh-CN" altLang="en-US" b="1" dirty="0">
              <a:solidFill>
                <a:schemeClr val="tx1"/>
              </a:solidFill>
            </a:endParaRPr>
          </a:p>
        </p:txBody>
      </p:sp>
      <p:sp>
        <p:nvSpPr>
          <p:cNvPr id="35" name="左大括号 34"/>
          <p:cNvSpPr/>
          <p:nvPr>
            <p:custDataLst>
              <p:tags r:id="rId97"/>
            </p:custDataLst>
          </p:nvPr>
        </p:nvSpPr>
        <p:spPr>
          <a:xfrm>
            <a:off x="5479989" y="4697324"/>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7" name="左大括号 36"/>
          <p:cNvSpPr/>
          <p:nvPr>
            <p:custDataLst>
              <p:tags r:id="rId98"/>
            </p:custDataLst>
          </p:nvPr>
        </p:nvSpPr>
        <p:spPr>
          <a:xfrm rot="10800000">
            <a:off x="6090953" y="4691900"/>
            <a:ext cx="139265" cy="360000"/>
          </a:xfrm>
          <a:prstGeom prst="leftBrace">
            <a:avLst>
              <a:gd name="adj1" fmla="val 37401"/>
              <a:gd name="adj2" fmla="val 50000"/>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38" name="箭头: 下 37"/>
          <p:cNvSpPr/>
          <p:nvPr>
            <p:custDataLst>
              <p:tags r:id="rId99"/>
            </p:custDataLst>
          </p:nvPr>
        </p:nvSpPr>
        <p:spPr>
          <a:xfrm rot="16200000">
            <a:off x="4330630" y="3569677"/>
            <a:ext cx="331319" cy="1764940"/>
          </a:xfrm>
          <a:prstGeom prst="downArrow">
            <a:avLst>
              <a:gd name="adj1" fmla="val 67149"/>
              <a:gd name="adj2" fmla="val 31331"/>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圆角 39"/>
          <p:cNvSpPr/>
          <p:nvPr>
            <p:custDataLst>
              <p:tags r:id="rId100"/>
            </p:custDataLst>
          </p:nvPr>
        </p:nvSpPr>
        <p:spPr>
          <a:xfrm>
            <a:off x="360789" y="1135097"/>
            <a:ext cx="6220484"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1" name="矩形: 圆角 40"/>
          <p:cNvSpPr/>
          <p:nvPr>
            <p:custDataLst>
              <p:tags r:id="rId101"/>
            </p:custDataLst>
          </p:nvPr>
        </p:nvSpPr>
        <p:spPr>
          <a:xfrm>
            <a:off x="360789" y="1466133"/>
            <a:ext cx="8319995" cy="30600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2" name="矩形 21"/>
          <p:cNvSpPr/>
          <p:nvPr>
            <p:custDataLst>
              <p:tags r:id="rId102"/>
            </p:custDataLst>
          </p:nvPr>
        </p:nvSpPr>
        <p:spPr>
          <a:xfrm>
            <a:off x="982677"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34" name="矩形 33"/>
          <p:cNvSpPr/>
          <p:nvPr>
            <p:custDataLst>
              <p:tags r:id="rId103"/>
            </p:custDataLst>
          </p:nvPr>
        </p:nvSpPr>
        <p:spPr>
          <a:xfrm>
            <a:off x="14543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4</a:t>
            </a:r>
            <a:endParaRPr kumimoji="1" lang="zh-CN" altLang="en-US" b="1" dirty="0">
              <a:solidFill>
                <a:schemeClr val="tx1"/>
              </a:solidFill>
            </a:endParaRPr>
          </a:p>
        </p:txBody>
      </p:sp>
      <p:sp>
        <p:nvSpPr>
          <p:cNvPr id="43" name="矩形 42"/>
          <p:cNvSpPr/>
          <p:nvPr>
            <p:custDataLst>
              <p:tags r:id="rId104"/>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44" name="矩形 43"/>
          <p:cNvSpPr/>
          <p:nvPr>
            <p:custDataLst>
              <p:tags r:id="rId105"/>
            </p:custDataLst>
          </p:nvPr>
        </p:nvSpPr>
        <p:spPr>
          <a:xfrm>
            <a:off x="2397771"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50" name="矩形 49"/>
          <p:cNvSpPr/>
          <p:nvPr>
            <p:custDataLst>
              <p:tags r:id="rId106"/>
            </p:custDataLst>
          </p:nvPr>
        </p:nvSpPr>
        <p:spPr>
          <a:xfrm>
            <a:off x="982677"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1" name="矩形 50"/>
          <p:cNvSpPr/>
          <p:nvPr>
            <p:custDataLst>
              <p:tags r:id="rId107"/>
            </p:custDataLst>
          </p:nvPr>
        </p:nvSpPr>
        <p:spPr>
          <a:xfrm>
            <a:off x="1454375" y="5803278"/>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2" name="矩形 51"/>
          <p:cNvSpPr/>
          <p:nvPr>
            <p:custDataLst>
              <p:tags r:id="rId108"/>
            </p:custDataLst>
          </p:nvPr>
        </p:nvSpPr>
        <p:spPr>
          <a:xfrm>
            <a:off x="1926073"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rgbClr val="0000FF"/>
              </a:solidFill>
            </a:endParaRPr>
          </a:p>
        </p:txBody>
      </p:sp>
      <p:sp>
        <p:nvSpPr>
          <p:cNvPr id="53" name="矩形 52"/>
          <p:cNvSpPr/>
          <p:nvPr>
            <p:custDataLst>
              <p:tags r:id="rId109"/>
            </p:custDataLst>
          </p:nvPr>
        </p:nvSpPr>
        <p:spPr>
          <a:xfrm>
            <a:off x="2397771"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chemeClr val="tx1">
                  <a:lumMod val="50000"/>
                  <a:lumOff val="50000"/>
                </a:schemeClr>
              </a:solidFill>
            </a:endParaRPr>
          </a:p>
        </p:txBody>
      </p:sp>
      <p:sp>
        <p:nvSpPr>
          <p:cNvPr id="54" name="矩形 53"/>
          <p:cNvSpPr/>
          <p:nvPr>
            <p:custDataLst>
              <p:tags r:id="rId110"/>
            </p:custDataLst>
          </p:nvPr>
        </p:nvSpPr>
        <p:spPr>
          <a:xfrm>
            <a:off x="2869469"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rgbClr val="0000FF"/>
              </a:solidFill>
            </a:endParaRPr>
          </a:p>
        </p:txBody>
      </p:sp>
      <p:sp>
        <p:nvSpPr>
          <p:cNvPr id="72" name="矩形 71"/>
          <p:cNvSpPr/>
          <p:nvPr>
            <p:custDataLst>
              <p:tags r:id="rId111"/>
            </p:custDataLst>
          </p:nvPr>
        </p:nvSpPr>
        <p:spPr>
          <a:xfrm>
            <a:off x="333948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endParaRPr lang="zh-CN" altLang="en-US" dirty="0">
              <a:solidFill>
                <a:srgbClr val="0000FF"/>
              </a:solidFill>
            </a:endParaRPr>
          </a:p>
        </p:txBody>
      </p:sp>
      <p:sp>
        <p:nvSpPr>
          <p:cNvPr id="73" name="矩形 72"/>
          <p:cNvSpPr/>
          <p:nvPr>
            <p:custDataLst>
              <p:tags r:id="rId112"/>
            </p:custDataLst>
          </p:nvPr>
        </p:nvSpPr>
        <p:spPr>
          <a:xfrm>
            <a:off x="3808275" y="5801036"/>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00FF"/>
                </a:solidFill>
                <a:latin typeface="+mn-ea"/>
                <a:cs typeface="Consolas" panose="020B0609020204030204" pitchFamily="49" charset="0"/>
              </a:rPr>
              <a:t>6</a:t>
            </a:r>
            <a:endParaRPr lang="zh-CN" altLang="en-US" dirty="0">
              <a:solidFill>
                <a:srgbClr val="0000FF"/>
              </a:solidFill>
            </a:endParaRPr>
          </a:p>
        </p:txBody>
      </p:sp>
      <p:sp>
        <p:nvSpPr>
          <p:cNvPr id="74" name="左大括号 73"/>
          <p:cNvSpPr/>
          <p:nvPr>
            <p:custDataLst>
              <p:tags r:id="rId113"/>
            </p:custDataLst>
          </p:nvPr>
        </p:nvSpPr>
        <p:spPr>
          <a:xfrm>
            <a:off x="843412"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6" name="左大括号 75"/>
          <p:cNvSpPr/>
          <p:nvPr>
            <p:custDataLst>
              <p:tags r:id="rId114"/>
            </p:custDataLst>
          </p:nvPr>
        </p:nvSpPr>
        <p:spPr>
          <a:xfrm rot="10800000">
            <a:off x="4285911" y="5801036"/>
            <a:ext cx="139265" cy="360000"/>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78" name="左大括号 77"/>
          <p:cNvSpPr/>
          <p:nvPr>
            <p:custDataLst>
              <p:tags r:id="rId115"/>
            </p:custDataLst>
          </p:nvPr>
        </p:nvSpPr>
        <p:spPr>
          <a:xfrm rot="16200000">
            <a:off x="2561693" y="4629884"/>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0" name="文本框 79"/>
          <p:cNvSpPr txBox="1"/>
          <p:nvPr>
            <p:custDataLst>
              <p:tags r:id="rId116"/>
            </p:custDataLst>
          </p:nvPr>
        </p:nvSpPr>
        <p:spPr>
          <a:xfrm>
            <a:off x="291747" y="6345994"/>
            <a:ext cx="4679156"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当前中间点</a:t>
            </a:r>
            <a:r>
              <a:rPr kumimoji="1" lang="en-US" altLang="zh-CN" b="1" dirty="0">
                <a:solidFill>
                  <a:srgbClr val="CC00FF"/>
                </a:solidFill>
                <a:latin typeface="+mn-ea"/>
                <a:cs typeface="Consolas" panose="020B0609020204030204" pitchFamily="49" charset="0"/>
              </a:rPr>
              <a:t>(4)</a:t>
            </a:r>
            <a:r>
              <a:rPr kumimoji="1" lang="zh-CN" altLang="en-US" b="1" dirty="0">
                <a:solidFill>
                  <a:srgbClr val="0000FF"/>
                </a:solidFill>
                <a:latin typeface="+mn-ea"/>
                <a:cs typeface="Consolas" panose="020B0609020204030204" pitchFamily="49" charset="0"/>
              </a:rPr>
              <a:t>到</a:t>
            </a:r>
            <a:r>
              <a:rPr kumimoji="1" lang="en-US" altLang="zh-CN" b="1" dirty="0">
                <a:solidFill>
                  <a:srgbClr val="0000FF"/>
                </a:solidFill>
                <a:latin typeface="+mn-ea"/>
                <a:cs typeface="Consolas" panose="020B0609020204030204" pitchFamily="49" charset="0"/>
              </a:rPr>
              <a:t>U</a:t>
            </a:r>
            <a:r>
              <a:rPr kumimoji="1" lang="zh-CN" altLang="en-US" b="1" dirty="0">
                <a:solidFill>
                  <a:srgbClr val="0000FF"/>
                </a:solidFill>
                <a:latin typeface="+mn-ea"/>
                <a:cs typeface="Consolas" panose="020B0609020204030204" pitchFamily="49" charset="0"/>
              </a:rPr>
              <a:t>中各点的直线距离</a:t>
            </a:r>
            <a:endParaRPr lang="zh-CN" altLang="en-US" dirty="0">
              <a:solidFill>
                <a:srgbClr val="0000FF"/>
              </a:solidFill>
            </a:endParaRPr>
          </a:p>
        </p:txBody>
      </p:sp>
      <p:sp>
        <p:nvSpPr>
          <p:cNvPr id="81" name="左大括号 80"/>
          <p:cNvSpPr/>
          <p:nvPr>
            <p:custDataLst>
              <p:tags r:id="rId117"/>
            </p:custDataLst>
          </p:nvPr>
        </p:nvSpPr>
        <p:spPr>
          <a:xfrm rot="16200000">
            <a:off x="7199837" y="4194231"/>
            <a:ext cx="139265" cy="3297297"/>
          </a:xfrm>
          <a:prstGeom prst="leftBrace">
            <a:avLst>
              <a:gd name="adj1" fmla="val 37401"/>
              <a:gd name="adj2" fmla="val 50000"/>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82" name="文本框 81"/>
          <p:cNvSpPr txBox="1"/>
          <p:nvPr>
            <p:custDataLst>
              <p:tags r:id="rId118"/>
            </p:custDataLst>
          </p:nvPr>
        </p:nvSpPr>
        <p:spPr>
          <a:xfrm>
            <a:off x="5492404" y="5930583"/>
            <a:ext cx="3554129" cy="369332"/>
          </a:xfrm>
          <a:prstGeom prst="rect">
            <a:avLst/>
          </a:prstGeom>
          <a:noFill/>
        </p:spPr>
        <p:txBody>
          <a:bodyPr wrap="square">
            <a:spAutoFit/>
          </a:bodyPr>
          <a:p>
            <a:pPr algn="ctr"/>
            <a:r>
              <a:rPr kumimoji="1" lang="zh-CN" altLang="en-US" b="1" dirty="0">
                <a:solidFill>
                  <a:srgbClr val="0000FF"/>
                </a:solidFill>
                <a:latin typeface="+mn-ea"/>
                <a:cs typeface="Consolas" panose="020B0609020204030204" pitchFamily="49" charset="0"/>
              </a:rPr>
              <a:t>使用当前中间点</a:t>
            </a:r>
            <a:r>
              <a:rPr kumimoji="1" lang="en-US" altLang="zh-CN" b="1" dirty="0">
                <a:solidFill>
                  <a:srgbClr val="CC00FF"/>
                </a:solidFill>
                <a:latin typeface="+mn-ea"/>
                <a:cs typeface="Consolas" panose="020B0609020204030204" pitchFamily="49" charset="0"/>
              </a:rPr>
              <a:t>(4)</a:t>
            </a:r>
            <a:r>
              <a:rPr kumimoji="1" lang="zh-CN" altLang="en-US" b="1" dirty="0">
                <a:solidFill>
                  <a:srgbClr val="0000FF"/>
                </a:solidFill>
                <a:latin typeface="+mn-ea"/>
                <a:cs typeface="Consolas" panose="020B0609020204030204" pitchFamily="49" charset="0"/>
              </a:rPr>
              <a:t>更新前驱顶点</a:t>
            </a:r>
            <a:endParaRPr lang="zh-CN" altLang="en-US" dirty="0">
              <a:solidFill>
                <a:srgbClr val="0000FF"/>
              </a:solidFill>
            </a:endParaRPr>
          </a:p>
        </p:txBody>
      </p:sp>
      <p:sp>
        <p:nvSpPr>
          <p:cNvPr id="55" name="矩形 54"/>
          <p:cNvSpPr/>
          <p:nvPr>
            <p:custDataLst>
              <p:tags r:id="rId119"/>
            </p:custDataLst>
          </p:nvPr>
        </p:nvSpPr>
        <p:spPr>
          <a:xfrm>
            <a:off x="5619254"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6" name="矩形 55"/>
          <p:cNvSpPr/>
          <p:nvPr>
            <p:custDataLst>
              <p:tags r:id="rId120"/>
            </p:custDataLst>
          </p:nvPr>
        </p:nvSpPr>
        <p:spPr>
          <a:xfrm>
            <a:off x="60909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7" name="矩形 56"/>
          <p:cNvSpPr/>
          <p:nvPr>
            <p:custDataLst>
              <p:tags r:id="rId121"/>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58" name="矩形 57"/>
          <p:cNvSpPr/>
          <p:nvPr>
            <p:custDataLst>
              <p:tags r:id="rId122"/>
            </p:custDataLst>
          </p:nvPr>
        </p:nvSpPr>
        <p:spPr>
          <a:xfrm>
            <a:off x="7034348"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14" name="矩形 13"/>
          <p:cNvSpPr/>
          <p:nvPr>
            <p:custDataLst>
              <p:tags r:id="rId123"/>
            </p:custDataLst>
          </p:nvPr>
        </p:nvSpPr>
        <p:spPr>
          <a:xfrm>
            <a:off x="1926073"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5</a:t>
            </a:r>
            <a:endParaRPr kumimoji="1" lang="zh-CN" altLang="en-US" b="1" dirty="0">
              <a:solidFill>
                <a:schemeClr val="tx1"/>
              </a:solidFill>
            </a:endParaRPr>
          </a:p>
        </p:txBody>
      </p:sp>
      <p:sp>
        <p:nvSpPr>
          <p:cNvPr id="28" name="矩形 27"/>
          <p:cNvSpPr/>
          <p:nvPr>
            <p:custDataLst>
              <p:tags r:id="rId124"/>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11</a:t>
            </a:r>
            <a:endParaRPr kumimoji="1" lang="zh-CN" altLang="en-US" b="1" dirty="0">
              <a:solidFill>
                <a:schemeClr val="tx1"/>
              </a:solidFill>
            </a:endParaRPr>
          </a:p>
        </p:txBody>
      </p:sp>
      <p:sp>
        <p:nvSpPr>
          <p:cNvPr id="83" name="矩形 82"/>
          <p:cNvSpPr/>
          <p:nvPr>
            <p:custDataLst>
              <p:tags r:id="rId125"/>
            </p:custDataLst>
          </p:nvPr>
        </p:nvSpPr>
        <p:spPr>
          <a:xfrm>
            <a:off x="6562650"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25" name="矩形 124"/>
          <p:cNvSpPr/>
          <p:nvPr>
            <p:custDataLst>
              <p:tags r:id="rId126"/>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133" name="矩形 132"/>
          <p:cNvSpPr/>
          <p:nvPr>
            <p:custDataLst>
              <p:tags r:id="rId127"/>
            </p:custDataLst>
          </p:nvPr>
        </p:nvSpPr>
        <p:spPr>
          <a:xfrm>
            <a:off x="333948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latin typeface="+mn-ea"/>
                <a:cs typeface="Consolas" panose="020B0609020204030204" pitchFamily="49" charset="0"/>
              </a:rPr>
              <a:t>9</a:t>
            </a:r>
            <a:endParaRPr lang="zh-CN" altLang="en-US" dirty="0">
              <a:solidFill>
                <a:schemeClr val="tx1"/>
              </a:solidFill>
            </a:endParaRPr>
          </a:p>
        </p:txBody>
      </p:sp>
      <p:sp>
        <p:nvSpPr>
          <p:cNvPr id="144" name="矩形 143"/>
          <p:cNvSpPr/>
          <p:nvPr>
            <p:custDataLst>
              <p:tags r:id="rId128"/>
            </p:custDataLst>
          </p:nvPr>
        </p:nvSpPr>
        <p:spPr>
          <a:xfrm>
            <a:off x="797606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2</a:t>
            </a:r>
            <a:endParaRPr kumimoji="1" lang="zh-CN" altLang="en-US" b="1" dirty="0">
              <a:solidFill>
                <a:schemeClr val="tx1"/>
              </a:solidFill>
            </a:endParaRPr>
          </a:p>
        </p:txBody>
      </p:sp>
      <p:sp>
        <p:nvSpPr>
          <p:cNvPr id="79" name="矩形 78"/>
          <p:cNvSpPr/>
          <p:nvPr>
            <p:custDataLst>
              <p:tags r:id="rId129"/>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latin typeface="+mn-ea"/>
                <a:cs typeface="Consolas" panose="020B0609020204030204" pitchFamily="49" charset="0"/>
              </a:rPr>
              <a:t>17</a:t>
            </a:r>
            <a:endParaRPr lang="zh-CN" altLang="en-US" dirty="0">
              <a:solidFill>
                <a:schemeClr val="tx1"/>
              </a:solidFill>
            </a:endParaRPr>
          </a:p>
        </p:txBody>
      </p:sp>
      <p:sp>
        <p:nvSpPr>
          <p:cNvPr id="128" name="矩形 127"/>
          <p:cNvSpPr/>
          <p:nvPr>
            <p:custDataLst>
              <p:tags r:id="rId130"/>
            </p:custDataLst>
          </p:nvPr>
        </p:nvSpPr>
        <p:spPr>
          <a:xfrm>
            <a:off x="2869469"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0070C0"/>
                </a:solidFill>
              </a:rPr>
              <a:t>10</a:t>
            </a:r>
            <a:endParaRPr kumimoji="1" lang="zh-CN" altLang="en-US" b="1" dirty="0">
              <a:solidFill>
                <a:srgbClr val="0070C0"/>
              </a:solidFill>
            </a:endParaRPr>
          </a:p>
        </p:txBody>
      </p:sp>
      <p:sp>
        <p:nvSpPr>
          <p:cNvPr id="130" name="矩形 129"/>
          <p:cNvSpPr/>
          <p:nvPr>
            <p:custDataLst>
              <p:tags r:id="rId131"/>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5</a:t>
            </a:r>
            <a:endParaRPr kumimoji="1" lang="zh-CN" altLang="en-US" b="1" dirty="0">
              <a:solidFill>
                <a:schemeClr val="tx1"/>
              </a:solidFill>
            </a:endParaRPr>
          </a:p>
        </p:txBody>
      </p:sp>
      <p:sp>
        <p:nvSpPr>
          <p:cNvPr id="131" name="矩形 130"/>
          <p:cNvSpPr/>
          <p:nvPr>
            <p:custDataLst>
              <p:tags r:id="rId132"/>
            </p:custDataLst>
          </p:nvPr>
        </p:nvSpPr>
        <p:spPr>
          <a:xfrm>
            <a:off x="7506046"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5</a:t>
            </a:r>
            <a:endParaRPr kumimoji="1" lang="zh-CN" altLang="en-US" b="1" dirty="0">
              <a:solidFill>
                <a:schemeClr val="tx1"/>
              </a:solidFill>
            </a:endParaRPr>
          </a:p>
        </p:txBody>
      </p:sp>
      <p:sp>
        <p:nvSpPr>
          <p:cNvPr id="77" name="矩形 76"/>
          <p:cNvSpPr/>
          <p:nvPr>
            <p:custDataLst>
              <p:tags r:id="rId133"/>
            </p:custDataLst>
          </p:nvPr>
        </p:nvSpPr>
        <p:spPr>
          <a:xfrm>
            <a:off x="8444852" y="427836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CC00FF"/>
                </a:solidFill>
              </a:rPr>
              <a:t>6</a:t>
            </a:r>
            <a:endParaRPr kumimoji="1" lang="zh-CN" altLang="en-US" sz="1600" b="1" dirty="0">
              <a:solidFill>
                <a:srgbClr val="CC00FF"/>
              </a:solidFill>
            </a:endParaRPr>
          </a:p>
        </p:txBody>
      </p:sp>
      <p:sp>
        <p:nvSpPr>
          <p:cNvPr id="126" name="矩形 125"/>
          <p:cNvSpPr/>
          <p:nvPr>
            <p:custDataLst>
              <p:tags r:id="rId134"/>
            </p:custDataLst>
          </p:nvPr>
        </p:nvSpPr>
        <p:spPr>
          <a:xfrm>
            <a:off x="3808275" y="537398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latin typeface="+mn-ea"/>
                <a:cs typeface="Consolas" panose="020B0609020204030204" pitchFamily="49" charset="0"/>
              </a:rPr>
              <a:t>16</a:t>
            </a:r>
            <a:endParaRPr lang="zh-CN" altLang="en-US" dirty="0">
              <a:solidFill>
                <a:srgbClr val="FF0000"/>
              </a:solidFill>
            </a:endParaRPr>
          </a:p>
        </p:txBody>
      </p:sp>
      <p:sp>
        <p:nvSpPr>
          <p:cNvPr id="146" name="矩形 145"/>
          <p:cNvSpPr/>
          <p:nvPr>
            <p:custDataLst>
              <p:tags r:id="rId135"/>
            </p:custDataLst>
          </p:nvPr>
        </p:nvSpPr>
        <p:spPr>
          <a:xfrm>
            <a:off x="8444852" y="536960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rgbClr val="FF0000"/>
                </a:solidFill>
              </a:rPr>
              <a:t>4</a:t>
            </a:r>
            <a:endParaRPr kumimoji="1" lang="zh-CN" altLang="en-US" b="1" dirty="0">
              <a:solidFill>
                <a:srgbClr val="FF0000"/>
              </a:solidFill>
            </a:endParaRPr>
          </a:p>
        </p:txBody>
      </p:sp>
      <p:sp>
        <p:nvSpPr>
          <p:cNvPr id="127" name="矩形: 圆角 126"/>
          <p:cNvSpPr/>
          <p:nvPr>
            <p:custDataLst>
              <p:tags r:id="rId136"/>
            </p:custDataLst>
          </p:nvPr>
        </p:nvSpPr>
        <p:spPr>
          <a:xfrm>
            <a:off x="2901153" y="5383674"/>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7" name="矩形: 圆角 46"/>
          <p:cNvSpPr/>
          <p:nvPr>
            <p:custDataLst>
              <p:tags r:id="rId137"/>
            </p:custDataLst>
          </p:nvPr>
        </p:nvSpPr>
        <p:spPr>
          <a:xfrm>
            <a:off x="3839959" y="5810721"/>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9" name="矩形: 圆角 48"/>
          <p:cNvSpPr/>
          <p:nvPr>
            <p:custDataLst>
              <p:tags r:id="rId138"/>
            </p:custDataLst>
          </p:nvPr>
        </p:nvSpPr>
        <p:spPr>
          <a:xfrm>
            <a:off x="3839959" y="5101164"/>
            <a:ext cx="408330" cy="623140"/>
          </a:xfrm>
          <a:prstGeom prst="roundRect">
            <a:avLst>
              <a:gd name="adj" fmla="val 7846"/>
            </a:avLst>
          </a:prstGeom>
          <a:solidFill>
            <a:srgbClr val="B60A70">
              <a:alpha val="21000"/>
            </a:srgbClr>
          </a:solidFill>
          <a:ln>
            <a:solidFill>
              <a:srgbClr val="B60A7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46" name="矩形 45"/>
          <p:cNvSpPr/>
          <p:nvPr>
            <p:custDataLst>
              <p:tags r:id="rId139"/>
            </p:custDataLst>
          </p:nvPr>
        </p:nvSpPr>
        <p:spPr>
          <a:xfrm>
            <a:off x="6224696" y="4697324"/>
            <a:ext cx="1821244"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r>
              <a:rPr kumimoji="1" lang="en-US" altLang="zh-CN" b="1" dirty="0">
                <a:solidFill>
                  <a:srgbClr val="B60A70"/>
                </a:solidFill>
              </a:rPr>
              <a:t>(</a:t>
            </a:r>
            <a:r>
              <a:rPr kumimoji="1" lang="zh-CN" altLang="en-US" b="1" dirty="0">
                <a:solidFill>
                  <a:srgbClr val="B60A70"/>
                </a:solidFill>
              </a:rPr>
              <a:t>结束算法</a:t>
            </a:r>
            <a:r>
              <a:rPr kumimoji="1" lang="en-US" altLang="zh-CN" b="1" dirty="0">
                <a:solidFill>
                  <a:srgbClr val="B60A70"/>
                </a:solidFill>
              </a:rPr>
              <a:t>)</a:t>
            </a:r>
            <a:endParaRPr kumimoji="1" lang="zh-CN" altLang="en-US" b="1" dirty="0">
              <a:solidFill>
                <a:srgbClr val="B60A70"/>
              </a:solidFill>
            </a:endParaRPr>
          </a:p>
        </p:txBody>
      </p:sp>
      <p:sp>
        <p:nvSpPr>
          <p:cNvPr id="117" name="Text Box 2"/>
          <p:cNvSpPr txBox="1">
            <a:spLocks noChangeArrowheads="1"/>
          </p:cNvSpPr>
          <p:nvPr>
            <p:custDataLst>
              <p:tags r:id="rId140"/>
            </p:custDataLst>
          </p:nvPr>
        </p:nvSpPr>
        <p:spPr bwMode="auto">
          <a:xfrm>
            <a:off x="-2540" y="5339715"/>
            <a:ext cx="984885" cy="423545"/>
          </a:xfrm>
          <a:prstGeom prst="rect">
            <a:avLst/>
          </a:prstGeom>
          <a:noFill/>
          <a:ln w="9525">
            <a:noFill/>
            <a:miter lim="800000"/>
          </a:ln>
          <a:effectLst/>
        </p:spPr>
        <p:txBody>
          <a:bodyPr wrap="square">
            <a:spAutoFit/>
          </a:bodyPr>
          <a:p>
            <a:pPr>
              <a:lnSpc>
                <a:spcPct val="120000"/>
              </a:lnSpc>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         </a:t>
            </a:r>
            <a:endParaRPr kumimoji="1" lang="en-US" altLang="zh-CN" b="1" dirty="0">
              <a:latin typeface="+mn-ea"/>
              <a:cs typeface="Consolas" panose="020B0609020204030204" pitchFamily="49" charset="0"/>
            </a:endParaRPr>
          </a:p>
        </p:txBody>
      </p:sp>
      <p:sp>
        <p:nvSpPr>
          <p:cNvPr id="129" name="Text Box 2"/>
          <p:cNvSpPr txBox="1">
            <a:spLocks noChangeArrowheads="1"/>
          </p:cNvSpPr>
          <p:nvPr>
            <p:custDataLst>
              <p:tags r:id="rId141"/>
            </p:custDataLst>
          </p:nvPr>
        </p:nvSpPr>
        <p:spPr bwMode="auto">
          <a:xfrm>
            <a:off x="4532630" y="5339715"/>
            <a:ext cx="1065530" cy="423545"/>
          </a:xfrm>
          <a:prstGeom prst="rect">
            <a:avLst/>
          </a:prstGeom>
          <a:noFill/>
          <a:ln w="9525">
            <a:noFill/>
            <a:miter lim="800000"/>
          </a:ln>
          <a:effectLst/>
        </p:spPr>
        <p:txBody>
          <a:bodyPr wrap="square">
            <a:spAutoFit/>
          </a:bodyPr>
          <a:p>
            <a:pPr>
              <a:lnSpc>
                <a:spcPct val="120000"/>
              </a:lnSpc>
            </a:pPr>
            <a:r>
              <a:rPr kumimoji="1" lang="en-US" altLang="zh-CN" b="1" dirty="0">
                <a:solidFill>
                  <a:srgbClr val="7030A0"/>
                </a:solidFill>
                <a:latin typeface="+mn-ea"/>
                <a:cs typeface="Consolas" panose="020B0609020204030204" pitchFamily="49" charset="0"/>
              </a:rPr>
              <a:t>path[]</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114" name="左大括号 113"/>
          <p:cNvSpPr/>
          <p:nvPr>
            <p:custDataLst>
              <p:tags r:id="rId142"/>
            </p:custDataLst>
          </p:nvPr>
        </p:nvSpPr>
        <p:spPr>
          <a:xfrm>
            <a:off x="1025657" y="537398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98" name="左大括号 97"/>
          <p:cNvSpPr/>
          <p:nvPr>
            <p:custDataLst>
              <p:tags r:id="rId143"/>
            </p:custDataLst>
          </p:nvPr>
        </p:nvSpPr>
        <p:spPr>
          <a:xfrm>
            <a:off x="5656519" y="536452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wipe(up)">
                                      <p:cBhvr>
                                        <p:cTn id="20" dur="500"/>
                                        <p:tgtEl>
                                          <p:spTgt spid="78"/>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500"/>
                                        <p:tgtEl>
                                          <p:spTgt spid="80"/>
                                        </p:tgtEl>
                                      </p:cBhvr>
                                    </p:animEffect>
                                  </p:childTnLst>
                                </p:cTn>
                              </p:par>
                            </p:childTnLst>
                          </p:cTn>
                        </p:par>
                      </p:childTnLst>
                    </p:cTn>
                  </p:par>
                  <p:par>
                    <p:cTn id="25" fill="hold">
                      <p:stCondLst>
                        <p:cond delay="indefinite"/>
                      </p:stCondLst>
                      <p:childTnLst>
                        <p:par>
                          <p:cTn id="26" fill="hold">
                            <p:stCondLst>
                              <p:cond delay="0"/>
                            </p:stCondLst>
                            <p:childTnLst>
                              <p:par>
                                <p:cTn id="27" presetID="7" presetClass="emph" presetSubtype="2" fill="hold" nodeType="clickEffect">
                                  <p:stCondLst>
                                    <p:cond delay="0"/>
                                  </p:stCondLst>
                                  <p:childTnLst>
                                    <p:animClr clrSpc="rgb" dir="cw">
                                      <p:cBhvr>
                                        <p:cTn id="28" dur="500" fill="hold"/>
                                        <p:tgtEl>
                                          <p:spTgt spid="48"/>
                                        </p:tgtEl>
                                        <p:attrNameLst>
                                          <p:attrName>stroke.color</p:attrName>
                                        </p:attrNameLst>
                                      </p:cBhvr>
                                      <p:to>
                                        <a:srgbClr val="0000FF"/>
                                      </p:to>
                                    </p:animClr>
                                    <p:set>
                                      <p:cBhvr>
                                        <p:cTn id="29" dur="500" fill="hold"/>
                                        <p:tgtEl>
                                          <p:spTgt spid="48"/>
                                        </p:tgtEl>
                                        <p:attrNameLst>
                                          <p:attrName>stroke.on</p:attrName>
                                        </p:attrNameLst>
                                      </p:cBhvr>
                                      <p:to>
                                        <p:strVal val="true"/>
                                      </p:to>
                                    </p:set>
                                  </p:childTnLst>
                                </p:cTn>
                              </p:par>
                              <p:par>
                                <p:cTn id="30" presetID="3" presetClass="emph" presetSubtype="2" fill="hold" grpId="0" nodeType="withEffect">
                                  <p:stCondLst>
                                    <p:cond delay="0"/>
                                  </p:stCondLst>
                                  <p:childTnLst>
                                    <p:animClr clrSpc="rgb" dir="cw">
                                      <p:cBhvr override="childStyle">
                                        <p:cTn id="31" dur="500" fill="hold"/>
                                        <p:tgtEl>
                                          <p:spTgt spid="70"/>
                                        </p:tgtEl>
                                        <p:attrNameLst>
                                          <p:attrName>style.color</p:attrName>
                                        </p:attrNameLst>
                                      </p:cBhvr>
                                      <p:to>
                                        <a:srgbClr val="0000FF"/>
                                      </p:to>
                                    </p:animClr>
                                  </p:childTnLst>
                                </p:cTn>
                              </p:par>
                              <p:par>
                                <p:cTn id="32" presetID="1" presetClass="emph" presetSubtype="2" fill="hold" nodeType="withEffect">
                                  <p:stCondLst>
                                    <p:cond delay="0"/>
                                  </p:stCondLst>
                                  <p:childTnLst>
                                    <p:animClr clrSpc="rgb" dir="cw">
                                      <p:cBhvr>
                                        <p:cTn id="33" dur="500" fill="hold"/>
                                        <p:tgtEl>
                                          <p:spTgt spid="10"/>
                                        </p:tgtEl>
                                        <p:attrNameLst>
                                          <p:attrName>fillcolor</p:attrName>
                                        </p:attrNameLst>
                                      </p:cBhvr>
                                      <p:to>
                                        <a:srgbClr val="0070C0"/>
                                      </p:to>
                                    </p:animClr>
                                    <p:set>
                                      <p:cBhvr>
                                        <p:cTn id="34" dur="500" fill="hold"/>
                                        <p:tgtEl>
                                          <p:spTgt spid="10"/>
                                        </p:tgtEl>
                                        <p:attrNameLst>
                                          <p:attrName>fill.type</p:attrName>
                                        </p:attrNameLst>
                                      </p:cBhvr>
                                      <p:to>
                                        <p:strVal val="solid"/>
                                      </p:to>
                                    </p:set>
                                    <p:set>
                                      <p:cBhvr>
                                        <p:cTn id="35" dur="500" fill="hold"/>
                                        <p:tgtEl>
                                          <p:spTgt spid="10"/>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3"/>
                                        </p:tgtEl>
                                        <p:attrNameLst>
                                          <p:attrName>style.visibility</p:attrName>
                                        </p:attrNameLst>
                                      </p:cBhvr>
                                      <p:to>
                                        <p:strVal val="visible"/>
                                      </p:to>
                                    </p:set>
                                    <p:animEffect transition="in" filter="fade">
                                      <p:cBhvr>
                                        <p:cTn id="40" dur="500"/>
                                        <p:tgtEl>
                                          <p:spTgt spid="7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7"/>
                                        </p:tgtEl>
                                        <p:attrNameLst>
                                          <p:attrName>style.visibility</p:attrName>
                                        </p:attrNameLst>
                                      </p:cBhvr>
                                      <p:to>
                                        <p:strVal val="visible"/>
                                      </p:to>
                                    </p:set>
                                    <p:animEffect transition="in" filter="fade">
                                      <p:cBhvr>
                                        <p:cTn id="45" dur="500"/>
                                        <p:tgtEl>
                                          <p:spTgt spid="12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26"/>
                                        </p:tgtEl>
                                        <p:attrNameLst>
                                          <p:attrName>style.visibility</p:attrName>
                                        </p:attrNameLst>
                                      </p:cBhvr>
                                      <p:to>
                                        <p:strVal val="visible"/>
                                      </p:to>
                                    </p:set>
                                    <p:animEffect transition="in" filter="fade">
                                      <p:cBhvr>
                                        <p:cTn id="53" dur="500"/>
                                        <p:tgtEl>
                                          <p:spTgt spid="12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1" nodeType="clickEffect">
                                  <p:stCondLst>
                                    <p:cond delay="0"/>
                                  </p:stCondLst>
                                  <p:childTnLst>
                                    <p:set>
                                      <p:cBhvr>
                                        <p:cTn id="57" dur="1" fill="hold">
                                          <p:stCondLst>
                                            <p:cond delay="0"/>
                                          </p:stCondLst>
                                        </p:cTn>
                                        <p:tgtEl>
                                          <p:spTgt spid="74"/>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76"/>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78"/>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80"/>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73"/>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127"/>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47"/>
                                        </p:tgtEl>
                                        <p:attrNameLst>
                                          <p:attrName>style.visibility</p:attrName>
                                        </p:attrNameLst>
                                      </p:cBhvr>
                                      <p:to>
                                        <p:strVal val="hidden"/>
                                      </p:to>
                                    </p:set>
                                  </p:childTnLst>
                                </p:cTn>
                              </p:par>
                              <p:par>
                                <p:cTn id="70" presetID="1" presetClass="exit"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hidden"/>
                                      </p:to>
                                    </p:set>
                                  </p:childTnLst>
                                </p:cTn>
                              </p:par>
                              <p:par>
                                <p:cTn id="72" presetID="1" presetClass="exit" presetSubtype="0" fill="hold" grpId="0" nodeType="withEffect">
                                  <p:stCondLst>
                                    <p:cond delay="0"/>
                                  </p:stCondLst>
                                  <p:childTnLst>
                                    <p:set>
                                      <p:cBhvr>
                                        <p:cTn id="73" dur="1" fill="hold">
                                          <p:stCondLst>
                                            <p:cond delay="0"/>
                                          </p:stCondLst>
                                        </p:cTn>
                                        <p:tgtEl>
                                          <p:spTgt spid="51"/>
                                        </p:tgtEl>
                                        <p:attrNameLst>
                                          <p:attrName>style.visibility</p:attrName>
                                        </p:attrNameLst>
                                      </p:cBhvr>
                                      <p:to>
                                        <p:strVal val="hidden"/>
                                      </p:to>
                                    </p:set>
                                  </p:childTnLst>
                                </p:cTn>
                              </p:par>
                              <p:par>
                                <p:cTn id="74" presetID="1" presetClass="exit" presetSubtype="0" fill="hold" grpId="0" nodeType="withEffect">
                                  <p:stCondLst>
                                    <p:cond delay="0"/>
                                  </p:stCondLst>
                                  <p:childTnLst>
                                    <p:set>
                                      <p:cBhvr>
                                        <p:cTn id="75" dur="1" fill="hold">
                                          <p:stCondLst>
                                            <p:cond delay="0"/>
                                          </p:stCondLst>
                                        </p:cTn>
                                        <p:tgtEl>
                                          <p:spTgt spid="52"/>
                                        </p:tgtEl>
                                        <p:attrNameLst>
                                          <p:attrName>style.visibility</p:attrName>
                                        </p:attrNameLst>
                                      </p:cBhvr>
                                      <p:to>
                                        <p:strVal val="hidden"/>
                                      </p:to>
                                    </p:set>
                                  </p:childTnLst>
                                </p:cTn>
                              </p:par>
                              <p:par>
                                <p:cTn id="76" presetID="1" presetClass="exit" presetSubtype="0" fill="hold" grpId="0" nodeType="withEffect">
                                  <p:stCondLst>
                                    <p:cond delay="0"/>
                                  </p:stCondLst>
                                  <p:childTnLst>
                                    <p:set>
                                      <p:cBhvr>
                                        <p:cTn id="77" dur="1" fill="hold">
                                          <p:stCondLst>
                                            <p:cond delay="0"/>
                                          </p:stCondLst>
                                        </p:cTn>
                                        <p:tgtEl>
                                          <p:spTgt spid="53"/>
                                        </p:tgtEl>
                                        <p:attrNameLst>
                                          <p:attrName>style.visibility</p:attrName>
                                        </p:attrNameLst>
                                      </p:cBhvr>
                                      <p:to>
                                        <p:strVal val="hidden"/>
                                      </p:to>
                                    </p:set>
                                  </p:childTnLst>
                                </p:cTn>
                              </p:par>
                              <p:par>
                                <p:cTn id="78" presetID="1" presetClass="exit" presetSubtype="0" fill="hold" grpId="0" nodeType="withEffect">
                                  <p:stCondLst>
                                    <p:cond delay="0"/>
                                  </p:stCondLst>
                                  <p:childTnLst>
                                    <p:set>
                                      <p:cBhvr>
                                        <p:cTn id="79" dur="1" fill="hold">
                                          <p:stCondLst>
                                            <p:cond delay="0"/>
                                          </p:stCondLst>
                                        </p:cTn>
                                        <p:tgtEl>
                                          <p:spTgt spid="54"/>
                                        </p:tgtEl>
                                        <p:attrNameLst>
                                          <p:attrName>style.visibility</p:attrName>
                                        </p:attrNameLst>
                                      </p:cBhvr>
                                      <p:to>
                                        <p:strVal val="hidden"/>
                                      </p:to>
                                    </p:set>
                                  </p:childTnLst>
                                </p:cTn>
                              </p:par>
                              <p:par>
                                <p:cTn id="80" presetID="1" presetClass="exit" presetSubtype="0" fill="hold" grpId="0" nodeType="withEffect">
                                  <p:stCondLst>
                                    <p:cond delay="0"/>
                                  </p:stCondLst>
                                  <p:childTnLst>
                                    <p:set>
                                      <p:cBhvr>
                                        <p:cTn id="81" dur="1" fill="hold">
                                          <p:stCondLst>
                                            <p:cond delay="0"/>
                                          </p:stCondLst>
                                        </p:cTn>
                                        <p:tgtEl>
                                          <p:spTgt spid="72"/>
                                        </p:tgtEl>
                                        <p:attrNameLst>
                                          <p:attrName>style.visibility</p:attrName>
                                        </p:attrNameLst>
                                      </p:cBhvr>
                                      <p:to>
                                        <p:strVal val="hidden"/>
                                      </p:to>
                                    </p:set>
                                  </p:childTnLst>
                                </p:cTn>
                              </p:par>
                              <p:par>
                                <p:cTn id="82" presetID="22" presetClass="entr" presetSubtype="1" fill="hold" grpId="0" nodeType="withEffect">
                                  <p:stCondLst>
                                    <p:cond delay="0"/>
                                  </p:stCondLst>
                                  <p:childTnLst>
                                    <p:set>
                                      <p:cBhvr>
                                        <p:cTn id="83" dur="1" fill="hold">
                                          <p:stCondLst>
                                            <p:cond delay="0"/>
                                          </p:stCondLst>
                                        </p:cTn>
                                        <p:tgtEl>
                                          <p:spTgt spid="81"/>
                                        </p:tgtEl>
                                        <p:attrNameLst>
                                          <p:attrName>style.visibility</p:attrName>
                                        </p:attrNameLst>
                                      </p:cBhvr>
                                      <p:to>
                                        <p:strVal val="visible"/>
                                      </p:to>
                                    </p:set>
                                    <p:animEffect transition="in" filter="wipe(up)">
                                      <p:cBhvr>
                                        <p:cTn id="84" dur="500"/>
                                        <p:tgtEl>
                                          <p:spTgt spid="81"/>
                                        </p:tgtEl>
                                      </p:cBhvr>
                                    </p:animEffect>
                                  </p:childTnLst>
                                </p:cTn>
                              </p:par>
                            </p:childTnLst>
                          </p:cTn>
                        </p:par>
                        <p:par>
                          <p:cTn id="85" fill="hold">
                            <p:stCondLst>
                              <p:cond delay="0"/>
                            </p:stCondLst>
                            <p:childTnLst>
                              <p:par>
                                <p:cTn id="86" presetID="10" presetClass="entr" presetSubtype="0" fill="hold" grpId="0" nodeType="afterEffect">
                                  <p:stCondLst>
                                    <p:cond delay="0"/>
                                  </p:stCondLst>
                                  <p:childTnLst>
                                    <p:set>
                                      <p:cBhvr>
                                        <p:cTn id="87" dur="1" fill="hold">
                                          <p:stCondLst>
                                            <p:cond delay="0"/>
                                          </p:stCondLst>
                                        </p:cTn>
                                        <p:tgtEl>
                                          <p:spTgt spid="82"/>
                                        </p:tgtEl>
                                        <p:attrNameLst>
                                          <p:attrName>style.visibility</p:attrName>
                                        </p:attrNameLst>
                                      </p:cBhvr>
                                      <p:to>
                                        <p:strVal val="visible"/>
                                      </p:to>
                                    </p:set>
                                    <p:animEffect transition="in" filter="fade">
                                      <p:cBhvr>
                                        <p:cTn id="88" dur="500"/>
                                        <p:tgtEl>
                                          <p:spTgt spid="8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146"/>
                                        </p:tgtEl>
                                        <p:attrNameLst>
                                          <p:attrName>style.visibility</p:attrName>
                                        </p:attrNameLst>
                                      </p:cBhvr>
                                      <p:to>
                                        <p:strVal val="visible"/>
                                      </p:to>
                                    </p:set>
                                    <p:animEffect transition="in" filter="fade">
                                      <p:cBhvr>
                                        <p:cTn id="93" dur="500"/>
                                        <p:tgtEl>
                                          <p:spTgt spid="146"/>
                                        </p:tgtEl>
                                      </p:cBhvr>
                                    </p:animEffect>
                                  </p:childTnLst>
                                </p:cTn>
                              </p:par>
                            </p:childTnLst>
                          </p:cTn>
                        </p:par>
                      </p:childTnLst>
                    </p:cTn>
                  </p:par>
                  <p:par>
                    <p:cTn id="94" fill="hold">
                      <p:stCondLst>
                        <p:cond delay="indefinite"/>
                      </p:stCondLst>
                      <p:childTnLst>
                        <p:par>
                          <p:cTn id="95" fill="hold">
                            <p:stCondLst>
                              <p:cond delay="0"/>
                            </p:stCondLst>
                            <p:childTnLst>
                              <p:par>
                                <p:cTn id="96" presetID="7" presetClass="emph" presetSubtype="2" fill="hold" nodeType="clickEffect">
                                  <p:stCondLst>
                                    <p:cond delay="0"/>
                                  </p:stCondLst>
                                  <p:childTnLst>
                                    <p:animClr clrSpc="rgb" dir="cw">
                                      <p:cBhvr>
                                        <p:cTn id="97" dur="10" fill="hold"/>
                                        <p:tgtEl>
                                          <p:spTgt spid="48"/>
                                        </p:tgtEl>
                                        <p:attrNameLst>
                                          <p:attrName>stroke.color</p:attrName>
                                        </p:attrNameLst>
                                      </p:cBhvr>
                                      <p:to>
                                        <a:srgbClr val="7F7F7F"/>
                                      </p:to>
                                    </p:animClr>
                                    <p:set>
                                      <p:cBhvr>
                                        <p:cTn id="98" dur="10" fill="hold"/>
                                        <p:tgtEl>
                                          <p:spTgt spid="48"/>
                                        </p:tgtEl>
                                        <p:attrNameLst>
                                          <p:attrName>stroke.on</p:attrName>
                                        </p:attrNameLst>
                                      </p:cBhvr>
                                      <p:to>
                                        <p:strVal val="true"/>
                                      </p:to>
                                    </p:set>
                                  </p:childTnLst>
                                </p:cTn>
                              </p:par>
                              <p:par>
                                <p:cTn id="99" presetID="3" presetClass="emph" presetSubtype="2" fill="hold" grpId="1" nodeType="withEffect">
                                  <p:stCondLst>
                                    <p:cond delay="0"/>
                                  </p:stCondLst>
                                  <p:childTnLst>
                                    <p:animClr clrSpc="rgb" dir="cw">
                                      <p:cBhvr override="childStyle">
                                        <p:cTn id="100" dur="10" fill="hold"/>
                                        <p:tgtEl>
                                          <p:spTgt spid="70"/>
                                        </p:tgtEl>
                                        <p:attrNameLst>
                                          <p:attrName>style.color</p:attrName>
                                        </p:attrNameLst>
                                      </p:cBhvr>
                                      <p:to>
                                        <a:srgbClr val="7F7F7F"/>
                                      </p:to>
                                    </p:animClr>
                                  </p:childTnLst>
                                </p:cTn>
                              </p:par>
                              <p:par>
                                <p:cTn id="101" presetID="1" presetClass="emph" presetSubtype="2" fill="hold" nodeType="withEffect">
                                  <p:stCondLst>
                                    <p:cond delay="0"/>
                                  </p:stCondLst>
                                  <p:childTnLst>
                                    <p:animClr clrSpc="rgb" dir="cw">
                                      <p:cBhvr>
                                        <p:cTn id="102" dur="10" fill="hold"/>
                                        <p:tgtEl>
                                          <p:spTgt spid="10"/>
                                        </p:tgtEl>
                                        <p:attrNameLst>
                                          <p:attrName>fillcolor</p:attrName>
                                        </p:attrNameLst>
                                      </p:cBhvr>
                                      <p:to>
                                        <a:srgbClr val="A5A5A5"/>
                                      </p:to>
                                    </p:animClr>
                                    <p:set>
                                      <p:cBhvr>
                                        <p:cTn id="103" dur="10" fill="hold"/>
                                        <p:tgtEl>
                                          <p:spTgt spid="10"/>
                                        </p:tgtEl>
                                        <p:attrNameLst>
                                          <p:attrName>fill.type</p:attrName>
                                        </p:attrNameLst>
                                      </p:cBhvr>
                                      <p:to>
                                        <p:strVal val="solid"/>
                                      </p:to>
                                    </p:set>
                                    <p:set>
                                      <p:cBhvr>
                                        <p:cTn id="104" dur="10" fill="hold"/>
                                        <p:tgtEl>
                                          <p:spTgt spid="10"/>
                                        </p:tgtEl>
                                        <p:attrNameLst>
                                          <p:attrName>fill.on</p:attrName>
                                        </p:attrNameLst>
                                      </p:cBhvr>
                                      <p:to>
                                        <p:strVal val="true"/>
                                      </p:to>
                                    </p:se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500"/>
                                        <p:tgtEl>
                                          <p:spTgt spid="41"/>
                                        </p:tgtEl>
                                      </p:cBhvr>
                                    </p:animEffect>
                                  </p:childTnLst>
                                </p:cTn>
                              </p:par>
                              <p:par>
                                <p:cTn id="108" presetID="1" presetClass="exit" presetSubtype="0" fill="hold" grpId="1" nodeType="withEffect">
                                  <p:stCondLst>
                                    <p:cond delay="0"/>
                                  </p:stCondLst>
                                  <p:childTnLst>
                                    <p:set>
                                      <p:cBhvr>
                                        <p:cTn id="109" dur="1" fill="hold">
                                          <p:stCondLst>
                                            <p:cond delay="0"/>
                                          </p:stCondLst>
                                        </p:cTn>
                                        <p:tgtEl>
                                          <p:spTgt spid="40"/>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49"/>
                                        </p:tgtEl>
                                        <p:attrNameLst>
                                          <p:attrName>style.visibility</p:attrName>
                                        </p:attrNameLst>
                                      </p:cBhvr>
                                      <p:to>
                                        <p:strVal val="visible"/>
                                      </p:to>
                                    </p:set>
                                    <p:animEffect transition="in" filter="fade">
                                      <p:cBhvr>
                                        <p:cTn id="114" dur="500"/>
                                        <p:tgtEl>
                                          <p:spTgt spid="49"/>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wipe(left)">
                                      <p:cBhvr>
                                        <p:cTn id="119" dur="500"/>
                                        <p:tgtEl>
                                          <p:spTgt spid="38"/>
                                        </p:tgtEl>
                                      </p:cBhvr>
                                    </p:animEffect>
                                  </p:childTnLst>
                                </p:cTn>
                              </p:par>
                            </p:childTnLst>
                          </p:cTn>
                        </p:par>
                        <p:par>
                          <p:cTn id="120" fill="hold">
                            <p:stCondLst>
                              <p:cond delay="500"/>
                            </p:stCondLst>
                            <p:childTnLst>
                              <p:par>
                                <p:cTn id="121" presetID="10" presetClass="entr" presetSubtype="0" fill="hold" grpId="0" nodeType="afterEffect">
                                  <p:stCondLst>
                                    <p:cond delay="0"/>
                                  </p:stCondLst>
                                  <p:childTnLst>
                                    <p:set>
                                      <p:cBhvr>
                                        <p:cTn id="122" dur="1" fill="hold">
                                          <p:stCondLst>
                                            <p:cond delay="0"/>
                                          </p:stCondLst>
                                        </p:cTn>
                                        <p:tgtEl>
                                          <p:spTgt spid="12"/>
                                        </p:tgtEl>
                                        <p:attrNameLst>
                                          <p:attrName>style.visibility</p:attrName>
                                        </p:attrNameLst>
                                      </p:cBhvr>
                                      <p:to>
                                        <p:strVal val="visible"/>
                                      </p:to>
                                    </p:set>
                                    <p:animEffect transition="in" filter="fade">
                                      <p:cBhvr>
                                        <p:cTn id="123" dur="500"/>
                                        <p:tgtEl>
                                          <p:spTgt spid="1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5"/>
                                        </p:tgtEl>
                                        <p:attrNameLst>
                                          <p:attrName>style.visibility</p:attrName>
                                        </p:attrNameLst>
                                      </p:cBhvr>
                                      <p:to>
                                        <p:strVal val="visible"/>
                                      </p:to>
                                    </p:set>
                                    <p:animEffect transition="in" filter="fade">
                                      <p:cBhvr>
                                        <p:cTn id="126" dur="500"/>
                                        <p:tgtEl>
                                          <p:spTgt spid="15"/>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6"/>
                                        </p:tgtEl>
                                        <p:attrNameLst>
                                          <p:attrName>style.visibility</p:attrName>
                                        </p:attrNameLst>
                                      </p:cBhvr>
                                      <p:to>
                                        <p:strVal val="visible"/>
                                      </p:to>
                                    </p:set>
                                    <p:animEffect transition="in" filter="fade">
                                      <p:cBhvr>
                                        <p:cTn id="129" dur="500"/>
                                        <p:tgtEl>
                                          <p:spTgt spid="1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18"/>
                                        </p:tgtEl>
                                        <p:attrNameLst>
                                          <p:attrName>style.visibility</p:attrName>
                                        </p:attrNameLst>
                                      </p:cBhvr>
                                      <p:to>
                                        <p:strVal val="visible"/>
                                      </p:to>
                                    </p:set>
                                    <p:animEffect transition="in" filter="fade">
                                      <p:cBhvr>
                                        <p:cTn id="132" dur="500"/>
                                        <p:tgtEl>
                                          <p:spTgt spid="18"/>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19"/>
                                        </p:tgtEl>
                                        <p:attrNameLst>
                                          <p:attrName>style.visibility</p:attrName>
                                        </p:attrNameLst>
                                      </p:cBhvr>
                                      <p:to>
                                        <p:strVal val="visible"/>
                                      </p:to>
                                    </p:set>
                                    <p:animEffect transition="in" filter="fade">
                                      <p:cBhvr>
                                        <p:cTn id="135" dur="500"/>
                                        <p:tgtEl>
                                          <p:spTgt spid="19"/>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21"/>
                                        </p:tgtEl>
                                        <p:attrNameLst>
                                          <p:attrName>style.visibility</p:attrName>
                                        </p:attrNameLst>
                                      </p:cBhvr>
                                      <p:to>
                                        <p:strVal val="visible"/>
                                      </p:to>
                                    </p:set>
                                    <p:animEffect transition="in" filter="fade">
                                      <p:cBhvr>
                                        <p:cTn id="138" dur="500"/>
                                        <p:tgtEl>
                                          <p:spTgt spid="21"/>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24"/>
                                        </p:tgtEl>
                                        <p:attrNameLst>
                                          <p:attrName>style.visibility</p:attrName>
                                        </p:attrNameLst>
                                      </p:cBhvr>
                                      <p:to>
                                        <p:strVal val="visible"/>
                                      </p:to>
                                    </p:set>
                                    <p:animEffect transition="in" filter="fade">
                                      <p:cBhvr>
                                        <p:cTn id="141" dur="500"/>
                                        <p:tgtEl>
                                          <p:spTgt spid="24"/>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25"/>
                                        </p:tgtEl>
                                        <p:attrNameLst>
                                          <p:attrName>style.visibility</p:attrName>
                                        </p:attrNameLst>
                                      </p:cBhvr>
                                      <p:to>
                                        <p:strVal val="visible"/>
                                      </p:to>
                                    </p:set>
                                    <p:animEffect transition="in" filter="fade">
                                      <p:cBhvr>
                                        <p:cTn id="144" dur="500"/>
                                        <p:tgtEl>
                                          <p:spTgt spid="25"/>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27"/>
                                        </p:tgtEl>
                                        <p:attrNameLst>
                                          <p:attrName>style.visibility</p:attrName>
                                        </p:attrNameLst>
                                      </p:cBhvr>
                                      <p:to>
                                        <p:strVal val="visible"/>
                                      </p:to>
                                    </p:set>
                                    <p:animEffect transition="in" filter="fade">
                                      <p:cBhvr>
                                        <p:cTn id="147" dur="500"/>
                                        <p:tgtEl>
                                          <p:spTgt spid="27"/>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29"/>
                                        </p:tgtEl>
                                        <p:attrNameLst>
                                          <p:attrName>style.visibility</p:attrName>
                                        </p:attrNameLst>
                                      </p:cBhvr>
                                      <p:to>
                                        <p:strVal val="visible"/>
                                      </p:to>
                                    </p:set>
                                    <p:animEffect transition="in" filter="fade">
                                      <p:cBhvr>
                                        <p:cTn id="150" dur="500"/>
                                        <p:tgtEl>
                                          <p:spTgt spid="29"/>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30"/>
                                        </p:tgtEl>
                                        <p:attrNameLst>
                                          <p:attrName>style.visibility</p:attrName>
                                        </p:attrNameLst>
                                      </p:cBhvr>
                                      <p:to>
                                        <p:strVal val="visible"/>
                                      </p:to>
                                    </p:set>
                                    <p:animEffect transition="in" filter="fade">
                                      <p:cBhvr>
                                        <p:cTn id="153" dur="500"/>
                                        <p:tgtEl>
                                          <p:spTgt spid="30"/>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31"/>
                                        </p:tgtEl>
                                        <p:attrNameLst>
                                          <p:attrName>style.visibility</p:attrName>
                                        </p:attrNameLst>
                                      </p:cBhvr>
                                      <p:to>
                                        <p:strVal val="visible"/>
                                      </p:to>
                                    </p:set>
                                    <p:animEffect transition="in" filter="fade">
                                      <p:cBhvr>
                                        <p:cTn id="156" dur="500"/>
                                        <p:tgtEl>
                                          <p:spTgt spid="31"/>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32"/>
                                        </p:tgtEl>
                                        <p:attrNameLst>
                                          <p:attrName>style.visibility</p:attrName>
                                        </p:attrNameLst>
                                      </p:cBhvr>
                                      <p:to>
                                        <p:strVal val="visible"/>
                                      </p:to>
                                    </p:set>
                                    <p:animEffect transition="in" filter="fade">
                                      <p:cBhvr>
                                        <p:cTn id="159" dur="500"/>
                                        <p:tgtEl>
                                          <p:spTgt spid="32"/>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00"/>
                                        <p:tgtEl>
                                          <p:spTgt spid="3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animEffect transition="in" filter="fade">
                                      <p:cBhvr>
                                        <p:cTn id="165" dur="500"/>
                                        <p:tgtEl>
                                          <p:spTgt spid="37"/>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77"/>
                                        </p:tgtEl>
                                        <p:attrNameLst>
                                          <p:attrName>style.visibility</p:attrName>
                                        </p:attrNameLst>
                                      </p:cBhvr>
                                      <p:to>
                                        <p:strVal val="visible"/>
                                      </p:to>
                                    </p:set>
                                    <p:animEffect transition="in" filter="fade">
                                      <p:cBhvr>
                                        <p:cTn id="168" dur="500"/>
                                        <p:tgtEl>
                                          <p:spTgt spid="77"/>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46"/>
                                        </p:tgtEl>
                                        <p:attrNameLst>
                                          <p:attrName>style.visibility</p:attrName>
                                        </p:attrNameLst>
                                      </p:cBhvr>
                                      <p:to>
                                        <p:strVal val="visible"/>
                                      </p:to>
                                    </p:set>
                                    <p:animEffect transition="in" filter="fade">
                                      <p:cBhvr>
                                        <p:cTn id="17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12" grpId="0" bldLvl="0" animBg="1"/>
      <p:bldP spid="15" grpId="0" bldLvl="0" animBg="1"/>
      <p:bldP spid="16" grpId="0" bldLvl="0" animBg="1"/>
      <p:bldP spid="18" grpId="0" bldLvl="0" animBg="1"/>
      <p:bldP spid="19" grpId="0" bldLvl="0" animBg="1"/>
      <p:bldP spid="21" grpId="0" bldLvl="0" animBg="1"/>
      <p:bldP spid="24" grpId="0" bldLvl="0" animBg="1"/>
      <p:bldP spid="25" grpId="0" bldLvl="0" animBg="1"/>
      <p:bldP spid="27" grpId="0" bldLvl="0" animBg="1"/>
      <p:bldP spid="29" grpId="0" bldLvl="0" animBg="1"/>
      <p:bldP spid="30" grpId="0" bldLvl="0" animBg="1"/>
      <p:bldP spid="31" grpId="0" bldLvl="0" animBg="1"/>
      <p:bldP spid="32" grpId="0" bldLvl="0" animBg="1"/>
      <p:bldP spid="35" grpId="0" bldLvl="0" animBg="1"/>
      <p:bldP spid="37" grpId="0" bldLvl="0" animBg="1"/>
      <p:bldP spid="38" grpId="0" bldLvl="0" animBg="1"/>
      <p:bldP spid="40" grpId="0" bldLvl="0" animBg="1"/>
      <p:bldP spid="40" grpId="1" bldLvl="0" animBg="1"/>
      <p:bldP spid="41" grpId="0" bldLvl="0" animBg="1"/>
      <p:bldP spid="50" grpId="0" bldLvl="0" animBg="1"/>
      <p:bldP spid="51" grpId="0" bldLvl="0" animBg="1"/>
      <p:bldP spid="52" grpId="0" bldLvl="0" animBg="1"/>
      <p:bldP spid="53" grpId="0" bldLvl="0" animBg="1"/>
      <p:bldP spid="54" grpId="0" bldLvl="0" animBg="1"/>
      <p:bldP spid="72" grpId="0" bldLvl="0" animBg="1"/>
      <p:bldP spid="73" grpId="0" bldLvl="0" animBg="1"/>
      <p:bldP spid="73" grpId="1" bldLvl="0" animBg="1"/>
      <p:bldP spid="74" grpId="0" bldLvl="0" animBg="1"/>
      <p:bldP spid="74" grpId="1" bldLvl="0" animBg="1"/>
      <p:bldP spid="76" grpId="0" bldLvl="0" animBg="1"/>
      <p:bldP spid="76" grpId="1" bldLvl="0" animBg="1"/>
      <p:bldP spid="78" grpId="0" bldLvl="0" animBg="1"/>
      <p:bldP spid="78" grpId="1" bldLvl="0" animBg="1"/>
      <p:bldP spid="80" grpId="0"/>
      <p:bldP spid="80" grpId="1"/>
      <p:bldP spid="81" grpId="0" bldLvl="0" animBg="1"/>
      <p:bldP spid="82" grpId="0"/>
      <p:bldP spid="77" grpId="0" bldLvl="0" animBg="1"/>
      <p:bldP spid="126" grpId="0" bldLvl="0" animBg="1"/>
      <p:bldP spid="146" grpId="0" bldLvl="0" animBg="1"/>
      <p:bldP spid="127" grpId="0" bldLvl="0" animBg="1"/>
      <p:bldP spid="127" grpId="1" bldLvl="0" animBg="1"/>
      <p:bldP spid="47" grpId="0" bldLvl="0" animBg="1"/>
      <p:bldP spid="47" grpId="1" bldLvl="0" animBg="1"/>
      <p:bldP spid="49" grpId="0" bldLvl="0" animBg="1"/>
      <p:bldP spid="46"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71" name="Text Box 2"/>
          <p:cNvSpPr txBox="1">
            <a:spLocks noChangeArrowheads="1"/>
          </p:cNvSpPr>
          <p:nvPr>
            <p:custDataLst>
              <p:tags r:id="rId2"/>
            </p:custDataLst>
          </p:nvPr>
        </p:nvSpPr>
        <p:spPr bwMode="auto">
          <a:xfrm>
            <a:off x="0" y="3308293"/>
            <a:ext cx="2459547" cy="396583"/>
          </a:xfrm>
          <a:prstGeom prst="rect">
            <a:avLst/>
          </a:prstGeom>
          <a:noFill/>
          <a:ln w="9525">
            <a:noFill/>
            <a:miter lim="800000"/>
          </a:ln>
          <a:effectLst/>
        </p:spPr>
        <p:txBody>
          <a:bodyPr wrap="square">
            <a:spAutoFit/>
          </a:bodyPr>
          <a:p>
            <a:pPr>
              <a:lnSpc>
                <a:spcPct val="120000"/>
              </a:lnSpc>
            </a:pPr>
            <a:r>
              <a:rPr kumimoji="1" lang="en-US" altLang="zh-CN" b="1" dirty="0">
                <a:solidFill>
                  <a:srgbClr val="7030A0"/>
                </a:solidFill>
                <a:latin typeface="+mn-ea"/>
                <a:cs typeface="Consolas" panose="020B0609020204030204" pitchFamily="49" charset="0"/>
              </a:rPr>
              <a:t>path[]</a:t>
            </a:r>
            <a:r>
              <a:rPr kumimoji="1" lang="zh-CN" altLang="en-US" b="1" dirty="0">
                <a:latin typeface="+mn-ea"/>
                <a:cs typeface="Consolas" panose="020B0609020204030204" pitchFamily="49" charset="0"/>
              </a:rPr>
              <a:t>：</a:t>
            </a:r>
            <a:endParaRPr kumimoji="1" lang="en-US" altLang="zh-CN" b="1" dirty="0">
              <a:latin typeface="+mn-ea"/>
              <a:cs typeface="Consolas" panose="020B0609020204030204" pitchFamily="49" charset="0"/>
            </a:endParaRPr>
          </a:p>
        </p:txBody>
      </p:sp>
      <p:sp>
        <p:nvSpPr>
          <p:cNvPr id="33" name="Text Box 2"/>
          <p:cNvSpPr txBox="1">
            <a:spLocks noChangeArrowheads="1"/>
          </p:cNvSpPr>
          <p:nvPr>
            <p:custDataLst>
              <p:tags r:id="rId3"/>
            </p:custDataLst>
          </p:nvPr>
        </p:nvSpPr>
        <p:spPr bwMode="auto">
          <a:xfrm>
            <a:off x="-2348" y="1489753"/>
            <a:ext cx="2459547" cy="396583"/>
          </a:xfrm>
          <a:prstGeom prst="rect">
            <a:avLst/>
          </a:prstGeom>
          <a:noFill/>
          <a:ln w="9525">
            <a:noFill/>
            <a:miter lim="800000"/>
          </a:ln>
          <a:effectLst/>
        </p:spPr>
        <p:txBody>
          <a:bodyPr wrap="square">
            <a:spAutoFit/>
          </a:bodyPr>
          <a:p>
            <a:pPr>
              <a:lnSpc>
                <a:spcPct val="120000"/>
              </a:lnSpc>
            </a:pPr>
            <a:r>
              <a:rPr kumimoji="1" lang="en-US" altLang="zh-CN" b="1" dirty="0" err="1">
                <a:solidFill>
                  <a:srgbClr val="0070C0"/>
                </a:solidFill>
                <a:latin typeface="+mn-ea"/>
                <a:cs typeface="Consolas" panose="020B0609020204030204" pitchFamily="49" charset="0"/>
              </a:rPr>
              <a:t>dist</a:t>
            </a:r>
            <a:r>
              <a:rPr kumimoji="1" lang="en-US" altLang="zh-CN" b="1" dirty="0">
                <a:solidFill>
                  <a:srgbClr val="0070C0"/>
                </a:solidFill>
                <a:latin typeface="+mn-ea"/>
                <a:cs typeface="Consolas" panose="020B0609020204030204" pitchFamily="49" charset="0"/>
              </a:rPr>
              <a:t>[]</a:t>
            </a:r>
            <a:r>
              <a:rPr kumimoji="1" lang="zh-CN" altLang="en-US" b="1" dirty="0">
                <a:latin typeface="+mn-ea"/>
                <a:cs typeface="Consolas" panose="020B0609020204030204" pitchFamily="49" charset="0"/>
              </a:rPr>
              <a:t>：         </a:t>
            </a:r>
            <a:endParaRPr kumimoji="1" lang="en-US" altLang="zh-CN" b="1" dirty="0">
              <a:latin typeface="+mn-ea"/>
              <a:cs typeface="Consolas" panose="020B0609020204030204" pitchFamily="49" charset="0"/>
            </a:endParaRPr>
          </a:p>
        </p:txBody>
      </p:sp>
      <p:sp>
        <p:nvSpPr>
          <p:cNvPr id="103" name="文本框 102"/>
          <p:cNvSpPr txBox="1"/>
          <p:nvPr>
            <p:custDataLst>
              <p:tags r:id="rId4"/>
            </p:custDataLst>
          </p:nvPr>
        </p:nvSpPr>
        <p:spPr>
          <a:xfrm>
            <a:off x="0" y="4035838"/>
            <a:ext cx="3411465" cy="2058577"/>
          </a:xfrm>
          <a:prstGeom prst="rect">
            <a:avLst/>
          </a:prstGeom>
          <a:noFill/>
        </p:spPr>
        <p:txBody>
          <a:bodyPr wrap="square">
            <a:spAutoFit/>
          </a:bodyPr>
          <a:p>
            <a:pPr marL="285750" indent="-285750">
              <a:lnSpc>
                <a:spcPct val="120000"/>
              </a:lnSpc>
              <a:buFont typeface="Wingdings" panose="05000000000000000000" pitchFamily="2" charset="2"/>
              <a:buChar char="n"/>
            </a:pPr>
            <a:r>
              <a:rPr kumimoji="1" lang="en-US" altLang="zh-CN" b="1" dirty="0">
                <a:solidFill>
                  <a:srgbClr val="7030A0"/>
                </a:solidFill>
                <a:latin typeface="+mn-ea"/>
                <a:cs typeface="Consolas" panose="020B0609020204030204" pitchFamily="49" charset="0"/>
              </a:rPr>
              <a:t>path[</a:t>
            </a:r>
            <a:r>
              <a:rPr kumimoji="1" lang="en-US" altLang="zh-CN" b="1" dirty="0">
                <a:solidFill>
                  <a:srgbClr val="CC00FF"/>
                </a:solidFill>
                <a:latin typeface="+mn-ea"/>
                <a:cs typeface="Consolas" panose="020B0609020204030204" pitchFamily="49" charset="0"/>
              </a:rPr>
              <a:t>6</a:t>
            </a:r>
            <a:r>
              <a:rPr kumimoji="1" lang="en-US" altLang="zh-CN" b="1" dirty="0">
                <a:solidFill>
                  <a:srgbClr val="7030A0"/>
                </a:solidFill>
                <a:latin typeface="+mn-ea"/>
                <a:cs typeface="Consolas" panose="020B0609020204030204" pitchFamily="49" charset="0"/>
              </a:rPr>
              <a:t>] = </a:t>
            </a:r>
            <a:r>
              <a:rPr kumimoji="1" lang="en-US" altLang="zh-CN" b="1" dirty="0">
                <a:solidFill>
                  <a:srgbClr val="0070C0"/>
                </a:solidFill>
                <a:latin typeface="+mn-ea"/>
                <a:cs typeface="Consolas" panose="020B0609020204030204" pitchFamily="49" charset="0"/>
              </a:rPr>
              <a:t>4</a:t>
            </a:r>
            <a:endParaRPr kumimoji="1" lang="en-US" altLang="zh-CN" b="1" dirty="0">
              <a:solidFill>
                <a:srgbClr val="0070C0"/>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en-US" altLang="zh-CN" b="1" dirty="0">
                <a:solidFill>
                  <a:srgbClr val="7030A0"/>
                </a:solidFill>
                <a:latin typeface="+mn-ea"/>
                <a:cs typeface="Consolas" panose="020B0609020204030204" pitchFamily="49" charset="0"/>
              </a:rPr>
              <a:t>path[</a:t>
            </a:r>
            <a:r>
              <a:rPr kumimoji="1" lang="en-US" altLang="zh-CN" b="1" dirty="0">
                <a:solidFill>
                  <a:srgbClr val="0070C0"/>
                </a:solidFill>
                <a:latin typeface="+mn-ea"/>
                <a:cs typeface="Consolas" panose="020B0609020204030204" pitchFamily="49" charset="0"/>
              </a:rPr>
              <a:t>4</a:t>
            </a:r>
            <a:r>
              <a:rPr kumimoji="1" lang="en-US" altLang="zh-CN" b="1" dirty="0">
                <a:solidFill>
                  <a:srgbClr val="7030A0"/>
                </a:solidFill>
                <a:latin typeface="+mn-ea"/>
                <a:cs typeface="Consolas" panose="020B0609020204030204" pitchFamily="49" charset="0"/>
              </a:rPr>
              <a:t>] = </a:t>
            </a:r>
            <a:r>
              <a:rPr kumimoji="1" lang="en-US" altLang="zh-CN" b="1" dirty="0">
                <a:solidFill>
                  <a:srgbClr val="0070C0"/>
                </a:solidFill>
                <a:latin typeface="+mn-ea"/>
                <a:cs typeface="Consolas" panose="020B0609020204030204" pitchFamily="49" charset="0"/>
              </a:rPr>
              <a:t>5</a:t>
            </a:r>
            <a:endParaRPr kumimoji="1" lang="en-US" altLang="zh-CN" b="1" dirty="0">
              <a:solidFill>
                <a:srgbClr val="0070C0"/>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en-US" altLang="zh-CN" b="1" dirty="0">
                <a:solidFill>
                  <a:srgbClr val="7030A0"/>
                </a:solidFill>
                <a:latin typeface="+mn-ea"/>
                <a:cs typeface="Consolas" panose="020B0609020204030204" pitchFamily="49" charset="0"/>
              </a:rPr>
              <a:t>path[</a:t>
            </a:r>
            <a:r>
              <a:rPr kumimoji="1" lang="en-US" altLang="zh-CN" b="1" dirty="0">
                <a:solidFill>
                  <a:srgbClr val="0070C0"/>
                </a:solidFill>
                <a:latin typeface="+mn-ea"/>
                <a:cs typeface="Consolas" panose="020B0609020204030204" pitchFamily="49" charset="0"/>
              </a:rPr>
              <a:t>5</a:t>
            </a:r>
            <a:r>
              <a:rPr kumimoji="1" lang="en-US" altLang="zh-CN" b="1" dirty="0">
                <a:solidFill>
                  <a:srgbClr val="7030A0"/>
                </a:solidFill>
                <a:latin typeface="+mn-ea"/>
                <a:cs typeface="Consolas" panose="020B0609020204030204" pitchFamily="49" charset="0"/>
              </a:rPr>
              <a:t>] = </a:t>
            </a:r>
            <a:r>
              <a:rPr kumimoji="1" lang="en-US" altLang="zh-CN" b="1" dirty="0">
                <a:solidFill>
                  <a:srgbClr val="0070C0"/>
                </a:solidFill>
                <a:latin typeface="+mn-ea"/>
                <a:cs typeface="Consolas" panose="020B0609020204030204" pitchFamily="49" charset="0"/>
              </a:rPr>
              <a:t>2</a:t>
            </a:r>
            <a:endParaRPr kumimoji="1" lang="en-US" altLang="zh-CN" b="1" dirty="0">
              <a:solidFill>
                <a:srgbClr val="0070C0"/>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en-US" altLang="zh-CN" b="1" dirty="0">
                <a:solidFill>
                  <a:srgbClr val="7030A0"/>
                </a:solidFill>
                <a:latin typeface="+mn-ea"/>
                <a:cs typeface="Consolas" panose="020B0609020204030204" pitchFamily="49" charset="0"/>
              </a:rPr>
              <a:t>path[</a:t>
            </a:r>
            <a:r>
              <a:rPr kumimoji="1" lang="en-US" altLang="zh-CN" b="1" dirty="0">
                <a:solidFill>
                  <a:srgbClr val="0070C0"/>
                </a:solidFill>
                <a:latin typeface="+mn-ea"/>
                <a:cs typeface="Consolas" panose="020B0609020204030204" pitchFamily="49" charset="0"/>
              </a:rPr>
              <a:t>2</a:t>
            </a:r>
            <a:r>
              <a:rPr kumimoji="1" lang="en-US" altLang="zh-CN" b="1" dirty="0">
                <a:solidFill>
                  <a:srgbClr val="7030A0"/>
                </a:solidFill>
                <a:latin typeface="+mn-ea"/>
                <a:cs typeface="Consolas" panose="020B0609020204030204" pitchFamily="49" charset="0"/>
              </a:rPr>
              <a:t>] = </a:t>
            </a:r>
            <a:r>
              <a:rPr kumimoji="1" lang="en-US" altLang="zh-CN" b="1" dirty="0">
                <a:solidFill>
                  <a:srgbClr val="0070C0"/>
                </a:solidFill>
                <a:latin typeface="+mn-ea"/>
                <a:cs typeface="Consolas" panose="020B0609020204030204" pitchFamily="49" charset="0"/>
              </a:rPr>
              <a:t>1</a:t>
            </a:r>
            <a:endParaRPr kumimoji="1" lang="en-US" altLang="zh-CN" b="1" dirty="0">
              <a:solidFill>
                <a:srgbClr val="0070C0"/>
              </a:solidFill>
              <a:latin typeface="+mn-ea"/>
              <a:cs typeface="Consolas" panose="020B0609020204030204" pitchFamily="49" charset="0"/>
            </a:endParaRPr>
          </a:p>
          <a:p>
            <a:pPr marL="285750" indent="-285750">
              <a:lnSpc>
                <a:spcPct val="120000"/>
              </a:lnSpc>
              <a:buFont typeface="Wingdings" panose="05000000000000000000" pitchFamily="2" charset="2"/>
              <a:buChar char="n"/>
            </a:pPr>
            <a:r>
              <a:rPr kumimoji="1" lang="en-US" altLang="zh-CN" b="1" dirty="0">
                <a:solidFill>
                  <a:srgbClr val="7030A0"/>
                </a:solidFill>
                <a:latin typeface="+mn-ea"/>
                <a:cs typeface="Consolas" panose="020B0609020204030204" pitchFamily="49" charset="0"/>
              </a:rPr>
              <a:t>path[</a:t>
            </a:r>
            <a:r>
              <a:rPr kumimoji="1" lang="en-US" altLang="zh-CN" b="1" dirty="0">
                <a:solidFill>
                  <a:srgbClr val="0070C0"/>
                </a:solidFill>
                <a:latin typeface="+mn-ea"/>
                <a:cs typeface="Consolas" panose="020B0609020204030204" pitchFamily="49" charset="0"/>
              </a:rPr>
              <a:t>1</a:t>
            </a:r>
            <a:r>
              <a:rPr kumimoji="1" lang="en-US" altLang="zh-CN" b="1" dirty="0">
                <a:solidFill>
                  <a:srgbClr val="7030A0"/>
                </a:solidFill>
                <a:latin typeface="+mn-ea"/>
                <a:cs typeface="Consolas" panose="020B0609020204030204" pitchFamily="49" charset="0"/>
              </a:rPr>
              <a:t>] = </a:t>
            </a:r>
            <a:r>
              <a:rPr kumimoji="1" lang="en-US" altLang="zh-CN" b="1" dirty="0">
                <a:solidFill>
                  <a:srgbClr val="B60A70"/>
                </a:solidFill>
                <a:latin typeface="+mn-ea"/>
                <a:cs typeface="Consolas" panose="020B0609020204030204" pitchFamily="49" charset="0"/>
              </a:rPr>
              <a:t>0</a:t>
            </a:r>
            <a:endParaRPr kumimoji="1" lang="en-US" altLang="zh-CN" b="1" dirty="0">
              <a:solidFill>
                <a:srgbClr val="B60A70"/>
              </a:solidFill>
              <a:latin typeface="+mn-ea"/>
              <a:cs typeface="Consolas" panose="020B0609020204030204" pitchFamily="49" charset="0"/>
            </a:endParaRPr>
          </a:p>
          <a:p>
            <a:pPr>
              <a:lnSpc>
                <a:spcPct val="120000"/>
              </a:lnSpc>
            </a:pPr>
            <a:r>
              <a:rPr kumimoji="1" lang="zh-CN" altLang="en-US" b="1" dirty="0">
                <a:latin typeface="+mn-ea"/>
                <a:cs typeface="Consolas" panose="020B0609020204030204" pitchFamily="49" charset="0"/>
              </a:rPr>
              <a:t>源点</a:t>
            </a:r>
            <a:r>
              <a:rPr kumimoji="1" lang="en-US" altLang="zh-CN" b="1" dirty="0">
                <a:latin typeface="+mn-ea"/>
                <a:cs typeface="Consolas" panose="020B0609020204030204" pitchFamily="49" charset="0"/>
              </a:rPr>
              <a:t>0</a:t>
            </a:r>
            <a:r>
              <a:rPr kumimoji="1" lang="zh-CN" altLang="en-US" b="1" dirty="0">
                <a:latin typeface="+mn-ea"/>
                <a:cs typeface="Consolas" panose="020B0609020204030204" pitchFamily="49" charset="0"/>
              </a:rPr>
              <a:t>到顶点</a:t>
            </a:r>
            <a:r>
              <a:rPr kumimoji="1" lang="en-US" altLang="zh-CN" b="1" dirty="0">
                <a:latin typeface="+mn-ea"/>
                <a:cs typeface="Consolas" panose="020B0609020204030204" pitchFamily="49" charset="0"/>
              </a:rPr>
              <a:t>6</a:t>
            </a:r>
            <a:r>
              <a:rPr kumimoji="1" lang="zh-CN" altLang="en-US" b="1" dirty="0">
                <a:latin typeface="+mn-ea"/>
                <a:cs typeface="Consolas" panose="020B0609020204030204" pitchFamily="49" charset="0"/>
              </a:rPr>
              <a:t>的最短路径：</a:t>
            </a:r>
            <a:endParaRPr kumimoji="1" lang="zh-CN" altLang="en-US" b="1" dirty="0">
              <a:latin typeface="+mn-ea"/>
              <a:cs typeface="Consolas" panose="020B0609020204030204" pitchFamily="49" charset="0"/>
            </a:endParaRPr>
          </a:p>
        </p:txBody>
      </p:sp>
      <p:sp>
        <p:nvSpPr>
          <p:cNvPr id="104" name="文本框 103"/>
          <p:cNvSpPr txBox="1"/>
          <p:nvPr>
            <p:custDataLst>
              <p:tags r:id="rId5"/>
            </p:custDataLst>
          </p:nvPr>
        </p:nvSpPr>
        <p:spPr>
          <a:xfrm>
            <a:off x="1723539" y="4035838"/>
            <a:ext cx="5027604" cy="2058577"/>
          </a:xfrm>
          <a:prstGeom prst="rect">
            <a:avLst/>
          </a:prstGeom>
          <a:noFill/>
        </p:spPr>
        <p:txBody>
          <a:bodyPr wrap="square">
            <a:spAutoFit/>
          </a:bodyPr>
          <a:p>
            <a:pPr>
              <a:lnSpc>
                <a:spcPct val="120000"/>
              </a:lnSpc>
            </a:pPr>
            <a:r>
              <a:rPr kumimoji="1" lang="en-US" altLang="zh-CN" b="1" dirty="0">
                <a:latin typeface="+mn-ea"/>
                <a:cs typeface="Consolas" panose="020B0609020204030204" pitchFamily="49" charset="0"/>
              </a:rPr>
              <a:t>-&gt; </a:t>
            </a:r>
            <a:r>
              <a:rPr kumimoji="1" lang="zh-CN" altLang="en-US" b="1" dirty="0">
                <a:solidFill>
                  <a:srgbClr val="CC00FF"/>
                </a:solidFill>
                <a:latin typeface="+mn-ea"/>
                <a:cs typeface="Consolas" panose="020B0609020204030204" pitchFamily="49" charset="0"/>
              </a:rPr>
              <a:t>顶点</a:t>
            </a:r>
            <a:r>
              <a:rPr kumimoji="1" lang="en-US" altLang="zh-CN" b="1" dirty="0">
                <a:solidFill>
                  <a:srgbClr val="CC00FF"/>
                </a:solidFill>
                <a:latin typeface="+mn-ea"/>
                <a:cs typeface="Consolas" panose="020B0609020204030204" pitchFamily="49" charset="0"/>
              </a:rPr>
              <a:t>6</a:t>
            </a:r>
            <a:r>
              <a:rPr kumimoji="1" lang="zh-CN" altLang="en-US" b="1" dirty="0">
                <a:latin typeface="+mn-ea"/>
                <a:cs typeface="Consolas" panose="020B0609020204030204" pitchFamily="49" charset="0"/>
              </a:rPr>
              <a:t>的前驱顶点是</a:t>
            </a:r>
            <a:r>
              <a:rPr kumimoji="1" lang="zh-CN" altLang="en-US" b="1" dirty="0">
                <a:solidFill>
                  <a:srgbClr val="0070C0"/>
                </a:solidFill>
                <a:latin typeface="+mn-ea"/>
                <a:cs typeface="Consolas" panose="020B0609020204030204" pitchFamily="49" charset="0"/>
              </a:rPr>
              <a:t>顶点</a:t>
            </a:r>
            <a:r>
              <a:rPr kumimoji="1" lang="en-US" altLang="zh-CN" b="1" dirty="0">
                <a:solidFill>
                  <a:srgbClr val="0070C0"/>
                </a:solidFill>
                <a:latin typeface="+mn-ea"/>
                <a:cs typeface="Consolas" panose="020B0609020204030204" pitchFamily="49" charset="0"/>
              </a:rPr>
              <a:t>4</a:t>
            </a:r>
            <a:endParaRPr kumimoji="1" lang="en-US" altLang="zh-CN" b="1" dirty="0">
              <a:solidFill>
                <a:srgbClr val="0070C0"/>
              </a:solidFill>
              <a:latin typeface="+mn-ea"/>
              <a:cs typeface="Consolas" panose="020B0609020204030204" pitchFamily="49" charset="0"/>
            </a:endParaRPr>
          </a:p>
          <a:p>
            <a:pPr>
              <a:lnSpc>
                <a:spcPct val="120000"/>
              </a:lnSpc>
            </a:pPr>
            <a:r>
              <a:rPr kumimoji="1" lang="en-US" altLang="zh-CN" b="1" dirty="0">
                <a:latin typeface="+mn-ea"/>
                <a:cs typeface="Consolas" panose="020B0609020204030204" pitchFamily="49" charset="0"/>
              </a:rPr>
              <a:t>-&gt; </a:t>
            </a:r>
            <a:r>
              <a:rPr kumimoji="1" lang="zh-CN" altLang="en-US" b="1" dirty="0">
                <a:solidFill>
                  <a:srgbClr val="0070C0"/>
                </a:solidFill>
                <a:latin typeface="+mn-ea"/>
                <a:cs typeface="Consolas" panose="020B0609020204030204" pitchFamily="49" charset="0"/>
              </a:rPr>
              <a:t>顶点</a:t>
            </a:r>
            <a:r>
              <a:rPr kumimoji="1" lang="en-US" altLang="zh-CN" b="1" dirty="0">
                <a:solidFill>
                  <a:srgbClr val="0070C0"/>
                </a:solidFill>
                <a:latin typeface="+mn-ea"/>
                <a:cs typeface="Consolas" panose="020B0609020204030204" pitchFamily="49" charset="0"/>
              </a:rPr>
              <a:t>4</a:t>
            </a:r>
            <a:r>
              <a:rPr kumimoji="1" lang="zh-CN" altLang="en-US" b="1" dirty="0">
                <a:latin typeface="+mn-ea"/>
                <a:cs typeface="Consolas" panose="020B0609020204030204" pitchFamily="49" charset="0"/>
              </a:rPr>
              <a:t>的前驱顶点是</a:t>
            </a:r>
            <a:r>
              <a:rPr kumimoji="1" lang="zh-CN" altLang="en-US" b="1" dirty="0">
                <a:solidFill>
                  <a:srgbClr val="0070C0"/>
                </a:solidFill>
                <a:latin typeface="+mn-ea"/>
                <a:cs typeface="Consolas" panose="020B0609020204030204" pitchFamily="49" charset="0"/>
              </a:rPr>
              <a:t>顶点</a:t>
            </a:r>
            <a:r>
              <a:rPr kumimoji="1" lang="en-US" altLang="zh-CN" b="1" dirty="0">
                <a:solidFill>
                  <a:srgbClr val="0070C0"/>
                </a:solidFill>
                <a:latin typeface="+mn-ea"/>
                <a:cs typeface="Consolas" panose="020B0609020204030204" pitchFamily="49" charset="0"/>
              </a:rPr>
              <a:t>5</a:t>
            </a:r>
            <a:endParaRPr kumimoji="1" lang="zh-CN" altLang="en-US" b="1" dirty="0">
              <a:solidFill>
                <a:srgbClr val="0070C0"/>
              </a:solidFill>
              <a:latin typeface="+mn-ea"/>
              <a:cs typeface="Consolas" panose="020B0609020204030204" pitchFamily="49" charset="0"/>
            </a:endParaRPr>
          </a:p>
          <a:p>
            <a:pPr>
              <a:lnSpc>
                <a:spcPct val="120000"/>
              </a:lnSpc>
            </a:pPr>
            <a:r>
              <a:rPr kumimoji="1" lang="en-US" altLang="zh-CN" b="1" dirty="0">
                <a:latin typeface="+mn-ea"/>
                <a:cs typeface="Consolas" panose="020B0609020204030204" pitchFamily="49" charset="0"/>
              </a:rPr>
              <a:t>-&gt; </a:t>
            </a:r>
            <a:r>
              <a:rPr kumimoji="1" lang="zh-CN" altLang="en-US" b="1" dirty="0">
                <a:solidFill>
                  <a:srgbClr val="0070C0"/>
                </a:solidFill>
                <a:latin typeface="+mn-ea"/>
                <a:cs typeface="Consolas" panose="020B0609020204030204" pitchFamily="49" charset="0"/>
              </a:rPr>
              <a:t>顶点</a:t>
            </a:r>
            <a:r>
              <a:rPr kumimoji="1" lang="en-US" altLang="zh-CN" b="1" dirty="0">
                <a:solidFill>
                  <a:srgbClr val="0070C0"/>
                </a:solidFill>
                <a:latin typeface="+mn-ea"/>
                <a:cs typeface="Consolas" panose="020B0609020204030204" pitchFamily="49" charset="0"/>
              </a:rPr>
              <a:t>5</a:t>
            </a:r>
            <a:r>
              <a:rPr kumimoji="1" lang="zh-CN" altLang="en-US" b="1" dirty="0">
                <a:latin typeface="+mn-ea"/>
                <a:cs typeface="Consolas" panose="020B0609020204030204" pitchFamily="49" charset="0"/>
              </a:rPr>
              <a:t>的前驱顶点是</a:t>
            </a:r>
            <a:r>
              <a:rPr kumimoji="1" lang="zh-CN" altLang="en-US" b="1" dirty="0">
                <a:solidFill>
                  <a:srgbClr val="0070C0"/>
                </a:solidFill>
                <a:latin typeface="+mn-ea"/>
                <a:cs typeface="Consolas" panose="020B0609020204030204" pitchFamily="49" charset="0"/>
              </a:rPr>
              <a:t>顶点</a:t>
            </a:r>
            <a:r>
              <a:rPr kumimoji="1" lang="en-US" altLang="zh-CN" b="1" dirty="0">
                <a:solidFill>
                  <a:srgbClr val="0070C0"/>
                </a:solidFill>
                <a:latin typeface="+mn-ea"/>
                <a:cs typeface="Consolas" panose="020B0609020204030204" pitchFamily="49" charset="0"/>
              </a:rPr>
              <a:t>2</a:t>
            </a:r>
            <a:endParaRPr kumimoji="1" lang="zh-CN" altLang="en-US" b="1" dirty="0">
              <a:solidFill>
                <a:srgbClr val="0070C0"/>
              </a:solidFill>
              <a:latin typeface="+mn-ea"/>
              <a:cs typeface="Consolas" panose="020B0609020204030204" pitchFamily="49" charset="0"/>
            </a:endParaRPr>
          </a:p>
          <a:p>
            <a:pPr>
              <a:lnSpc>
                <a:spcPct val="120000"/>
              </a:lnSpc>
            </a:pPr>
            <a:r>
              <a:rPr kumimoji="1" lang="en-US" altLang="zh-CN" b="1" dirty="0">
                <a:latin typeface="+mn-ea"/>
                <a:cs typeface="Consolas" panose="020B0609020204030204" pitchFamily="49" charset="0"/>
              </a:rPr>
              <a:t>-&gt; </a:t>
            </a:r>
            <a:r>
              <a:rPr kumimoji="1" lang="zh-CN" altLang="en-US" b="1" dirty="0">
                <a:solidFill>
                  <a:srgbClr val="0070C0"/>
                </a:solidFill>
                <a:latin typeface="+mn-ea"/>
                <a:cs typeface="Consolas" panose="020B0609020204030204" pitchFamily="49" charset="0"/>
              </a:rPr>
              <a:t>顶点</a:t>
            </a:r>
            <a:r>
              <a:rPr kumimoji="1" lang="en-US" altLang="zh-CN" b="1" dirty="0">
                <a:solidFill>
                  <a:srgbClr val="0070C0"/>
                </a:solidFill>
                <a:latin typeface="+mn-ea"/>
                <a:cs typeface="Consolas" panose="020B0609020204030204" pitchFamily="49" charset="0"/>
              </a:rPr>
              <a:t>2</a:t>
            </a:r>
            <a:r>
              <a:rPr kumimoji="1" lang="zh-CN" altLang="en-US" b="1" dirty="0">
                <a:latin typeface="+mn-ea"/>
                <a:cs typeface="Consolas" panose="020B0609020204030204" pitchFamily="49" charset="0"/>
              </a:rPr>
              <a:t>的前驱顶点是</a:t>
            </a:r>
            <a:r>
              <a:rPr kumimoji="1" lang="zh-CN" altLang="en-US" b="1" dirty="0">
                <a:solidFill>
                  <a:srgbClr val="0070C0"/>
                </a:solidFill>
                <a:latin typeface="+mn-ea"/>
                <a:cs typeface="Consolas" panose="020B0609020204030204" pitchFamily="49" charset="0"/>
              </a:rPr>
              <a:t>顶点</a:t>
            </a:r>
            <a:r>
              <a:rPr kumimoji="1" lang="en-US" altLang="zh-CN" b="1" dirty="0">
                <a:solidFill>
                  <a:srgbClr val="0070C0"/>
                </a:solidFill>
                <a:latin typeface="+mn-ea"/>
                <a:cs typeface="Consolas" panose="020B0609020204030204" pitchFamily="49" charset="0"/>
              </a:rPr>
              <a:t>1</a:t>
            </a:r>
            <a:endParaRPr kumimoji="1" lang="zh-CN" altLang="en-US" b="1" dirty="0">
              <a:solidFill>
                <a:srgbClr val="0070C0"/>
              </a:solidFill>
              <a:latin typeface="+mn-ea"/>
              <a:cs typeface="Consolas" panose="020B0609020204030204" pitchFamily="49" charset="0"/>
            </a:endParaRPr>
          </a:p>
          <a:p>
            <a:pPr>
              <a:lnSpc>
                <a:spcPct val="120000"/>
              </a:lnSpc>
            </a:pPr>
            <a:r>
              <a:rPr kumimoji="1" lang="en-US" altLang="zh-CN" b="1" dirty="0">
                <a:latin typeface="+mn-ea"/>
                <a:cs typeface="Consolas" panose="020B0609020204030204" pitchFamily="49" charset="0"/>
              </a:rPr>
              <a:t>-&gt; </a:t>
            </a:r>
            <a:r>
              <a:rPr kumimoji="1" lang="zh-CN" altLang="en-US" b="1" dirty="0">
                <a:latin typeface="+mn-ea"/>
                <a:cs typeface="Consolas" panose="020B0609020204030204" pitchFamily="49" charset="0"/>
              </a:rPr>
              <a:t>到达</a:t>
            </a:r>
            <a:r>
              <a:rPr kumimoji="1" lang="zh-CN" altLang="en-US" b="1" dirty="0">
                <a:solidFill>
                  <a:srgbClr val="B50988"/>
                </a:solidFill>
                <a:latin typeface="+mn-ea"/>
                <a:cs typeface="Consolas" panose="020B0609020204030204" pitchFamily="49" charset="0"/>
              </a:rPr>
              <a:t>源点</a:t>
            </a:r>
            <a:r>
              <a:rPr kumimoji="1" lang="en-US" altLang="zh-CN" b="1" dirty="0">
                <a:solidFill>
                  <a:srgbClr val="B50988"/>
                </a:solidFill>
                <a:latin typeface="+mn-ea"/>
                <a:cs typeface="Consolas" panose="020B0609020204030204" pitchFamily="49" charset="0"/>
              </a:rPr>
              <a:t>0</a:t>
            </a:r>
            <a:endParaRPr kumimoji="1" lang="en-US" altLang="zh-CN" b="1" dirty="0">
              <a:solidFill>
                <a:srgbClr val="B50988"/>
              </a:solidFill>
              <a:latin typeface="+mn-ea"/>
              <a:cs typeface="Consolas" panose="020B0609020204030204" pitchFamily="49" charset="0"/>
            </a:endParaRPr>
          </a:p>
          <a:p>
            <a:pPr>
              <a:lnSpc>
                <a:spcPct val="120000"/>
              </a:lnSpc>
            </a:pPr>
            <a:r>
              <a:rPr kumimoji="1" lang="en-US" altLang="zh-CN" b="1" dirty="0">
                <a:solidFill>
                  <a:srgbClr val="B50988"/>
                </a:solidFill>
                <a:latin typeface="+mn-ea"/>
                <a:cs typeface="Consolas" panose="020B0609020204030204" pitchFamily="49" charset="0"/>
              </a:rPr>
              <a:t>                </a:t>
            </a:r>
            <a:r>
              <a:rPr kumimoji="1" lang="en-US" altLang="zh-CN" b="1" dirty="0">
                <a:solidFill>
                  <a:srgbClr val="B60A70"/>
                </a:solidFill>
                <a:latin typeface="+mn-ea"/>
                <a:cs typeface="Consolas" panose="020B0609020204030204" pitchFamily="49" charset="0"/>
              </a:rPr>
              <a:t>0 </a:t>
            </a:r>
            <a:r>
              <a:rPr kumimoji="1" lang="en-US" altLang="zh-CN" b="1" dirty="0">
                <a:latin typeface="+mn-ea"/>
                <a:cs typeface="Consolas" panose="020B0609020204030204" pitchFamily="49" charset="0"/>
              </a:rPr>
              <a:t>-&gt; </a:t>
            </a:r>
            <a:r>
              <a:rPr kumimoji="1" lang="en-US" altLang="zh-CN" b="1" dirty="0">
                <a:solidFill>
                  <a:srgbClr val="0070C0"/>
                </a:solidFill>
                <a:latin typeface="+mn-ea"/>
                <a:cs typeface="Consolas" panose="020B0609020204030204" pitchFamily="49" charset="0"/>
              </a:rPr>
              <a:t>1 </a:t>
            </a:r>
            <a:r>
              <a:rPr kumimoji="1" lang="en-US" altLang="zh-CN" b="1" dirty="0">
                <a:latin typeface="+mn-ea"/>
                <a:cs typeface="Consolas" panose="020B0609020204030204" pitchFamily="49" charset="0"/>
              </a:rPr>
              <a:t>-&gt; </a:t>
            </a:r>
            <a:r>
              <a:rPr kumimoji="1" lang="en-US" altLang="zh-CN" b="1" dirty="0">
                <a:solidFill>
                  <a:srgbClr val="0070C0"/>
                </a:solidFill>
                <a:latin typeface="+mn-ea"/>
                <a:cs typeface="Consolas" panose="020B0609020204030204" pitchFamily="49" charset="0"/>
              </a:rPr>
              <a:t>2 </a:t>
            </a:r>
            <a:r>
              <a:rPr kumimoji="1" lang="en-US" altLang="zh-CN" b="1" dirty="0">
                <a:latin typeface="+mn-ea"/>
                <a:cs typeface="Consolas" panose="020B0609020204030204" pitchFamily="49" charset="0"/>
              </a:rPr>
              <a:t>-&gt; </a:t>
            </a:r>
            <a:r>
              <a:rPr kumimoji="1" lang="en-US" altLang="zh-CN" b="1" dirty="0">
                <a:solidFill>
                  <a:srgbClr val="0070C0"/>
                </a:solidFill>
                <a:latin typeface="+mn-ea"/>
                <a:cs typeface="Consolas" panose="020B0609020204030204" pitchFamily="49" charset="0"/>
              </a:rPr>
              <a:t>5 </a:t>
            </a:r>
            <a:r>
              <a:rPr kumimoji="1" lang="en-US" altLang="zh-CN" b="1" dirty="0">
                <a:latin typeface="+mn-ea"/>
                <a:cs typeface="Consolas" panose="020B0609020204030204" pitchFamily="49" charset="0"/>
              </a:rPr>
              <a:t>-&gt; </a:t>
            </a:r>
            <a:r>
              <a:rPr kumimoji="1" lang="en-US" altLang="zh-CN" b="1" dirty="0">
                <a:solidFill>
                  <a:srgbClr val="0070C0"/>
                </a:solidFill>
                <a:latin typeface="+mn-ea"/>
                <a:cs typeface="Consolas" panose="020B0609020204030204" pitchFamily="49" charset="0"/>
              </a:rPr>
              <a:t>4 </a:t>
            </a:r>
            <a:r>
              <a:rPr kumimoji="1" lang="en-US" altLang="zh-CN" b="1" dirty="0">
                <a:latin typeface="+mn-ea"/>
                <a:cs typeface="Consolas" panose="020B0609020204030204" pitchFamily="49" charset="0"/>
              </a:rPr>
              <a:t>-&gt; </a:t>
            </a:r>
            <a:r>
              <a:rPr kumimoji="1" lang="en-US" altLang="zh-CN" b="1" dirty="0">
                <a:solidFill>
                  <a:srgbClr val="CC00FF"/>
                </a:solidFill>
                <a:latin typeface="+mn-ea"/>
                <a:cs typeface="Consolas" panose="020B0609020204030204" pitchFamily="49" charset="0"/>
              </a:rPr>
              <a:t>6</a:t>
            </a:r>
            <a:endParaRPr kumimoji="1" lang="zh-CN" altLang="en-US" b="1" dirty="0">
              <a:solidFill>
                <a:srgbClr val="CC00FF"/>
              </a:solidFill>
              <a:latin typeface="+mn-ea"/>
              <a:cs typeface="Consolas" panose="020B0609020204030204" pitchFamily="49" charset="0"/>
            </a:endParaRPr>
          </a:p>
        </p:txBody>
      </p:sp>
      <p:sp>
        <p:nvSpPr>
          <p:cNvPr id="2" name="文本框 1"/>
          <p:cNvSpPr txBox="1"/>
          <p:nvPr>
            <p:custDataLst>
              <p:tags r:id="rId6"/>
            </p:custDataLst>
          </p:nvPr>
        </p:nvSpPr>
        <p:spPr>
          <a:xfrm>
            <a:off x="0" y="722511"/>
            <a:ext cx="9144000"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求源点</a:t>
            </a:r>
            <a:r>
              <a:rPr kumimoji="1" lang="en-US" altLang="zh-CN" sz="2000" b="1" dirty="0">
                <a:solidFill>
                  <a:srgbClr val="0099BC"/>
                </a:solidFill>
                <a:latin typeface="+mn-ea"/>
                <a:cs typeface="Consolas" panose="020B0609020204030204" pitchFamily="49" charset="0"/>
              </a:rPr>
              <a:t>0</a:t>
            </a:r>
            <a:r>
              <a:rPr kumimoji="1" lang="zh-CN" altLang="en-US" sz="2000" b="1" dirty="0">
                <a:solidFill>
                  <a:srgbClr val="0099BC"/>
                </a:solidFill>
                <a:latin typeface="+mn-ea"/>
                <a:cs typeface="Consolas" panose="020B0609020204030204" pitchFamily="49" charset="0"/>
              </a:rPr>
              <a:t>到顶点</a:t>
            </a:r>
            <a:r>
              <a:rPr kumimoji="1" lang="en-US" altLang="zh-CN" sz="2000" b="1" dirty="0">
                <a:solidFill>
                  <a:srgbClr val="0099BC"/>
                </a:solidFill>
                <a:latin typeface="+mn-ea"/>
                <a:cs typeface="Consolas" panose="020B0609020204030204" pitchFamily="49" charset="0"/>
              </a:rPr>
              <a:t>6</a:t>
            </a:r>
            <a:r>
              <a:rPr kumimoji="1" lang="zh-CN" altLang="en-US" sz="2000" b="1" dirty="0">
                <a:solidFill>
                  <a:srgbClr val="0099BC"/>
                </a:solidFill>
                <a:latin typeface="+mn-ea"/>
                <a:cs typeface="Consolas" panose="020B0609020204030204" pitchFamily="49" charset="0"/>
              </a:rPr>
              <a:t>的最短路径长度</a:t>
            </a:r>
            <a:endParaRPr kumimoji="1" lang="en-US" altLang="zh-CN" sz="2000" b="1" dirty="0">
              <a:solidFill>
                <a:srgbClr val="0099BC"/>
              </a:solidFill>
              <a:latin typeface="+mn-ea"/>
              <a:cs typeface="Consolas" panose="020B0609020204030204" pitchFamily="49" charset="0"/>
            </a:endParaRPr>
          </a:p>
        </p:txBody>
      </p:sp>
      <p:sp>
        <p:nvSpPr>
          <p:cNvPr id="4" name="文本框 3"/>
          <p:cNvSpPr txBox="1"/>
          <p:nvPr>
            <p:custDataLst>
              <p:tags r:id="rId7"/>
            </p:custDataLst>
          </p:nvPr>
        </p:nvSpPr>
        <p:spPr>
          <a:xfrm>
            <a:off x="-2348" y="2526277"/>
            <a:ext cx="9144000" cy="430374"/>
          </a:xfrm>
          <a:prstGeom prst="rect">
            <a:avLst/>
          </a:prstGeom>
          <a:noFill/>
        </p:spPr>
        <p:txBody>
          <a:bodyPr wrap="square">
            <a:spAutoFit/>
          </a:bodyPr>
          <a:p>
            <a:pPr>
              <a:lnSpc>
                <a:spcPct val="120000"/>
              </a:lnSpc>
            </a:pPr>
            <a:r>
              <a:rPr kumimoji="1" lang="zh-CN" altLang="en-US" sz="2000" b="1" dirty="0">
                <a:solidFill>
                  <a:srgbClr val="0099BC"/>
                </a:solidFill>
                <a:latin typeface="+mn-ea"/>
                <a:cs typeface="Consolas" panose="020B0609020204030204" pitchFamily="49" charset="0"/>
              </a:rPr>
              <a:t>求源点</a:t>
            </a:r>
            <a:r>
              <a:rPr kumimoji="1" lang="en-US" altLang="zh-CN" sz="2000" b="1" dirty="0">
                <a:solidFill>
                  <a:srgbClr val="0099BC"/>
                </a:solidFill>
                <a:latin typeface="+mn-ea"/>
                <a:cs typeface="Consolas" panose="020B0609020204030204" pitchFamily="49" charset="0"/>
              </a:rPr>
              <a:t>0</a:t>
            </a:r>
            <a:r>
              <a:rPr kumimoji="1" lang="zh-CN" altLang="en-US" sz="2000" b="1" dirty="0">
                <a:solidFill>
                  <a:srgbClr val="0099BC"/>
                </a:solidFill>
                <a:latin typeface="+mn-ea"/>
                <a:cs typeface="Consolas" panose="020B0609020204030204" pitchFamily="49" charset="0"/>
              </a:rPr>
              <a:t>到顶点</a:t>
            </a:r>
            <a:r>
              <a:rPr kumimoji="1" lang="en-US" altLang="zh-CN" sz="2000" b="1" dirty="0">
                <a:solidFill>
                  <a:srgbClr val="0099BC"/>
                </a:solidFill>
                <a:latin typeface="+mn-ea"/>
                <a:cs typeface="Consolas" panose="020B0609020204030204" pitchFamily="49" charset="0"/>
              </a:rPr>
              <a:t>6</a:t>
            </a:r>
            <a:r>
              <a:rPr kumimoji="1" lang="zh-CN" altLang="en-US" sz="2000" b="1" dirty="0">
                <a:solidFill>
                  <a:srgbClr val="0099BC"/>
                </a:solidFill>
                <a:latin typeface="+mn-ea"/>
                <a:cs typeface="Consolas" panose="020B0609020204030204" pitchFamily="49" charset="0"/>
              </a:rPr>
              <a:t>的最短路径</a:t>
            </a:r>
            <a:endParaRPr kumimoji="1" lang="en-US" altLang="zh-CN" sz="2000" b="1" dirty="0">
              <a:solidFill>
                <a:srgbClr val="0099BC"/>
              </a:solidFill>
              <a:latin typeface="+mn-ea"/>
              <a:cs typeface="Consolas" panose="020B0609020204030204" pitchFamily="49" charset="0"/>
            </a:endParaRPr>
          </a:p>
        </p:txBody>
      </p:sp>
      <p:sp>
        <p:nvSpPr>
          <p:cNvPr id="5" name="矩形 4"/>
          <p:cNvSpPr/>
          <p:nvPr>
            <p:custDataLst>
              <p:tags r:id="rId8"/>
            </p:custDataLst>
          </p:nvPr>
        </p:nvSpPr>
        <p:spPr>
          <a:xfrm>
            <a:off x="982677" y="122067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0070C0"/>
                </a:solidFill>
              </a:rPr>
              <a:t>0</a:t>
            </a:r>
            <a:endParaRPr kumimoji="1" lang="zh-CN" altLang="en-US" sz="1600" b="1" dirty="0">
              <a:solidFill>
                <a:srgbClr val="0070C0"/>
              </a:solidFill>
            </a:endParaRPr>
          </a:p>
        </p:txBody>
      </p:sp>
      <p:sp>
        <p:nvSpPr>
          <p:cNvPr id="7" name="矩形 6"/>
          <p:cNvSpPr/>
          <p:nvPr>
            <p:custDataLst>
              <p:tags r:id="rId9"/>
            </p:custDataLst>
          </p:nvPr>
        </p:nvSpPr>
        <p:spPr>
          <a:xfrm>
            <a:off x="1454375" y="122067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0070C0"/>
                </a:solidFill>
              </a:rPr>
              <a:t>1</a:t>
            </a:r>
            <a:endParaRPr kumimoji="1" lang="zh-CN" altLang="en-US" sz="1600" b="1" dirty="0">
              <a:solidFill>
                <a:srgbClr val="0070C0"/>
              </a:solidFill>
            </a:endParaRPr>
          </a:p>
        </p:txBody>
      </p:sp>
      <p:sp>
        <p:nvSpPr>
          <p:cNvPr id="8" name="矩形 7"/>
          <p:cNvSpPr/>
          <p:nvPr>
            <p:custDataLst>
              <p:tags r:id="rId10"/>
            </p:custDataLst>
          </p:nvPr>
        </p:nvSpPr>
        <p:spPr>
          <a:xfrm>
            <a:off x="1926073" y="122067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0070C0"/>
                </a:solidFill>
              </a:rPr>
              <a:t>2</a:t>
            </a:r>
            <a:endParaRPr kumimoji="1" lang="zh-CN" altLang="en-US" sz="1600" b="1" dirty="0">
              <a:solidFill>
                <a:srgbClr val="0070C0"/>
              </a:solidFill>
            </a:endParaRPr>
          </a:p>
        </p:txBody>
      </p:sp>
      <p:sp>
        <p:nvSpPr>
          <p:cNvPr id="9" name="矩形 8"/>
          <p:cNvSpPr/>
          <p:nvPr>
            <p:custDataLst>
              <p:tags r:id="rId11"/>
            </p:custDataLst>
          </p:nvPr>
        </p:nvSpPr>
        <p:spPr>
          <a:xfrm>
            <a:off x="2397771" y="122067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0070C0"/>
                </a:solidFill>
              </a:rPr>
              <a:t>3</a:t>
            </a:r>
            <a:endParaRPr kumimoji="1" lang="zh-CN" altLang="en-US" sz="1600" b="1" dirty="0">
              <a:solidFill>
                <a:srgbClr val="0070C0"/>
              </a:solidFill>
            </a:endParaRPr>
          </a:p>
        </p:txBody>
      </p:sp>
      <p:sp>
        <p:nvSpPr>
          <p:cNvPr id="10" name="矩形 9"/>
          <p:cNvSpPr/>
          <p:nvPr>
            <p:custDataLst>
              <p:tags r:id="rId12"/>
            </p:custDataLst>
          </p:nvPr>
        </p:nvSpPr>
        <p:spPr>
          <a:xfrm>
            <a:off x="2869469" y="122067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0070C0"/>
                </a:solidFill>
              </a:rPr>
              <a:t>4</a:t>
            </a:r>
            <a:endParaRPr kumimoji="1" lang="zh-CN" altLang="en-US" sz="1600" b="1" dirty="0">
              <a:solidFill>
                <a:srgbClr val="0070C0"/>
              </a:solidFill>
            </a:endParaRPr>
          </a:p>
        </p:txBody>
      </p:sp>
      <p:sp>
        <p:nvSpPr>
          <p:cNvPr id="11" name="矩形 10"/>
          <p:cNvSpPr/>
          <p:nvPr>
            <p:custDataLst>
              <p:tags r:id="rId13"/>
            </p:custDataLst>
          </p:nvPr>
        </p:nvSpPr>
        <p:spPr>
          <a:xfrm>
            <a:off x="3339485" y="122067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0070C0"/>
                </a:solidFill>
              </a:rPr>
              <a:t>5</a:t>
            </a:r>
            <a:endParaRPr kumimoji="1" lang="zh-CN" altLang="en-US" sz="1600" b="1" dirty="0">
              <a:solidFill>
                <a:srgbClr val="0070C0"/>
              </a:solidFill>
            </a:endParaRPr>
          </a:p>
        </p:txBody>
      </p:sp>
      <p:sp>
        <p:nvSpPr>
          <p:cNvPr id="12" name="矩形 11"/>
          <p:cNvSpPr/>
          <p:nvPr>
            <p:custDataLst>
              <p:tags r:id="rId14"/>
            </p:custDataLst>
          </p:nvPr>
        </p:nvSpPr>
        <p:spPr>
          <a:xfrm>
            <a:off x="3808275" y="1220674"/>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0070C0"/>
                </a:solidFill>
              </a:rPr>
              <a:t>6</a:t>
            </a:r>
            <a:endParaRPr kumimoji="1" lang="zh-CN" altLang="en-US" sz="1600" b="1" dirty="0">
              <a:solidFill>
                <a:srgbClr val="0070C0"/>
              </a:solidFill>
            </a:endParaRPr>
          </a:p>
        </p:txBody>
      </p:sp>
      <p:sp>
        <p:nvSpPr>
          <p:cNvPr id="19" name="左大括号 18"/>
          <p:cNvSpPr/>
          <p:nvPr>
            <p:custDataLst>
              <p:tags r:id="rId15"/>
            </p:custDataLst>
          </p:nvPr>
        </p:nvSpPr>
        <p:spPr>
          <a:xfrm>
            <a:off x="843412" y="152402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20" name="左大括号 19"/>
          <p:cNvSpPr/>
          <p:nvPr>
            <p:custDataLst>
              <p:tags r:id="rId16"/>
            </p:custDataLst>
          </p:nvPr>
        </p:nvSpPr>
        <p:spPr>
          <a:xfrm rot="10800000">
            <a:off x="4285911" y="1524029"/>
            <a:ext cx="139265" cy="360000"/>
          </a:xfrm>
          <a:prstGeom prst="leftBrace">
            <a:avLst>
              <a:gd name="adj1" fmla="val 37401"/>
              <a:gd name="adj2" fmla="val 50000"/>
            </a:avLst>
          </a:prstGeom>
          <a:ln w="317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21" name="矩形 20"/>
          <p:cNvSpPr/>
          <p:nvPr>
            <p:custDataLst>
              <p:tags r:id="rId17"/>
            </p:custDataLst>
          </p:nvPr>
        </p:nvSpPr>
        <p:spPr>
          <a:xfrm>
            <a:off x="982677" y="152402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22" name="矩形 21"/>
          <p:cNvSpPr/>
          <p:nvPr>
            <p:custDataLst>
              <p:tags r:id="rId18"/>
            </p:custDataLst>
          </p:nvPr>
        </p:nvSpPr>
        <p:spPr>
          <a:xfrm>
            <a:off x="1454375" y="152402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4</a:t>
            </a:r>
            <a:endParaRPr kumimoji="1" lang="zh-CN" altLang="en-US" b="1" dirty="0">
              <a:solidFill>
                <a:schemeClr val="tx1"/>
              </a:solidFill>
            </a:endParaRPr>
          </a:p>
        </p:txBody>
      </p:sp>
      <p:sp>
        <p:nvSpPr>
          <p:cNvPr id="24" name="矩形 23"/>
          <p:cNvSpPr/>
          <p:nvPr>
            <p:custDataLst>
              <p:tags r:id="rId19"/>
            </p:custDataLst>
          </p:nvPr>
        </p:nvSpPr>
        <p:spPr>
          <a:xfrm>
            <a:off x="2397771" y="152402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6</a:t>
            </a:r>
            <a:endParaRPr kumimoji="1" lang="zh-CN" altLang="en-US" b="1" dirty="0">
              <a:solidFill>
                <a:schemeClr val="tx1"/>
              </a:solidFill>
            </a:endParaRPr>
          </a:p>
        </p:txBody>
      </p:sp>
      <p:sp>
        <p:nvSpPr>
          <p:cNvPr id="25" name="矩形 24"/>
          <p:cNvSpPr/>
          <p:nvPr>
            <p:custDataLst>
              <p:tags r:id="rId20"/>
            </p:custDataLst>
          </p:nvPr>
        </p:nvSpPr>
        <p:spPr>
          <a:xfrm>
            <a:off x="1926073" y="152402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5</a:t>
            </a:r>
            <a:endParaRPr kumimoji="1" lang="zh-CN" altLang="en-US" b="1" dirty="0">
              <a:solidFill>
                <a:schemeClr val="tx1"/>
              </a:solidFill>
            </a:endParaRPr>
          </a:p>
        </p:txBody>
      </p:sp>
      <p:sp>
        <p:nvSpPr>
          <p:cNvPr id="27" name="矩形 26"/>
          <p:cNvSpPr/>
          <p:nvPr>
            <p:custDataLst>
              <p:tags r:id="rId21"/>
            </p:custDataLst>
          </p:nvPr>
        </p:nvSpPr>
        <p:spPr>
          <a:xfrm>
            <a:off x="3339485" y="152402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latin typeface="+mn-ea"/>
                <a:cs typeface="Consolas" panose="020B0609020204030204" pitchFamily="49" charset="0"/>
              </a:rPr>
              <a:t>9</a:t>
            </a:r>
            <a:endParaRPr lang="zh-CN" altLang="en-US" dirty="0">
              <a:solidFill>
                <a:schemeClr val="tx1"/>
              </a:solidFill>
            </a:endParaRPr>
          </a:p>
        </p:txBody>
      </p:sp>
      <p:sp>
        <p:nvSpPr>
          <p:cNvPr id="29" name="矩形 28"/>
          <p:cNvSpPr/>
          <p:nvPr>
            <p:custDataLst>
              <p:tags r:id="rId22"/>
            </p:custDataLst>
          </p:nvPr>
        </p:nvSpPr>
        <p:spPr>
          <a:xfrm>
            <a:off x="2869469" y="152402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10</a:t>
            </a:r>
            <a:endParaRPr kumimoji="1" lang="zh-CN" altLang="en-US" b="1" dirty="0">
              <a:solidFill>
                <a:schemeClr val="tx1"/>
              </a:solidFill>
            </a:endParaRPr>
          </a:p>
        </p:txBody>
      </p:sp>
      <p:sp>
        <p:nvSpPr>
          <p:cNvPr id="30" name="矩形 29"/>
          <p:cNvSpPr/>
          <p:nvPr>
            <p:custDataLst>
              <p:tags r:id="rId23"/>
            </p:custDataLst>
          </p:nvPr>
        </p:nvSpPr>
        <p:spPr>
          <a:xfrm>
            <a:off x="3808275" y="1524029"/>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latin typeface="+mn-ea"/>
                <a:cs typeface="Consolas" panose="020B0609020204030204" pitchFamily="49" charset="0"/>
              </a:rPr>
              <a:t>16</a:t>
            </a:r>
            <a:endParaRPr lang="zh-CN" altLang="en-US" dirty="0">
              <a:solidFill>
                <a:schemeClr val="tx1"/>
              </a:solidFill>
            </a:endParaRPr>
          </a:p>
        </p:txBody>
      </p:sp>
      <p:sp>
        <p:nvSpPr>
          <p:cNvPr id="34" name="矩形: 圆角 33"/>
          <p:cNvSpPr/>
          <p:nvPr>
            <p:custDataLst>
              <p:tags r:id="rId24"/>
            </p:custDataLst>
          </p:nvPr>
        </p:nvSpPr>
        <p:spPr>
          <a:xfrm>
            <a:off x="3841413" y="1527364"/>
            <a:ext cx="408330" cy="340630"/>
          </a:xfrm>
          <a:prstGeom prst="roundRect">
            <a:avLst>
              <a:gd name="adj" fmla="val 7846"/>
            </a:avLst>
          </a:prstGeom>
          <a:solidFill>
            <a:srgbClr val="CC00FF">
              <a:alpha val="21000"/>
            </a:srgbClr>
          </a:solidFill>
          <a:ln>
            <a:solidFill>
              <a:srgbClr val="CC00FF">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cxnSp>
        <p:nvCxnSpPr>
          <p:cNvPr id="36" name="直接箭头连接符 35"/>
          <p:cNvCxnSpPr>
            <a:stCxn id="34" idx="3"/>
            <a:endCxn id="40" idx="1"/>
          </p:cNvCxnSpPr>
          <p:nvPr>
            <p:custDataLst>
              <p:tags r:id="rId25"/>
            </p:custDataLst>
          </p:nvPr>
        </p:nvCxnSpPr>
        <p:spPr>
          <a:xfrm>
            <a:off x="4249743" y="1697679"/>
            <a:ext cx="457458" cy="0"/>
          </a:xfrm>
          <a:prstGeom prst="straightConnector1">
            <a:avLst/>
          </a:prstGeom>
          <a:ln w="44450">
            <a:solidFill>
              <a:srgbClr val="CC00FF">
                <a:alpha val="54000"/>
              </a:srgbClr>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39"/>
          <p:cNvSpPr/>
          <p:nvPr>
            <p:custDataLst>
              <p:tags r:id="rId26"/>
            </p:custDataLst>
          </p:nvPr>
        </p:nvSpPr>
        <p:spPr>
          <a:xfrm>
            <a:off x="4707201" y="1517679"/>
            <a:ext cx="4009570" cy="360000"/>
          </a:xfrm>
          <a:prstGeom prst="rect">
            <a:avLst/>
          </a:prstGeom>
          <a:noFill/>
          <a:ln w="6350">
            <a:noFill/>
          </a:ln>
          <a:effectLst/>
        </p:spPr>
        <p:style>
          <a:lnRef idx="0">
            <a:schemeClr val="accent2"/>
          </a:lnRef>
          <a:fillRef idx="3">
            <a:schemeClr val="accent2"/>
          </a:fillRef>
          <a:effectRef idx="3">
            <a:schemeClr val="accent2"/>
          </a:effectRef>
          <a:fontRef idx="minor">
            <a:schemeClr val="lt1"/>
          </a:fontRef>
        </p:style>
        <p:txBody>
          <a:bodyPr rtlCol="0" anchor="ctr"/>
          <a:p>
            <a:r>
              <a:rPr kumimoji="1" lang="zh-CN" altLang="en-US" sz="1800" b="1" dirty="0">
                <a:solidFill>
                  <a:srgbClr val="CC00FF"/>
                </a:solidFill>
                <a:latin typeface="+mn-ea"/>
                <a:cs typeface="Consolas" panose="020B0609020204030204" pitchFamily="49" charset="0"/>
              </a:rPr>
              <a:t>源点</a:t>
            </a:r>
            <a:r>
              <a:rPr kumimoji="1" lang="en-US" altLang="zh-CN" sz="1800" b="1" dirty="0">
                <a:solidFill>
                  <a:srgbClr val="CC00FF"/>
                </a:solidFill>
                <a:latin typeface="+mn-ea"/>
                <a:cs typeface="Consolas" panose="020B0609020204030204" pitchFamily="49" charset="0"/>
              </a:rPr>
              <a:t>0</a:t>
            </a:r>
            <a:r>
              <a:rPr kumimoji="1" lang="zh-CN" altLang="en-US" sz="1800" b="1" dirty="0">
                <a:solidFill>
                  <a:srgbClr val="CC00FF"/>
                </a:solidFill>
                <a:latin typeface="+mn-ea"/>
                <a:cs typeface="Consolas" panose="020B0609020204030204" pitchFamily="49" charset="0"/>
              </a:rPr>
              <a:t>到顶点</a:t>
            </a:r>
            <a:r>
              <a:rPr kumimoji="1" lang="en-US" altLang="zh-CN" sz="1800" b="1" dirty="0">
                <a:solidFill>
                  <a:srgbClr val="CC00FF"/>
                </a:solidFill>
                <a:latin typeface="+mn-ea"/>
                <a:cs typeface="Consolas" panose="020B0609020204030204" pitchFamily="49" charset="0"/>
              </a:rPr>
              <a:t>6</a:t>
            </a:r>
            <a:r>
              <a:rPr kumimoji="1" lang="zh-CN" altLang="en-US" sz="1800" b="1" dirty="0">
                <a:solidFill>
                  <a:srgbClr val="CC00FF"/>
                </a:solidFill>
                <a:latin typeface="+mn-ea"/>
                <a:cs typeface="Consolas" panose="020B0609020204030204" pitchFamily="49" charset="0"/>
              </a:rPr>
              <a:t>的最短路径长度为</a:t>
            </a:r>
            <a:r>
              <a:rPr kumimoji="1" lang="en-US" altLang="zh-CN" sz="1800" b="1" dirty="0">
                <a:solidFill>
                  <a:srgbClr val="CC00FF"/>
                </a:solidFill>
                <a:latin typeface="+mn-ea"/>
                <a:cs typeface="Consolas" panose="020B0609020204030204" pitchFamily="49" charset="0"/>
              </a:rPr>
              <a:t>16</a:t>
            </a:r>
            <a:endParaRPr lang="zh-CN" altLang="en-US" dirty="0">
              <a:solidFill>
                <a:srgbClr val="CC00FF"/>
              </a:solidFill>
            </a:endParaRPr>
          </a:p>
        </p:txBody>
      </p:sp>
      <p:sp>
        <p:nvSpPr>
          <p:cNvPr id="43" name="左大括号 42"/>
          <p:cNvSpPr/>
          <p:nvPr>
            <p:custDataLst>
              <p:tags r:id="rId27"/>
            </p:custDataLst>
          </p:nvPr>
        </p:nvSpPr>
        <p:spPr>
          <a:xfrm rot="16200000">
            <a:off x="2320726" y="682770"/>
            <a:ext cx="139265" cy="2524959"/>
          </a:xfrm>
          <a:prstGeom prst="leftBrace">
            <a:avLst>
              <a:gd name="adj1" fmla="val 37401"/>
              <a:gd name="adj2" fmla="val 50000"/>
            </a:avLst>
          </a:prstGeom>
          <a:ln w="31750">
            <a:solidFill>
              <a:srgbClr val="B60A7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solidFill>
                <a:srgbClr val="0070C0"/>
              </a:solidFill>
            </a:endParaRPr>
          </a:p>
        </p:txBody>
      </p:sp>
      <p:sp>
        <p:nvSpPr>
          <p:cNvPr id="44" name="文本框 43"/>
          <p:cNvSpPr txBox="1"/>
          <p:nvPr>
            <p:custDataLst>
              <p:tags r:id="rId28"/>
            </p:custDataLst>
          </p:nvPr>
        </p:nvSpPr>
        <p:spPr>
          <a:xfrm>
            <a:off x="47640" y="2019103"/>
            <a:ext cx="4679156" cy="369332"/>
          </a:xfrm>
          <a:prstGeom prst="rect">
            <a:avLst/>
          </a:prstGeom>
          <a:noFill/>
        </p:spPr>
        <p:txBody>
          <a:bodyPr wrap="square">
            <a:spAutoFit/>
          </a:bodyPr>
          <a:p>
            <a:pPr algn="ctr"/>
            <a:r>
              <a:rPr kumimoji="1" lang="zh-CN" altLang="en-US" b="1" dirty="0">
                <a:solidFill>
                  <a:srgbClr val="B60A70"/>
                </a:solidFill>
                <a:latin typeface="+mn-ea"/>
                <a:cs typeface="Consolas" panose="020B0609020204030204" pitchFamily="49" charset="0"/>
              </a:rPr>
              <a:t>同理可求得源点</a:t>
            </a:r>
            <a:r>
              <a:rPr kumimoji="1" lang="en-US" altLang="zh-CN" b="1" dirty="0">
                <a:solidFill>
                  <a:srgbClr val="B60A70"/>
                </a:solidFill>
                <a:latin typeface="+mn-ea"/>
                <a:cs typeface="Consolas" panose="020B0609020204030204" pitchFamily="49" charset="0"/>
              </a:rPr>
              <a:t>0</a:t>
            </a:r>
            <a:r>
              <a:rPr kumimoji="1" lang="zh-CN" altLang="en-US" b="1" dirty="0">
                <a:solidFill>
                  <a:srgbClr val="B60A70"/>
                </a:solidFill>
                <a:latin typeface="+mn-ea"/>
                <a:cs typeface="Consolas" panose="020B0609020204030204" pitchFamily="49" charset="0"/>
              </a:rPr>
              <a:t>到其他顶点的最短路径长度</a:t>
            </a:r>
            <a:endParaRPr lang="zh-CN" altLang="en-US" dirty="0">
              <a:solidFill>
                <a:srgbClr val="B60A70"/>
              </a:solidFill>
            </a:endParaRPr>
          </a:p>
        </p:txBody>
      </p:sp>
      <p:sp>
        <p:nvSpPr>
          <p:cNvPr id="45" name="矩形 44"/>
          <p:cNvSpPr/>
          <p:nvPr>
            <p:custDataLst>
              <p:tags r:id="rId29"/>
            </p:custDataLst>
          </p:nvPr>
        </p:nvSpPr>
        <p:spPr>
          <a:xfrm>
            <a:off x="1086682" y="303483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0</a:t>
            </a:r>
            <a:endParaRPr kumimoji="1" lang="zh-CN" altLang="en-US" sz="1600" b="1" dirty="0">
              <a:solidFill>
                <a:srgbClr val="7030A0"/>
              </a:solidFill>
            </a:endParaRPr>
          </a:p>
        </p:txBody>
      </p:sp>
      <p:sp>
        <p:nvSpPr>
          <p:cNvPr id="46" name="矩形 45"/>
          <p:cNvSpPr/>
          <p:nvPr>
            <p:custDataLst>
              <p:tags r:id="rId30"/>
            </p:custDataLst>
          </p:nvPr>
        </p:nvSpPr>
        <p:spPr>
          <a:xfrm>
            <a:off x="1558380" y="303483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1</a:t>
            </a:r>
            <a:endParaRPr kumimoji="1" lang="zh-CN" altLang="en-US" sz="1600" b="1" dirty="0">
              <a:solidFill>
                <a:srgbClr val="7030A0"/>
              </a:solidFill>
            </a:endParaRPr>
          </a:p>
        </p:txBody>
      </p:sp>
      <p:sp>
        <p:nvSpPr>
          <p:cNvPr id="47" name="矩形 46"/>
          <p:cNvSpPr/>
          <p:nvPr>
            <p:custDataLst>
              <p:tags r:id="rId31"/>
            </p:custDataLst>
          </p:nvPr>
        </p:nvSpPr>
        <p:spPr>
          <a:xfrm>
            <a:off x="2030078" y="303483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2</a:t>
            </a:r>
            <a:endParaRPr kumimoji="1" lang="zh-CN" altLang="en-US" sz="1600" b="1" dirty="0">
              <a:solidFill>
                <a:srgbClr val="7030A0"/>
              </a:solidFill>
            </a:endParaRPr>
          </a:p>
        </p:txBody>
      </p:sp>
      <p:sp>
        <p:nvSpPr>
          <p:cNvPr id="48" name="矩形 47"/>
          <p:cNvSpPr/>
          <p:nvPr>
            <p:custDataLst>
              <p:tags r:id="rId32"/>
            </p:custDataLst>
          </p:nvPr>
        </p:nvSpPr>
        <p:spPr>
          <a:xfrm>
            <a:off x="2501776" y="303483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3</a:t>
            </a:r>
            <a:endParaRPr kumimoji="1" lang="zh-CN" altLang="en-US" sz="1600" b="1" dirty="0">
              <a:solidFill>
                <a:srgbClr val="7030A0"/>
              </a:solidFill>
            </a:endParaRPr>
          </a:p>
        </p:txBody>
      </p:sp>
      <p:sp>
        <p:nvSpPr>
          <p:cNvPr id="49" name="矩形 48"/>
          <p:cNvSpPr/>
          <p:nvPr>
            <p:custDataLst>
              <p:tags r:id="rId33"/>
            </p:custDataLst>
          </p:nvPr>
        </p:nvSpPr>
        <p:spPr>
          <a:xfrm>
            <a:off x="2973474" y="303483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4</a:t>
            </a:r>
            <a:endParaRPr kumimoji="1" lang="zh-CN" altLang="en-US" sz="1600" b="1" dirty="0">
              <a:solidFill>
                <a:srgbClr val="7030A0"/>
              </a:solidFill>
            </a:endParaRPr>
          </a:p>
        </p:txBody>
      </p:sp>
      <p:sp>
        <p:nvSpPr>
          <p:cNvPr id="50" name="矩形 49"/>
          <p:cNvSpPr/>
          <p:nvPr>
            <p:custDataLst>
              <p:tags r:id="rId34"/>
            </p:custDataLst>
          </p:nvPr>
        </p:nvSpPr>
        <p:spPr>
          <a:xfrm>
            <a:off x="3443490" y="303483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5</a:t>
            </a:r>
            <a:endParaRPr kumimoji="1" lang="zh-CN" altLang="en-US" sz="1600" b="1" dirty="0">
              <a:solidFill>
                <a:srgbClr val="7030A0"/>
              </a:solidFill>
            </a:endParaRPr>
          </a:p>
        </p:txBody>
      </p:sp>
      <p:sp>
        <p:nvSpPr>
          <p:cNvPr id="51" name="矩形 50"/>
          <p:cNvSpPr/>
          <p:nvPr>
            <p:custDataLst>
              <p:tags r:id="rId35"/>
            </p:custDataLst>
          </p:nvPr>
        </p:nvSpPr>
        <p:spPr>
          <a:xfrm>
            <a:off x="3912280" y="3034830"/>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sz="1600" b="1" dirty="0">
                <a:solidFill>
                  <a:srgbClr val="7030A0"/>
                </a:solidFill>
              </a:rPr>
              <a:t>6</a:t>
            </a:r>
            <a:endParaRPr kumimoji="1" lang="zh-CN" altLang="en-US" sz="1600" b="1" dirty="0">
              <a:solidFill>
                <a:srgbClr val="7030A0"/>
              </a:solidFill>
            </a:endParaRPr>
          </a:p>
        </p:txBody>
      </p:sp>
      <p:sp>
        <p:nvSpPr>
          <p:cNvPr id="59" name="左大括号 58"/>
          <p:cNvSpPr/>
          <p:nvPr>
            <p:custDataLst>
              <p:tags r:id="rId36"/>
            </p:custDataLst>
          </p:nvPr>
        </p:nvSpPr>
        <p:spPr>
          <a:xfrm>
            <a:off x="947417" y="333818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0" name="左大括号 59"/>
          <p:cNvSpPr/>
          <p:nvPr>
            <p:custDataLst>
              <p:tags r:id="rId37"/>
            </p:custDataLst>
          </p:nvPr>
        </p:nvSpPr>
        <p:spPr>
          <a:xfrm rot="10800000">
            <a:off x="4389916" y="3338185"/>
            <a:ext cx="139265" cy="360000"/>
          </a:xfrm>
          <a:prstGeom prst="leftBrace">
            <a:avLst>
              <a:gd name="adj1" fmla="val 37401"/>
              <a:gd name="adj2" fmla="val 50000"/>
            </a:avLst>
          </a:prstGeom>
          <a:ln w="3175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1" name="矩形 60"/>
          <p:cNvSpPr/>
          <p:nvPr>
            <p:custDataLst>
              <p:tags r:id="rId38"/>
            </p:custDataLst>
          </p:nvPr>
        </p:nvSpPr>
        <p:spPr>
          <a:xfrm>
            <a:off x="1086682" y="333818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62" name="矩形 61"/>
          <p:cNvSpPr/>
          <p:nvPr>
            <p:custDataLst>
              <p:tags r:id="rId39"/>
            </p:custDataLst>
          </p:nvPr>
        </p:nvSpPr>
        <p:spPr>
          <a:xfrm>
            <a:off x="1558380" y="333818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64" name="矩形 63"/>
          <p:cNvSpPr/>
          <p:nvPr>
            <p:custDataLst>
              <p:tags r:id="rId40"/>
            </p:custDataLst>
          </p:nvPr>
        </p:nvSpPr>
        <p:spPr>
          <a:xfrm>
            <a:off x="2501776" y="333818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0</a:t>
            </a:r>
            <a:endParaRPr kumimoji="1" lang="zh-CN" altLang="en-US" b="1" dirty="0">
              <a:solidFill>
                <a:schemeClr val="tx1"/>
              </a:solidFill>
            </a:endParaRPr>
          </a:p>
        </p:txBody>
      </p:sp>
      <p:sp>
        <p:nvSpPr>
          <p:cNvPr id="65" name="矩形 64"/>
          <p:cNvSpPr/>
          <p:nvPr>
            <p:custDataLst>
              <p:tags r:id="rId41"/>
            </p:custDataLst>
          </p:nvPr>
        </p:nvSpPr>
        <p:spPr>
          <a:xfrm>
            <a:off x="2030078" y="333818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1</a:t>
            </a:r>
            <a:endParaRPr kumimoji="1" lang="zh-CN" altLang="en-US" b="1" dirty="0">
              <a:solidFill>
                <a:schemeClr val="tx1"/>
              </a:solidFill>
            </a:endParaRPr>
          </a:p>
        </p:txBody>
      </p:sp>
      <p:sp>
        <p:nvSpPr>
          <p:cNvPr id="67" name="矩形 66"/>
          <p:cNvSpPr/>
          <p:nvPr>
            <p:custDataLst>
              <p:tags r:id="rId42"/>
            </p:custDataLst>
          </p:nvPr>
        </p:nvSpPr>
        <p:spPr>
          <a:xfrm>
            <a:off x="3443490" y="333818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2</a:t>
            </a:r>
            <a:endParaRPr kumimoji="1" lang="zh-CN" altLang="en-US" b="1" dirty="0">
              <a:solidFill>
                <a:schemeClr val="tx1"/>
              </a:solidFill>
            </a:endParaRPr>
          </a:p>
        </p:txBody>
      </p:sp>
      <p:sp>
        <p:nvSpPr>
          <p:cNvPr id="69" name="矩形 68"/>
          <p:cNvSpPr/>
          <p:nvPr>
            <p:custDataLst>
              <p:tags r:id="rId43"/>
            </p:custDataLst>
          </p:nvPr>
        </p:nvSpPr>
        <p:spPr>
          <a:xfrm>
            <a:off x="2973474" y="333818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5</a:t>
            </a:r>
            <a:endParaRPr kumimoji="1" lang="zh-CN" altLang="en-US" b="1" dirty="0">
              <a:solidFill>
                <a:schemeClr val="tx1"/>
              </a:solidFill>
            </a:endParaRPr>
          </a:p>
        </p:txBody>
      </p:sp>
      <p:sp>
        <p:nvSpPr>
          <p:cNvPr id="70" name="矩形 69"/>
          <p:cNvSpPr/>
          <p:nvPr>
            <p:custDataLst>
              <p:tags r:id="rId44"/>
            </p:custDataLst>
          </p:nvPr>
        </p:nvSpPr>
        <p:spPr>
          <a:xfrm>
            <a:off x="3912280" y="3338185"/>
            <a:ext cx="471698" cy="360000"/>
          </a:xfrm>
          <a:prstGeom prst="rect">
            <a:avLst/>
          </a:prstGeom>
          <a:solidFill>
            <a:schemeClr val="bg1"/>
          </a:solidFill>
          <a:ln w="6350">
            <a:noFill/>
          </a:ln>
          <a:effectLst/>
        </p:spPr>
        <p:style>
          <a:lnRef idx="0">
            <a:schemeClr val="accent2"/>
          </a:lnRef>
          <a:fillRef idx="3">
            <a:schemeClr val="accent2"/>
          </a:fillRef>
          <a:effectRef idx="3">
            <a:schemeClr val="accent2"/>
          </a:effectRef>
          <a:fontRef idx="minor">
            <a:schemeClr val="lt1"/>
          </a:fontRef>
        </p:style>
        <p:txBody>
          <a:bodyPr rtlCol="0" anchor="ctr"/>
          <a:p>
            <a:pPr algn="ctr"/>
            <a:r>
              <a:rPr kumimoji="1" lang="en-US" altLang="zh-CN" b="1" dirty="0">
                <a:solidFill>
                  <a:schemeClr val="tx1"/>
                </a:solidFill>
              </a:rPr>
              <a:t>4</a:t>
            </a:r>
            <a:endParaRPr kumimoji="1" lang="zh-CN" altLang="en-US" b="1" dirty="0">
              <a:solidFill>
                <a:schemeClr val="tx1"/>
              </a:solidFill>
            </a:endParaRPr>
          </a:p>
        </p:txBody>
      </p:sp>
      <p:sp>
        <p:nvSpPr>
          <p:cNvPr id="72" name="Oval 31"/>
          <p:cNvSpPr>
            <a:spLocks noChangeArrowheads="1"/>
          </p:cNvSpPr>
          <p:nvPr>
            <p:custDataLst>
              <p:tags r:id="rId45"/>
            </p:custDataLst>
          </p:nvPr>
        </p:nvSpPr>
        <p:spPr bwMode="auto">
          <a:xfrm>
            <a:off x="5023784" y="3277071"/>
            <a:ext cx="452705" cy="452705"/>
          </a:xfrm>
          <a:prstGeom prst="ellipse">
            <a:avLst/>
          </a:prstGeom>
          <a:solidFill>
            <a:srgbClr val="B60A70"/>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0</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3" name="Oval 31"/>
          <p:cNvSpPr>
            <a:spLocks noChangeArrowheads="1"/>
          </p:cNvSpPr>
          <p:nvPr>
            <p:custDataLst>
              <p:tags r:id="rId46"/>
            </p:custDataLst>
          </p:nvPr>
        </p:nvSpPr>
        <p:spPr bwMode="auto">
          <a:xfrm>
            <a:off x="5844146" y="2651031"/>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1</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4" name="Oval 31"/>
          <p:cNvSpPr>
            <a:spLocks noChangeArrowheads="1"/>
          </p:cNvSpPr>
          <p:nvPr>
            <p:custDataLst>
              <p:tags r:id="rId47"/>
            </p:custDataLst>
          </p:nvPr>
        </p:nvSpPr>
        <p:spPr bwMode="auto">
          <a:xfrm>
            <a:off x="5847292" y="3898288"/>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3</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5" name="Oval 31"/>
          <p:cNvSpPr>
            <a:spLocks noChangeArrowheads="1"/>
          </p:cNvSpPr>
          <p:nvPr>
            <p:custDataLst>
              <p:tags r:id="rId48"/>
            </p:custDataLst>
          </p:nvPr>
        </p:nvSpPr>
        <p:spPr bwMode="auto">
          <a:xfrm>
            <a:off x="6698447" y="3277071"/>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2</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6" name="Oval 31"/>
          <p:cNvSpPr>
            <a:spLocks noChangeArrowheads="1"/>
          </p:cNvSpPr>
          <p:nvPr>
            <p:custDataLst>
              <p:tags r:id="rId49"/>
            </p:custDataLst>
          </p:nvPr>
        </p:nvSpPr>
        <p:spPr bwMode="auto">
          <a:xfrm>
            <a:off x="7564299" y="3898287"/>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5</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7" name="Oval 31"/>
          <p:cNvSpPr>
            <a:spLocks noChangeArrowheads="1"/>
          </p:cNvSpPr>
          <p:nvPr>
            <p:custDataLst>
              <p:tags r:id="rId50"/>
            </p:custDataLst>
          </p:nvPr>
        </p:nvSpPr>
        <p:spPr bwMode="auto">
          <a:xfrm>
            <a:off x="7564299" y="2662692"/>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4</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sp>
        <p:nvSpPr>
          <p:cNvPr id="78" name="Oval 31"/>
          <p:cNvSpPr>
            <a:spLocks noChangeArrowheads="1"/>
          </p:cNvSpPr>
          <p:nvPr>
            <p:custDataLst>
              <p:tags r:id="rId51"/>
            </p:custDataLst>
          </p:nvPr>
        </p:nvSpPr>
        <p:spPr bwMode="auto">
          <a:xfrm>
            <a:off x="8406399" y="3277071"/>
            <a:ext cx="452705" cy="452705"/>
          </a:xfrm>
          <a:prstGeom prst="ellipse">
            <a:avLst/>
          </a:prstGeom>
          <a:solidFill>
            <a:schemeClr val="bg1">
              <a:lumMod val="65000"/>
            </a:schemeClr>
          </a:solidFill>
          <a:ln w="9525" cap="flat" cmpd="sng" algn="ctr">
            <a:noFill/>
            <a:prstDash val="solid"/>
          </a:ln>
          <a:effectLst>
            <a:outerShdw blurRad="50800" dist="38100" dir="5400000" algn="t" rotWithShape="0">
              <a:prstClr val="black">
                <a:alpha val="40000"/>
              </a:prstClr>
            </a:outerShdw>
          </a:effectLst>
          <a:scene3d>
            <a:camera prst="orthographicFront">
              <a:rot lat="0" lon="0" rev="0"/>
            </a:camera>
            <a:lightRig rig="brightRoom" dir="t">
              <a:rot lat="0" lon="0" rev="600000"/>
            </a:lightRig>
          </a:scene3d>
          <a:sp3d prstMaterial="metal"/>
        </p:spPr>
        <p:txBody>
          <a:bodyPr wrap="none" anchor="ctr"/>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rPr>
              <a:t>6</a:t>
            </a:r>
            <a:endParaRPr kumimoji="0" lang="en-US" altLang="zh-CN" sz="2000" b="1" u="none" strike="noStrike" kern="0" cap="none" spc="0" normalizeH="0" baseline="0" noProof="0" dirty="0">
              <a:ln>
                <a:noFill/>
              </a:ln>
              <a:solidFill>
                <a:schemeClr val="bg1"/>
              </a:solidFill>
              <a:effectLst/>
              <a:uLnTx/>
              <a:uFillTx/>
              <a:latin typeface="+mn-ea"/>
              <a:cs typeface="Consolas" panose="020B0609020204030204" pitchFamily="49" charset="0"/>
            </a:endParaRPr>
          </a:p>
        </p:txBody>
      </p:sp>
      <p:cxnSp>
        <p:nvCxnSpPr>
          <p:cNvPr id="79" name="直接箭头连接符 78"/>
          <p:cNvCxnSpPr>
            <a:stCxn id="72" idx="0"/>
            <a:endCxn id="73" idx="2"/>
          </p:cNvCxnSpPr>
          <p:nvPr>
            <p:custDataLst>
              <p:tags r:id="rId52"/>
            </p:custDataLst>
          </p:nvPr>
        </p:nvCxnSpPr>
        <p:spPr>
          <a:xfrm flipV="1">
            <a:off x="5250137" y="2877384"/>
            <a:ext cx="594009" cy="399687"/>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72" idx="4"/>
            <a:endCxn id="74" idx="2"/>
          </p:cNvCxnSpPr>
          <p:nvPr>
            <p:custDataLst>
              <p:tags r:id="rId53"/>
            </p:custDataLst>
          </p:nvPr>
        </p:nvCxnSpPr>
        <p:spPr>
          <a:xfrm>
            <a:off x="5250137" y="3729776"/>
            <a:ext cx="597155" cy="39486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72" idx="6"/>
            <a:endCxn id="75" idx="2"/>
          </p:cNvCxnSpPr>
          <p:nvPr>
            <p:custDataLst>
              <p:tags r:id="rId54"/>
            </p:custDataLst>
          </p:nvPr>
        </p:nvCxnSpPr>
        <p:spPr>
          <a:xfrm>
            <a:off x="5476489" y="3503424"/>
            <a:ext cx="1221958" cy="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73" idx="5"/>
            <a:endCxn id="75" idx="1"/>
          </p:cNvCxnSpPr>
          <p:nvPr>
            <p:custDataLst>
              <p:tags r:id="rId55"/>
            </p:custDataLst>
          </p:nvPr>
        </p:nvCxnSpPr>
        <p:spPr>
          <a:xfrm>
            <a:off x="6230554" y="3037439"/>
            <a:ext cx="534190" cy="305929"/>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a:stCxn id="74" idx="7"/>
            <a:endCxn id="75" idx="3"/>
          </p:cNvCxnSpPr>
          <p:nvPr>
            <p:custDataLst>
              <p:tags r:id="rId56"/>
            </p:custDataLst>
          </p:nvPr>
        </p:nvCxnSpPr>
        <p:spPr>
          <a:xfrm flipV="1">
            <a:off x="6233700" y="3663479"/>
            <a:ext cx="531044" cy="30110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a:stCxn id="74" idx="6"/>
            <a:endCxn id="76" idx="2"/>
          </p:cNvCxnSpPr>
          <p:nvPr>
            <p:custDataLst>
              <p:tags r:id="rId57"/>
            </p:custDataLst>
          </p:nvPr>
        </p:nvCxnSpPr>
        <p:spPr>
          <a:xfrm flipV="1">
            <a:off x="6299997" y="4124640"/>
            <a:ext cx="1264302" cy="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75" idx="7"/>
            <a:endCxn id="77" idx="3"/>
          </p:cNvCxnSpPr>
          <p:nvPr>
            <p:custDataLst>
              <p:tags r:id="rId58"/>
            </p:custDataLst>
          </p:nvPr>
        </p:nvCxnSpPr>
        <p:spPr>
          <a:xfrm flipV="1">
            <a:off x="7084855" y="3049100"/>
            <a:ext cx="545741" cy="294268"/>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stCxn id="73" idx="6"/>
            <a:endCxn id="77" idx="2"/>
          </p:cNvCxnSpPr>
          <p:nvPr>
            <p:custDataLst>
              <p:tags r:id="rId59"/>
            </p:custDataLst>
          </p:nvPr>
        </p:nvCxnSpPr>
        <p:spPr>
          <a:xfrm>
            <a:off x="6296851" y="2877384"/>
            <a:ext cx="1267448" cy="11661"/>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75" idx="5"/>
            <a:endCxn id="76" idx="1"/>
          </p:cNvCxnSpPr>
          <p:nvPr>
            <p:custDataLst>
              <p:tags r:id="rId60"/>
            </p:custDataLst>
          </p:nvPr>
        </p:nvCxnSpPr>
        <p:spPr>
          <a:xfrm>
            <a:off x="7084855" y="3663479"/>
            <a:ext cx="545741" cy="301105"/>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76" idx="0"/>
            <a:endCxn id="77" idx="4"/>
          </p:cNvCxnSpPr>
          <p:nvPr>
            <p:custDataLst>
              <p:tags r:id="rId61"/>
            </p:custDataLst>
          </p:nvPr>
        </p:nvCxnSpPr>
        <p:spPr>
          <a:xfrm flipV="1">
            <a:off x="7790652" y="3115397"/>
            <a:ext cx="0" cy="782890"/>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76" idx="6"/>
            <a:endCxn id="78" idx="4"/>
          </p:cNvCxnSpPr>
          <p:nvPr>
            <p:custDataLst>
              <p:tags r:id="rId62"/>
            </p:custDataLst>
          </p:nvPr>
        </p:nvCxnSpPr>
        <p:spPr>
          <a:xfrm flipV="1">
            <a:off x="8017004" y="3729776"/>
            <a:ext cx="615748" cy="394864"/>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77" idx="6"/>
            <a:endCxn id="78" idx="0"/>
          </p:cNvCxnSpPr>
          <p:nvPr>
            <p:custDataLst>
              <p:tags r:id="rId63"/>
            </p:custDataLst>
          </p:nvPr>
        </p:nvCxnSpPr>
        <p:spPr>
          <a:xfrm>
            <a:off x="8017004" y="2889045"/>
            <a:ext cx="615748" cy="388026"/>
          </a:xfrm>
          <a:prstGeom prst="straightConnector1">
            <a:avLst/>
          </a:prstGeom>
          <a:ln w="3175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1" name="文本框 90"/>
          <p:cNvSpPr txBox="1"/>
          <p:nvPr>
            <p:custDataLst>
              <p:tags r:id="rId64"/>
            </p:custDataLst>
          </p:nvPr>
        </p:nvSpPr>
        <p:spPr>
          <a:xfrm>
            <a:off x="5250136" y="2827020"/>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92" name="文本框 91"/>
          <p:cNvSpPr txBox="1"/>
          <p:nvPr>
            <p:custDataLst>
              <p:tags r:id="rId65"/>
            </p:custDataLst>
          </p:nvPr>
        </p:nvSpPr>
        <p:spPr>
          <a:xfrm>
            <a:off x="5250136" y="3851974"/>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93" name="文本框 92"/>
          <p:cNvSpPr txBox="1"/>
          <p:nvPr>
            <p:custDataLst>
              <p:tags r:id="rId66"/>
            </p:custDataLst>
          </p:nvPr>
        </p:nvSpPr>
        <p:spPr>
          <a:xfrm>
            <a:off x="5752310" y="3217469"/>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94" name="文本框 93"/>
          <p:cNvSpPr txBox="1"/>
          <p:nvPr>
            <p:custDataLst>
              <p:tags r:id="rId67"/>
            </p:custDataLst>
          </p:nvPr>
        </p:nvSpPr>
        <p:spPr>
          <a:xfrm>
            <a:off x="6248226" y="354031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2</a:t>
            </a:r>
            <a:endParaRPr lang="zh-CN" altLang="en-US" sz="1600" dirty="0">
              <a:solidFill>
                <a:schemeClr val="tx1">
                  <a:lumMod val="50000"/>
                  <a:lumOff val="50000"/>
                </a:schemeClr>
              </a:solidFill>
            </a:endParaRPr>
          </a:p>
        </p:txBody>
      </p:sp>
      <p:sp>
        <p:nvSpPr>
          <p:cNvPr id="95" name="文本框 94"/>
          <p:cNvSpPr txBox="1"/>
          <p:nvPr>
            <p:custDataLst>
              <p:tags r:id="rId68"/>
            </p:custDataLst>
          </p:nvPr>
        </p:nvSpPr>
        <p:spPr>
          <a:xfrm>
            <a:off x="6762247" y="407910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5</a:t>
            </a:r>
            <a:endParaRPr lang="zh-CN" altLang="en-US" sz="1600" dirty="0">
              <a:solidFill>
                <a:schemeClr val="tx1">
                  <a:lumMod val="50000"/>
                  <a:lumOff val="50000"/>
                </a:schemeClr>
              </a:solidFill>
            </a:endParaRPr>
          </a:p>
        </p:txBody>
      </p:sp>
      <p:sp>
        <p:nvSpPr>
          <p:cNvPr id="96" name="文本框 95"/>
          <p:cNvSpPr txBox="1"/>
          <p:nvPr>
            <p:custDataLst>
              <p:tags r:id="rId69"/>
            </p:custDataLst>
          </p:nvPr>
        </p:nvSpPr>
        <p:spPr>
          <a:xfrm>
            <a:off x="6334270" y="2910072"/>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97" name="文本框 96"/>
          <p:cNvSpPr txBox="1"/>
          <p:nvPr>
            <p:custDataLst>
              <p:tags r:id="rId70"/>
            </p:custDataLst>
          </p:nvPr>
        </p:nvSpPr>
        <p:spPr>
          <a:xfrm>
            <a:off x="7123726" y="2927013"/>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98" name="文本框 97"/>
          <p:cNvSpPr txBox="1"/>
          <p:nvPr>
            <p:custDataLst>
              <p:tags r:id="rId71"/>
            </p:custDataLst>
          </p:nvPr>
        </p:nvSpPr>
        <p:spPr>
          <a:xfrm>
            <a:off x="6756276" y="2603733"/>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7</a:t>
            </a:r>
            <a:endParaRPr lang="zh-CN" altLang="en-US" sz="1600" dirty="0">
              <a:solidFill>
                <a:schemeClr val="tx1">
                  <a:lumMod val="50000"/>
                  <a:lumOff val="50000"/>
                </a:schemeClr>
              </a:solidFill>
            </a:endParaRPr>
          </a:p>
        </p:txBody>
      </p:sp>
      <p:sp>
        <p:nvSpPr>
          <p:cNvPr id="99" name="文本框 98"/>
          <p:cNvSpPr txBox="1"/>
          <p:nvPr>
            <p:custDataLst>
              <p:tags r:id="rId72"/>
            </p:custDataLst>
          </p:nvPr>
        </p:nvSpPr>
        <p:spPr>
          <a:xfrm>
            <a:off x="7522404" y="334336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1</a:t>
            </a:r>
            <a:endParaRPr lang="zh-CN" altLang="en-US" sz="1600" dirty="0">
              <a:solidFill>
                <a:schemeClr val="tx1">
                  <a:lumMod val="50000"/>
                  <a:lumOff val="50000"/>
                </a:schemeClr>
              </a:solidFill>
            </a:endParaRPr>
          </a:p>
        </p:txBody>
      </p:sp>
      <p:sp>
        <p:nvSpPr>
          <p:cNvPr id="100" name="文本框 99"/>
          <p:cNvSpPr txBox="1"/>
          <p:nvPr>
            <p:custDataLst>
              <p:tags r:id="rId73"/>
            </p:custDataLst>
          </p:nvPr>
        </p:nvSpPr>
        <p:spPr>
          <a:xfrm>
            <a:off x="7043445" y="3729986"/>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4</a:t>
            </a:r>
            <a:endParaRPr lang="zh-CN" altLang="en-US" sz="1600" dirty="0">
              <a:solidFill>
                <a:schemeClr val="tx1">
                  <a:lumMod val="50000"/>
                  <a:lumOff val="50000"/>
                </a:schemeClr>
              </a:solidFill>
            </a:endParaRPr>
          </a:p>
        </p:txBody>
      </p:sp>
      <p:sp>
        <p:nvSpPr>
          <p:cNvPr id="101" name="文本框 100"/>
          <p:cNvSpPr txBox="1"/>
          <p:nvPr>
            <p:custDataLst>
              <p:tags r:id="rId74"/>
            </p:custDataLst>
          </p:nvPr>
        </p:nvSpPr>
        <p:spPr>
          <a:xfrm>
            <a:off x="8156355" y="2791705"/>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6</a:t>
            </a:r>
            <a:endParaRPr lang="zh-CN" altLang="en-US" sz="1600" dirty="0">
              <a:solidFill>
                <a:schemeClr val="tx1">
                  <a:lumMod val="50000"/>
                  <a:lumOff val="50000"/>
                </a:schemeClr>
              </a:solidFill>
            </a:endParaRPr>
          </a:p>
        </p:txBody>
      </p:sp>
      <p:sp>
        <p:nvSpPr>
          <p:cNvPr id="102" name="文本框 101"/>
          <p:cNvSpPr txBox="1"/>
          <p:nvPr>
            <p:custDataLst>
              <p:tags r:id="rId75"/>
            </p:custDataLst>
          </p:nvPr>
        </p:nvSpPr>
        <p:spPr>
          <a:xfrm>
            <a:off x="8191474" y="3876588"/>
            <a:ext cx="337045" cy="338554"/>
          </a:xfrm>
          <a:prstGeom prst="rect">
            <a:avLst/>
          </a:prstGeom>
          <a:noFill/>
        </p:spPr>
        <p:txBody>
          <a:bodyPr wrap="square">
            <a:spAutoFit/>
          </a:bodyPr>
          <a:p>
            <a:pPr algn="ctr"/>
            <a:r>
              <a:rPr kumimoji="1" lang="en-US" altLang="zh-CN" sz="1600" b="1" dirty="0">
                <a:solidFill>
                  <a:schemeClr val="tx1">
                    <a:lumMod val="50000"/>
                    <a:lumOff val="50000"/>
                  </a:schemeClr>
                </a:solidFill>
                <a:latin typeface="+mn-ea"/>
                <a:cs typeface="Consolas" panose="020B0609020204030204" pitchFamily="49" charset="0"/>
              </a:rPr>
              <a:t>8</a:t>
            </a:r>
            <a:endParaRPr lang="zh-CN" altLang="en-US" sz="1600" dirty="0">
              <a:solidFill>
                <a:schemeClr val="tx1">
                  <a:lumMod val="50000"/>
                  <a:lumOff val="50000"/>
                </a:schemeClr>
              </a:solidFill>
            </a:endParaRPr>
          </a:p>
        </p:txBody>
      </p:sp>
      <p:sp>
        <p:nvSpPr>
          <p:cNvPr id="105" name="箭头: 下 104"/>
          <p:cNvSpPr/>
          <p:nvPr>
            <p:custDataLst>
              <p:tags r:id="rId76"/>
            </p:custDataLst>
          </p:nvPr>
        </p:nvSpPr>
        <p:spPr>
          <a:xfrm rot="10800000">
            <a:off x="4053086" y="3698185"/>
            <a:ext cx="190088" cy="252727"/>
          </a:xfrm>
          <a:prstGeom prst="downArrow">
            <a:avLst>
              <a:gd name="adj1" fmla="val 52116"/>
              <a:gd name="adj2" fmla="val 58890"/>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 name="箭头: 下 105"/>
          <p:cNvSpPr/>
          <p:nvPr>
            <p:custDataLst>
              <p:tags r:id="rId77"/>
            </p:custDataLst>
          </p:nvPr>
        </p:nvSpPr>
        <p:spPr>
          <a:xfrm rot="10800000">
            <a:off x="3114051" y="3698185"/>
            <a:ext cx="190088" cy="252727"/>
          </a:xfrm>
          <a:prstGeom prst="downArrow">
            <a:avLst>
              <a:gd name="adj1" fmla="val 52116"/>
              <a:gd name="adj2" fmla="val 58890"/>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 name="箭头: 下 106"/>
          <p:cNvSpPr/>
          <p:nvPr>
            <p:custDataLst>
              <p:tags r:id="rId78"/>
            </p:custDataLst>
          </p:nvPr>
        </p:nvSpPr>
        <p:spPr>
          <a:xfrm rot="10800000">
            <a:off x="3584296" y="3697661"/>
            <a:ext cx="190088" cy="252727"/>
          </a:xfrm>
          <a:prstGeom prst="downArrow">
            <a:avLst>
              <a:gd name="adj1" fmla="val 52116"/>
              <a:gd name="adj2" fmla="val 58890"/>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 name="箭头: 下 107"/>
          <p:cNvSpPr/>
          <p:nvPr>
            <p:custDataLst>
              <p:tags r:id="rId79"/>
            </p:custDataLst>
          </p:nvPr>
        </p:nvSpPr>
        <p:spPr>
          <a:xfrm rot="10800000">
            <a:off x="2172337" y="3698185"/>
            <a:ext cx="190088" cy="252727"/>
          </a:xfrm>
          <a:prstGeom prst="downArrow">
            <a:avLst>
              <a:gd name="adj1" fmla="val 52116"/>
              <a:gd name="adj2" fmla="val 58890"/>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 name="箭头: 下 108"/>
          <p:cNvSpPr/>
          <p:nvPr>
            <p:custDataLst>
              <p:tags r:id="rId80"/>
            </p:custDataLst>
          </p:nvPr>
        </p:nvSpPr>
        <p:spPr>
          <a:xfrm rot="10800000">
            <a:off x="1699545" y="3698185"/>
            <a:ext cx="190088" cy="252727"/>
          </a:xfrm>
          <a:prstGeom prst="downArrow">
            <a:avLst>
              <a:gd name="adj1" fmla="val 52116"/>
              <a:gd name="adj2" fmla="val 58890"/>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 name="箭头: 下 109"/>
          <p:cNvSpPr/>
          <p:nvPr>
            <p:custDataLst>
              <p:tags r:id="rId81"/>
            </p:custDataLst>
          </p:nvPr>
        </p:nvSpPr>
        <p:spPr>
          <a:xfrm rot="10800000">
            <a:off x="1226363" y="3697661"/>
            <a:ext cx="190088" cy="252727"/>
          </a:xfrm>
          <a:prstGeom prst="downArrow">
            <a:avLst>
              <a:gd name="adj1" fmla="val 52116"/>
              <a:gd name="adj2" fmla="val 58890"/>
            </a:avLst>
          </a:prstGeom>
          <a:solidFill>
            <a:schemeClr val="accent5">
              <a:lumMod val="60000"/>
              <a:lumOff val="40000"/>
            </a:schemeClr>
          </a:solidFill>
          <a:ln>
            <a:solidFill>
              <a:srgbClr val="0070C0">
                <a:alpha val="66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wipe(left)">
                                      <p:cBhvr>
                                        <p:cTn id="64" dur="500"/>
                                        <p:tgtEl>
                                          <p:spTgt spid="36"/>
                                        </p:tgtEl>
                                      </p:cBhvr>
                                    </p:animEffect>
                                  </p:childTnLst>
                                </p:cTn>
                              </p:par>
                            </p:childTnLst>
                          </p:cTn>
                        </p:par>
                        <p:par>
                          <p:cTn id="65" fill="hold">
                            <p:stCondLst>
                              <p:cond delay="1000"/>
                            </p:stCondLst>
                            <p:childTnLst>
                              <p:par>
                                <p:cTn id="66" presetID="22" presetClass="entr" presetSubtype="8" fill="hold" grpId="0" nodeType="afterEffect">
                                  <p:stCondLst>
                                    <p:cond delay="0"/>
                                  </p:stCondLst>
                                  <p:childTnLst>
                                    <p:set>
                                      <p:cBhvr>
                                        <p:cTn id="67" dur="1" fill="hold">
                                          <p:stCondLst>
                                            <p:cond delay="0"/>
                                          </p:stCondLst>
                                        </p:cTn>
                                        <p:tgtEl>
                                          <p:spTgt spid="40"/>
                                        </p:tgtEl>
                                        <p:attrNameLst>
                                          <p:attrName>style.visibility</p:attrName>
                                        </p:attrNameLst>
                                      </p:cBhvr>
                                      <p:to>
                                        <p:strVal val="visible"/>
                                      </p:to>
                                    </p:set>
                                    <p:animEffect transition="in" filter="wipe(left)">
                                      <p:cBhvr>
                                        <p:cTn id="68" dur="500"/>
                                        <p:tgtEl>
                                          <p:spTgt spid="4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wipe(up)">
                                      <p:cBhvr>
                                        <p:cTn id="73" dur="500"/>
                                        <p:tgtEl>
                                          <p:spTgt spid="43"/>
                                        </p:tgtEl>
                                      </p:cBhvr>
                                    </p:animEffect>
                                  </p:childTnLst>
                                </p:cTn>
                              </p:par>
                            </p:childTnLst>
                          </p:cTn>
                        </p:par>
                        <p:par>
                          <p:cTn id="74" fill="hold">
                            <p:stCondLst>
                              <p:cond delay="500"/>
                            </p:stCondLst>
                            <p:childTnLst>
                              <p:par>
                                <p:cTn id="75" presetID="10" presetClass="entr" presetSubtype="0" fill="hold" grpId="0" nodeType="after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wipe(left)">
                                      <p:cBhvr>
                                        <p:cTn id="82" dur="500"/>
                                        <p:tgtEl>
                                          <p:spTgt spid="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500"/>
                                        <p:tgtEl>
                                          <p:spTgt spid="4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500"/>
                                        <p:tgtEl>
                                          <p:spTgt spid="4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fade">
                                      <p:cBhvr>
                                        <p:cTn id="93" dur="500"/>
                                        <p:tgtEl>
                                          <p:spTgt spid="4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500"/>
                                        <p:tgtEl>
                                          <p:spTgt spid="4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9"/>
                                        </p:tgtEl>
                                        <p:attrNameLst>
                                          <p:attrName>style.visibility</p:attrName>
                                        </p:attrNameLst>
                                      </p:cBhvr>
                                      <p:to>
                                        <p:strVal val="visible"/>
                                      </p:to>
                                    </p:set>
                                    <p:animEffect transition="in" filter="fade">
                                      <p:cBhvr>
                                        <p:cTn id="99" dur="500"/>
                                        <p:tgtEl>
                                          <p:spTgt spid="4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500"/>
                                        <p:tgtEl>
                                          <p:spTgt spid="50"/>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1"/>
                                        </p:tgtEl>
                                        <p:attrNameLst>
                                          <p:attrName>style.visibility</p:attrName>
                                        </p:attrNameLst>
                                      </p:cBhvr>
                                      <p:to>
                                        <p:strVal val="visible"/>
                                      </p:to>
                                    </p:set>
                                    <p:animEffect transition="in" filter="fade">
                                      <p:cBhvr>
                                        <p:cTn id="105" dur="500"/>
                                        <p:tgtEl>
                                          <p:spTgt spid="5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9"/>
                                        </p:tgtEl>
                                        <p:attrNameLst>
                                          <p:attrName>style.visibility</p:attrName>
                                        </p:attrNameLst>
                                      </p:cBhvr>
                                      <p:to>
                                        <p:strVal val="visible"/>
                                      </p:to>
                                    </p:set>
                                    <p:animEffect transition="in" filter="fade">
                                      <p:cBhvr>
                                        <p:cTn id="108" dur="500"/>
                                        <p:tgtEl>
                                          <p:spTgt spid="5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fade">
                                      <p:cBhvr>
                                        <p:cTn id="111" dur="500"/>
                                        <p:tgtEl>
                                          <p:spTgt spid="6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1"/>
                                        </p:tgtEl>
                                        <p:attrNameLst>
                                          <p:attrName>style.visibility</p:attrName>
                                        </p:attrNameLst>
                                      </p:cBhvr>
                                      <p:to>
                                        <p:strVal val="visible"/>
                                      </p:to>
                                    </p:set>
                                    <p:animEffect transition="in" filter="fade">
                                      <p:cBhvr>
                                        <p:cTn id="114" dur="500"/>
                                        <p:tgtEl>
                                          <p:spTgt spid="61"/>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2"/>
                                        </p:tgtEl>
                                        <p:attrNameLst>
                                          <p:attrName>style.visibility</p:attrName>
                                        </p:attrNameLst>
                                      </p:cBhvr>
                                      <p:to>
                                        <p:strVal val="visible"/>
                                      </p:to>
                                    </p:set>
                                    <p:animEffect transition="in" filter="fade">
                                      <p:cBhvr>
                                        <p:cTn id="117" dur="500"/>
                                        <p:tgtEl>
                                          <p:spTgt spid="6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4"/>
                                        </p:tgtEl>
                                        <p:attrNameLst>
                                          <p:attrName>style.visibility</p:attrName>
                                        </p:attrNameLst>
                                      </p:cBhvr>
                                      <p:to>
                                        <p:strVal val="visible"/>
                                      </p:to>
                                    </p:set>
                                    <p:animEffect transition="in" filter="fade">
                                      <p:cBhvr>
                                        <p:cTn id="120" dur="500"/>
                                        <p:tgtEl>
                                          <p:spTgt spid="6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5"/>
                                        </p:tgtEl>
                                        <p:attrNameLst>
                                          <p:attrName>style.visibility</p:attrName>
                                        </p:attrNameLst>
                                      </p:cBhvr>
                                      <p:to>
                                        <p:strVal val="visible"/>
                                      </p:to>
                                    </p:set>
                                    <p:animEffect transition="in" filter="fade">
                                      <p:cBhvr>
                                        <p:cTn id="123" dur="500"/>
                                        <p:tgtEl>
                                          <p:spTgt spid="6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7"/>
                                        </p:tgtEl>
                                        <p:attrNameLst>
                                          <p:attrName>style.visibility</p:attrName>
                                        </p:attrNameLst>
                                      </p:cBhvr>
                                      <p:to>
                                        <p:strVal val="visible"/>
                                      </p:to>
                                    </p:set>
                                    <p:animEffect transition="in" filter="fade">
                                      <p:cBhvr>
                                        <p:cTn id="126" dur="500"/>
                                        <p:tgtEl>
                                          <p:spTgt spid="67"/>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9"/>
                                        </p:tgtEl>
                                        <p:attrNameLst>
                                          <p:attrName>style.visibility</p:attrName>
                                        </p:attrNameLst>
                                      </p:cBhvr>
                                      <p:to>
                                        <p:strVal val="visible"/>
                                      </p:to>
                                    </p:set>
                                    <p:animEffect transition="in" filter="fade">
                                      <p:cBhvr>
                                        <p:cTn id="129" dur="500"/>
                                        <p:tgtEl>
                                          <p:spTgt spid="6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70"/>
                                        </p:tgtEl>
                                        <p:attrNameLst>
                                          <p:attrName>style.visibility</p:attrName>
                                        </p:attrNameLst>
                                      </p:cBhvr>
                                      <p:to>
                                        <p:strVal val="visible"/>
                                      </p:to>
                                    </p:set>
                                    <p:animEffect transition="in" filter="fade">
                                      <p:cBhvr>
                                        <p:cTn id="132" dur="500"/>
                                        <p:tgtEl>
                                          <p:spTgt spid="70"/>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1"/>
                                        </p:tgtEl>
                                        <p:attrNameLst>
                                          <p:attrName>style.visibility</p:attrName>
                                        </p:attrNameLst>
                                      </p:cBhvr>
                                      <p:to>
                                        <p:strVal val="visible"/>
                                      </p:to>
                                    </p:set>
                                    <p:animEffect transition="in" filter="fade">
                                      <p:cBhvr>
                                        <p:cTn id="135" dur="500"/>
                                        <p:tgtEl>
                                          <p:spTgt spid="71"/>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105"/>
                                        </p:tgtEl>
                                        <p:attrNameLst>
                                          <p:attrName>style.visibility</p:attrName>
                                        </p:attrNameLst>
                                      </p:cBhvr>
                                      <p:to>
                                        <p:strVal val="visible"/>
                                      </p:to>
                                    </p:set>
                                    <p:animEffect transition="in" filter="fade">
                                      <p:cBhvr>
                                        <p:cTn id="140" dur="500"/>
                                        <p:tgtEl>
                                          <p:spTgt spid="105"/>
                                        </p:tgtEl>
                                      </p:cBhvr>
                                    </p:animEffect>
                                  </p:childTnLst>
                                </p:cTn>
                              </p:par>
                              <p:par>
                                <p:cTn id="141" presetID="1" presetClass="emph" presetSubtype="2" fill="hold" nodeType="withEffect">
                                  <p:stCondLst>
                                    <p:cond delay="0"/>
                                  </p:stCondLst>
                                  <p:childTnLst>
                                    <p:animClr clrSpc="rgb" dir="cw">
                                      <p:cBhvr>
                                        <p:cTn id="142" dur="500" fill="hold"/>
                                        <p:tgtEl>
                                          <p:spTgt spid="78"/>
                                        </p:tgtEl>
                                        <p:attrNameLst>
                                          <p:attrName>fillcolor</p:attrName>
                                        </p:attrNameLst>
                                      </p:cBhvr>
                                      <p:to>
                                        <a:srgbClr val="CC00FF"/>
                                      </p:to>
                                    </p:animClr>
                                    <p:set>
                                      <p:cBhvr>
                                        <p:cTn id="143" dur="500" fill="hold"/>
                                        <p:tgtEl>
                                          <p:spTgt spid="78"/>
                                        </p:tgtEl>
                                        <p:attrNameLst>
                                          <p:attrName>fill.type</p:attrName>
                                        </p:attrNameLst>
                                      </p:cBhvr>
                                      <p:to>
                                        <p:strVal val="solid"/>
                                      </p:to>
                                    </p:set>
                                    <p:set>
                                      <p:cBhvr>
                                        <p:cTn id="144" dur="500" fill="hold"/>
                                        <p:tgtEl>
                                          <p:spTgt spid="78"/>
                                        </p:tgtEl>
                                        <p:attrNameLst>
                                          <p:attrName>fill.on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103">
                                            <p:txEl>
                                              <p:pRg st="0" end="0"/>
                                            </p:txEl>
                                          </p:spTgt>
                                        </p:tgtEl>
                                        <p:attrNameLst>
                                          <p:attrName>style.visibility</p:attrName>
                                        </p:attrNameLst>
                                      </p:cBhvr>
                                      <p:to>
                                        <p:strVal val="visible"/>
                                      </p:to>
                                    </p:set>
                                    <p:animEffect transition="in" filter="wipe(left)">
                                      <p:cBhvr>
                                        <p:cTn id="149" dur="500"/>
                                        <p:tgtEl>
                                          <p:spTgt spid="103">
                                            <p:txEl>
                                              <p:pRg st="0" end="0"/>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104">
                                            <p:txEl>
                                              <p:pRg st="0" end="0"/>
                                            </p:txEl>
                                          </p:spTgt>
                                        </p:tgtEl>
                                        <p:attrNameLst>
                                          <p:attrName>style.visibility</p:attrName>
                                        </p:attrNameLst>
                                      </p:cBhvr>
                                      <p:to>
                                        <p:strVal val="visible"/>
                                      </p:to>
                                    </p:set>
                                    <p:animEffect transition="in" filter="wipe(left)">
                                      <p:cBhvr>
                                        <p:cTn id="154" dur="500"/>
                                        <p:tgtEl>
                                          <p:spTgt spid="104">
                                            <p:txEl>
                                              <p:pRg st="0" end="0"/>
                                            </p:txEl>
                                          </p:spTgt>
                                        </p:tgtEl>
                                      </p:cBhvr>
                                    </p:animEffect>
                                  </p:childTnLst>
                                </p:cTn>
                              </p:par>
                              <p:par>
                                <p:cTn id="155" presetID="1" presetClass="emph" presetSubtype="2" fill="hold" nodeType="withEffect">
                                  <p:stCondLst>
                                    <p:cond delay="0"/>
                                  </p:stCondLst>
                                  <p:childTnLst>
                                    <p:animClr clrSpc="rgb" dir="cw">
                                      <p:cBhvr>
                                        <p:cTn id="156" dur="500" fill="hold"/>
                                        <p:tgtEl>
                                          <p:spTgt spid="77"/>
                                        </p:tgtEl>
                                        <p:attrNameLst>
                                          <p:attrName>fillcolor</p:attrName>
                                        </p:attrNameLst>
                                      </p:cBhvr>
                                      <p:to>
                                        <a:srgbClr val="0070C0"/>
                                      </p:to>
                                    </p:animClr>
                                    <p:set>
                                      <p:cBhvr>
                                        <p:cTn id="157" dur="500" fill="hold"/>
                                        <p:tgtEl>
                                          <p:spTgt spid="77"/>
                                        </p:tgtEl>
                                        <p:attrNameLst>
                                          <p:attrName>fill.type</p:attrName>
                                        </p:attrNameLst>
                                      </p:cBhvr>
                                      <p:to>
                                        <p:strVal val="solid"/>
                                      </p:to>
                                    </p:set>
                                    <p:set>
                                      <p:cBhvr>
                                        <p:cTn id="158" dur="500" fill="hold"/>
                                        <p:tgtEl>
                                          <p:spTgt spid="77"/>
                                        </p:tgtEl>
                                        <p:attrNameLst>
                                          <p:attrName>fill.on</p:attrName>
                                        </p:attrNameLst>
                                      </p:cBhvr>
                                      <p:to>
                                        <p:strVal val="true"/>
                                      </p:to>
                                    </p:set>
                                  </p:childTnLst>
                                </p:cTn>
                              </p:par>
                              <p:par>
                                <p:cTn id="159" presetID="7" presetClass="emph" presetSubtype="2" fill="hold" nodeType="withEffect">
                                  <p:stCondLst>
                                    <p:cond delay="0"/>
                                  </p:stCondLst>
                                  <p:childTnLst>
                                    <p:animClr clrSpc="rgb" dir="cw">
                                      <p:cBhvr>
                                        <p:cTn id="160" dur="500" fill="hold"/>
                                        <p:tgtEl>
                                          <p:spTgt spid="90"/>
                                        </p:tgtEl>
                                        <p:attrNameLst>
                                          <p:attrName>stroke.color</p:attrName>
                                        </p:attrNameLst>
                                      </p:cBhvr>
                                      <p:to>
                                        <a:srgbClr val="0000FF"/>
                                      </p:to>
                                    </p:animClr>
                                    <p:set>
                                      <p:cBhvr>
                                        <p:cTn id="161" dur="500" fill="hold"/>
                                        <p:tgtEl>
                                          <p:spTgt spid="90"/>
                                        </p:tgtEl>
                                        <p:attrNameLst>
                                          <p:attrName>stroke.on</p:attrName>
                                        </p:attrNameLst>
                                      </p:cBhvr>
                                      <p:to>
                                        <p:strVal val="true"/>
                                      </p:to>
                                    </p:set>
                                  </p:childTnLst>
                                </p:cTn>
                              </p:par>
                              <p:par>
                                <p:cTn id="162" presetID="3" presetClass="emph" presetSubtype="2" fill="hold" grpId="0" nodeType="withEffect">
                                  <p:stCondLst>
                                    <p:cond delay="0"/>
                                  </p:stCondLst>
                                  <p:childTnLst>
                                    <p:animClr clrSpc="rgb" dir="cw">
                                      <p:cBhvr override="childStyle">
                                        <p:cTn id="163" dur="500" fill="hold"/>
                                        <p:tgtEl>
                                          <p:spTgt spid="101"/>
                                        </p:tgtEl>
                                        <p:attrNameLst>
                                          <p:attrName>style.color</p:attrName>
                                        </p:attrNameLst>
                                      </p:cBhvr>
                                      <p:to>
                                        <a:srgbClr val="0000FF"/>
                                      </p:to>
                                    </p:animClr>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106"/>
                                        </p:tgtEl>
                                        <p:attrNameLst>
                                          <p:attrName>style.visibility</p:attrName>
                                        </p:attrNameLst>
                                      </p:cBhvr>
                                      <p:to>
                                        <p:strVal val="visible"/>
                                      </p:to>
                                    </p:set>
                                    <p:animEffect transition="in" filter="fade">
                                      <p:cBhvr>
                                        <p:cTn id="168" dur="500"/>
                                        <p:tgtEl>
                                          <p:spTgt spid="106"/>
                                        </p:tgtEl>
                                      </p:cBhvr>
                                    </p:animEffect>
                                  </p:childTnLst>
                                </p:cTn>
                              </p:par>
                              <p:par>
                                <p:cTn id="169" presetID="1" presetClass="exit" presetSubtype="0" fill="hold" grpId="1" nodeType="withEffect">
                                  <p:stCondLst>
                                    <p:cond delay="0"/>
                                  </p:stCondLst>
                                  <p:childTnLst>
                                    <p:set>
                                      <p:cBhvr>
                                        <p:cTn id="170" dur="1" fill="hold">
                                          <p:stCondLst>
                                            <p:cond delay="0"/>
                                          </p:stCondLst>
                                        </p:cTn>
                                        <p:tgtEl>
                                          <p:spTgt spid="105"/>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103">
                                            <p:txEl>
                                              <p:pRg st="1" end="1"/>
                                            </p:txEl>
                                          </p:spTgt>
                                        </p:tgtEl>
                                        <p:attrNameLst>
                                          <p:attrName>style.visibility</p:attrName>
                                        </p:attrNameLst>
                                      </p:cBhvr>
                                      <p:to>
                                        <p:strVal val="visible"/>
                                      </p:to>
                                    </p:set>
                                    <p:animEffect transition="in" filter="wipe(left)">
                                      <p:cBhvr>
                                        <p:cTn id="175" dur="500"/>
                                        <p:tgtEl>
                                          <p:spTgt spid="103">
                                            <p:txEl>
                                              <p:pRg st="1" end="1"/>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22" presetClass="entr" presetSubtype="8" fill="hold" nodeType="clickEffect">
                                  <p:stCondLst>
                                    <p:cond delay="0"/>
                                  </p:stCondLst>
                                  <p:childTnLst>
                                    <p:set>
                                      <p:cBhvr>
                                        <p:cTn id="179" dur="1" fill="hold">
                                          <p:stCondLst>
                                            <p:cond delay="0"/>
                                          </p:stCondLst>
                                        </p:cTn>
                                        <p:tgtEl>
                                          <p:spTgt spid="104">
                                            <p:txEl>
                                              <p:pRg st="1" end="1"/>
                                            </p:txEl>
                                          </p:spTgt>
                                        </p:tgtEl>
                                        <p:attrNameLst>
                                          <p:attrName>style.visibility</p:attrName>
                                        </p:attrNameLst>
                                      </p:cBhvr>
                                      <p:to>
                                        <p:strVal val="visible"/>
                                      </p:to>
                                    </p:set>
                                    <p:animEffect transition="in" filter="wipe(left)">
                                      <p:cBhvr>
                                        <p:cTn id="180" dur="500"/>
                                        <p:tgtEl>
                                          <p:spTgt spid="104">
                                            <p:txEl>
                                              <p:pRg st="1" end="1"/>
                                            </p:txEl>
                                          </p:spTgt>
                                        </p:tgtEl>
                                      </p:cBhvr>
                                    </p:animEffect>
                                  </p:childTnLst>
                                </p:cTn>
                              </p:par>
                              <p:par>
                                <p:cTn id="181" presetID="1" presetClass="emph" presetSubtype="2" fill="hold" nodeType="withEffect">
                                  <p:stCondLst>
                                    <p:cond delay="0"/>
                                  </p:stCondLst>
                                  <p:childTnLst>
                                    <p:animClr clrSpc="rgb" dir="cw">
                                      <p:cBhvr>
                                        <p:cTn id="182" dur="500" fill="hold"/>
                                        <p:tgtEl>
                                          <p:spTgt spid="76"/>
                                        </p:tgtEl>
                                        <p:attrNameLst>
                                          <p:attrName>fillcolor</p:attrName>
                                        </p:attrNameLst>
                                      </p:cBhvr>
                                      <p:to>
                                        <a:srgbClr val="0070C0"/>
                                      </p:to>
                                    </p:animClr>
                                    <p:set>
                                      <p:cBhvr>
                                        <p:cTn id="183" dur="500" fill="hold"/>
                                        <p:tgtEl>
                                          <p:spTgt spid="76"/>
                                        </p:tgtEl>
                                        <p:attrNameLst>
                                          <p:attrName>fill.type</p:attrName>
                                        </p:attrNameLst>
                                      </p:cBhvr>
                                      <p:to>
                                        <p:strVal val="solid"/>
                                      </p:to>
                                    </p:set>
                                    <p:set>
                                      <p:cBhvr>
                                        <p:cTn id="184" dur="500" fill="hold"/>
                                        <p:tgtEl>
                                          <p:spTgt spid="76"/>
                                        </p:tgtEl>
                                        <p:attrNameLst>
                                          <p:attrName>fill.on</p:attrName>
                                        </p:attrNameLst>
                                      </p:cBhvr>
                                      <p:to>
                                        <p:strVal val="true"/>
                                      </p:to>
                                    </p:set>
                                  </p:childTnLst>
                                </p:cTn>
                              </p:par>
                              <p:par>
                                <p:cTn id="185" presetID="7" presetClass="emph" presetSubtype="2" fill="hold" nodeType="withEffect">
                                  <p:stCondLst>
                                    <p:cond delay="0"/>
                                  </p:stCondLst>
                                  <p:childTnLst>
                                    <p:animClr clrSpc="rgb" dir="cw">
                                      <p:cBhvr>
                                        <p:cTn id="186" dur="500" fill="hold"/>
                                        <p:tgtEl>
                                          <p:spTgt spid="88"/>
                                        </p:tgtEl>
                                        <p:attrNameLst>
                                          <p:attrName>stroke.color</p:attrName>
                                        </p:attrNameLst>
                                      </p:cBhvr>
                                      <p:to>
                                        <a:srgbClr val="0000FF"/>
                                      </p:to>
                                    </p:animClr>
                                    <p:set>
                                      <p:cBhvr>
                                        <p:cTn id="187" dur="500" fill="hold"/>
                                        <p:tgtEl>
                                          <p:spTgt spid="88"/>
                                        </p:tgtEl>
                                        <p:attrNameLst>
                                          <p:attrName>stroke.on</p:attrName>
                                        </p:attrNameLst>
                                      </p:cBhvr>
                                      <p:to>
                                        <p:strVal val="true"/>
                                      </p:to>
                                    </p:set>
                                  </p:childTnLst>
                                </p:cTn>
                              </p:par>
                              <p:par>
                                <p:cTn id="188" presetID="3" presetClass="emph" presetSubtype="2" fill="hold" grpId="0" nodeType="withEffect">
                                  <p:stCondLst>
                                    <p:cond delay="0"/>
                                  </p:stCondLst>
                                  <p:childTnLst>
                                    <p:animClr clrSpc="rgb" dir="cw">
                                      <p:cBhvr override="childStyle">
                                        <p:cTn id="189" dur="500" fill="hold"/>
                                        <p:tgtEl>
                                          <p:spTgt spid="99"/>
                                        </p:tgtEl>
                                        <p:attrNameLst>
                                          <p:attrName>style.color</p:attrName>
                                        </p:attrNameLst>
                                      </p:cBhvr>
                                      <p:to>
                                        <a:srgbClr val="0000FF"/>
                                      </p:to>
                                    </p:animClr>
                                  </p:childTnLst>
                                </p:cTn>
                              </p:par>
                            </p:childTnLst>
                          </p:cTn>
                        </p:par>
                      </p:childTnLst>
                    </p:cTn>
                  </p:par>
                  <p:par>
                    <p:cTn id="190" fill="hold">
                      <p:stCondLst>
                        <p:cond delay="indefinite"/>
                      </p:stCondLst>
                      <p:childTnLst>
                        <p:par>
                          <p:cTn id="191" fill="hold">
                            <p:stCondLst>
                              <p:cond delay="0"/>
                            </p:stCondLst>
                            <p:childTnLst>
                              <p:par>
                                <p:cTn id="192" presetID="10" presetClass="entr" presetSubtype="0" fill="hold" grpId="0" nodeType="clickEffect">
                                  <p:stCondLst>
                                    <p:cond delay="0"/>
                                  </p:stCondLst>
                                  <p:childTnLst>
                                    <p:set>
                                      <p:cBhvr>
                                        <p:cTn id="193" dur="1" fill="hold">
                                          <p:stCondLst>
                                            <p:cond delay="0"/>
                                          </p:stCondLst>
                                        </p:cTn>
                                        <p:tgtEl>
                                          <p:spTgt spid="107"/>
                                        </p:tgtEl>
                                        <p:attrNameLst>
                                          <p:attrName>style.visibility</p:attrName>
                                        </p:attrNameLst>
                                      </p:cBhvr>
                                      <p:to>
                                        <p:strVal val="visible"/>
                                      </p:to>
                                    </p:set>
                                    <p:animEffect transition="in" filter="fade">
                                      <p:cBhvr>
                                        <p:cTn id="194" dur="500"/>
                                        <p:tgtEl>
                                          <p:spTgt spid="107"/>
                                        </p:tgtEl>
                                      </p:cBhvr>
                                    </p:animEffect>
                                  </p:childTnLst>
                                </p:cTn>
                              </p:par>
                              <p:par>
                                <p:cTn id="195" presetID="1" presetClass="exit" presetSubtype="0" fill="hold" grpId="1" nodeType="withEffect">
                                  <p:stCondLst>
                                    <p:cond delay="0"/>
                                  </p:stCondLst>
                                  <p:childTnLst>
                                    <p:set>
                                      <p:cBhvr>
                                        <p:cTn id="196" dur="1" fill="hold">
                                          <p:stCondLst>
                                            <p:cond delay="0"/>
                                          </p:stCondLst>
                                        </p:cTn>
                                        <p:tgtEl>
                                          <p:spTgt spid="106"/>
                                        </p:tgtEl>
                                        <p:attrNameLst>
                                          <p:attrName>style.visibility</p:attrName>
                                        </p:attrNameLst>
                                      </p:cBhvr>
                                      <p:to>
                                        <p:strVal val="hidden"/>
                                      </p:to>
                                    </p:set>
                                  </p:childTnLst>
                                </p:cTn>
                              </p:par>
                            </p:childTnLst>
                          </p:cTn>
                        </p:par>
                      </p:childTnLst>
                    </p:cTn>
                  </p:par>
                  <p:par>
                    <p:cTn id="197" fill="hold">
                      <p:stCondLst>
                        <p:cond delay="indefinite"/>
                      </p:stCondLst>
                      <p:childTnLst>
                        <p:par>
                          <p:cTn id="198" fill="hold">
                            <p:stCondLst>
                              <p:cond delay="0"/>
                            </p:stCondLst>
                            <p:childTnLst>
                              <p:par>
                                <p:cTn id="199" presetID="22" presetClass="entr" presetSubtype="8" fill="hold" nodeType="clickEffect">
                                  <p:stCondLst>
                                    <p:cond delay="0"/>
                                  </p:stCondLst>
                                  <p:childTnLst>
                                    <p:set>
                                      <p:cBhvr>
                                        <p:cTn id="200" dur="1" fill="hold">
                                          <p:stCondLst>
                                            <p:cond delay="0"/>
                                          </p:stCondLst>
                                        </p:cTn>
                                        <p:tgtEl>
                                          <p:spTgt spid="103">
                                            <p:txEl>
                                              <p:pRg st="2" end="2"/>
                                            </p:txEl>
                                          </p:spTgt>
                                        </p:tgtEl>
                                        <p:attrNameLst>
                                          <p:attrName>style.visibility</p:attrName>
                                        </p:attrNameLst>
                                      </p:cBhvr>
                                      <p:to>
                                        <p:strVal val="visible"/>
                                      </p:to>
                                    </p:set>
                                    <p:animEffect transition="in" filter="wipe(left)">
                                      <p:cBhvr>
                                        <p:cTn id="201" dur="500"/>
                                        <p:tgtEl>
                                          <p:spTgt spid="103">
                                            <p:txEl>
                                              <p:pRg st="2" end="2"/>
                                            </p:txEl>
                                          </p:spTgt>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8" fill="hold" nodeType="clickEffect">
                                  <p:stCondLst>
                                    <p:cond delay="0"/>
                                  </p:stCondLst>
                                  <p:childTnLst>
                                    <p:set>
                                      <p:cBhvr>
                                        <p:cTn id="205" dur="1" fill="hold">
                                          <p:stCondLst>
                                            <p:cond delay="0"/>
                                          </p:stCondLst>
                                        </p:cTn>
                                        <p:tgtEl>
                                          <p:spTgt spid="104">
                                            <p:txEl>
                                              <p:pRg st="2" end="2"/>
                                            </p:txEl>
                                          </p:spTgt>
                                        </p:tgtEl>
                                        <p:attrNameLst>
                                          <p:attrName>style.visibility</p:attrName>
                                        </p:attrNameLst>
                                      </p:cBhvr>
                                      <p:to>
                                        <p:strVal val="visible"/>
                                      </p:to>
                                    </p:set>
                                    <p:animEffect transition="in" filter="wipe(left)">
                                      <p:cBhvr>
                                        <p:cTn id="206" dur="500"/>
                                        <p:tgtEl>
                                          <p:spTgt spid="104">
                                            <p:txEl>
                                              <p:pRg st="2" end="2"/>
                                            </p:txEl>
                                          </p:spTgt>
                                        </p:tgtEl>
                                      </p:cBhvr>
                                    </p:animEffect>
                                  </p:childTnLst>
                                </p:cTn>
                              </p:par>
                              <p:par>
                                <p:cTn id="207" presetID="1" presetClass="emph" presetSubtype="2" fill="hold" nodeType="withEffect">
                                  <p:stCondLst>
                                    <p:cond delay="0"/>
                                  </p:stCondLst>
                                  <p:childTnLst>
                                    <p:animClr clrSpc="rgb" dir="cw">
                                      <p:cBhvr>
                                        <p:cTn id="208" dur="500" fill="hold"/>
                                        <p:tgtEl>
                                          <p:spTgt spid="75"/>
                                        </p:tgtEl>
                                        <p:attrNameLst>
                                          <p:attrName>fillcolor</p:attrName>
                                        </p:attrNameLst>
                                      </p:cBhvr>
                                      <p:to>
                                        <a:srgbClr val="0070C0"/>
                                      </p:to>
                                    </p:animClr>
                                    <p:set>
                                      <p:cBhvr>
                                        <p:cTn id="209" dur="500" fill="hold"/>
                                        <p:tgtEl>
                                          <p:spTgt spid="75"/>
                                        </p:tgtEl>
                                        <p:attrNameLst>
                                          <p:attrName>fill.type</p:attrName>
                                        </p:attrNameLst>
                                      </p:cBhvr>
                                      <p:to>
                                        <p:strVal val="solid"/>
                                      </p:to>
                                    </p:set>
                                    <p:set>
                                      <p:cBhvr>
                                        <p:cTn id="210" dur="500" fill="hold"/>
                                        <p:tgtEl>
                                          <p:spTgt spid="75"/>
                                        </p:tgtEl>
                                        <p:attrNameLst>
                                          <p:attrName>fill.on</p:attrName>
                                        </p:attrNameLst>
                                      </p:cBhvr>
                                      <p:to>
                                        <p:strVal val="true"/>
                                      </p:to>
                                    </p:set>
                                  </p:childTnLst>
                                </p:cTn>
                              </p:par>
                              <p:par>
                                <p:cTn id="211" presetID="7" presetClass="emph" presetSubtype="2" fill="hold" nodeType="withEffect">
                                  <p:stCondLst>
                                    <p:cond delay="0"/>
                                  </p:stCondLst>
                                  <p:childTnLst>
                                    <p:animClr clrSpc="rgb" dir="cw">
                                      <p:cBhvr>
                                        <p:cTn id="212" dur="500" fill="hold"/>
                                        <p:tgtEl>
                                          <p:spTgt spid="87"/>
                                        </p:tgtEl>
                                        <p:attrNameLst>
                                          <p:attrName>stroke.color</p:attrName>
                                        </p:attrNameLst>
                                      </p:cBhvr>
                                      <p:to>
                                        <a:srgbClr val="0000FF"/>
                                      </p:to>
                                    </p:animClr>
                                    <p:set>
                                      <p:cBhvr>
                                        <p:cTn id="213" dur="500" fill="hold"/>
                                        <p:tgtEl>
                                          <p:spTgt spid="87"/>
                                        </p:tgtEl>
                                        <p:attrNameLst>
                                          <p:attrName>stroke.on</p:attrName>
                                        </p:attrNameLst>
                                      </p:cBhvr>
                                      <p:to>
                                        <p:strVal val="true"/>
                                      </p:to>
                                    </p:set>
                                  </p:childTnLst>
                                </p:cTn>
                              </p:par>
                              <p:par>
                                <p:cTn id="214" presetID="3" presetClass="emph" presetSubtype="2" fill="hold" grpId="0" nodeType="withEffect">
                                  <p:stCondLst>
                                    <p:cond delay="0"/>
                                  </p:stCondLst>
                                  <p:childTnLst>
                                    <p:animClr clrSpc="rgb" dir="cw">
                                      <p:cBhvr override="childStyle">
                                        <p:cTn id="215" dur="500" fill="hold"/>
                                        <p:tgtEl>
                                          <p:spTgt spid="100"/>
                                        </p:tgtEl>
                                        <p:attrNameLst>
                                          <p:attrName>style.color</p:attrName>
                                        </p:attrNameLst>
                                      </p:cBhvr>
                                      <p:to>
                                        <a:srgbClr val="0000FF"/>
                                      </p:to>
                                    </p:animClr>
                                  </p:childTnLst>
                                </p:cTn>
                              </p:par>
                            </p:childTnLst>
                          </p:cTn>
                        </p:par>
                      </p:childTnLst>
                    </p:cTn>
                  </p:par>
                  <p:par>
                    <p:cTn id="216" fill="hold">
                      <p:stCondLst>
                        <p:cond delay="indefinite"/>
                      </p:stCondLst>
                      <p:childTnLst>
                        <p:par>
                          <p:cTn id="217" fill="hold">
                            <p:stCondLst>
                              <p:cond delay="0"/>
                            </p:stCondLst>
                            <p:childTnLst>
                              <p:par>
                                <p:cTn id="218" presetID="10" presetClass="entr" presetSubtype="0" fill="hold" grpId="0" nodeType="clickEffect">
                                  <p:stCondLst>
                                    <p:cond delay="0"/>
                                  </p:stCondLst>
                                  <p:childTnLst>
                                    <p:set>
                                      <p:cBhvr>
                                        <p:cTn id="219" dur="1" fill="hold">
                                          <p:stCondLst>
                                            <p:cond delay="0"/>
                                          </p:stCondLst>
                                        </p:cTn>
                                        <p:tgtEl>
                                          <p:spTgt spid="108"/>
                                        </p:tgtEl>
                                        <p:attrNameLst>
                                          <p:attrName>style.visibility</p:attrName>
                                        </p:attrNameLst>
                                      </p:cBhvr>
                                      <p:to>
                                        <p:strVal val="visible"/>
                                      </p:to>
                                    </p:set>
                                    <p:animEffect transition="in" filter="fade">
                                      <p:cBhvr>
                                        <p:cTn id="220" dur="500"/>
                                        <p:tgtEl>
                                          <p:spTgt spid="108"/>
                                        </p:tgtEl>
                                      </p:cBhvr>
                                    </p:animEffect>
                                  </p:childTnLst>
                                </p:cTn>
                              </p:par>
                              <p:par>
                                <p:cTn id="221" presetID="1" presetClass="exit" presetSubtype="0" fill="hold" grpId="1" nodeType="withEffect">
                                  <p:stCondLst>
                                    <p:cond delay="0"/>
                                  </p:stCondLst>
                                  <p:childTnLst>
                                    <p:set>
                                      <p:cBhvr>
                                        <p:cTn id="222" dur="1" fill="hold">
                                          <p:stCondLst>
                                            <p:cond delay="0"/>
                                          </p:stCondLst>
                                        </p:cTn>
                                        <p:tgtEl>
                                          <p:spTgt spid="107"/>
                                        </p:tgtEl>
                                        <p:attrNameLst>
                                          <p:attrName>style.visibility</p:attrName>
                                        </p:attrNameLst>
                                      </p:cBhvr>
                                      <p:to>
                                        <p:strVal val="hidden"/>
                                      </p:to>
                                    </p:se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nodeType="clickEffect">
                                  <p:stCondLst>
                                    <p:cond delay="0"/>
                                  </p:stCondLst>
                                  <p:childTnLst>
                                    <p:set>
                                      <p:cBhvr>
                                        <p:cTn id="226" dur="1" fill="hold">
                                          <p:stCondLst>
                                            <p:cond delay="0"/>
                                          </p:stCondLst>
                                        </p:cTn>
                                        <p:tgtEl>
                                          <p:spTgt spid="103">
                                            <p:txEl>
                                              <p:pRg st="3" end="3"/>
                                            </p:txEl>
                                          </p:spTgt>
                                        </p:tgtEl>
                                        <p:attrNameLst>
                                          <p:attrName>style.visibility</p:attrName>
                                        </p:attrNameLst>
                                      </p:cBhvr>
                                      <p:to>
                                        <p:strVal val="visible"/>
                                      </p:to>
                                    </p:set>
                                    <p:animEffect transition="in" filter="wipe(left)">
                                      <p:cBhvr>
                                        <p:cTn id="227" dur="500"/>
                                        <p:tgtEl>
                                          <p:spTgt spid="103">
                                            <p:txEl>
                                              <p:pRg st="3" end="3"/>
                                            </p:txEl>
                                          </p:spTgt>
                                        </p:tgtEl>
                                      </p:cBhvr>
                                    </p:animEffec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nodeType="clickEffect">
                                  <p:stCondLst>
                                    <p:cond delay="0"/>
                                  </p:stCondLst>
                                  <p:childTnLst>
                                    <p:set>
                                      <p:cBhvr>
                                        <p:cTn id="231" dur="1" fill="hold">
                                          <p:stCondLst>
                                            <p:cond delay="0"/>
                                          </p:stCondLst>
                                        </p:cTn>
                                        <p:tgtEl>
                                          <p:spTgt spid="104">
                                            <p:txEl>
                                              <p:pRg st="3" end="3"/>
                                            </p:txEl>
                                          </p:spTgt>
                                        </p:tgtEl>
                                        <p:attrNameLst>
                                          <p:attrName>style.visibility</p:attrName>
                                        </p:attrNameLst>
                                      </p:cBhvr>
                                      <p:to>
                                        <p:strVal val="visible"/>
                                      </p:to>
                                    </p:set>
                                    <p:animEffect transition="in" filter="wipe(left)">
                                      <p:cBhvr>
                                        <p:cTn id="232" dur="500"/>
                                        <p:tgtEl>
                                          <p:spTgt spid="104">
                                            <p:txEl>
                                              <p:pRg st="3" end="3"/>
                                            </p:txEl>
                                          </p:spTgt>
                                        </p:tgtEl>
                                      </p:cBhvr>
                                    </p:animEffect>
                                  </p:childTnLst>
                                </p:cTn>
                              </p:par>
                              <p:par>
                                <p:cTn id="233" presetID="1" presetClass="emph" presetSubtype="2" fill="hold" nodeType="withEffect">
                                  <p:stCondLst>
                                    <p:cond delay="0"/>
                                  </p:stCondLst>
                                  <p:childTnLst>
                                    <p:animClr clrSpc="rgb" dir="cw">
                                      <p:cBhvr>
                                        <p:cTn id="234" dur="500" fill="hold"/>
                                        <p:tgtEl>
                                          <p:spTgt spid="73"/>
                                        </p:tgtEl>
                                        <p:attrNameLst>
                                          <p:attrName>fillcolor</p:attrName>
                                        </p:attrNameLst>
                                      </p:cBhvr>
                                      <p:to>
                                        <a:srgbClr val="0070C0"/>
                                      </p:to>
                                    </p:animClr>
                                    <p:set>
                                      <p:cBhvr>
                                        <p:cTn id="235" dur="500" fill="hold"/>
                                        <p:tgtEl>
                                          <p:spTgt spid="73"/>
                                        </p:tgtEl>
                                        <p:attrNameLst>
                                          <p:attrName>fill.type</p:attrName>
                                        </p:attrNameLst>
                                      </p:cBhvr>
                                      <p:to>
                                        <p:strVal val="solid"/>
                                      </p:to>
                                    </p:set>
                                    <p:set>
                                      <p:cBhvr>
                                        <p:cTn id="236" dur="500" fill="hold"/>
                                        <p:tgtEl>
                                          <p:spTgt spid="73"/>
                                        </p:tgtEl>
                                        <p:attrNameLst>
                                          <p:attrName>fill.on</p:attrName>
                                        </p:attrNameLst>
                                      </p:cBhvr>
                                      <p:to>
                                        <p:strVal val="true"/>
                                      </p:to>
                                    </p:set>
                                  </p:childTnLst>
                                </p:cTn>
                              </p:par>
                              <p:par>
                                <p:cTn id="237" presetID="7" presetClass="emph" presetSubtype="2" fill="hold" nodeType="withEffect">
                                  <p:stCondLst>
                                    <p:cond delay="0"/>
                                  </p:stCondLst>
                                  <p:childTnLst>
                                    <p:animClr clrSpc="rgb" dir="cw">
                                      <p:cBhvr>
                                        <p:cTn id="238" dur="500" fill="hold"/>
                                        <p:tgtEl>
                                          <p:spTgt spid="82"/>
                                        </p:tgtEl>
                                        <p:attrNameLst>
                                          <p:attrName>stroke.color</p:attrName>
                                        </p:attrNameLst>
                                      </p:cBhvr>
                                      <p:to>
                                        <a:srgbClr val="0000FF"/>
                                      </p:to>
                                    </p:animClr>
                                    <p:set>
                                      <p:cBhvr>
                                        <p:cTn id="239" dur="500" fill="hold"/>
                                        <p:tgtEl>
                                          <p:spTgt spid="82"/>
                                        </p:tgtEl>
                                        <p:attrNameLst>
                                          <p:attrName>stroke.on</p:attrName>
                                        </p:attrNameLst>
                                      </p:cBhvr>
                                      <p:to>
                                        <p:strVal val="true"/>
                                      </p:to>
                                    </p:set>
                                  </p:childTnLst>
                                </p:cTn>
                              </p:par>
                              <p:par>
                                <p:cTn id="240" presetID="3" presetClass="emph" presetSubtype="2" fill="hold" grpId="0" nodeType="withEffect">
                                  <p:stCondLst>
                                    <p:cond delay="0"/>
                                  </p:stCondLst>
                                  <p:childTnLst>
                                    <p:animClr clrSpc="rgb" dir="cw">
                                      <p:cBhvr override="childStyle">
                                        <p:cTn id="241" dur="500" fill="hold"/>
                                        <p:tgtEl>
                                          <p:spTgt spid="96"/>
                                        </p:tgtEl>
                                        <p:attrNameLst>
                                          <p:attrName>style.color</p:attrName>
                                        </p:attrNameLst>
                                      </p:cBhvr>
                                      <p:to>
                                        <a:srgbClr val="0000FF"/>
                                      </p:to>
                                    </p:animClr>
                                  </p:childTnLst>
                                </p:cTn>
                              </p:par>
                            </p:childTnLst>
                          </p:cTn>
                        </p:par>
                      </p:childTnLst>
                    </p:cTn>
                  </p:par>
                  <p:par>
                    <p:cTn id="242" fill="hold">
                      <p:stCondLst>
                        <p:cond delay="indefinite"/>
                      </p:stCondLst>
                      <p:childTnLst>
                        <p:par>
                          <p:cTn id="243" fill="hold">
                            <p:stCondLst>
                              <p:cond delay="0"/>
                            </p:stCondLst>
                            <p:childTnLst>
                              <p:par>
                                <p:cTn id="244" presetID="10" presetClass="entr" presetSubtype="0" fill="hold" grpId="0" nodeType="clickEffect">
                                  <p:stCondLst>
                                    <p:cond delay="0"/>
                                  </p:stCondLst>
                                  <p:childTnLst>
                                    <p:set>
                                      <p:cBhvr>
                                        <p:cTn id="245" dur="1" fill="hold">
                                          <p:stCondLst>
                                            <p:cond delay="0"/>
                                          </p:stCondLst>
                                        </p:cTn>
                                        <p:tgtEl>
                                          <p:spTgt spid="109"/>
                                        </p:tgtEl>
                                        <p:attrNameLst>
                                          <p:attrName>style.visibility</p:attrName>
                                        </p:attrNameLst>
                                      </p:cBhvr>
                                      <p:to>
                                        <p:strVal val="visible"/>
                                      </p:to>
                                    </p:set>
                                    <p:animEffect transition="in" filter="fade">
                                      <p:cBhvr>
                                        <p:cTn id="246" dur="500"/>
                                        <p:tgtEl>
                                          <p:spTgt spid="109"/>
                                        </p:tgtEl>
                                      </p:cBhvr>
                                    </p:animEffect>
                                  </p:childTnLst>
                                </p:cTn>
                              </p:par>
                              <p:par>
                                <p:cTn id="247" presetID="1" presetClass="exit" presetSubtype="0" fill="hold" grpId="1" nodeType="withEffect">
                                  <p:stCondLst>
                                    <p:cond delay="0"/>
                                  </p:stCondLst>
                                  <p:childTnLst>
                                    <p:set>
                                      <p:cBhvr>
                                        <p:cTn id="248" dur="1" fill="hold">
                                          <p:stCondLst>
                                            <p:cond delay="0"/>
                                          </p:stCondLst>
                                        </p:cTn>
                                        <p:tgtEl>
                                          <p:spTgt spid="108"/>
                                        </p:tgtEl>
                                        <p:attrNameLst>
                                          <p:attrName>style.visibility</p:attrName>
                                        </p:attrNameLst>
                                      </p:cBhvr>
                                      <p:to>
                                        <p:strVal val="hidden"/>
                                      </p:to>
                                    </p:set>
                                  </p:childTnLst>
                                </p:cTn>
                              </p:par>
                            </p:childTnLst>
                          </p:cTn>
                        </p:par>
                      </p:childTnLst>
                    </p:cTn>
                  </p:par>
                  <p:par>
                    <p:cTn id="249" fill="hold">
                      <p:stCondLst>
                        <p:cond delay="indefinite"/>
                      </p:stCondLst>
                      <p:childTnLst>
                        <p:par>
                          <p:cTn id="250" fill="hold">
                            <p:stCondLst>
                              <p:cond delay="0"/>
                            </p:stCondLst>
                            <p:childTnLst>
                              <p:par>
                                <p:cTn id="251" presetID="22" presetClass="entr" presetSubtype="8" fill="hold" nodeType="clickEffect">
                                  <p:stCondLst>
                                    <p:cond delay="0"/>
                                  </p:stCondLst>
                                  <p:childTnLst>
                                    <p:set>
                                      <p:cBhvr>
                                        <p:cTn id="252" dur="1" fill="hold">
                                          <p:stCondLst>
                                            <p:cond delay="0"/>
                                          </p:stCondLst>
                                        </p:cTn>
                                        <p:tgtEl>
                                          <p:spTgt spid="103">
                                            <p:txEl>
                                              <p:pRg st="4" end="4"/>
                                            </p:txEl>
                                          </p:spTgt>
                                        </p:tgtEl>
                                        <p:attrNameLst>
                                          <p:attrName>style.visibility</p:attrName>
                                        </p:attrNameLst>
                                      </p:cBhvr>
                                      <p:to>
                                        <p:strVal val="visible"/>
                                      </p:to>
                                    </p:set>
                                    <p:animEffect transition="in" filter="wipe(left)">
                                      <p:cBhvr>
                                        <p:cTn id="253" dur="500"/>
                                        <p:tgtEl>
                                          <p:spTgt spid="103">
                                            <p:txEl>
                                              <p:pRg st="4" end="4"/>
                                            </p:txEl>
                                          </p:spTgt>
                                        </p:tgtEl>
                                      </p:cBhvr>
                                    </p:animEffect>
                                  </p:childTnLst>
                                </p:cTn>
                              </p:par>
                            </p:childTnLst>
                          </p:cTn>
                        </p:par>
                      </p:childTnLst>
                    </p:cTn>
                  </p:par>
                  <p:par>
                    <p:cTn id="254" fill="hold">
                      <p:stCondLst>
                        <p:cond delay="indefinite"/>
                      </p:stCondLst>
                      <p:childTnLst>
                        <p:par>
                          <p:cTn id="255" fill="hold">
                            <p:stCondLst>
                              <p:cond delay="0"/>
                            </p:stCondLst>
                            <p:childTnLst>
                              <p:par>
                                <p:cTn id="256" presetID="22" presetClass="entr" presetSubtype="8" fill="hold" nodeType="clickEffect">
                                  <p:stCondLst>
                                    <p:cond delay="0"/>
                                  </p:stCondLst>
                                  <p:childTnLst>
                                    <p:set>
                                      <p:cBhvr>
                                        <p:cTn id="257" dur="1" fill="hold">
                                          <p:stCondLst>
                                            <p:cond delay="0"/>
                                          </p:stCondLst>
                                        </p:cTn>
                                        <p:tgtEl>
                                          <p:spTgt spid="104">
                                            <p:txEl>
                                              <p:pRg st="4" end="4"/>
                                            </p:txEl>
                                          </p:spTgt>
                                        </p:tgtEl>
                                        <p:attrNameLst>
                                          <p:attrName>style.visibility</p:attrName>
                                        </p:attrNameLst>
                                      </p:cBhvr>
                                      <p:to>
                                        <p:strVal val="visible"/>
                                      </p:to>
                                    </p:set>
                                    <p:animEffect transition="in" filter="wipe(left)">
                                      <p:cBhvr>
                                        <p:cTn id="258" dur="500"/>
                                        <p:tgtEl>
                                          <p:spTgt spid="104">
                                            <p:txEl>
                                              <p:pRg st="4" end="4"/>
                                            </p:txEl>
                                          </p:spTgt>
                                        </p:tgtEl>
                                      </p:cBhvr>
                                    </p:animEffect>
                                  </p:childTnLst>
                                </p:cTn>
                              </p:par>
                              <p:par>
                                <p:cTn id="259" presetID="7" presetClass="emph" presetSubtype="2" fill="hold" nodeType="withEffect">
                                  <p:stCondLst>
                                    <p:cond delay="0"/>
                                  </p:stCondLst>
                                  <p:childTnLst>
                                    <p:animClr clrSpc="rgb" dir="cw">
                                      <p:cBhvr>
                                        <p:cTn id="260" dur="500" fill="hold"/>
                                        <p:tgtEl>
                                          <p:spTgt spid="79"/>
                                        </p:tgtEl>
                                        <p:attrNameLst>
                                          <p:attrName>stroke.color</p:attrName>
                                        </p:attrNameLst>
                                      </p:cBhvr>
                                      <p:to>
                                        <a:srgbClr val="0000FF"/>
                                      </p:to>
                                    </p:animClr>
                                    <p:set>
                                      <p:cBhvr>
                                        <p:cTn id="261" dur="500" fill="hold"/>
                                        <p:tgtEl>
                                          <p:spTgt spid="79"/>
                                        </p:tgtEl>
                                        <p:attrNameLst>
                                          <p:attrName>stroke.on</p:attrName>
                                        </p:attrNameLst>
                                      </p:cBhvr>
                                      <p:to>
                                        <p:strVal val="true"/>
                                      </p:to>
                                    </p:set>
                                  </p:childTnLst>
                                </p:cTn>
                              </p:par>
                              <p:par>
                                <p:cTn id="262" presetID="3" presetClass="emph" presetSubtype="2" fill="hold" grpId="0" nodeType="withEffect">
                                  <p:stCondLst>
                                    <p:cond delay="0"/>
                                  </p:stCondLst>
                                  <p:childTnLst>
                                    <p:animClr clrSpc="rgb" dir="cw">
                                      <p:cBhvr override="childStyle">
                                        <p:cTn id="263" dur="500" fill="hold"/>
                                        <p:tgtEl>
                                          <p:spTgt spid="91"/>
                                        </p:tgtEl>
                                        <p:attrNameLst>
                                          <p:attrName>style.color</p:attrName>
                                        </p:attrNameLst>
                                      </p:cBhvr>
                                      <p:to>
                                        <a:srgbClr val="0000FF"/>
                                      </p:to>
                                    </p:animClr>
                                  </p:childTnLst>
                                </p:cTn>
                              </p:par>
                            </p:childTnLst>
                          </p:cTn>
                        </p:par>
                      </p:childTnLst>
                    </p:cTn>
                  </p:par>
                  <p:par>
                    <p:cTn id="264" fill="hold">
                      <p:stCondLst>
                        <p:cond delay="indefinite"/>
                      </p:stCondLst>
                      <p:childTnLst>
                        <p:par>
                          <p:cTn id="265" fill="hold">
                            <p:stCondLst>
                              <p:cond delay="0"/>
                            </p:stCondLst>
                            <p:childTnLst>
                              <p:par>
                                <p:cTn id="266" presetID="22" presetClass="entr" presetSubtype="8" fill="hold" nodeType="clickEffect">
                                  <p:stCondLst>
                                    <p:cond delay="0"/>
                                  </p:stCondLst>
                                  <p:childTnLst>
                                    <p:set>
                                      <p:cBhvr>
                                        <p:cTn id="267" dur="1" fill="hold">
                                          <p:stCondLst>
                                            <p:cond delay="0"/>
                                          </p:stCondLst>
                                        </p:cTn>
                                        <p:tgtEl>
                                          <p:spTgt spid="103">
                                            <p:txEl>
                                              <p:pRg st="5" end="5"/>
                                            </p:txEl>
                                          </p:spTgt>
                                        </p:tgtEl>
                                        <p:attrNameLst>
                                          <p:attrName>style.visibility</p:attrName>
                                        </p:attrNameLst>
                                      </p:cBhvr>
                                      <p:to>
                                        <p:strVal val="visible"/>
                                      </p:to>
                                    </p:set>
                                    <p:animEffect transition="in" filter="wipe(left)">
                                      <p:cBhvr>
                                        <p:cTn id="268" dur="500"/>
                                        <p:tgtEl>
                                          <p:spTgt spid="103">
                                            <p:txEl>
                                              <p:pRg st="5" end="5"/>
                                            </p:txEl>
                                          </p:spTgt>
                                        </p:tgtEl>
                                      </p:cBhvr>
                                    </p:animEffect>
                                  </p:childTnLst>
                                </p:cTn>
                              </p:par>
                              <p:par>
                                <p:cTn id="269" presetID="10" presetClass="entr" presetSubtype="0" fill="hold" grpId="0" nodeType="withEffect">
                                  <p:stCondLst>
                                    <p:cond delay="0"/>
                                  </p:stCondLst>
                                  <p:childTnLst>
                                    <p:set>
                                      <p:cBhvr>
                                        <p:cTn id="270" dur="1" fill="hold">
                                          <p:stCondLst>
                                            <p:cond delay="0"/>
                                          </p:stCondLst>
                                        </p:cTn>
                                        <p:tgtEl>
                                          <p:spTgt spid="110"/>
                                        </p:tgtEl>
                                        <p:attrNameLst>
                                          <p:attrName>style.visibility</p:attrName>
                                        </p:attrNameLst>
                                      </p:cBhvr>
                                      <p:to>
                                        <p:strVal val="visible"/>
                                      </p:to>
                                    </p:set>
                                    <p:animEffect transition="in" filter="fade">
                                      <p:cBhvr>
                                        <p:cTn id="271" dur="500"/>
                                        <p:tgtEl>
                                          <p:spTgt spid="110"/>
                                        </p:tgtEl>
                                      </p:cBhvr>
                                    </p:animEffect>
                                  </p:childTnLst>
                                </p:cTn>
                              </p:par>
                              <p:par>
                                <p:cTn id="272" presetID="1" presetClass="exit" presetSubtype="0" fill="hold" grpId="1" nodeType="withEffect">
                                  <p:stCondLst>
                                    <p:cond delay="0"/>
                                  </p:stCondLst>
                                  <p:childTnLst>
                                    <p:set>
                                      <p:cBhvr>
                                        <p:cTn id="273" dur="1" fill="hold">
                                          <p:stCondLst>
                                            <p:cond delay="0"/>
                                          </p:stCondLst>
                                        </p:cTn>
                                        <p:tgtEl>
                                          <p:spTgt spid="109"/>
                                        </p:tgtEl>
                                        <p:attrNameLst>
                                          <p:attrName>style.visibility</p:attrName>
                                        </p:attrNameLst>
                                      </p:cBhvr>
                                      <p:to>
                                        <p:strVal val="hidden"/>
                                      </p:to>
                                    </p:set>
                                  </p:childTnLst>
                                </p:cTn>
                              </p:par>
                            </p:childTnLst>
                          </p:cTn>
                        </p:par>
                      </p:childTnLst>
                    </p:cTn>
                  </p:par>
                  <p:par>
                    <p:cTn id="274" fill="hold">
                      <p:stCondLst>
                        <p:cond delay="indefinite"/>
                      </p:stCondLst>
                      <p:childTnLst>
                        <p:par>
                          <p:cTn id="275" fill="hold">
                            <p:stCondLst>
                              <p:cond delay="0"/>
                            </p:stCondLst>
                            <p:childTnLst>
                              <p:par>
                                <p:cTn id="276" presetID="22" presetClass="entr" presetSubtype="8" fill="hold" nodeType="clickEffect">
                                  <p:stCondLst>
                                    <p:cond delay="0"/>
                                  </p:stCondLst>
                                  <p:childTnLst>
                                    <p:set>
                                      <p:cBhvr>
                                        <p:cTn id="277" dur="1" fill="hold">
                                          <p:stCondLst>
                                            <p:cond delay="0"/>
                                          </p:stCondLst>
                                        </p:cTn>
                                        <p:tgtEl>
                                          <p:spTgt spid="104">
                                            <p:txEl>
                                              <p:pRg st="5" end="5"/>
                                            </p:txEl>
                                          </p:spTgt>
                                        </p:tgtEl>
                                        <p:attrNameLst>
                                          <p:attrName>style.visibility</p:attrName>
                                        </p:attrNameLst>
                                      </p:cBhvr>
                                      <p:to>
                                        <p:strVal val="visible"/>
                                      </p:to>
                                    </p:set>
                                    <p:animEffect transition="in" filter="wipe(left)">
                                      <p:cBhvr>
                                        <p:cTn id="278" dur="500"/>
                                        <p:tgtEl>
                                          <p:spTgt spid="10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bldLvl="0" animBg="1"/>
      <p:bldP spid="33" grpId="0" bldLvl="0" animBg="1"/>
      <p:bldP spid="4" grpId="0"/>
      <p:bldP spid="5" grpId="0" bldLvl="0" animBg="1"/>
      <p:bldP spid="7" grpId="0" bldLvl="0" animBg="1"/>
      <p:bldP spid="8" grpId="0" bldLvl="0" animBg="1"/>
      <p:bldP spid="9" grpId="0" bldLvl="0" animBg="1"/>
      <p:bldP spid="10" grpId="0" bldLvl="0" animBg="1"/>
      <p:bldP spid="11" grpId="0" bldLvl="0" animBg="1"/>
      <p:bldP spid="12" grpId="0" bldLvl="0" animBg="1"/>
      <p:bldP spid="19" grpId="0" bldLvl="0" animBg="1"/>
      <p:bldP spid="20" grpId="0" bldLvl="0" animBg="1"/>
      <p:bldP spid="21" grpId="0" bldLvl="0" animBg="1"/>
      <p:bldP spid="22" grpId="0" bldLvl="0" animBg="1"/>
      <p:bldP spid="24" grpId="0" bldLvl="0" animBg="1"/>
      <p:bldP spid="25" grpId="0" bldLvl="0" animBg="1"/>
      <p:bldP spid="27" grpId="0" bldLvl="0" animBg="1"/>
      <p:bldP spid="29" grpId="0" bldLvl="0" animBg="1"/>
      <p:bldP spid="30" grpId="0" bldLvl="0" animBg="1"/>
      <p:bldP spid="34" grpId="0" bldLvl="0" animBg="1"/>
      <p:bldP spid="40" grpId="0" bldLvl="0" animBg="1"/>
      <p:bldP spid="43" grpId="0" bldLvl="0" animBg="1"/>
      <p:bldP spid="44" grpId="0"/>
      <p:bldP spid="45" grpId="0" bldLvl="0" animBg="1"/>
      <p:bldP spid="46" grpId="0" bldLvl="0" animBg="1"/>
      <p:bldP spid="47" grpId="0" bldLvl="0" animBg="1"/>
      <p:bldP spid="48" grpId="0" bldLvl="0" animBg="1"/>
      <p:bldP spid="49" grpId="0" bldLvl="0" animBg="1"/>
      <p:bldP spid="50" grpId="0" bldLvl="0" animBg="1"/>
      <p:bldP spid="51" grpId="0" bldLvl="0" animBg="1"/>
      <p:bldP spid="59" grpId="0" bldLvl="0" animBg="1"/>
      <p:bldP spid="60" grpId="0" bldLvl="0" animBg="1"/>
      <p:bldP spid="61" grpId="0" bldLvl="0" animBg="1"/>
      <p:bldP spid="62" grpId="0" bldLvl="0" animBg="1"/>
      <p:bldP spid="64" grpId="0" bldLvl="0" animBg="1"/>
      <p:bldP spid="65" grpId="0" bldLvl="0" animBg="1"/>
      <p:bldP spid="67" grpId="0" bldLvl="0" animBg="1"/>
      <p:bldP spid="69" grpId="0" bldLvl="0" animBg="1"/>
      <p:bldP spid="70" grpId="0" bldLvl="0" animBg="1"/>
      <p:bldP spid="91" grpId="0"/>
      <p:bldP spid="96" grpId="0"/>
      <p:bldP spid="99" grpId="0"/>
      <p:bldP spid="100" grpId="0"/>
      <p:bldP spid="101" grpId="0"/>
      <p:bldP spid="105" grpId="0" bldLvl="0" animBg="1"/>
      <p:bldP spid="105" grpId="1" bldLvl="0" animBg="1"/>
      <p:bldP spid="106" grpId="0" bldLvl="0" animBg="1"/>
      <p:bldP spid="106" grpId="1" bldLvl="0" animBg="1"/>
      <p:bldP spid="107" grpId="0" bldLvl="0" animBg="1"/>
      <p:bldP spid="107" grpId="1" bldLvl="0" animBg="1"/>
      <p:bldP spid="108" grpId="0" bldLvl="0" animBg="1"/>
      <p:bldP spid="108" grpId="1" bldLvl="0" animBg="1"/>
      <p:bldP spid="109" grpId="0" bldLvl="0" animBg="1"/>
      <p:bldP spid="109" grpId="1" bldLvl="0" animBg="1"/>
      <p:bldP spid="110"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565CE74E-AB26-4998-AD42-012C4C1AD076}" type="slidenum">
              <a:rPr lang="zh-CN" altLang="en-US" smtClean="0"/>
            </a:fld>
            <a:endParaRPr lang="zh-CN" altLang="en-US" dirty="0"/>
          </a:p>
        </p:txBody>
      </p:sp>
      <p:sp>
        <p:nvSpPr>
          <p:cNvPr id="6" name="文本框 5"/>
          <p:cNvSpPr txBox="1"/>
          <p:nvPr>
            <p:custDataLst>
              <p:tags r:id="rId1"/>
            </p:custDataLst>
          </p:nvPr>
        </p:nvSpPr>
        <p:spPr>
          <a:xfrm>
            <a:off x="1102360" y="75730"/>
            <a:ext cx="3230880" cy="706755"/>
          </a:xfrm>
          <a:prstGeom prst="rect">
            <a:avLst/>
          </a:prstGeom>
          <a:noFill/>
        </p:spPr>
        <p:txBody>
          <a:bodyPr wrap="none" rtlCol="0">
            <a:spAutoFit/>
          </a:bodyPr>
          <a:p>
            <a:r>
              <a:rPr lang="zh-CN" altLang="en-US" sz="4000" b="1" dirty="0">
                <a:solidFill>
                  <a:schemeClr val="accent1">
                    <a:lumMod val="75000"/>
                  </a:schemeClr>
                </a:solidFill>
              </a:rPr>
              <a:t>单源最短路径</a:t>
            </a:r>
            <a:endParaRPr lang="zh-CN" altLang="en-US" sz="4000" b="1" dirty="0">
              <a:solidFill>
                <a:schemeClr val="accent1">
                  <a:lumMod val="75000"/>
                </a:schemeClr>
              </a:solidFill>
            </a:endParaRPr>
          </a:p>
        </p:txBody>
      </p:sp>
      <p:sp>
        <p:nvSpPr>
          <p:cNvPr id="21" name="文本框 20"/>
          <p:cNvSpPr txBox="1"/>
          <p:nvPr>
            <p:custDataLst>
              <p:tags r:id="rId2"/>
            </p:custDataLst>
          </p:nvPr>
        </p:nvSpPr>
        <p:spPr>
          <a:xfrm>
            <a:off x="0" y="782320"/>
            <a:ext cx="2242185" cy="4432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贪心选择性质证明：</a:t>
            </a:r>
            <a:endPar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endParaRPr>
          </a:p>
          <a:p>
            <a:endParaRPr lang="zh-CN" altLang="en-US" sz="2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3"/>
            </p:custDataLst>
          </p:nvPr>
        </p:nvSpPr>
        <p:spPr>
          <a:xfrm>
            <a:off x="2241550" y="875665"/>
            <a:ext cx="9950450" cy="1322070"/>
          </a:xfrm>
          <a:prstGeom prst="rect">
            <a:avLst/>
          </a:prstGeom>
          <a:solidFill>
            <a:schemeClr val="accent5">
              <a:lumMod val="20000"/>
              <a:lumOff val="80000"/>
            </a:schemeClr>
          </a:solidFill>
        </p:spPr>
        <p:txBody>
          <a:bodyPr wrap="square" rtlCol="0" anchor="t">
            <a:spAutoFit/>
          </a:bodyPr>
          <a:p>
            <a:r>
              <a:rPr sz="2000" b="1">
                <a:latin typeface="微软雅黑" panose="020B0503020204020204" charset="-122"/>
                <a:ea typeface="微软雅黑" panose="020B0503020204020204" charset="-122"/>
                <a:cs typeface="微软雅黑" panose="020B0503020204020204" charset="-122"/>
              </a:rPr>
              <a:t>只需要证明:算法进行到第k步时，对于S中的每个点i源点到i的路径都是最短的。</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证明:k=1时，即第一步，S中只有源点为u，自己到自己的路径长度为0，显然是最短的。</a:t>
            </a:r>
            <a:endParaRPr sz="2000" b="1">
              <a:latin typeface="微软雅黑" panose="020B0503020204020204" charset="-122"/>
              <a:ea typeface="微软雅黑" panose="020B0503020204020204" charset="-122"/>
              <a:cs typeface="微软雅黑" panose="020B0503020204020204" charset="-122"/>
            </a:endParaRPr>
          </a:p>
          <a:p>
            <a:r>
              <a:rPr sz="2000" b="1">
                <a:latin typeface="微软雅黑" panose="020B0503020204020204" charset="-122"/>
                <a:ea typeface="微软雅黑" panose="020B0503020204020204" charset="-122"/>
                <a:cs typeface="微软雅黑" panose="020B0503020204020204" charset="-122"/>
              </a:rPr>
              <a:t>假设第k步，对于S中的每个点i，源点到i的路径都是最短的。则第k+1步选择的V-S中的顶点是t，证明源点到t的路径长度dist[t]是最小的</a:t>
            </a:r>
            <a:endParaRPr sz="2000" b="1">
              <a:latin typeface="微软雅黑" panose="020B0503020204020204" charset="-122"/>
              <a:ea typeface="微软雅黑" panose="020B0503020204020204" charset="-122"/>
              <a:cs typeface="微软雅黑" panose="020B0503020204020204" charset="-122"/>
            </a:endParaRPr>
          </a:p>
        </p:txBody>
      </p:sp>
      <p:sp>
        <p:nvSpPr>
          <p:cNvPr id="5" name="灯片编号占位符 2"/>
          <p:cNvSpPr>
            <a:spLocks noGrp="1"/>
          </p:cNvSpPr>
          <p:nvPr>
            <p:custDataLst>
              <p:tags r:id="rId4"/>
            </p:custDataLst>
          </p:nvPr>
        </p:nvSpPr>
        <p:spPr>
          <a:xfrm>
            <a:off x="11480800" y="6483350"/>
            <a:ext cx="639617" cy="365125"/>
          </a:xfrm>
          <a:prstGeom prst="rect">
            <a:avLst/>
          </a:prstGeom>
        </p:spPr>
        <p:txBody>
          <a:bodyPr vert="horz" lIns="91440" tIns="45720" rIns="91440" bIns="45720" rtlCol="0" anchor="ctr"/>
          <a:lstStyle>
            <a:defPPr>
              <a:defRPr lang="zh-CN"/>
            </a:defPPr>
            <a:lvl1pPr marL="0" algn="r" defTabSz="914400" rtl="0" eaLnBrk="1" latinLnBrk="0" hangingPunct="1">
              <a:defRPr sz="2400" b="1" kern="1200">
                <a:solidFill>
                  <a:schemeClr val="bg1"/>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5CE74E-AB26-4998-AD42-012C4C1AD076}" type="slidenum">
              <a:rPr lang="zh-CN" altLang="en-US" smtClean="0"/>
            </a:fld>
            <a:endParaRPr lang="zh-CN" altLang="en-US" dirty="0"/>
          </a:p>
        </p:txBody>
      </p:sp>
      <p:sp>
        <p:nvSpPr>
          <p:cNvPr id="10" name="文本框 9"/>
          <p:cNvSpPr txBox="1"/>
          <p:nvPr>
            <p:custDataLst>
              <p:tags r:id="rId5"/>
            </p:custDataLst>
          </p:nvPr>
        </p:nvSpPr>
        <p:spPr>
          <a:xfrm>
            <a:off x="0" y="2341245"/>
            <a:ext cx="2523490" cy="430530"/>
          </a:xfrm>
          <a:prstGeom prst="rect">
            <a:avLst/>
          </a:prstGeom>
          <a:noFill/>
        </p:spPr>
        <p:txBody>
          <a:bodyPr wrap="square" rtlCol="0">
            <a:noAutofit/>
          </a:bodyPr>
          <a:p>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最优子结构性质</a:t>
            </a:r>
            <a:r>
              <a:rPr lang="zh-CN" altLang="en-US" sz="2000" b="1">
                <a:solidFill>
                  <a:schemeClr val="accent5">
                    <a:lumMod val="75000"/>
                  </a:schemeClr>
                </a:solidFill>
                <a:latin typeface="微软雅黑" panose="020B0503020204020204" charset="-122"/>
                <a:ea typeface="微软雅黑" panose="020B0503020204020204" charset="-122"/>
                <a:cs typeface="微软雅黑" panose="020B0503020204020204" charset="-122"/>
              </a:rPr>
              <a:t>证明：</a:t>
            </a:r>
            <a:endParaRPr sz="2000" b="1">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custDataLst>
              <p:tags r:id="rId6"/>
            </p:custDataLst>
          </p:nvPr>
        </p:nvSpPr>
        <p:spPr>
          <a:xfrm>
            <a:off x="2524125" y="2392680"/>
            <a:ext cx="9667875" cy="2245360"/>
          </a:xfrm>
          <a:prstGeom prst="rect">
            <a:avLst/>
          </a:prstGeom>
          <a:solidFill>
            <a:schemeClr val="accent5">
              <a:lumMod val="20000"/>
              <a:lumOff val="80000"/>
            </a:schemeClr>
          </a:solidFill>
        </p:spPr>
        <p:txBody>
          <a:bodyPr wrap="square" rtlCol="0" anchor="t">
            <a:spAutoFit/>
          </a:bodyPr>
          <a:p>
            <a:r>
              <a:rPr lang="zh-CN" altLang="en-US" sz="2000" b="1">
                <a:latin typeface="微软雅黑" panose="020B0503020204020204" charset="-122"/>
                <a:ea typeface="微软雅黑" panose="020B0503020204020204" charset="-122"/>
                <a:cs typeface="微软雅黑" panose="020B0503020204020204" charset="-122"/>
              </a:rPr>
              <a:t>假设dist[t]不是最小的，则肯定存在一条从源点u到t</a:t>
            </a:r>
            <a:r>
              <a:rPr lang="zh-CN" altLang="en-US" sz="2000" b="1">
                <a:latin typeface="微软雅黑" panose="020B0503020204020204" charset="-122"/>
                <a:ea typeface="微软雅黑" panose="020B0503020204020204" charset="-122"/>
                <a:cs typeface="微软雅黑" panose="020B0503020204020204" charset="-122"/>
              </a:rPr>
              <a:t>且长度比dist[t]更短的路，设这条路径L初次走出S之外到达的顶点为x最后又到达t。</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L路径上，令d(u,x)：u到x的路径长度，d(x,t)：x到t的路径长度，</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d(u,t)：源点u到顶点t的路径长度;则:</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d(u,x)+d(x,t)=d(u,t)&lt;dist[t]</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又dist[x</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d(u,x)，所以dist[x]+d(x,t)</a:t>
            </a:r>
            <a:r>
              <a:rPr lang="en-US" altLang="zh-CN" sz="2000" b="1">
                <a:latin typeface="微软雅黑" panose="020B0503020204020204" charset="-122"/>
                <a:ea typeface="微软雅黑" panose="020B0503020204020204" charset="-122"/>
                <a:cs typeface="微软雅黑" panose="020B0503020204020204" charset="-122"/>
                <a:sym typeface="+mn-ea"/>
              </a:rPr>
              <a:t>≤</a:t>
            </a:r>
            <a:r>
              <a:rPr lang="zh-CN" altLang="en-US" sz="2000" b="1">
                <a:latin typeface="微软雅黑" panose="020B0503020204020204" charset="-122"/>
                <a:ea typeface="微软雅黑" panose="020B0503020204020204" charset="-122"/>
                <a:cs typeface="微软雅黑" panose="020B0503020204020204" charset="-122"/>
              </a:rPr>
              <a:t>d(u,t)&lt;dist[t]</a:t>
            </a:r>
            <a:endParaRPr lang="zh-CN" altLang="en-US" sz="2000" b="1">
              <a:latin typeface="微软雅黑" panose="020B0503020204020204" charset="-122"/>
              <a:ea typeface="微软雅黑" panose="020B0503020204020204" charset="-122"/>
              <a:cs typeface="微软雅黑" panose="020B0503020204020204" charset="-122"/>
            </a:endParaRPr>
          </a:p>
          <a:p>
            <a:r>
              <a:rPr lang="zh-CN" altLang="en-US" sz="2000" b="1">
                <a:latin typeface="微软雅黑" panose="020B0503020204020204" charset="-122"/>
                <a:ea typeface="微软雅黑" panose="020B0503020204020204" charset="-122"/>
                <a:cs typeface="微软雅黑" panose="020B0503020204020204" charset="-122"/>
              </a:rPr>
              <a:t>即:dist[x]&lt;dist</a:t>
            </a:r>
            <a:r>
              <a:rPr lang="en-US" altLang="zh-CN" sz="2000" b="1">
                <a:latin typeface="微软雅黑" panose="020B0503020204020204" charset="-122"/>
                <a:ea typeface="微软雅黑" panose="020B0503020204020204" charset="-122"/>
                <a:cs typeface="微软雅黑" panose="020B0503020204020204" charset="-122"/>
              </a:rPr>
              <a:t>[</a:t>
            </a:r>
            <a:r>
              <a:rPr lang="zh-CN" altLang="en-US" sz="2000" b="1">
                <a:latin typeface="微软雅黑" panose="020B0503020204020204" charset="-122"/>
                <a:ea typeface="微软雅黑" panose="020B0503020204020204" charset="-122"/>
                <a:cs typeface="微软雅黑" panose="020B0503020204020204" charset="-122"/>
              </a:rPr>
              <a:t>t]，x应先于t加入到S集合中，这与事实x不在S中矛盾，假设不成立。</a:t>
            </a:r>
            <a:endParaRPr lang="zh-CN" altLang="en-US" sz="2000" b="1">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848464"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算法设计</a:t>
            </a:r>
            <a:endParaRPr lang="zh-CN" altLang="en-US" sz="4000" b="1" dirty="0">
              <a:solidFill>
                <a:schemeClr val="accent1">
                  <a:lumMod val="75000"/>
                </a:schemeClr>
              </a:solidFill>
            </a:endParaRPr>
          </a:p>
        </p:txBody>
      </p:sp>
      <p:sp>
        <p:nvSpPr>
          <p:cNvPr id="8" name="椭圆 7"/>
          <p:cNvSpPr/>
          <p:nvPr/>
        </p:nvSpPr>
        <p:spPr>
          <a:xfrm>
            <a:off x="8131278" y="845575"/>
            <a:ext cx="2212258" cy="2212258"/>
          </a:xfrm>
          <a:prstGeom prst="ellipse">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zh-CN" altLang="en-US" sz="4000" b="1" dirty="0">
                <a:solidFill>
                  <a:schemeClr val="accent1">
                    <a:lumMod val="75000"/>
                  </a:schemeClr>
                </a:solidFill>
              </a:rPr>
              <a:t>与分析</a:t>
            </a:r>
            <a:endParaRPr lang="zh-CN" altLang="en-US" sz="4000" b="1" dirty="0">
              <a:solidFill>
                <a:schemeClr val="accent1">
                  <a:lumMod val="75000"/>
                </a:schemeClr>
              </a:solidFill>
            </a:endParaRPr>
          </a:p>
        </p:txBody>
      </p:sp>
      <p:sp>
        <p:nvSpPr>
          <p:cNvPr id="11" name="弧形 10"/>
          <p:cNvSpPr/>
          <p:nvPr/>
        </p:nvSpPr>
        <p:spPr>
          <a:xfrm rot="7802901">
            <a:off x="4557251" y="3429000"/>
            <a:ext cx="3077497" cy="2008239"/>
          </a:xfrm>
          <a:prstGeom prst="arc">
            <a:avLst>
              <a:gd name="adj1" fmla="val 12116962"/>
              <a:gd name="adj2" fmla="val 0"/>
            </a:avLst>
          </a:prstGeom>
          <a:noFill/>
          <a:ln w="63500">
            <a:solidFill>
              <a:srgbClr val="FFC00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2" name="文本框 11"/>
          <p:cNvSpPr txBox="1"/>
          <p:nvPr/>
        </p:nvSpPr>
        <p:spPr>
          <a:xfrm>
            <a:off x="8761095" y="3281045"/>
            <a:ext cx="3055620" cy="2759075"/>
          </a:xfrm>
          <a:prstGeom prst="rect">
            <a:avLst/>
          </a:prstGeom>
          <a:noFill/>
        </p:spPr>
        <p:txBody>
          <a:bodyPr wrap="none" rtlCol="0">
            <a:noAutofit/>
          </a:bodyPr>
          <a:lstStyle/>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贪心算法基本思想</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背包问题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会场安排问题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最优装载问题</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哈夫曼编码</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rPr>
              <a:t>最小生成树</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endParaRPr>
          </a:p>
          <a:p>
            <a:pPr marL="342900" indent="-342900" algn="l">
              <a:buFont typeface="Wingdings" panose="05000000000000000000" charset="0"/>
              <a:buChar char="n"/>
            </a:pPr>
            <a:r>
              <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sym typeface="+mn-ea"/>
              </a:rPr>
              <a:t>单源最短路径</a:t>
            </a: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sym typeface="+mn-ea"/>
            </a:endParaRPr>
          </a:p>
          <a:p>
            <a:pPr indent="0" algn="l">
              <a:buFont typeface="Wingdings" panose="05000000000000000000" charset="0"/>
              <a:buNone/>
            </a:pPr>
            <a:endParaRPr lang="zh-CN" altLang="en-US" sz="2400" b="1" strike="sngStrike" dirty="0">
              <a:solidFill>
                <a:schemeClr val="bg1">
                  <a:lumMod val="75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TABLE_ENDDRAG_ORIGIN_RECT" val="773*88"/>
  <p:tag name="TABLE_ENDDRAG_RECT" val="181*195*773*88"/>
</p:tagLst>
</file>

<file path=ppt/tags/tag27.xml><?xml version="1.0" encoding="utf-8"?>
<p:tagLst xmlns:p="http://schemas.openxmlformats.org/presentationml/2006/main">
  <p:tag name="TABLE_ENDDRAG_ORIGIN_RECT" val="773*30"/>
  <p:tag name="TABLE_ENDDRAG_RECT" val="181*284*773*30"/>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TABLE_ENDDRAG_ORIGIN_RECT" val="773*88"/>
  <p:tag name="TABLE_ENDDRAG_RECT" val="181*195*773*88"/>
</p:tagLst>
</file>

<file path=ppt/tags/tag30.xml><?xml version="1.0" encoding="utf-8"?>
<p:tagLst xmlns:p="http://schemas.openxmlformats.org/presentationml/2006/main">
  <p:tag name="TABLE_ENDDRAG_ORIGIN_RECT" val="773*30"/>
  <p:tag name="TABLE_ENDDRAG_RECT" val="181*284*773*30"/>
</p:tagLst>
</file>

<file path=ppt/tags/tag31.xml><?xml version="1.0" encoding="utf-8"?>
<p:tagLst xmlns:p="http://schemas.openxmlformats.org/presentationml/2006/main">
  <p:tag name="TABLE_ENDDRAG_ORIGIN_RECT" val="773*30"/>
  <p:tag name="TABLE_ENDDRAG_RECT" val="181*284*773*30"/>
</p:tagLst>
</file>

<file path=ppt/tags/tag32.xml><?xml version="1.0" encoding="utf-8"?>
<p:tagLst xmlns:p="http://schemas.openxmlformats.org/presentationml/2006/main">
  <p:tag name="TABLE_ENDDRAG_ORIGIN_RECT" val="773*88"/>
  <p:tag name="TABLE_ENDDRAG_RECT" val="181*195*773*88"/>
</p:tagLst>
</file>

<file path=ppt/tags/tag33.xml><?xml version="1.0" encoding="utf-8"?>
<p:tagLst xmlns:p="http://schemas.openxmlformats.org/presentationml/2006/main">
  <p:tag name="TABLE_ENDDRAG_ORIGIN_RECT" val="773*30"/>
  <p:tag name="TABLE_ENDDRAG_RECT" val="181*284*773*30"/>
</p:tagLst>
</file>

<file path=ppt/tags/tag34.xml><?xml version="1.0" encoding="utf-8"?>
<p:tagLst xmlns:p="http://schemas.openxmlformats.org/presentationml/2006/main">
  <p:tag name="TABLE_ENDDRAG_ORIGIN_RECT" val="773*88"/>
  <p:tag name="TABLE_ENDDRAG_RECT" val="181*195*773*88"/>
</p:tagLst>
</file>

<file path=ppt/tags/tag35.xml><?xml version="1.0" encoding="utf-8"?>
<p:tagLst xmlns:p="http://schemas.openxmlformats.org/presentationml/2006/main">
  <p:tag name="TABLE_ENDDRAG_ORIGIN_RECT" val="128*86"/>
  <p:tag name="TABLE_ENDDRAG_RECT" val="181*360*128*86"/>
</p:tagLst>
</file>

<file path=ppt/tags/tag36.xml><?xml version="1.0" encoding="utf-8"?>
<p:tagLst xmlns:p="http://schemas.openxmlformats.org/presentationml/2006/main">
  <p:tag name="TABLE_ENDDRAG_ORIGIN_RECT" val="128*86"/>
  <p:tag name="TABLE_ENDDRAG_RECT" val="309*360*128*86"/>
</p:tagLst>
</file>

<file path=ppt/tags/tag37.xml><?xml version="1.0" encoding="utf-8"?>
<p:tagLst xmlns:p="http://schemas.openxmlformats.org/presentationml/2006/main">
  <p:tag name="TABLE_ENDDRAG_ORIGIN_RECT" val="128*86"/>
  <p:tag name="TABLE_ENDDRAG_RECT" val="309*360*128*86"/>
  <p:tag name="KSO_WM_BEAUTIFY_FLAG" val=""/>
</p:tagLst>
</file>

<file path=ppt/tags/tag38.xml><?xml version="1.0" encoding="utf-8"?>
<p:tagLst xmlns:p="http://schemas.openxmlformats.org/presentationml/2006/main">
  <p:tag name="TABLE_ENDDRAG_ORIGIN_RECT" val="128*86"/>
  <p:tag name="TABLE_ENDDRAG_RECT" val="309*360*128*86"/>
  <p:tag name="KSO_WM_BEAUTIFY_FLAG" val=""/>
</p:tagLst>
</file>

<file path=ppt/tags/tag39.xml><?xml version="1.0" encoding="utf-8"?>
<p:tagLst xmlns:p="http://schemas.openxmlformats.org/presentationml/2006/main">
  <p:tag name="TABLE_ENDDRAG_ORIGIN_RECT" val="773*30"/>
  <p:tag name="TABLE_ENDDRAG_RECT" val="181*284*773*30"/>
</p:tagLst>
</file>

<file path=ppt/tags/tag40.xml><?xml version="1.0" encoding="utf-8"?>
<p:tagLst xmlns:p="http://schemas.openxmlformats.org/presentationml/2006/main">
  <p:tag name="TABLE_ENDDRAG_ORIGIN_RECT" val="773*88"/>
  <p:tag name="TABLE_ENDDRAG_RECT" val="181*195*773*88"/>
</p:tagLst>
</file>

<file path=ppt/tags/tag41.xml><?xml version="1.0" encoding="utf-8"?>
<p:tagLst xmlns:p="http://schemas.openxmlformats.org/presentationml/2006/main">
  <p:tag name="TABLE_ENDDRAG_ORIGIN_RECT" val="128*86"/>
  <p:tag name="TABLE_ENDDRAG_RECT" val="181*360*128*86"/>
</p:tagLst>
</file>

<file path=ppt/tags/tag42.xml><?xml version="1.0" encoding="utf-8"?>
<p:tagLst xmlns:p="http://schemas.openxmlformats.org/presentationml/2006/main">
  <p:tag name="TABLE_ENDDRAG_ORIGIN_RECT" val="128*86"/>
  <p:tag name="TABLE_ENDDRAG_RECT" val="309*360*128*86"/>
</p:tagLst>
</file>

<file path=ppt/tags/tag43.xml><?xml version="1.0" encoding="utf-8"?>
<p:tagLst xmlns:p="http://schemas.openxmlformats.org/presentationml/2006/main">
  <p:tag name="TABLE_ENDDRAG_ORIGIN_RECT" val="128*86"/>
  <p:tag name="TABLE_ENDDRAG_RECT" val="309*360*128*86"/>
  <p:tag name="KSO_WM_BEAUTIFY_FLAG" val=""/>
</p:tagLst>
</file>

<file path=ppt/tags/tag44.xml><?xml version="1.0" encoding="utf-8"?>
<p:tagLst xmlns:p="http://schemas.openxmlformats.org/presentationml/2006/main">
  <p:tag name="TABLE_ENDDRAG_ORIGIN_RECT" val="128*86"/>
  <p:tag name="TABLE_ENDDRAG_RECT" val="309*360*128*86"/>
  <p:tag name="KSO_WM_BEAUTIFY_FLAG" val=""/>
</p:tagLst>
</file>

<file path=ppt/tags/tag45.xml><?xml version="1.0" encoding="utf-8"?>
<p:tagLst xmlns:p="http://schemas.openxmlformats.org/presentationml/2006/main">
  <p:tag name="TABLE_ENDDRAG_ORIGIN_RECT" val="128*86"/>
  <p:tag name="TABLE_ENDDRAG_RECT" val="309*360*128*86"/>
</p:tagLst>
</file>

<file path=ppt/tags/tag46.xml><?xml version="1.0" encoding="utf-8"?>
<p:tagLst xmlns:p="http://schemas.openxmlformats.org/presentationml/2006/main">
  <p:tag name="TABLE_ENDDRAG_ORIGIN_RECT" val="773*30"/>
  <p:tag name="TABLE_ENDDRAG_RECT" val="181*284*773*30"/>
</p:tagLst>
</file>

<file path=ppt/tags/tag47.xml><?xml version="1.0" encoding="utf-8"?>
<p:tagLst xmlns:p="http://schemas.openxmlformats.org/presentationml/2006/main">
  <p:tag name="TABLE_ENDDRAG_ORIGIN_RECT" val="773*88"/>
  <p:tag name="TABLE_ENDDRAG_RECT" val="181*195*773*88"/>
</p:tagLst>
</file>

<file path=ppt/tags/tag48.xml><?xml version="1.0" encoding="utf-8"?>
<p:tagLst xmlns:p="http://schemas.openxmlformats.org/presentationml/2006/main">
  <p:tag name="TABLE_ENDDRAG_ORIGIN_RECT" val="128*86"/>
  <p:tag name="TABLE_ENDDRAG_RECT" val="181*360*128*86"/>
</p:tagLst>
</file>

<file path=ppt/tags/tag49.xml><?xml version="1.0" encoding="utf-8"?>
<p:tagLst xmlns:p="http://schemas.openxmlformats.org/presentationml/2006/main">
  <p:tag name="TABLE_ENDDRAG_ORIGIN_RECT" val="128*86"/>
  <p:tag name="TABLE_ENDDRAG_RECT" val="309*360*128*86"/>
</p:tagLst>
</file>

<file path=ppt/tags/tag50.xml><?xml version="1.0" encoding="utf-8"?>
<p:tagLst xmlns:p="http://schemas.openxmlformats.org/presentationml/2006/main">
  <p:tag name="TABLE_ENDDRAG_ORIGIN_RECT" val="128*86"/>
  <p:tag name="TABLE_ENDDRAG_RECT" val="309*360*128*86"/>
</p:tagLst>
</file>

<file path=ppt/tags/tag51.xml><?xml version="1.0" encoding="utf-8"?>
<p:tagLst xmlns:p="http://schemas.openxmlformats.org/presentationml/2006/main">
  <p:tag name="TABLE_ENDDRAG_ORIGIN_RECT" val="128*86"/>
  <p:tag name="TABLE_ENDDRAG_RECT" val="309*360*128*86"/>
</p:tagLst>
</file>

<file path=ppt/tags/tag52.xml><?xml version="1.0" encoding="utf-8"?>
<p:tagLst xmlns:p="http://schemas.openxmlformats.org/presentationml/2006/main">
  <p:tag name="TABLE_ENDDRAG_ORIGIN_RECT" val="128*86"/>
  <p:tag name="TABLE_ENDDRAG_RECT" val="309*360*128*86"/>
</p:tagLst>
</file>

<file path=ppt/tags/tag53.xml><?xml version="1.0" encoding="utf-8"?>
<p:tagLst xmlns:p="http://schemas.openxmlformats.org/presentationml/2006/main">
  <p:tag name="TABLE_ENDDRAG_ORIGIN_RECT" val="128*86"/>
  <p:tag name="TABLE_ENDDRAG_RECT" val="309*360*128*86"/>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 name="TABLE_ENDDRAG_ORIGIN_RECT" val="671*90"/>
  <p:tag name="TABLE_ENDDRAG_RECT" val="144*369*671*90"/>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 name="TABLE_ENDDRAG_ORIGIN_RECT" val="671*90"/>
  <p:tag name="TABLE_ENDDRAG_RECT" val="144*369*671*90"/>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TABLE_ENDDRAG_ORIGIN_RECT" val="671*90"/>
  <p:tag name="TABLE_ENDDRAG_RECT" val="144*369*671*90"/>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TABLE_ENDDRAG_ORIGIN_RECT" val="671*90"/>
  <p:tag name="TABLE_ENDDRAG_RECT" val="144*369*671*90"/>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TABLE_ENDDRAG_ORIGIN_RECT" val="671*90"/>
  <p:tag name="TABLE_ENDDRAG_RECT" val="144*369*671*90"/>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TABLE_ENDDRAG_ORIGIN_RECT" val="671*90"/>
  <p:tag name="TABLE_ENDDRAG_RECT" val="144*369*671*90"/>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TABLE_ENDDRAG_ORIGIN_RECT" val="671*90"/>
  <p:tag name="TABLE_ENDDRAG_RECT" val="144*369*671*90"/>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TABLE_ENDDRAG_ORIGIN_RECT" val="671*90"/>
  <p:tag name="TABLE_ENDDRAG_RECT" val="144*369*671*90"/>
</p:tagLst>
</file>

<file path=ppt/tags/tag86.xml><?xml version="1.0" encoding="utf-8"?>
<p:tagLst xmlns:p="http://schemas.openxmlformats.org/presentationml/2006/main">
  <p:tag name="TABLE_ENDDRAG_ORIGIN_RECT" val="671*90"/>
  <p:tag name="TABLE_ENDDRAG_RECT" val="144*369*671*90"/>
</p:tagLst>
</file>

<file path=ppt/tags/tag87.xml><?xml version="1.0" encoding="utf-8"?>
<p:tagLst xmlns:p="http://schemas.openxmlformats.org/presentationml/2006/main">
  <p:tag name="TABLE_ENDDRAG_ORIGIN_RECT" val="671*90"/>
  <p:tag name="TABLE_ENDDRAG_RECT" val="144*369*671*90"/>
  <p:tag name="KSO_WM_BEAUTIFY_FLAG" val=""/>
</p:tagLst>
</file>

<file path=ppt/tags/tag88.xml><?xml version="1.0" encoding="utf-8"?>
<p:tagLst xmlns:p="http://schemas.openxmlformats.org/presentationml/2006/main">
  <p:tag name="TABLE_ENDDRAG_ORIGIN_RECT" val="671*90"/>
  <p:tag name="TABLE_ENDDRAG_RECT" val="144*369*671*90"/>
  <p:tag name="KSO_WM_BEAUTIFY_FLAG" val=""/>
</p:tagLst>
</file>

<file path=ppt/tags/tag89.xml><?xml version="1.0" encoding="utf-8"?>
<p:tagLst xmlns:p="http://schemas.openxmlformats.org/presentationml/2006/main">
  <p:tag name="TABLE_ENDDRAG_ORIGIN_RECT" val="671*90"/>
  <p:tag name="TABLE_ENDDRAG_RECT" val="144*369*671*90"/>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TABLE_ENDDRAG_ORIGIN_RECT" val="671*90"/>
  <p:tag name="TABLE_ENDDRAG_RECT" val="144*369*671*90"/>
  <p:tag name="KSO_WM_BEAUTIFY_FLAG" val=""/>
</p:tagLst>
</file>

<file path=ppt/tags/tag93.xml><?xml version="1.0" encoding="utf-8"?>
<p:tagLst xmlns:p="http://schemas.openxmlformats.org/presentationml/2006/main">
  <p:tag name="TABLE_ENDDRAG_ORIGIN_RECT" val="671*90"/>
  <p:tag name="TABLE_ENDDRAG_RECT" val="144*369*671*90"/>
</p:tagLst>
</file>

<file path=ppt/tags/tag94.xml><?xml version="1.0" encoding="utf-8"?>
<p:tagLst xmlns:p="http://schemas.openxmlformats.org/presentationml/2006/main">
  <p:tag name="TABLE_ENDDRAG_ORIGIN_RECT" val="671*90"/>
  <p:tag name="TABLE_ENDDRAG_RECT" val="144*369*671*90"/>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TABLE_ENDDRAG_ORIGIN_RECT" val="807*140"/>
  <p:tag name="TABLE_ENDDRAG_RECT" val="99*211*807*140"/>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KSO_WM_BEAUTIFY_FLAG" val=""/>
</p:tagLst>
</file>

<file path=ppt/tags/tag622.xml><?xml version="1.0" encoding="utf-8"?>
<p:tagLst xmlns:p="http://schemas.openxmlformats.org/presentationml/2006/main">
  <p:tag name="KSO_WM_BEAUTIFY_FLAG" val=""/>
</p:tagLst>
</file>

<file path=ppt/tags/tag623.xml><?xml version="1.0" encoding="utf-8"?>
<p:tagLst xmlns:p="http://schemas.openxmlformats.org/presentationml/2006/main">
  <p:tag name="KSO_WM_BEAUTIFY_FLAG" val=""/>
</p:tagLst>
</file>

<file path=ppt/tags/tag624.xml><?xml version="1.0" encoding="utf-8"?>
<p:tagLst xmlns:p="http://schemas.openxmlformats.org/presentationml/2006/main">
  <p:tag name="KSO_WM_BEAUTIFY_FLAG" val=""/>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BEAUTIFY_FLAG" val=""/>
</p:tagLst>
</file>

<file path=ppt/tags/tag628.xml><?xml version="1.0" encoding="utf-8"?>
<p:tagLst xmlns:p="http://schemas.openxmlformats.org/presentationml/2006/main">
  <p:tag name="KSO_WM_BEAUTIFY_FLAG" val=""/>
</p:tagLst>
</file>

<file path=ppt/tags/tag629.xml><?xml version="1.0" encoding="utf-8"?>
<p:tagLst xmlns:p="http://schemas.openxmlformats.org/presentationml/2006/main">
  <p:tag name="KSO_WM_BEAUTIFY_FLAG" val=""/>
</p:tagLst>
</file>

<file path=ppt/tags/tag630.xml><?xml version="1.0" encoding="utf-8"?>
<p:tagLst xmlns:p="http://schemas.openxmlformats.org/presentationml/2006/main">
  <p:tag name="KSO_WM_BEAUTIFY_FLAG" val=""/>
</p:tagLst>
</file>

<file path=ppt/tags/tag631.xml><?xml version="1.0" encoding="utf-8"?>
<p:tagLst xmlns:p="http://schemas.openxmlformats.org/presentationml/2006/main">
  <p:tag name="KSO_WM_BEAUTIFY_FLAG" val=""/>
</p:tagLst>
</file>

<file path=ppt/tags/tag632.xml><?xml version="1.0" encoding="utf-8"?>
<p:tagLst xmlns:p="http://schemas.openxmlformats.org/presentationml/2006/main">
  <p:tag name="KSO_WM_BEAUTIFY_FLAG" val=""/>
</p:tagLst>
</file>

<file path=ppt/tags/tag633.xml><?xml version="1.0" encoding="utf-8"?>
<p:tagLst xmlns:p="http://schemas.openxmlformats.org/presentationml/2006/main">
  <p:tag name="KSO_WM_BEAUTIFY_FLAG" val=""/>
</p:tagLst>
</file>

<file path=ppt/tags/tag634.xml><?xml version="1.0" encoding="utf-8"?>
<p:tagLst xmlns:p="http://schemas.openxmlformats.org/presentationml/2006/main">
  <p:tag name="KSO_WM_BEAUTIFY_FLAG" val=""/>
</p:tagLst>
</file>

<file path=ppt/tags/tag635.xml><?xml version="1.0" encoding="utf-8"?>
<p:tagLst xmlns:p="http://schemas.openxmlformats.org/presentationml/2006/main">
  <p:tag name="KSO_WM_BEAUTIFY_FLAG" val=""/>
</p:tagLst>
</file>

<file path=ppt/tags/tag636.xml><?xml version="1.0" encoding="utf-8"?>
<p:tagLst xmlns:p="http://schemas.openxmlformats.org/presentationml/2006/main">
  <p:tag name="KSO_WM_BEAUTIFY_FLAG" val=""/>
</p:tagLst>
</file>

<file path=ppt/tags/tag637.xml><?xml version="1.0" encoding="utf-8"?>
<p:tagLst xmlns:p="http://schemas.openxmlformats.org/presentationml/2006/main">
  <p:tag name="KSO_WM_BEAUTIFY_FLAG" val=""/>
</p:tagLst>
</file>

<file path=ppt/tags/tag638.xml><?xml version="1.0" encoding="utf-8"?>
<p:tagLst xmlns:p="http://schemas.openxmlformats.org/presentationml/2006/main">
  <p:tag name="KSO_WM_BEAUTIFY_FLAG" val=""/>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BEAUTIFY_FLAG" val=""/>
</p:tagLst>
</file>

<file path=ppt/tags/tag641.xml><?xml version="1.0" encoding="utf-8"?>
<p:tagLst xmlns:p="http://schemas.openxmlformats.org/presentationml/2006/main">
  <p:tag name="KSO_WM_BEAUTIFY_FLAG" val=""/>
</p:tagLst>
</file>

<file path=ppt/tags/tag642.xml><?xml version="1.0" encoding="utf-8"?>
<p:tagLst xmlns:p="http://schemas.openxmlformats.org/presentationml/2006/main">
  <p:tag name="KSO_WM_BEAUTIFY_FLAG" val=""/>
</p:tagLst>
</file>

<file path=ppt/tags/tag643.xml><?xml version="1.0" encoding="utf-8"?>
<p:tagLst xmlns:p="http://schemas.openxmlformats.org/presentationml/2006/main">
  <p:tag name="KSO_WM_BEAUTIFY_FLAG" val=""/>
</p:tagLst>
</file>

<file path=ppt/tags/tag644.xml><?xml version="1.0" encoding="utf-8"?>
<p:tagLst xmlns:p="http://schemas.openxmlformats.org/presentationml/2006/main">
  <p:tag name="KSO_WM_BEAUTIFY_FLAG" val=""/>
</p:tagLst>
</file>

<file path=ppt/tags/tag645.xml><?xml version="1.0" encoding="utf-8"?>
<p:tagLst xmlns:p="http://schemas.openxmlformats.org/presentationml/2006/main">
  <p:tag name="KSO_WM_BEAUTIFY_FLAG" val=""/>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BEAUTIFY_FLAG" val=""/>
</p:tagLst>
</file>

<file path=ppt/tags/tag649.xml><?xml version="1.0" encoding="utf-8"?>
<p:tagLst xmlns:p="http://schemas.openxmlformats.org/presentationml/2006/main">
  <p:tag name="KSO_WM_BEAUTIFY_FLAG" val=""/>
</p:tagLst>
</file>

<file path=ppt/tags/tag650.xml><?xml version="1.0" encoding="utf-8"?>
<p:tagLst xmlns:p="http://schemas.openxmlformats.org/presentationml/2006/main">
  <p:tag name="KSO_WM_BEAUTIFY_FLAG" val=""/>
</p:tagLst>
</file>

<file path=ppt/tags/tag651.xml><?xml version="1.0" encoding="utf-8"?>
<p:tagLst xmlns:p="http://schemas.openxmlformats.org/presentationml/2006/main">
  <p:tag name="KSO_WM_BEAUTIFY_FLAG" val=""/>
</p:tagLst>
</file>

<file path=ppt/tags/tag652.xml><?xml version="1.0" encoding="utf-8"?>
<p:tagLst xmlns:p="http://schemas.openxmlformats.org/presentationml/2006/main">
  <p:tag name="KSO_WM_BEAUTIFY_FLAG" val=""/>
</p:tagLst>
</file>

<file path=ppt/tags/tag653.xml><?xml version="1.0" encoding="utf-8"?>
<p:tagLst xmlns:p="http://schemas.openxmlformats.org/presentationml/2006/main">
  <p:tag name="KSO_WM_BEAUTIFY_FLAG" val=""/>
</p:tagLst>
</file>

<file path=ppt/tags/tag654.xml><?xml version="1.0" encoding="utf-8"?>
<p:tagLst xmlns:p="http://schemas.openxmlformats.org/presentationml/2006/main">
  <p:tag name="KSO_WM_BEAUTIFY_FLAG" val=""/>
</p:tagLst>
</file>

<file path=ppt/tags/tag655.xml><?xml version="1.0" encoding="utf-8"?>
<p:tagLst xmlns:p="http://schemas.openxmlformats.org/presentationml/2006/main">
  <p:tag name="KSO_WM_BEAUTIFY_FLAG" val=""/>
</p:tagLst>
</file>

<file path=ppt/tags/tag656.xml><?xml version="1.0" encoding="utf-8"?>
<p:tagLst xmlns:p="http://schemas.openxmlformats.org/presentationml/2006/main">
  <p:tag name="KSO_WM_BEAUTIFY_FLAG" val=""/>
</p:tagLst>
</file>

<file path=ppt/tags/tag657.xml><?xml version="1.0" encoding="utf-8"?>
<p:tagLst xmlns:p="http://schemas.openxmlformats.org/presentationml/2006/main">
  <p:tag name="KSO_WM_BEAUTIFY_FLAG" val=""/>
</p:tagLst>
</file>

<file path=ppt/tags/tag658.xml><?xml version="1.0" encoding="utf-8"?>
<p:tagLst xmlns:p="http://schemas.openxmlformats.org/presentationml/2006/main">
  <p:tag name="KSO_WM_BEAUTIFY_FLAG" val=""/>
</p:tagLst>
</file>

<file path=ppt/tags/tag659.xml><?xml version="1.0" encoding="utf-8"?>
<p:tagLst xmlns:p="http://schemas.openxmlformats.org/presentationml/2006/main">
  <p:tag name="KSO_WM_BEAUTIFY_FLAG" val=""/>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BEAUTIFY_FLAG" val=""/>
</p:tagLst>
</file>

<file path=ppt/tags/tag663.xml><?xml version="1.0" encoding="utf-8"?>
<p:tagLst xmlns:p="http://schemas.openxmlformats.org/presentationml/2006/main">
  <p:tag name="KSO_WM_BEAUTIFY_FLAG" val=""/>
</p:tagLst>
</file>

<file path=ppt/tags/tag664.xml><?xml version="1.0" encoding="utf-8"?>
<p:tagLst xmlns:p="http://schemas.openxmlformats.org/presentationml/2006/main">
  <p:tag name="KSO_WM_BEAUTIFY_FLAG" val=""/>
</p:tagLst>
</file>

<file path=ppt/tags/tag665.xml><?xml version="1.0" encoding="utf-8"?>
<p:tagLst xmlns:p="http://schemas.openxmlformats.org/presentationml/2006/main">
  <p:tag name="KSO_WM_BEAUTIFY_FLAG" val=""/>
</p:tagLst>
</file>

<file path=ppt/tags/tag666.xml><?xml version="1.0" encoding="utf-8"?>
<p:tagLst xmlns:p="http://schemas.openxmlformats.org/presentationml/2006/main">
  <p:tag name="KSO_WM_BEAUTIFY_FLAG" val=""/>
</p:tagLst>
</file>

<file path=ppt/tags/tag667.xml><?xml version="1.0" encoding="utf-8"?>
<p:tagLst xmlns:p="http://schemas.openxmlformats.org/presentationml/2006/main">
  <p:tag name="KSO_WM_BEAUTIFY_FLAG" val=""/>
</p:tagLst>
</file>

<file path=ppt/tags/tag668.xml><?xml version="1.0" encoding="utf-8"?>
<p:tagLst xmlns:p="http://schemas.openxmlformats.org/presentationml/2006/main">
  <p:tag name="KSO_WM_BEAUTIFY_FLAG" val=""/>
</p:tagLst>
</file>

<file path=ppt/tags/tag669.xml><?xml version="1.0" encoding="utf-8"?>
<p:tagLst xmlns:p="http://schemas.openxmlformats.org/presentationml/2006/main">
  <p:tag name="KSO_WM_BEAUTIFY_FLAG" val=""/>
</p:tagLst>
</file>

<file path=ppt/tags/tag670.xml><?xml version="1.0" encoding="utf-8"?>
<p:tagLst xmlns:p="http://schemas.openxmlformats.org/presentationml/2006/main">
  <p:tag name="KSO_WM_BEAUTIFY_FLAG" val=""/>
</p:tagLst>
</file>

<file path=ppt/tags/tag671.xml><?xml version="1.0" encoding="utf-8"?>
<p:tagLst xmlns:p="http://schemas.openxmlformats.org/presentationml/2006/main">
  <p:tag name="KSO_WM_BEAUTIFY_FLAG" val=""/>
</p:tagLst>
</file>

<file path=ppt/tags/tag672.xml><?xml version="1.0" encoding="utf-8"?>
<p:tagLst xmlns:p="http://schemas.openxmlformats.org/presentationml/2006/main">
  <p:tag name="KSO_WM_BEAUTIFY_FLAG" val=""/>
</p:tagLst>
</file>

<file path=ppt/tags/tag673.xml><?xml version="1.0" encoding="utf-8"?>
<p:tagLst xmlns:p="http://schemas.openxmlformats.org/presentationml/2006/main">
  <p:tag name="KSO_WM_BEAUTIFY_FLAG" val=""/>
</p:tagLst>
</file>

<file path=ppt/tags/tag674.xml><?xml version="1.0" encoding="utf-8"?>
<p:tagLst xmlns:p="http://schemas.openxmlformats.org/presentationml/2006/main">
  <p:tag name="KSO_WM_BEAUTIFY_FLAG" val=""/>
</p:tagLst>
</file>

<file path=ppt/tags/tag675.xml><?xml version="1.0" encoding="utf-8"?>
<p:tagLst xmlns:p="http://schemas.openxmlformats.org/presentationml/2006/main">
  <p:tag name="KSO_WM_BEAUTIFY_FLAG" val=""/>
</p:tagLst>
</file>

<file path=ppt/tags/tag676.xml><?xml version="1.0" encoding="utf-8"?>
<p:tagLst xmlns:p="http://schemas.openxmlformats.org/presentationml/2006/main">
  <p:tag name="KSO_WM_BEAUTIFY_FLAG" val=""/>
</p:tagLst>
</file>

<file path=ppt/tags/tag677.xml><?xml version="1.0" encoding="utf-8"?>
<p:tagLst xmlns:p="http://schemas.openxmlformats.org/presentationml/2006/main">
  <p:tag name="KSO_WM_BEAUTIFY_FLAG" val=""/>
</p:tagLst>
</file>

<file path=ppt/tags/tag678.xml><?xml version="1.0" encoding="utf-8"?>
<p:tagLst xmlns:p="http://schemas.openxmlformats.org/presentationml/2006/main">
  <p:tag name="KSO_WM_BEAUTIFY_FLAG" val=""/>
</p:tagLst>
</file>

<file path=ppt/tags/tag679.xml><?xml version="1.0" encoding="utf-8"?>
<p:tagLst xmlns:p="http://schemas.openxmlformats.org/presentationml/2006/main">
  <p:tag name="KSO_WM_BEAUTIFY_FLAG" val=""/>
</p:tagLst>
</file>

<file path=ppt/tags/tag680.xml><?xml version="1.0" encoding="utf-8"?>
<p:tagLst xmlns:p="http://schemas.openxmlformats.org/presentationml/2006/main">
  <p:tag name="KSO_WM_BEAUTIFY_FLAG" val=""/>
</p:tagLst>
</file>

<file path=ppt/tags/tag681.xml><?xml version="1.0" encoding="utf-8"?>
<p:tagLst xmlns:p="http://schemas.openxmlformats.org/presentationml/2006/main">
  <p:tag name="KSO_WM_BEAUTIFY_FLAG" val=""/>
</p:tagLst>
</file>

<file path=ppt/tags/tag682.xml><?xml version="1.0" encoding="utf-8"?>
<p:tagLst xmlns:p="http://schemas.openxmlformats.org/presentationml/2006/main">
  <p:tag name="KSO_WM_BEAUTIFY_FLAG" val=""/>
</p:tagLst>
</file>

<file path=ppt/tags/tag683.xml><?xml version="1.0" encoding="utf-8"?>
<p:tagLst xmlns:p="http://schemas.openxmlformats.org/presentationml/2006/main">
  <p:tag name="KSO_WM_BEAUTIFY_FLAG" val=""/>
</p:tagLst>
</file>

<file path=ppt/tags/tag684.xml><?xml version="1.0" encoding="utf-8"?>
<p:tagLst xmlns:p="http://schemas.openxmlformats.org/presentationml/2006/main">
  <p:tag name="KSO_WM_BEAUTIFY_FLAG" val=""/>
</p:tagLst>
</file>

<file path=ppt/tags/tag685.xml><?xml version="1.0" encoding="utf-8"?>
<p:tagLst xmlns:p="http://schemas.openxmlformats.org/presentationml/2006/main">
  <p:tag name="KSO_WM_BEAUTIFY_FLAG" val=""/>
</p:tagLst>
</file>

<file path=ppt/tags/tag686.xml><?xml version="1.0" encoding="utf-8"?>
<p:tagLst xmlns:p="http://schemas.openxmlformats.org/presentationml/2006/main">
  <p:tag name="KSO_WM_BEAUTIFY_FLAG" val=""/>
</p:tagLst>
</file>

<file path=ppt/tags/tag687.xml><?xml version="1.0" encoding="utf-8"?>
<p:tagLst xmlns:p="http://schemas.openxmlformats.org/presentationml/2006/main">
  <p:tag name="KSO_WM_BEAUTIFY_FLAG" val=""/>
</p:tagLst>
</file>

<file path=ppt/tags/tag688.xml><?xml version="1.0" encoding="utf-8"?>
<p:tagLst xmlns:p="http://schemas.openxmlformats.org/presentationml/2006/main">
  <p:tag name="KSO_WM_BEAUTIFY_FLAG" val=""/>
</p:tagLst>
</file>

<file path=ppt/tags/tag689.xml><?xml version="1.0" encoding="utf-8"?>
<p:tagLst xmlns:p="http://schemas.openxmlformats.org/presentationml/2006/main">
  <p:tag name="KSO_WM_BEAUTIFY_FLAG" val=""/>
</p:tagLst>
</file>

<file path=ppt/tags/tag690.xml><?xml version="1.0" encoding="utf-8"?>
<p:tagLst xmlns:p="http://schemas.openxmlformats.org/presentationml/2006/main">
  <p:tag name="KSO_WM_BEAUTIFY_FLAG" val=""/>
</p:tagLst>
</file>

<file path=ppt/tags/tag691.xml><?xml version="1.0" encoding="utf-8"?>
<p:tagLst xmlns:p="http://schemas.openxmlformats.org/presentationml/2006/main">
  <p:tag name="KSO_WM_BEAUTIFY_FLAG" val=""/>
</p:tagLst>
</file>

<file path=ppt/tags/tag692.xml><?xml version="1.0" encoding="utf-8"?>
<p:tagLst xmlns:p="http://schemas.openxmlformats.org/presentationml/2006/main">
  <p:tag name="KSO_WM_BEAUTIFY_FLAG" val=""/>
</p:tagLst>
</file>

<file path=ppt/tags/tag693.xml><?xml version="1.0" encoding="utf-8"?>
<p:tagLst xmlns:p="http://schemas.openxmlformats.org/presentationml/2006/main">
  <p:tag name="KSO_WM_BEAUTIFY_FLAG" val=""/>
</p:tagLst>
</file>

<file path=ppt/tags/tag694.xml><?xml version="1.0" encoding="utf-8"?>
<p:tagLst xmlns:p="http://schemas.openxmlformats.org/presentationml/2006/main">
  <p:tag name="KSO_WM_BEAUTIFY_FLAG" val=""/>
</p:tagLst>
</file>

<file path=ppt/tags/tag695.xml><?xml version="1.0" encoding="utf-8"?>
<p:tagLst xmlns:p="http://schemas.openxmlformats.org/presentationml/2006/main">
  <p:tag name="KSO_WM_BEAUTIFY_FLAG" val=""/>
</p:tagLst>
</file>

<file path=ppt/tags/tag696.xml><?xml version="1.0" encoding="utf-8"?>
<p:tagLst xmlns:p="http://schemas.openxmlformats.org/presentationml/2006/main">
  <p:tag name="KSO_WM_BEAUTIFY_FLAG" val=""/>
</p:tagLst>
</file>

<file path=ppt/tags/tag697.xml><?xml version="1.0" encoding="utf-8"?>
<p:tagLst xmlns:p="http://schemas.openxmlformats.org/presentationml/2006/main">
  <p:tag name="KSO_WM_BEAUTIFY_FLAG" val=""/>
</p:tagLst>
</file>

<file path=ppt/tags/tag698.xml><?xml version="1.0" encoding="utf-8"?>
<p:tagLst xmlns:p="http://schemas.openxmlformats.org/presentationml/2006/main">
  <p:tag name="KSO_WM_BEAUTIFY_FLAG" val=""/>
</p:tagLst>
</file>

<file path=ppt/tags/tag699.xml><?xml version="1.0" encoding="utf-8"?>
<p:tagLst xmlns:p="http://schemas.openxmlformats.org/presentationml/2006/main">
  <p:tag name="KSO_WM_BEAUTIFY_FLAG" val=""/>
</p:tagLst>
</file>

<file path=ppt/tags/tag700.xml><?xml version="1.0" encoding="utf-8"?>
<p:tagLst xmlns:p="http://schemas.openxmlformats.org/presentationml/2006/main">
  <p:tag name="KSO_WM_BEAUTIFY_FLAG" val=""/>
</p:tagLst>
</file>

<file path=ppt/tags/tag701.xml><?xml version="1.0" encoding="utf-8"?>
<p:tagLst xmlns:p="http://schemas.openxmlformats.org/presentationml/2006/main">
  <p:tag name="KSO_WM_BEAUTIFY_FLAG" val=""/>
</p:tagLst>
</file>

<file path=ppt/tags/tag702.xml><?xml version="1.0" encoding="utf-8"?>
<p:tagLst xmlns:p="http://schemas.openxmlformats.org/presentationml/2006/main">
  <p:tag name="KSO_WM_BEAUTIFY_FLAG" val=""/>
</p:tagLst>
</file>

<file path=ppt/tags/tag703.xml><?xml version="1.0" encoding="utf-8"?>
<p:tagLst xmlns:p="http://schemas.openxmlformats.org/presentationml/2006/main">
  <p:tag name="KSO_WM_BEAUTIFY_FLAG" val=""/>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BEAUTIFY_FLAG" val=""/>
</p:tagLst>
</file>

<file path=ppt/tags/tag707.xml><?xml version="1.0" encoding="utf-8"?>
<p:tagLst xmlns:p="http://schemas.openxmlformats.org/presentationml/2006/main">
  <p:tag name="KSO_WM_BEAUTIFY_FLAG" val=""/>
</p:tagLst>
</file>

<file path=ppt/tags/tag708.xml><?xml version="1.0" encoding="utf-8"?>
<p:tagLst xmlns:p="http://schemas.openxmlformats.org/presentationml/2006/main">
  <p:tag name="KSO_WM_BEAUTIFY_FLAG" val=""/>
</p:tagLst>
</file>

<file path=ppt/tags/tag709.xml><?xml version="1.0" encoding="utf-8"?>
<p:tagLst xmlns:p="http://schemas.openxmlformats.org/presentationml/2006/main">
  <p:tag name="KSO_WM_BEAUTIFY_FLAG" val=""/>
</p:tagLst>
</file>

<file path=ppt/tags/tag710.xml><?xml version="1.0" encoding="utf-8"?>
<p:tagLst xmlns:p="http://schemas.openxmlformats.org/presentationml/2006/main">
  <p:tag name="KSO_WM_BEAUTIFY_FLAG" val=""/>
</p:tagLst>
</file>

<file path=ppt/tags/tag711.xml><?xml version="1.0" encoding="utf-8"?>
<p:tagLst xmlns:p="http://schemas.openxmlformats.org/presentationml/2006/main">
  <p:tag name="KSO_WM_BEAUTIFY_FLAG" val=""/>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BEAUTIFY_FLAG" val=""/>
</p:tagLst>
</file>

<file path=ppt/tags/tag714.xml><?xml version="1.0" encoding="utf-8"?>
<p:tagLst xmlns:p="http://schemas.openxmlformats.org/presentationml/2006/main">
  <p:tag name="KSO_WM_BEAUTIFY_FLAG" val=""/>
</p:tagLst>
</file>

<file path=ppt/tags/tag715.xml><?xml version="1.0" encoding="utf-8"?>
<p:tagLst xmlns:p="http://schemas.openxmlformats.org/presentationml/2006/main">
  <p:tag name="KSO_WM_BEAUTIFY_FLAG" val=""/>
</p:tagLst>
</file>

<file path=ppt/tags/tag716.xml><?xml version="1.0" encoding="utf-8"?>
<p:tagLst xmlns:p="http://schemas.openxmlformats.org/presentationml/2006/main">
  <p:tag name="KSO_WM_BEAUTIFY_FLAG" val=""/>
</p:tagLst>
</file>

<file path=ppt/tags/tag717.xml><?xml version="1.0" encoding="utf-8"?>
<p:tagLst xmlns:p="http://schemas.openxmlformats.org/presentationml/2006/main">
  <p:tag name="KSO_WM_BEAUTIFY_FLAG" val=""/>
</p:tagLst>
</file>

<file path=ppt/tags/tag718.xml><?xml version="1.0" encoding="utf-8"?>
<p:tagLst xmlns:p="http://schemas.openxmlformats.org/presentationml/2006/main">
  <p:tag name="KSO_WM_BEAUTIFY_FLAG" val=""/>
</p:tagLst>
</file>

<file path=ppt/tags/tag719.xml><?xml version="1.0" encoding="utf-8"?>
<p:tagLst xmlns:p="http://schemas.openxmlformats.org/presentationml/2006/main">
  <p:tag name="KSO_WM_BEAUTIFY_FLAG" val=""/>
</p:tagLst>
</file>

<file path=ppt/tags/tag720.xml><?xml version="1.0" encoding="utf-8"?>
<p:tagLst xmlns:p="http://schemas.openxmlformats.org/presentationml/2006/main">
  <p:tag name="KSO_WM_BEAUTIFY_FLAG" val=""/>
</p:tagLst>
</file>

<file path=ppt/tags/tag721.xml><?xml version="1.0" encoding="utf-8"?>
<p:tagLst xmlns:p="http://schemas.openxmlformats.org/presentationml/2006/main">
  <p:tag name="KSO_WM_BEAUTIFY_FLAG" val=""/>
</p:tagLst>
</file>

<file path=ppt/tags/tag722.xml><?xml version="1.0" encoding="utf-8"?>
<p:tagLst xmlns:p="http://schemas.openxmlformats.org/presentationml/2006/main">
  <p:tag name="KSO_WM_BEAUTIFY_FLAG" val=""/>
</p:tagLst>
</file>

<file path=ppt/tags/tag723.xml><?xml version="1.0" encoding="utf-8"?>
<p:tagLst xmlns:p="http://schemas.openxmlformats.org/presentationml/2006/main">
  <p:tag name="KSO_WM_BEAUTIFY_FLAG" val=""/>
</p:tagLst>
</file>

<file path=ppt/tags/tag724.xml><?xml version="1.0" encoding="utf-8"?>
<p:tagLst xmlns:p="http://schemas.openxmlformats.org/presentationml/2006/main">
  <p:tag name="KSO_WM_BEAUTIFY_FLAG" val=""/>
</p:tagLst>
</file>

<file path=ppt/tags/tag725.xml><?xml version="1.0" encoding="utf-8"?>
<p:tagLst xmlns:p="http://schemas.openxmlformats.org/presentationml/2006/main">
  <p:tag name="KSO_WM_BEAUTIFY_FLAG" val=""/>
</p:tagLst>
</file>

<file path=ppt/tags/tag726.xml><?xml version="1.0" encoding="utf-8"?>
<p:tagLst xmlns:p="http://schemas.openxmlformats.org/presentationml/2006/main">
  <p:tag name="KSO_WM_BEAUTIFY_FLAG" val=""/>
</p:tagLst>
</file>

<file path=ppt/tags/tag727.xml><?xml version="1.0" encoding="utf-8"?>
<p:tagLst xmlns:p="http://schemas.openxmlformats.org/presentationml/2006/main">
  <p:tag name="KSO_WM_BEAUTIFY_FLAG" val=""/>
</p:tagLst>
</file>

<file path=ppt/tags/tag728.xml><?xml version="1.0" encoding="utf-8"?>
<p:tagLst xmlns:p="http://schemas.openxmlformats.org/presentationml/2006/main">
  <p:tag name="KSO_WM_BEAUTIFY_FLAG" val=""/>
</p:tagLst>
</file>

<file path=ppt/tags/tag729.xml><?xml version="1.0" encoding="utf-8"?>
<p:tagLst xmlns:p="http://schemas.openxmlformats.org/presentationml/2006/main">
  <p:tag name="KSO_WM_BEAUTIFY_FLAG" val=""/>
</p:tagLst>
</file>

<file path=ppt/tags/tag730.xml><?xml version="1.0" encoding="utf-8"?>
<p:tagLst xmlns:p="http://schemas.openxmlformats.org/presentationml/2006/main">
  <p:tag name="KSO_WM_BEAUTIFY_FLAG" val=""/>
</p:tagLst>
</file>

<file path=ppt/tags/tag731.xml><?xml version="1.0" encoding="utf-8"?>
<p:tagLst xmlns:p="http://schemas.openxmlformats.org/presentationml/2006/main">
  <p:tag name="KSO_WM_BEAUTIFY_FLAG" val=""/>
</p:tagLst>
</file>

<file path=ppt/tags/tag732.xml><?xml version="1.0" encoding="utf-8"?>
<p:tagLst xmlns:p="http://schemas.openxmlformats.org/presentationml/2006/main">
  <p:tag name="KSO_WM_BEAUTIFY_FLAG" val=""/>
</p:tagLst>
</file>

<file path=ppt/tags/tag733.xml><?xml version="1.0" encoding="utf-8"?>
<p:tagLst xmlns:p="http://schemas.openxmlformats.org/presentationml/2006/main">
  <p:tag name="KSO_WM_BEAUTIFY_FLAG" val=""/>
</p:tagLst>
</file>

<file path=ppt/tags/tag734.xml><?xml version="1.0" encoding="utf-8"?>
<p:tagLst xmlns:p="http://schemas.openxmlformats.org/presentationml/2006/main">
  <p:tag name="KSO_WM_BEAUTIFY_FLAG" val=""/>
</p:tagLst>
</file>

<file path=ppt/tags/tag735.xml><?xml version="1.0" encoding="utf-8"?>
<p:tagLst xmlns:p="http://schemas.openxmlformats.org/presentationml/2006/main">
  <p:tag name="KSO_WM_BEAUTIFY_FLAG" val=""/>
</p:tagLst>
</file>

<file path=ppt/tags/tag736.xml><?xml version="1.0" encoding="utf-8"?>
<p:tagLst xmlns:p="http://schemas.openxmlformats.org/presentationml/2006/main">
  <p:tag name="KSO_WM_BEAUTIFY_FLAG" val=""/>
</p:tagLst>
</file>

<file path=ppt/tags/tag737.xml><?xml version="1.0" encoding="utf-8"?>
<p:tagLst xmlns:p="http://schemas.openxmlformats.org/presentationml/2006/main">
  <p:tag name="KSO_WM_BEAUTIFY_FLAG" val=""/>
</p:tagLst>
</file>

<file path=ppt/tags/tag738.xml><?xml version="1.0" encoding="utf-8"?>
<p:tagLst xmlns:p="http://schemas.openxmlformats.org/presentationml/2006/main">
  <p:tag name="KSO_WM_BEAUTIFY_FLAG" val=""/>
</p:tagLst>
</file>

<file path=ppt/tags/tag739.xml><?xml version="1.0" encoding="utf-8"?>
<p:tagLst xmlns:p="http://schemas.openxmlformats.org/presentationml/2006/main">
  <p:tag name="KSO_WM_BEAUTIFY_FLAG" val=""/>
</p:tagLst>
</file>

<file path=ppt/tags/tag740.xml><?xml version="1.0" encoding="utf-8"?>
<p:tagLst xmlns:p="http://schemas.openxmlformats.org/presentationml/2006/main">
  <p:tag name="KSO_WM_BEAUTIFY_FLAG" val=""/>
</p:tagLst>
</file>

<file path=ppt/tags/tag741.xml><?xml version="1.0" encoding="utf-8"?>
<p:tagLst xmlns:p="http://schemas.openxmlformats.org/presentationml/2006/main">
  <p:tag name="KSO_WM_BEAUTIFY_FLAG" val=""/>
</p:tagLst>
</file>

<file path=ppt/tags/tag742.xml><?xml version="1.0" encoding="utf-8"?>
<p:tagLst xmlns:p="http://schemas.openxmlformats.org/presentationml/2006/main">
  <p:tag name="KSO_WM_BEAUTIFY_FLAG" val=""/>
</p:tagLst>
</file>

<file path=ppt/tags/tag743.xml><?xml version="1.0" encoding="utf-8"?>
<p:tagLst xmlns:p="http://schemas.openxmlformats.org/presentationml/2006/main">
  <p:tag name="KSO_WM_BEAUTIFY_FLAG" val=""/>
</p:tagLst>
</file>

<file path=ppt/tags/tag744.xml><?xml version="1.0" encoding="utf-8"?>
<p:tagLst xmlns:p="http://schemas.openxmlformats.org/presentationml/2006/main">
  <p:tag name="KSO_WM_BEAUTIFY_FLAG" val=""/>
</p:tagLst>
</file>

<file path=ppt/tags/tag745.xml><?xml version="1.0" encoding="utf-8"?>
<p:tagLst xmlns:p="http://schemas.openxmlformats.org/presentationml/2006/main">
  <p:tag name="KSO_WM_BEAUTIFY_FLAG" val=""/>
</p:tagLst>
</file>

<file path=ppt/tags/tag746.xml><?xml version="1.0" encoding="utf-8"?>
<p:tagLst xmlns:p="http://schemas.openxmlformats.org/presentationml/2006/main">
  <p:tag name="KSO_WM_BEAUTIFY_FLAG" val=""/>
</p:tagLst>
</file>

<file path=ppt/tags/tag747.xml><?xml version="1.0" encoding="utf-8"?>
<p:tagLst xmlns:p="http://schemas.openxmlformats.org/presentationml/2006/main">
  <p:tag name="KSO_WM_BEAUTIFY_FLAG" val=""/>
</p:tagLst>
</file>

<file path=ppt/tags/tag748.xml><?xml version="1.0" encoding="utf-8"?>
<p:tagLst xmlns:p="http://schemas.openxmlformats.org/presentationml/2006/main">
  <p:tag name="KSO_WM_BEAUTIFY_FLAG" val=""/>
</p:tagLst>
</file>

<file path=ppt/tags/tag749.xml><?xml version="1.0" encoding="utf-8"?>
<p:tagLst xmlns:p="http://schemas.openxmlformats.org/presentationml/2006/main">
  <p:tag name="KSO_WM_BEAUTIFY_FLAG" val=""/>
</p:tagLst>
</file>

<file path=ppt/tags/tag750.xml><?xml version="1.0" encoding="utf-8"?>
<p:tagLst xmlns:p="http://schemas.openxmlformats.org/presentationml/2006/main">
  <p:tag name="KSO_WM_BEAUTIFY_FLAG" val=""/>
</p:tagLst>
</file>

<file path=ppt/tags/tag751.xml><?xml version="1.0" encoding="utf-8"?>
<p:tagLst xmlns:p="http://schemas.openxmlformats.org/presentationml/2006/main">
  <p:tag name="KSO_WM_BEAUTIFY_FLAG" val=""/>
</p:tagLst>
</file>

<file path=ppt/tags/tag752.xml><?xml version="1.0" encoding="utf-8"?>
<p:tagLst xmlns:p="http://schemas.openxmlformats.org/presentationml/2006/main">
  <p:tag name="KSO_WM_BEAUTIFY_FLAG" val=""/>
</p:tagLst>
</file>

<file path=ppt/tags/tag753.xml><?xml version="1.0" encoding="utf-8"?>
<p:tagLst xmlns:p="http://schemas.openxmlformats.org/presentationml/2006/main">
  <p:tag name="KSO_WM_BEAUTIFY_FLAG" val=""/>
</p:tagLst>
</file>

<file path=ppt/tags/tag754.xml><?xml version="1.0" encoding="utf-8"?>
<p:tagLst xmlns:p="http://schemas.openxmlformats.org/presentationml/2006/main">
  <p:tag name="KSO_WM_BEAUTIFY_FLAG" val=""/>
</p:tagLst>
</file>

<file path=ppt/tags/tag755.xml><?xml version="1.0" encoding="utf-8"?>
<p:tagLst xmlns:p="http://schemas.openxmlformats.org/presentationml/2006/main">
  <p:tag name="KSO_WM_BEAUTIFY_FLAG" val=""/>
</p:tagLst>
</file>

<file path=ppt/tags/tag756.xml><?xml version="1.0" encoding="utf-8"?>
<p:tagLst xmlns:p="http://schemas.openxmlformats.org/presentationml/2006/main">
  <p:tag name="KSO_WM_BEAUTIFY_FLAG" val=""/>
</p:tagLst>
</file>

<file path=ppt/tags/tag757.xml><?xml version="1.0" encoding="utf-8"?>
<p:tagLst xmlns:p="http://schemas.openxmlformats.org/presentationml/2006/main">
  <p:tag name="KSO_WM_BEAUTIFY_FLAG" val=""/>
</p:tagLst>
</file>

<file path=ppt/tags/tag758.xml><?xml version="1.0" encoding="utf-8"?>
<p:tagLst xmlns:p="http://schemas.openxmlformats.org/presentationml/2006/main">
  <p:tag name="KSO_WM_BEAUTIFY_FLAG" val=""/>
</p:tagLst>
</file>

<file path=ppt/tags/tag759.xml><?xml version="1.0" encoding="utf-8"?>
<p:tagLst xmlns:p="http://schemas.openxmlformats.org/presentationml/2006/main">
  <p:tag name="KSO_WM_BEAUTIFY_FLAG" val=""/>
</p:tagLst>
</file>

<file path=ppt/tags/tag760.xml><?xml version="1.0" encoding="utf-8"?>
<p:tagLst xmlns:p="http://schemas.openxmlformats.org/presentationml/2006/main">
  <p:tag name="KSO_WM_BEAUTIFY_FLAG" val=""/>
</p:tagLst>
</file>

<file path=ppt/tags/tag761.xml><?xml version="1.0" encoding="utf-8"?>
<p:tagLst xmlns:p="http://schemas.openxmlformats.org/presentationml/2006/main">
  <p:tag name="KSO_WM_BEAUTIFY_FLAG" val=""/>
</p:tagLst>
</file>

<file path=ppt/tags/tag762.xml><?xml version="1.0" encoding="utf-8"?>
<p:tagLst xmlns:p="http://schemas.openxmlformats.org/presentationml/2006/main">
  <p:tag name="KSO_WM_BEAUTIFY_FLAG" val=""/>
</p:tagLst>
</file>

<file path=ppt/tags/tag763.xml><?xml version="1.0" encoding="utf-8"?>
<p:tagLst xmlns:p="http://schemas.openxmlformats.org/presentationml/2006/main">
  <p:tag name="KSO_WM_BEAUTIFY_FLAG" val=""/>
</p:tagLst>
</file>

<file path=ppt/tags/tag764.xml><?xml version="1.0" encoding="utf-8"?>
<p:tagLst xmlns:p="http://schemas.openxmlformats.org/presentationml/2006/main">
  <p:tag name="KSO_WM_BEAUTIFY_FLAG" val=""/>
</p:tagLst>
</file>

<file path=ppt/tags/tag765.xml><?xml version="1.0" encoding="utf-8"?>
<p:tagLst xmlns:p="http://schemas.openxmlformats.org/presentationml/2006/main">
  <p:tag name="KSO_WM_BEAUTIFY_FLAG" val=""/>
</p:tagLst>
</file>

<file path=ppt/tags/tag766.xml><?xml version="1.0" encoding="utf-8"?>
<p:tagLst xmlns:p="http://schemas.openxmlformats.org/presentationml/2006/main">
  <p:tag name="KSO_WM_BEAUTIFY_FLAG" val=""/>
</p:tagLst>
</file>

<file path=ppt/tags/tag767.xml><?xml version="1.0" encoding="utf-8"?>
<p:tagLst xmlns:p="http://schemas.openxmlformats.org/presentationml/2006/main">
  <p:tag name="KSO_WM_BEAUTIFY_FLAG" val=""/>
</p:tagLst>
</file>

<file path=ppt/tags/tag768.xml><?xml version="1.0" encoding="utf-8"?>
<p:tagLst xmlns:p="http://schemas.openxmlformats.org/presentationml/2006/main">
  <p:tag name="KSO_WM_BEAUTIFY_FLAG" val=""/>
</p:tagLst>
</file>

<file path=ppt/tags/tag769.xml><?xml version="1.0" encoding="utf-8"?>
<p:tagLst xmlns:p="http://schemas.openxmlformats.org/presentationml/2006/main">
  <p:tag name="KSO_WM_BEAUTIFY_FLAG" val=""/>
</p:tagLst>
</file>

<file path=ppt/tags/tag770.xml><?xml version="1.0" encoding="utf-8"?>
<p:tagLst xmlns:p="http://schemas.openxmlformats.org/presentationml/2006/main">
  <p:tag name="KSO_WM_BEAUTIFY_FLAG" val=""/>
</p:tagLst>
</file>

<file path=ppt/tags/tag771.xml><?xml version="1.0" encoding="utf-8"?>
<p:tagLst xmlns:p="http://schemas.openxmlformats.org/presentationml/2006/main">
  <p:tag name="KSO_WM_BEAUTIFY_FLAG" val=""/>
</p:tagLst>
</file>

<file path=ppt/tags/tag772.xml><?xml version="1.0" encoding="utf-8"?>
<p:tagLst xmlns:p="http://schemas.openxmlformats.org/presentationml/2006/main">
  <p:tag name="KSO_WM_BEAUTIFY_FLAG" val=""/>
</p:tagLst>
</file>

<file path=ppt/tags/tag773.xml><?xml version="1.0" encoding="utf-8"?>
<p:tagLst xmlns:p="http://schemas.openxmlformats.org/presentationml/2006/main">
  <p:tag name="KSO_WM_BEAUTIFY_FLAG" val=""/>
</p:tagLst>
</file>

<file path=ppt/tags/tag774.xml><?xml version="1.0" encoding="utf-8"?>
<p:tagLst xmlns:p="http://schemas.openxmlformats.org/presentationml/2006/main">
  <p:tag name="KSO_WM_BEAUTIFY_FLAG" val=""/>
</p:tagLst>
</file>

<file path=ppt/tags/tag775.xml><?xml version="1.0" encoding="utf-8"?>
<p:tagLst xmlns:p="http://schemas.openxmlformats.org/presentationml/2006/main">
  <p:tag name="KSO_WM_BEAUTIFY_FLAG" val=""/>
</p:tagLst>
</file>

<file path=ppt/tags/tag776.xml><?xml version="1.0" encoding="utf-8"?>
<p:tagLst xmlns:p="http://schemas.openxmlformats.org/presentationml/2006/main">
  <p:tag name="KSO_WM_BEAUTIFY_FLAG" val=""/>
</p:tagLst>
</file>

<file path=ppt/tags/tag777.xml><?xml version="1.0" encoding="utf-8"?>
<p:tagLst xmlns:p="http://schemas.openxmlformats.org/presentationml/2006/main">
  <p:tag name="KSO_WM_BEAUTIFY_FLAG" val=""/>
</p:tagLst>
</file>

<file path=ppt/tags/tag778.xml><?xml version="1.0" encoding="utf-8"?>
<p:tagLst xmlns:p="http://schemas.openxmlformats.org/presentationml/2006/main">
  <p:tag name="KSO_WM_BEAUTIFY_FLAG" val=""/>
</p:tagLst>
</file>

<file path=ppt/tags/tag779.xml><?xml version="1.0" encoding="utf-8"?>
<p:tagLst xmlns:p="http://schemas.openxmlformats.org/presentationml/2006/main">
  <p:tag name="KSO_WM_BEAUTIFY_FLAG" val=""/>
</p:tagLst>
</file>

<file path=ppt/tags/tag780.xml><?xml version="1.0" encoding="utf-8"?>
<p:tagLst xmlns:p="http://schemas.openxmlformats.org/presentationml/2006/main">
  <p:tag name="KSO_WM_BEAUTIFY_FLAG" val=""/>
</p:tagLst>
</file>

<file path=ppt/tags/tag781.xml><?xml version="1.0" encoding="utf-8"?>
<p:tagLst xmlns:p="http://schemas.openxmlformats.org/presentationml/2006/main">
  <p:tag name="KSO_WM_BEAUTIFY_FLAG" val=""/>
</p:tagLst>
</file>

<file path=ppt/tags/tag782.xml><?xml version="1.0" encoding="utf-8"?>
<p:tagLst xmlns:p="http://schemas.openxmlformats.org/presentationml/2006/main">
  <p:tag name="KSO_WM_BEAUTIFY_FLAG" val=""/>
</p:tagLst>
</file>

<file path=ppt/tags/tag783.xml><?xml version="1.0" encoding="utf-8"?>
<p:tagLst xmlns:p="http://schemas.openxmlformats.org/presentationml/2006/main">
  <p:tag name="KSO_WM_BEAUTIFY_FLAG" val=""/>
</p:tagLst>
</file>

<file path=ppt/tags/tag784.xml><?xml version="1.0" encoding="utf-8"?>
<p:tagLst xmlns:p="http://schemas.openxmlformats.org/presentationml/2006/main">
  <p:tag name="KSO_WM_BEAUTIFY_FLAG" val=""/>
</p:tagLst>
</file>

<file path=ppt/tags/tag785.xml><?xml version="1.0" encoding="utf-8"?>
<p:tagLst xmlns:p="http://schemas.openxmlformats.org/presentationml/2006/main">
  <p:tag name="KSO_WM_BEAUTIFY_FLAG" val=""/>
</p:tagLst>
</file>

<file path=ppt/tags/tag786.xml><?xml version="1.0" encoding="utf-8"?>
<p:tagLst xmlns:p="http://schemas.openxmlformats.org/presentationml/2006/main">
  <p:tag name="KSO_WM_BEAUTIFY_FLAG" val=""/>
</p:tagLst>
</file>

<file path=ppt/tags/tag787.xml><?xml version="1.0" encoding="utf-8"?>
<p:tagLst xmlns:p="http://schemas.openxmlformats.org/presentationml/2006/main">
  <p:tag name="KSO_WM_BEAUTIFY_FLAG" val=""/>
</p:tagLst>
</file>

<file path=ppt/tags/tag788.xml><?xml version="1.0" encoding="utf-8"?>
<p:tagLst xmlns:p="http://schemas.openxmlformats.org/presentationml/2006/main">
  <p:tag name="KSO_WM_BEAUTIFY_FLAG" val=""/>
</p:tagLst>
</file>

<file path=ppt/tags/tag789.xml><?xml version="1.0" encoding="utf-8"?>
<p:tagLst xmlns:p="http://schemas.openxmlformats.org/presentationml/2006/main">
  <p:tag name="KSO_WM_BEAUTIFY_FLAG" val=""/>
</p:tagLst>
</file>

<file path=ppt/tags/tag790.xml><?xml version="1.0" encoding="utf-8"?>
<p:tagLst xmlns:p="http://schemas.openxmlformats.org/presentationml/2006/main">
  <p:tag name="KSO_WM_BEAUTIFY_FLAG" val=""/>
</p:tagLst>
</file>

<file path=ppt/tags/tag791.xml><?xml version="1.0" encoding="utf-8"?>
<p:tagLst xmlns:p="http://schemas.openxmlformats.org/presentationml/2006/main">
  <p:tag name="KSO_WM_BEAUTIFY_FLAG" val=""/>
</p:tagLst>
</file>

<file path=ppt/tags/tag792.xml><?xml version="1.0" encoding="utf-8"?>
<p:tagLst xmlns:p="http://schemas.openxmlformats.org/presentationml/2006/main">
  <p:tag name="KSO_WM_BEAUTIFY_FLAG" val=""/>
</p:tagLst>
</file>

<file path=ppt/tags/tag793.xml><?xml version="1.0" encoding="utf-8"?>
<p:tagLst xmlns:p="http://schemas.openxmlformats.org/presentationml/2006/main">
  <p:tag name="KSO_WM_BEAUTIFY_FLAG" val=""/>
</p:tagLst>
</file>

<file path=ppt/tags/tag794.xml><?xml version="1.0" encoding="utf-8"?>
<p:tagLst xmlns:p="http://schemas.openxmlformats.org/presentationml/2006/main">
  <p:tag name="KSO_WM_BEAUTIFY_FLAG" val=""/>
</p:tagLst>
</file>

<file path=ppt/tags/tag795.xml><?xml version="1.0" encoding="utf-8"?>
<p:tagLst xmlns:p="http://schemas.openxmlformats.org/presentationml/2006/main">
  <p:tag name="KSO_WM_BEAUTIFY_FLAG" val=""/>
</p:tagLst>
</file>

<file path=ppt/tags/tag796.xml><?xml version="1.0" encoding="utf-8"?>
<p:tagLst xmlns:p="http://schemas.openxmlformats.org/presentationml/2006/main">
  <p:tag name="KSO_WM_BEAUTIFY_FLAG" val=""/>
</p:tagLst>
</file>

<file path=ppt/tags/tag797.xml><?xml version="1.0" encoding="utf-8"?>
<p:tagLst xmlns:p="http://schemas.openxmlformats.org/presentationml/2006/main">
  <p:tag name="KSO_WM_BEAUTIFY_FLAG" val=""/>
</p:tagLst>
</file>

<file path=ppt/tags/tag798.xml><?xml version="1.0" encoding="utf-8"?>
<p:tagLst xmlns:p="http://schemas.openxmlformats.org/presentationml/2006/main">
  <p:tag name="KSO_WM_BEAUTIFY_FLAG" val=""/>
</p:tagLst>
</file>

<file path=ppt/tags/tag799.xml><?xml version="1.0" encoding="utf-8"?>
<p:tagLst xmlns:p="http://schemas.openxmlformats.org/presentationml/2006/main">
  <p:tag name="KSO_WM_BEAUTIFY_FLAG" val=""/>
</p:tagLst>
</file>

<file path=ppt/tags/tag800.xml><?xml version="1.0" encoding="utf-8"?>
<p:tagLst xmlns:p="http://schemas.openxmlformats.org/presentationml/2006/main">
  <p:tag name="KSO_WM_BEAUTIFY_FLAG" val=""/>
</p:tagLst>
</file>

<file path=ppt/tags/tag801.xml><?xml version="1.0" encoding="utf-8"?>
<p:tagLst xmlns:p="http://schemas.openxmlformats.org/presentationml/2006/main">
  <p:tag name="KSO_WM_BEAUTIFY_FLAG" val=""/>
</p:tagLst>
</file>

<file path=ppt/tags/tag802.xml><?xml version="1.0" encoding="utf-8"?>
<p:tagLst xmlns:p="http://schemas.openxmlformats.org/presentationml/2006/main">
  <p:tag name="KSO_WM_BEAUTIFY_FLAG" val=""/>
</p:tagLst>
</file>

<file path=ppt/tags/tag803.xml><?xml version="1.0" encoding="utf-8"?>
<p:tagLst xmlns:p="http://schemas.openxmlformats.org/presentationml/2006/main">
  <p:tag name="KSO_WM_BEAUTIFY_FLAG" val=""/>
</p:tagLst>
</file>

<file path=ppt/tags/tag804.xml><?xml version="1.0" encoding="utf-8"?>
<p:tagLst xmlns:p="http://schemas.openxmlformats.org/presentationml/2006/main">
  <p:tag name="KSO_WM_BEAUTIFY_FLAG" val=""/>
</p:tagLst>
</file>

<file path=ppt/tags/tag805.xml><?xml version="1.0" encoding="utf-8"?>
<p:tagLst xmlns:p="http://schemas.openxmlformats.org/presentationml/2006/main">
  <p:tag name="KSO_WM_BEAUTIFY_FLAG" val=""/>
</p:tagLst>
</file>

<file path=ppt/tags/tag806.xml><?xml version="1.0" encoding="utf-8"?>
<p:tagLst xmlns:p="http://schemas.openxmlformats.org/presentationml/2006/main">
  <p:tag name="KSO_WM_BEAUTIFY_FLAG" val=""/>
</p:tagLst>
</file>

<file path=ppt/tags/tag807.xml><?xml version="1.0" encoding="utf-8"?>
<p:tagLst xmlns:p="http://schemas.openxmlformats.org/presentationml/2006/main">
  <p:tag name="KSO_WM_BEAUTIFY_FLAG" val=""/>
</p:tagLst>
</file>

<file path=ppt/tags/tag808.xml><?xml version="1.0" encoding="utf-8"?>
<p:tagLst xmlns:p="http://schemas.openxmlformats.org/presentationml/2006/main">
  <p:tag name="KSO_WM_BEAUTIFY_FLAG" val=""/>
</p:tagLst>
</file>

<file path=ppt/tags/tag809.xml><?xml version="1.0" encoding="utf-8"?>
<p:tagLst xmlns:p="http://schemas.openxmlformats.org/presentationml/2006/main">
  <p:tag name="KSO_WM_BEAUTIFY_FLAG" val=""/>
</p:tagLst>
</file>

<file path=ppt/tags/tag810.xml><?xml version="1.0" encoding="utf-8"?>
<p:tagLst xmlns:p="http://schemas.openxmlformats.org/presentationml/2006/main">
  <p:tag name="KSO_WM_BEAUTIFY_FLAG" val=""/>
</p:tagLst>
</file>

<file path=ppt/tags/tag811.xml><?xml version="1.0" encoding="utf-8"?>
<p:tagLst xmlns:p="http://schemas.openxmlformats.org/presentationml/2006/main">
  <p:tag name="KSO_WM_BEAUTIFY_FLAG" val=""/>
</p:tagLst>
</file>

<file path=ppt/tags/tag812.xml><?xml version="1.0" encoding="utf-8"?>
<p:tagLst xmlns:p="http://schemas.openxmlformats.org/presentationml/2006/main">
  <p:tag name="KSO_WM_BEAUTIFY_FLAG" val=""/>
</p:tagLst>
</file>

<file path=ppt/tags/tag813.xml><?xml version="1.0" encoding="utf-8"?>
<p:tagLst xmlns:p="http://schemas.openxmlformats.org/presentationml/2006/main">
  <p:tag name="KSO_WM_BEAUTIFY_FLAG" val=""/>
</p:tagLst>
</file>

<file path=ppt/tags/tag814.xml><?xml version="1.0" encoding="utf-8"?>
<p:tagLst xmlns:p="http://schemas.openxmlformats.org/presentationml/2006/main">
  <p:tag name="KSO_WM_BEAUTIFY_FLAG" val=""/>
</p:tagLst>
</file>

<file path=ppt/tags/tag815.xml><?xml version="1.0" encoding="utf-8"?>
<p:tagLst xmlns:p="http://schemas.openxmlformats.org/presentationml/2006/main">
  <p:tag name="KSO_WM_BEAUTIFY_FLAG" val=""/>
</p:tagLst>
</file>

<file path=ppt/tags/tag816.xml><?xml version="1.0" encoding="utf-8"?>
<p:tagLst xmlns:p="http://schemas.openxmlformats.org/presentationml/2006/main">
  <p:tag name="KSO_WM_BEAUTIFY_FLAG" val=""/>
</p:tagLst>
</file>

<file path=ppt/tags/tag817.xml><?xml version="1.0" encoding="utf-8"?>
<p:tagLst xmlns:p="http://schemas.openxmlformats.org/presentationml/2006/main">
  <p:tag name="KSO_WM_BEAUTIFY_FLAG" val=""/>
</p:tagLst>
</file>

<file path=ppt/tags/tag818.xml><?xml version="1.0" encoding="utf-8"?>
<p:tagLst xmlns:p="http://schemas.openxmlformats.org/presentationml/2006/main">
  <p:tag name="KSO_WM_BEAUTIFY_FLAG" val=""/>
</p:tagLst>
</file>

<file path=ppt/tags/tag819.xml><?xml version="1.0" encoding="utf-8"?>
<p:tagLst xmlns:p="http://schemas.openxmlformats.org/presentationml/2006/main">
  <p:tag name="KSO_WM_BEAUTIFY_FLAG" val=""/>
</p:tagLst>
</file>

<file path=ppt/tags/tag820.xml><?xml version="1.0" encoding="utf-8"?>
<p:tagLst xmlns:p="http://schemas.openxmlformats.org/presentationml/2006/main">
  <p:tag name="KSO_WM_BEAUTIFY_FLAG" val=""/>
</p:tagLst>
</file>

<file path=ppt/tags/tag821.xml><?xml version="1.0" encoding="utf-8"?>
<p:tagLst xmlns:p="http://schemas.openxmlformats.org/presentationml/2006/main">
  <p:tag name="KSO_WM_BEAUTIFY_FLAG" val=""/>
</p:tagLst>
</file>

<file path=ppt/tags/tag822.xml><?xml version="1.0" encoding="utf-8"?>
<p:tagLst xmlns:p="http://schemas.openxmlformats.org/presentationml/2006/main">
  <p:tag name="KSO_WM_BEAUTIFY_FLAG" val=""/>
</p:tagLst>
</file>

<file path=ppt/tags/tag823.xml><?xml version="1.0" encoding="utf-8"?>
<p:tagLst xmlns:p="http://schemas.openxmlformats.org/presentationml/2006/main">
  <p:tag name="KSO_WM_BEAUTIFY_FLAG" val=""/>
</p:tagLst>
</file>

<file path=ppt/tags/tag824.xml><?xml version="1.0" encoding="utf-8"?>
<p:tagLst xmlns:p="http://schemas.openxmlformats.org/presentationml/2006/main">
  <p:tag name="KSO_WM_BEAUTIFY_FLAG" val=""/>
</p:tagLst>
</file>

<file path=ppt/tags/tag825.xml><?xml version="1.0" encoding="utf-8"?>
<p:tagLst xmlns:p="http://schemas.openxmlformats.org/presentationml/2006/main">
  <p:tag name="KSO_WM_BEAUTIFY_FLAG" val=""/>
</p:tagLst>
</file>

<file path=ppt/tags/tag826.xml><?xml version="1.0" encoding="utf-8"?>
<p:tagLst xmlns:p="http://schemas.openxmlformats.org/presentationml/2006/main">
  <p:tag name="KSO_WM_BEAUTIFY_FLAG" val=""/>
</p:tagLst>
</file>

<file path=ppt/tags/tag827.xml><?xml version="1.0" encoding="utf-8"?>
<p:tagLst xmlns:p="http://schemas.openxmlformats.org/presentationml/2006/main">
  <p:tag name="KSO_WM_BEAUTIFY_FLAG" val=""/>
</p:tagLst>
</file>

<file path=ppt/tags/tag828.xml><?xml version="1.0" encoding="utf-8"?>
<p:tagLst xmlns:p="http://schemas.openxmlformats.org/presentationml/2006/main">
  <p:tag name="KSO_WM_BEAUTIFY_FLAG" val=""/>
</p:tagLst>
</file>

<file path=ppt/tags/tag829.xml><?xml version="1.0" encoding="utf-8"?>
<p:tagLst xmlns:p="http://schemas.openxmlformats.org/presentationml/2006/main">
  <p:tag name="KSO_WM_BEAUTIFY_FLAG" val=""/>
</p:tagLst>
</file>

<file path=ppt/tags/tag830.xml><?xml version="1.0" encoding="utf-8"?>
<p:tagLst xmlns:p="http://schemas.openxmlformats.org/presentationml/2006/main">
  <p:tag name="KSO_WM_BEAUTIFY_FLAG" val=""/>
</p:tagLst>
</file>

<file path=ppt/tags/tag831.xml><?xml version="1.0" encoding="utf-8"?>
<p:tagLst xmlns:p="http://schemas.openxmlformats.org/presentationml/2006/main">
  <p:tag name="KSO_WM_BEAUTIFY_FLAG" val=""/>
</p:tagLst>
</file>

<file path=ppt/tags/tag832.xml><?xml version="1.0" encoding="utf-8"?>
<p:tagLst xmlns:p="http://schemas.openxmlformats.org/presentationml/2006/main">
  <p:tag name="KSO_WM_BEAUTIFY_FLAG" val=""/>
</p:tagLst>
</file>

<file path=ppt/tags/tag833.xml><?xml version="1.0" encoding="utf-8"?>
<p:tagLst xmlns:p="http://schemas.openxmlformats.org/presentationml/2006/main">
  <p:tag name="KSO_WM_BEAUTIFY_FLAG" val=""/>
</p:tagLst>
</file>

<file path=ppt/tags/tag834.xml><?xml version="1.0" encoding="utf-8"?>
<p:tagLst xmlns:p="http://schemas.openxmlformats.org/presentationml/2006/main">
  <p:tag name="KSO_WM_BEAUTIFY_FLAG" val=""/>
</p:tagLst>
</file>

<file path=ppt/tags/tag835.xml><?xml version="1.0" encoding="utf-8"?>
<p:tagLst xmlns:p="http://schemas.openxmlformats.org/presentationml/2006/main">
  <p:tag name="KSO_WM_BEAUTIFY_FLAG" val=""/>
</p:tagLst>
</file>

<file path=ppt/tags/tag836.xml><?xml version="1.0" encoding="utf-8"?>
<p:tagLst xmlns:p="http://schemas.openxmlformats.org/presentationml/2006/main">
  <p:tag name="KSO_WM_BEAUTIFY_FLAG" val=""/>
</p:tagLst>
</file>

<file path=ppt/tags/tag837.xml><?xml version="1.0" encoding="utf-8"?>
<p:tagLst xmlns:p="http://schemas.openxmlformats.org/presentationml/2006/main">
  <p:tag name="KSO_WM_BEAUTIFY_FLAG" val=""/>
</p:tagLst>
</file>

<file path=ppt/tags/tag838.xml><?xml version="1.0" encoding="utf-8"?>
<p:tagLst xmlns:p="http://schemas.openxmlformats.org/presentationml/2006/main">
  <p:tag name="KSO_WM_BEAUTIFY_FLAG" val=""/>
</p:tagLst>
</file>

<file path=ppt/tags/tag839.xml><?xml version="1.0" encoding="utf-8"?>
<p:tagLst xmlns:p="http://schemas.openxmlformats.org/presentationml/2006/main">
  <p:tag name="KSO_WM_BEAUTIFY_FLAG" val=""/>
</p:tagLst>
</file>

<file path=ppt/tags/tag840.xml><?xml version="1.0" encoding="utf-8"?>
<p:tagLst xmlns:p="http://schemas.openxmlformats.org/presentationml/2006/main">
  <p:tag name="KSO_WM_BEAUTIFY_FLAG" val=""/>
</p:tagLst>
</file>

<file path=ppt/tags/tag841.xml><?xml version="1.0" encoding="utf-8"?>
<p:tagLst xmlns:p="http://schemas.openxmlformats.org/presentationml/2006/main">
  <p:tag name="KSO_WM_BEAUTIFY_FLAG" val=""/>
</p:tagLst>
</file>

<file path=ppt/tags/tag842.xml><?xml version="1.0" encoding="utf-8"?>
<p:tagLst xmlns:p="http://schemas.openxmlformats.org/presentationml/2006/main">
  <p:tag name="KSO_WM_BEAUTIFY_FLAG" val=""/>
</p:tagLst>
</file>

<file path=ppt/tags/tag843.xml><?xml version="1.0" encoding="utf-8"?>
<p:tagLst xmlns:p="http://schemas.openxmlformats.org/presentationml/2006/main">
  <p:tag name="KSO_WM_BEAUTIFY_FLAG" val=""/>
</p:tagLst>
</file>

<file path=ppt/tags/tag844.xml><?xml version="1.0" encoding="utf-8"?>
<p:tagLst xmlns:p="http://schemas.openxmlformats.org/presentationml/2006/main">
  <p:tag name="KSO_WM_BEAUTIFY_FLAG" val=""/>
</p:tagLst>
</file>

<file path=ppt/tags/tag845.xml><?xml version="1.0" encoding="utf-8"?>
<p:tagLst xmlns:p="http://schemas.openxmlformats.org/presentationml/2006/main">
  <p:tag name="KSO_WM_BEAUTIFY_FLAG" val=""/>
</p:tagLst>
</file>

<file path=ppt/tags/tag846.xml><?xml version="1.0" encoding="utf-8"?>
<p:tagLst xmlns:p="http://schemas.openxmlformats.org/presentationml/2006/main">
  <p:tag name="KSO_WM_BEAUTIFY_FLAG" val=""/>
</p:tagLst>
</file>

<file path=ppt/tags/tag847.xml><?xml version="1.0" encoding="utf-8"?>
<p:tagLst xmlns:p="http://schemas.openxmlformats.org/presentationml/2006/main">
  <p:tag name="KSO_WM_BEAUTIFY_FLAG" val=""/>
</p:tagLst>
</file>

<file path=ppt/tags/tag848.xml><?xml version="1.0" encoding="utf-8"?>
<p:tagLst xmlns:p="http://schemas.openxmlformats.org/presentationml/2006/main">
  <p:tag name="KSO_WM_BEAUTIFY_FLAG" val=""/>
</p:tagLst>
</file>

<file path=ppt/tags/tag849.xml><?xml version="1.0" encoding="utf-8"?>
<p:tagLst xmlns:p="http://schemas.openxmlformats.org/presentationml/2006/main">
  <p:tag name="KSO_WM_BEAUTIFY_FLAG" val=""/>
</p:tagLst>
</file>

<file path=ppt/tags/tag850.xml><?xml version="1.0" encoding="utf-8"?>
<p:tagLst xmlns:p="http://schemas.openxmlformats.org/presentationml/2006/main">
  <p:tag name="KSO_WM_BEAUTIFY_FLAG" val=""/>
</p:tagLst>
</file>

<file path=ppt/tags/tag851.xml><?xml version="1.0" encoding="utf-8"?>
<p:tagLst xmlns:p="http://schemas.openxmlformats.org/presentationml/2006/main">
  <p:tag name="KSO_WM_BEAUTIFY_FLAG" val=""/>
</p:tagLst>
</file>

<file path=ppt/tags/tag852.xml><?xml version="1.0" encoding="utf-8"?>
<p:tagLst xmlns:p="http://schemas.openxmlformats.org/presentationml/2006/main">
  <p:tag name="KSO_WM_BEAUTIFY_FLAG" val=""/>
</p:tagLst>
</file>

<file path=ppt/tags/tag853.xml><?xml version="1.0" encoding="utf-8"?>
<p:tagLst xmlns:p="http://schemas.openxmlformats.org/presentationml/2006/main">
  <p:tag name="KSO_WM_BEAUTIFY_FLAG" val=""/>
</p:tagLst>
</file>

<file path=ppt/tags/tag854.xml><?xml version="1.0" encoding="utf-8"?>
<p:tagLst xmlns:p="http://schemas.openxmlformats.org/presentationml/2006/main">
  <p:tag name="KSO_WM_BEAUTIFY_FLAG" val=""/>
</p:tagLst>
</file>

<file path=ppt/tags/tag855.xml><?xml version="1.0" encoding="utf-8"?>
<p:tagLst xmlns:p="http://schemas.openxmlformats.org/presentationml/2006/main">
  <p:tag name="KSO_WM_BEAUTIFY_FLAG" val=""/>
</p:tagLst>
</file>

<file path=ppt/tags/tag856.xml><?xml version="1.0" encoding="utf-8"?>
<p:tagLst xmlns:p="http://schemas.openxmlformats.org/presentationml/2006/main">
  <p:tag name="KSO_WM_BEAUTIFY_FLAG" val=""/>
</p:tagLst>
</file>

<file path=ppt/tags/tag857.xml><?xml version="1.0" encoding="utf-8"?>
<p:tagLst xmlns:p="http://schemas.openxmlformats.org/presentationml/2006/main">
  <p:tag name="KSO_WM_BEAUTIFY_FLAG" val=""/>
</p:tagLst>
</file>

<file path=ppt/tags/tag858.xml><?xml version="1.0" encoding="utf-8"?>
<p:tagLst xmlns:p="http://schemas.openxmlformats.org/presentationml/2006/main">
  <p:tag name="KSO_WM_BEAUTIFY_FLAG" val=""/>
</p:tagLst>
</file>

<file path=ppt/tags/tag859.xml><?xml version="1.0" encoding="utf-8"?>
<p:tagLst xmlns:p="http://schemas.openxmlformats.org/presentationml/2006/main">
  <p:tag name="KSO_WM_BEAUTIFY_FLAG" val=""/>
</p:tagLst>
</file>

<file path=ppt/tags/tag860.xml><?xml version="1.0" encoding="utf-8"?>
<p:tagLst xmlns:p="http://schemas.openxmlformats.org/presentationml/2006/main">
  <p:tag name="KSO_WM_BEAUTIFY_FLAG" val=""/>
</p:tagLst>
</file>

<file path=ppt/tags/tag861.xml><?xml version="1.0" encoding="utf-8"?>
<p:tagLst xmlns:p="http://schemas.openxmlformats.org/presentationml/2006/main">
  <p:tag name="KSO_WM_BEAUTIFY_FLAG" val=""/>
</p:tagLst>
</file>

<file path=ppt/tags/tag862.xml><?xml version="1.0" encoding="utf-8"?>
<p:tagLst xmlns:p="http://schemas.openxmlformats.org/presentationml/2006/main">
  <p:tag name="KSO_WM_BEAUTIFY_FLAG" val=""/>
</p:tagLst>
</file>

<file path=ppt/tags/tag863.xml><?xml version="1.0" encoding="utf-8"?>
<p:tagLst xmlns:p="http://schemas.openxmlformats.org/presentationml/2006/main">
  <p:tag name="KSO_WM_BEAUTIFY_FLAG" val=""/>
</p:tagLst>
</file>

<file path=ppt/tags/tag864.xml><?xml version="1.0" encoding="utf-8"?>
<p:tagLst xmlns:p="http://schemas.openxmlformats.org/presentationml/2006/main">
  <p:tag name="KSO_WM_BEAUTIFY_FLAG" val=""/>
</p:tagLst>
</file>

<file path=ppt/tags/tag865.xml><?xml version="1.0" encoding="utf-8"?>
<p:tagLst xmlns:p="http://schemas.openxmlformats.org/presentationml/2006/main">
  <p:tag name="KSO_WM_BEAUTIFY_FLAG" val=""/>
</p:tagLst>
</file>

<file path=ppt/tags/tag866.xml><?xml version="1.0" encoding="utf-8"?>
<p:tagLst xmlns:p="http://schemas.openxmlformats.org/presentationml/2006/main">
  <p:tag name="KSO_WM_BEAUTIFY_FLAG" val=""/>
</p:tagLst>
</file>

<file path=ppt/tags/tag867.xml><?xml version="1.0" encoding="utf-8"?>
<p:tagLst xmlns:p="http://schemas.openxmlformats.org/presentationml/2006/main">
  <p:tag name="KSO_WM_BEAUTIFY_FLAG" val=""/>
</p:tagLst>
</file>

<file path=ppt/tags/tag868.xml><?xml version="1.0" encoding="utf-8"?>
<p:tagLst xmlns:p="http://schemas.openxmlformats.org/presentationml/2006/main">
  <p:tag name="KSO_WM_BEAUTIFY_FLAG" val=""/>
</p:tagLst>
</file>

<file path=ppt/tags/tag869.xml><?xml version="1.0" encoding="utf-8"?>
<p:tagLst xmlns:p="http://schemas.openxmlformats.org/presentationml/2006/main">
  <p:tag name="KSO_WM_BEAUTIFY_FLAG" val=""/>
</p:tagLst>
</file>

<file path=ppt/tags/tag870.xml><?xml version="1.0" encoding="utf-8"?>
<p:tagLst xmlns:p="http://schemas.openxmlformats.org/presentationml/2006/main">
  <p:tag name="KSO_WM_BEAUTIFY_FLAG" val=""/>
</p:tagLst>
</file>

<file path=ppt/tags/tag871.xml><?xml version="1.0" encoding="utf-8"?>
<p:tagLst xmlns:p="http://schemas.openxmlformats.org/presentationml/2006/main">
  <p:tag name="KSO_WM_BEAUTIFY_FLAG" val=""/>
</p:tagLst>
</file>

<file path=ppt/tags/tag872.xml><?xml version="1.0" encoding="utf-8"?>
<p:tagLst xmlns:p="http://schemas.openxmlformats.org/presentationml/2006/main">
  <p:tag name="KSO_WM_BEAUTIFY_FLAG" val=""/>
</p:tagLst>
</file>

<file path=ppt/tags/tag873.xml><?xml version="1.0" encoding="utf-8"?>
<p:tagLst xmlns:p="http://schemas.openxmlformats.org/presentationml/2006/main">
  <p:tag name="KSO_WM_BEAUTIFY_FLAG" val=""/>
</p:tagLst>
</file>

<file path=ppt/tags/tag874.xml><?xml version="1.0" encoding="utf-8"?>
<p:tagLst xmlns:p="http://schemas.openxmlformats.org/presentationml/2006/main">
  <p:tag name="KSO_WM_BEAUTIFY_FLAG" val=""/>
</p:tagLst>
</file>

<file path=ppt/tags/tag875.xml><?xml version="1.0" encoding="utf-8"?>
<p:tagLst xmlns:p="http://schemas.openxmlformats.org/presentationml/2006/main">
  <p:tag name="KSO_WM_BEAUTIFY_FLAG" val=""/>
</p:tagLst>
</file>

<file path=ppt/tags/tag876.xml><?xml version="1.0" encoding="utf-8"?>
<p:tagLst xmlns:p="http://schemas.openxmlformats.org/presentationml/2006/main">
  <p:tag name="KSO_WM_BEAUTIFY_FLAG" val=""/>
</p:tagLst>
</file>

<file path=ppt/tags/tag877.xml><?xml version="1.0" encoding="utf-8"?>
<p:tagLst xmlns:p="http://schemas.openxmlformats.org/presentationml/2006/main">
  <p:tag name="KSO_WM_BEAUTIFY_FLAG" val=""/>
</p:tagLst>
</file>

<file path=ppt/tags/tag878.xml><?xml version="1.0" encoding="utf-8"?>
<p:tagLst xmlns:p="http://schemas.openxmlformats.org/presentationml/2006/main">
  <p:tag name="KSO_WM_BEAUTIFY_FLAG" val=""/>
</p:tagLst>
</file>

<file path=ppt/tags/tag879.xml><?xml version="1.0" encoding="utf-8"?>
<p:tagLst xmlns:p="http://schemas.openxmlformats.org/presentationml/2006/main">
  <p:tag name="KSO_WM_BEAUTIFY_FLAG" val=""/>
</p:tagLst>
</file>

<file path=ppt/tags/tag880.xml><?xml version="1.0" encoding="utf-8"?>
<p:tagLst xmlns:p="http://schemas.openxmlformats.org/presentationml/2006/main">
  <p:tag name="KSO_WM_BEAUTIFY_FLAG" val=""/>
</p:tagLst>
</file>

<file path=ppt/tags/tag881.xml><?xml version="1.0" encoding="utf-8"?>
<p:tagLst xmlns:p="http://schemas.openxmlformats.org/presentationml/2006/main">
  <p:tag name="KSO_WM_BEAUTIFY_FLAG" val=""/>
</p:tagLst>
</file>

<file path=ppt/tags/tag882.xml><?xml version="1.0" encoding="utf-8"?>
<p:tagLst xmlns:p="http://schemas.openxmlformats.org/presentationml/2006/main">
  <p:tag name="KSO_WM_BEAUTIFY_FLAG" val=""/>
</p:tagLst>
</file>

<file path=ppt/tags/tag883.xml><?xml version="1.0" encoding="utf-8"?>
<p:tagLst xmlns:p="http://schemas.openxmlformats.org/presentationml/2006/main">
  <p:tag name="KSO_WM_BEAUTIFY_FLAG" val=""/>
</p:tagLst>
</file>

<file path=ppt/tags/tag884.xml><?xml version="1.0" encoding="utf-8"?>
<p:tagLst xmlns:p="http://schemas.openxmlformats.org/presentationml/2006/main">
  <p:tag name="KSO_WM_BEAUTIFY_FLAG" val=""/>
</p:tagLst>
</file>

<file path=ppt/tags/tag885.xml><?xml version="1.0" encoding="utf-8"?>
<p:tagLst xmlns:p="http://schemas.openxmlformats.org/presentationml/2006/main">
  <p:tag name="KSO_WM_BEAUTIFY_FLAG" val=""/>
</p:tagLst>
</file>

<file path=ppt/tags/tag886.xml><?xml version="1.0" encoding="utf-8"?>
<p:tagLst xmlns:p="http://schemas.openxmlformats.org/presentationml/2006/main">
  <p:tag name="KSO_WM_BEAUTIFY_FLAG" val=""/>
</p:tagLst>
</file>

<file path=ppt/tags/tag887.xml><?xml version="1.0" encoding="utf-8"?>
<p:tagLst xmlns:p="http://schemas.openxmlformats.org/presentationml/2006/main">
  <p:tag name="KSO_WM_BEAUTIFY_FLAG" val=""/>
</p:tagLst>
</file>

<file path=ppt/tags/tag888.xml><?xml version="1.0" encoding="utf-8"?>
<p:tagLst xmlns:p="http://schemas.openxmlformats.org/presentationml/2006/main">
  <p:tag name="KSO_WM_BEAUTIFY_FLAG" val=""/>
</p:tagLst>
</file>

<file path=ppt/tags/tag889.xml><?xml version="1.0" encoding="utf-8"?>
<p:tagLst xmlns:p="http://schemas.openxmlformats.org/presentationml/2006/main">
  <p:tag name="KSO_WM_BEAUTIFY_FLAG" val=""/>
</p:tagLst>
</file>

<file path=ppt/tags/tag890.xml><?xml version="1.0" encoding="utf-8"?>
<p:tagLst xmlns:p="http://schemas.openxmlformats.org/presentationml/2006/main">
  <p:tag name="KSO_WM_BEAUTIFY_FLAG" val=""/>
</p:tagLst>
</file>

<file path=ppt/tags/tag891.xml><?xml version="1.0" encoding="utf-8"?>
<p:tagLst xmlns:p="http://schemas.openxmlformats.org/presentationml/2006/main">
  <p:tag name="KSO_WM_BEAUTIFY_FLAG" val=""/>
</p:tagLst>
</file>

<file path=ppt/tags/tag892.xml><?xml version="1.0" encoding="utf-8"?>
<p:tagLst xmlns:p="http://schemas.openxmlformats.org/presentationml/2006/main">
  <p:tag name="KSO_WM_BEAUTIFY_FLAG" val=""/>
</p:tagLst>
</file>

<file path=ppt/tags/tag893.xml><?xml version="1.0" encoding="utf-8"?>
<p:tagLst xmlns:p="http://schemas.openxmlformats.org/presentationml/2006/main">
  <p:tag name="KSO_WM_BEAUTIFY_FLAG" val=""/>
</p:tagLst>
</file>

<file path=ppt/tags/tag894.xml><?xml version="1.0" encoding="utf-8"?>
<p:tagLst xmlns:p="http://schemas.openxmlformats.org/presentationml/2006/main">
  <p:tag name="KSO_WM_BEAUTIFY_FLAG" val=""/>
</p:tagLst>
</file>

<file path=ppt/tags/tag895.xml><?xml version="1.0" encoding="utf-8"?>
<p:tagLst xmlns:p="http://schemas.openxmlformats.org/presentationml/2006/main">
  <p:tag name="KSO_WM_BEAUTIFY_FLAG" val=""/>
</p:tagLst>
</file>

<file path=ppt/tags/tag896.xml><?xml version="1.0" encoding="utf-8"?>
<p:tagLst xmlns:p="http://schemas.openxmlformats.org/presentationml/2006/main">
  <p:tag name="KSO_WM_BEAUTIFY_FLAG" val=""/>
</p:tagLst>
</file>

<file path=ppt/tags/tag897.xml><?xml version="1.0" encoding="utf-8"?>
<p:tagLst xmlns:p="http://schemas.openxmlformats.org/presentationml/2006/main">
  <p:tag name="KSO_WM_BEAUTIFY_FLAG" val=""/>
</p:tagLst>
</file>

<file path=ppt/tags/tag898.xml><?xml version="1.0" encoding="utf-8"?>
<p:tagLst xmlns:p="http://schemas.openxmlformats.org/presentationml/2006/main">
  <p:tag name="KSO_WM_BEAUTIFY_FLAG" val=""/>
</p:tagLst>
</file>

<file path=ppt/tags/tag899.xml><?xml version="1.0" encoding="utf-8"?>
<p:tagLst xmlns:p="http://schemas.openxmlformats.org/presentationml/2006/main">
  <p:tag name="KSO_WM_BEAUTIFY_FLAG" val=""/>
</p:tagLst>
</file>

<file path=ppt/tags/tag900.xml><?xml version="1.0" encoding="utf-8"?>
<p:tagLst xmlns:p="http://schemas.openxmlformats.org/presentationml/2006/main">
  <p:tag name="KSO_WM_BEAUTIFY_FLAG" val=""/>
</p:tagLst>
</file>

<file path=ppt/tags/tag901.xml><?xml version="1.0" encoding="utf-8"?>
<p:tagLst xmlns:p="http://schemas.openxmlformats.org/presentationml/2006/main">
  <p:tag name="KSO_WM_BEAUTIFY_FLAG" val=""/>
</p:tagLst>
</file>

<file path=ppt/tags/tag902.xml><?xml version="1.0" encoding="utf-8"?>
<p:tagLst xmlns:p="http://schemas.openxmlformats.org/presentationml/2006/main">
  <p:tag name="KSO_WM_BEAUTIFY_FLAG" val=""/>
</p:tagLst>
</file>

<file path=ppt/tags/tag903.xml><?xml version="1.0" encoding="utf-8"?>
<p:tagLst xmlns:p="http://schemas.openxmlformats.org/presentationml/2006/main">
  <p:tag name="KSO_WM_BEAUTIFY_FLAG" val=""/>
</p:tagLst>
</file>

<file path=ppt/tags/tag904.xml><?xml version="1.0" encoding="utf-8"?>
<p:tagLst xmlns:p="http://schemas.openxmlformats.org/presentationml/2006/main">
  <p:tag name="KSO_WM_BEAUTIFY_FLAG" val=""/>
</p:tagLst>
</file>

<file path=ppt/tags/tag905.xml><?xml version="1.0" encoding="utf-8"?>
<p:tagLst xmlns:p="http://schemas.openxmlformats.org/presentationml/2006/main">
  <p:tag name="KSO_WM_BEAUTIFY_FLAG" val=""/>
</p:tagLst>
</file>

<file path=ppt/tags/tag906.xml><?xml version="1.0" encoding="utf-8"?>
<p:tagLst xmlns:p="http://schemas.openxmlformats.org/presentationml/2006/main">
  <p:tag name="KSO_WM_BEAUTIFY_FLAG" val=""/>
</p:tagLst>
</file>

<file path=ppt/tags/tag907.xml><?xml version="1.0" encoding="utf-8"?>
<p:tagLst xmlns:p="http://schemas.openxmlformats.org/presentationml/2006/main">
  <p:tag name="KSO_WM_BEAUTIFY_FLAG" val=""/>
</p:tagLst>
</file>

<file path=ppt/tags/tag908.xml><?xml version="1.0" encoding="utf-8"?>
<p:tagLst xmlns:p="http://schemas.openxmlformats.org/presentationml/2006/main">
  <p:tag name="KSO_WM_BEAUTIFY_FLAG" val=""/>
</p:tagLst>
</file>

<file path=ppt/tags/tag909.xml><?xml version="1.0" encoding="utf-8"?>
<p:tagLst xmlns:p="http://schemas.openxmlformats.org/presentationml/2006/main">
  <p:tag name="KSO_WM_BEAUTIFY_FLAG" val=""/>
</p:tagLst>
</file>

<file path=ppt/tags/tag910.xml><?xml version="1.0" encoding="utf-8"?>
<p:tagLst xmlns:p="http://schemas.openxmlformats.org/presentationml/2006/main">
  <p:tag name="KSO_WM_BEAUTIFY_FLAG" val=""/>
</p:tagLst>
</file>

<file path=ppt/tags/tag911.xml><?xml version="1.0" encoding="utf-8"?>
<p:tagLst xmlns:p="http://schemas.openxmlformats.org/presentationml/2006/main">
  <p:tag name="KSO_WM_BEAUTIFY_FLAG" val=""/>
</p:tagLst>
</file>

<file path=ppt/tags/tag912.xml><?xml version="1.0" encoding="utf-8"?>
<p:tagLst xmlns:p="http://schemas.openxmlformats.org/presentationml/2006/main">
  <p:tag name="KSO_WM_BEAUTIFY_FLAG" val=""/>
</p:tagLst>
</file>

<file path=ppt/tags/tag913.xml><?xml version="1.0" encoding="utf-8"?>
<p:tagLst xmlns:p="http://schemas.openxmlformats.org/presentationml/2006/main">
  <p:tag name="KSO_WM_BEAUTIFY_FLAG" val=""/>
</p:tagLst>
</file>

<file path=ppt/tags/tag914.xml><?xml version="1.0" encoding="utf-8"?>
<p:tagLst xmlns:p="http://schemas.openxmlformats.org/presentationml/2006/main">
  <p:tag name="KSO_WM_BEAUTIFY_FLAG" val=""/>
</p:tagLst>
</file>

<file path=ppt/tags/tag915.xml><?xml version="1.0" encoding="utf-8"?>
<p:tagLst xmlns:p="http://schemas.openxmlformats.org/presentationml/2006/main">
  <p:tag name="KSO_WM_BEAUTIFY_FLAG" val=""/>
</p:tagLst>
</file>

<file path=ppt/tags/tag916.xml><?xml version="1.0" encoding="utf-8"?>
<p:tagLst xmlns:p="http://schemas.openxmlformats.org/presentationml/2006/main">
  <p:tag name="KSO_WM_BEAUTIFY_FLAG" val=""/>
</p:tagLst>
</file>

<file path=ppt/tags/tag917.xml><?xml version="1.0" encoding="utf-8"?>
<p:tagLst xmlns:p="http://schemas.openxmlformats.org/presentationml/2006/main">
  <p:tag name="KSO_WM_BEAUTIFY_FLAG" val=""/>
</p:tagLst>
</file>

<file path=ppt/tags/tag918.xml><?xml version="1.0" encoding="utf-8"?>
<p:tagLst xmlns:p="http://schemas.openxmlformats.org/presentationml/2006/main">
  <p:tag name="KSO_WM_BEAUTIFY_FLAG" val=""/>
</p:tagLst>
</file>

<file path=ppt/tags/tag919.xml><?xml version="1.0" encoding="utf-8"?>
<p:tagLst xmlns:p="http://schemas.openxmlformats.org/presentationml/2006/main">
  <p:tag name="KSO_WM_BEAUTIFY_FLAG" val=""/>
</p:tagLst>
</file>

<file path=ppt/tags/tag920.xml><?xml version="1.0" encoding="utf-8"?>
<p:tagLst xmlns:p="http://schemas.openxmlformats.org/presentationml/2006/main">
  <p:tag name="KSO_WM_BEAUTIFY_FLAG" val=""/>
</p:tagLst>
</file>

<file path=ppt/tags/tag921.xml><?xml version="1.0" encoding="utf-8"?>
<p:tagLst xmlns:p="http://schemas.openxmlformats.org/presentationml/2006/main">
  <p:tag name="KSO_WM_BEAUTIFY_FLAG" val=""/>
</p:tagLst>
</file>

<file path=ppt/tags/tag922.xml><?xml version="1.0" encoding="utf-8"?>
<p:tagLst xmlns:p="http://schemas.openxmlformats.org/presentationml/2006/main">
  <p:tag name="KSO_WM_BEAUTIFY_FLAG" val=""/>
</p:tagLst>
</file>

<file path=ppt/tags/tag923.xml><?xml version="1.0" encoding="utf-8"?>
<p:tagLst xmlns:p="http://schemas.openxmlformats.org/presentationml/2006/main">
  <p:tag name="KSO_WM_BEAUTIFY_FLAG" val=""/>
</p:tagLst>
</file>

<file path=ppt/tags/tag924.xml><?xml version="1.0" encoding="utf-8"?>
<p:tagLst xmlns:p="http://schemas.openxmlformats.org/presentationml/2006/main">
  <p:tag name="KSO_WM_BEAUTIFY_FLAG" val=""/>
</p:tagLst>
</file>

<file path=ppt/tags/tag925.xml><?xml version="1.0" encoding="utf-8"?>
<p:tagLst xmlns:p="http://schemas.openxmlformats.org/presentationml/2006/main">
  <p:tag name="KSO_WM_BEAUTIFY_FLAG" val=""/>
</p:tagLst>
</file>

<file path=ppt/tags/tag926.xml><?xml version="1.0" encoding="utf-8"?>
<p:tagLst xmlns:p="http://schemas.openxmlformats.org/presentationml/2006/main">
  <p:tag name="KSO_WM_BEAUTIFY_FLAG" val=""/>
</p:tagLst>
</file>

<file path=ppt/tags/tag927.xml><?xml version="1.0" encoding="utf-8"?>
<p:tagLst xmlns:p="http://schemas.openxmlformats.org/presentationml/2006/main">
  <p:tag name="KSO_WM_BEAUTIFY_FLAG" val=""/>
</p:tagLst>
</file>

<file path=ppt/tags/tag928.xml><?xml version="1.0" encoding="utf-8"?>
<p:tagLst xmlns:p="http://schemas.openxmlformats.org/presentationml/2006/main">
  <p:tag name="KSO_WM_BEAUTIFY_FLAG" val=""/>
</p:tagLst>
</file>

<file path=ppt/tags/tag929.xml><?xml version="1.0" encoding="utf-8"?>
<p:tagLst xmlns:p="http://schemas.openxmlformats.org/presentationml/2006/main">
  <p:tag name="KSO_WM_BEAUTIFY_FLAG" val=""/>
</p:tagLst>
</file>

<file path=ppt/tags/tag930.xml><?xml version="1.0" encoding="utf-8"?>
<p:tagLst xmlns:p="http://schemas.openxmlformats.org/presentationml/2006/main">
  <p:tag name="KSO_WM_BEAUTIFY_FLAG" val=""/>
</p:tagLst>
</file>

<file path=ppt/tags/tag931.xml><?xml version="1.0" encoding="utf-8"?>
<p:tagLst xmlns:p="http://schemas.openxmlformats.org/presentationml/2006/main">
  <p:tag name="KSO_WM_BEAUTIFY_FLAG" val=""/>
</p:tagLst>
</file>

<file path=ppt/tags/tag932.xml><?xml version="1.0" encoding="utf-8"?>
<p:tagLst xmlns:p="http://schemas.openxmlformats.org/presentationml/2006/main">
  <p:tag name="KSO_WM_BEAUTIFY_FLAG" val=""/>
</p:tagLst>
</file>

<file path=ppt/tags/tag933.xml><?xml version="1.0" encoding="utf-8"?>
<p:tagLst xmlns:p="http://schemas.openxmlformats.org/presentationml/2006/main">
  <p:tag name="KSO_WM_BEAUTIFY_FLAG" val=""/>
</p:tagLst>
</file>

<file path=ppt/tags/tag934.xml><?xml version="1.0" encoding="utf-8"?>
<p:tagLst xmlns:p="http://schemas.openxmlformats.org/presentationml/2006/main">
  <p:tag name="KSO_WM_BEAUTIFY_FLAG" val=""/>
</p:tagLst>
</file>

<file path=ppt/tags/tag935.xml><?xml version="1.0" encoding="utf-8"?>
<p:tagLst xmlns:p="http://schemas.openxmlformats.org/presentationml/2006/main">
  <p:tag name="KSO_WM_BEAUTIFY_FLAG" val=""/>
</p:tagLst>
</file>

<file path=ppt/tags/tag936.xml><?xml version="1.0" encoding="utf-8"?>
<p:tagLst xmlns:p="http://schemas.openxmlformats.org/presentationml/2006/main">
  <p:tag name="KSO_WM_BEAUTIFY_FLAG" val=""/>
</p:tagLst>
</file>

<file path=ppt/tags/tag937.xml><?xml version="1.0" encoding="utf-8"?>
<p:tagLst xmlns:p="http://schemas.openxmlformats.org/presentationml/2006/main">
  <p:tag name="KSO_WM_BEAUTIFY_FLAG" val=""/>
</p:tagLst>
</file>

<file path=ppt/tags/tag938.xml><?xml version="1.0" encoding="utf-8"?>
<p:tagLst xmlns:p="http://schemas.openxmlformats.org/presentationml/2006/main">
  <p:tag name="KSO_WM_BEAUTIFY_FLAG" val=""/>
</p:tagLst>
</file>

<file path=ppt/tags/tag939.xml><?xml version="1.0" encoding="utf-8"?>
<p:tagLst xmlns:p="http://schemas.openxmlformats.org/presentationml/2006/main">
  <p:tag name="KSO_WM_BEAUTIFY_FLAG" val=""/>
</p:tagLst>
</file>

<file path=ppt/tags/tag940.xml><?xml version="1.0" encoding="utf-8"?>
<p:tagLst xmlns:p="http://schemas.openxmlformats.org/presentationml/2006/main">
  <p:tag name="KSO_WM_BEAUTIFY_FLAG" val=""/>
</p:tagLst>
</file>

<file path=ppt/tags/tag941.xml><?xml version="1.0" encoding="utf-8"?>
<p:tagLst xmlns:p="http://schemas.openxmlformats.org/presentationml/2006/main">
  <p:tag name="KSO_WM_BEAUTIFY_FLAG" val=""/>
</p:tagLst>
</file>

<file path=ppt/tags/tag942.xml><?xml version="1.0" encoding="utf-8"?>
<p:tagLst xmlns:p="http://schemas.openxmlformats.org/presentationml/2006/main">
  <p:tag name="KSO_WM_BEAUTIFY_FLAG" val=""/>
</p:tagLst>
</file>

<file path=ppt/tags/tag943.xml><?xml version="1.0" encoding="utf-8"?>
<p:tagLst xmlns:p="http://schemas.openxmlformats.org/presentationml/2006/main">
  <p:tag name="KSO_WM_BEAUTIFY_FLAG" val=""/>
</p:tagLst>
</file>

<file path=ppt/tags/tag944.xml><?xml version="1.0" encoding="utf-8"?>
<p:tagLst xmlns:p="http://schemas.openxmlformats.org/presentationml/2006/main">
  <p:tag name="KSO_WM_BEAUTIFY_FLAG" val=""/>
</p:tagLst>
</file>

<file path=ppt/tags/tag945.xml><?xml version="1.0" encoding="utf-8"?>
<p:tagLst xmlns:p="http://schemas.openxmlformats.org/presentationml/2006/main">
  <p:tag name="KSO_WM_BEAUTIFY_FLAG" val=""/>
</p:tagLst>
</file>

<file path=ppt/tags/tag946.xml><?xml version="1.0" encoding="utf-8"?>
<p:tagLst xmlns:p="http://schemas.openxmlformats.org/presentationml/2006/main">
  <p:tag name="KSO_WM_BEAUTIFY_FLAG" val=""/>
</p:tagLst>
</file>

<file path=ppt/tags/tag947.xml><?xml version="1.0" encoding="utf-8"?>
<p:tagLst xmlns:p="http://schemas.openxmlformats.org/presentationml/2006/main">
  <p:tag name="KSO_WM_BEAUTIFY_FLAG" val=""/>
</p:tagLst>
</file>

<file path=ppt/tags/tag948.xml><?xml version="1.0" encoding="utf-8"?>
<p:tagLst xmlns:p="http://schemas.openxmlformats.org/presentationml/2006/main">
  <p:tag name="KSO_WM_BEAUTIFY_FLAG" val=""/>
</p:tagLst>
</file>

<file path=ppt/tags/tag949.xml><?xml version="1.0" encoding="utf-8"?>
<p:tagLst xmlns:p="http://schemas.openxmlformats.org/presentationml/2006/main">
  <p:tag name="KSO_WM_BEAUTIFY_FLAG" val=""/>
</p:tagLst>
</file>

<file path=ppt/tags/tag950.xml><?xml version="1.0" encoding="utf-8"?>
<p:tagLst xmlns:p="http://schemas.openxmlformats.org/presentationml/2006/main">
  <p:tag name="KSO_WM_BEAUTIFY_FLAG" val=""/>
</p:tagLst>
</file>

<file path=ppt/tags/tag951.xml><?xml version="1.0" encoding="utf-8"?>
<p:tagLst xmlns:p="http://schemas.openxmlformats.org/presentationml/2006/main">
  <p:tag name="KSO_WM_BEAUTIFY_FLAG" val=""/>
</p:tagLst>
</file>

<file path=ppt/tags/tag952.xml><?xml version="1.0" encoding="utf-8"?>
<p:tagLst xmlns:p="http://schemas.openxmlformats.org/presentationml/2006/main">
  <p:tag name="KSO_WM_BEAUTIFY_FLAG" val=""/>
</p:tagLst>
</file>

<file path=ppt/tags/tag953.xml><?xml version="1.0" encoding="utf-8"?>
<p:tagLst xmlns:p="http://schemas.openxmlformats.org/presentationml/2006/main">
  <p:tag name="KSO_WM_BEAUTIFY_FLAG" val=""/>
</p:tagLst>
</file>

<file path=ppt/tags/tag954.xml><?xml version="1.0" encoding="utf-8"?>
<p:tagLst xmlns:p="http://schemas.openxmlformats.org/presentationml/2006/main">
  <p:tag name="KSO_WM_BEAUTIFY_FLAG" val=""/>
</p:tagLst>
</file>

<file path=ppt/tags/tag955.xml><?xml version="1.0" encoding="utf-8"?>
<p:tagLst xmlns:p="http://schemas.openxmlformats.org/presentationml/2006/main">
  <p:tag name="KSO_WM_BEAUTIFY_FLAG" val=""/>
</p:tagLst>
</file>

<file path=ppt/tags/tag956.xml><?xml version="1.0" encoding="utf-8"?>
<p:tagLst xmlns:p="http://schemas.openxmlformats.org/presentationml/2006/main">
  <p:tag name="KSO_WM_BEAUTIFY_FLAG" val=""/>
</p:tagLst>
</file>

<file path=ppt/tags/tag957.xml><?xml version="1.0" encoding="utf-8"?>
<p:tagLst xmlns:p="http://schemas.openxmlformats.org/presentationml/2006/main">
  <p:tag name="KSO_WM_BEAUTIFY_FLAG" val=""/>
</p:tagLst>
</file>

<file path=ppt/tags/tag958.xml><?xml version="1.0" encoding="utf-8"?>
<p:tagLst xmlns:p="http://schemas.openxmlformats.org/presentationml/2006/main">
  <p:tag name="KSO_WM_BEAUTIFY_FLAG" val=""/>
</p:tagLst>
</file>

<file path=ppt/tags/tag959.xml><?xml version="1.0" encoding="utf-8"?>
<p:tagLst xmlns:p="http://schemas.openxmlformats.org/presentationml/2006/main">
  <p:tag name="KSO_WM_BEAUTIFY_FLAG" val=""/>
</p:tagLst>
</file>

<file path=ppt/tags/tag960.xml><?xml version="1.0" encoding="utf-8"?>
<p:tagLst xmlns:p="http://schemas.openxmlformats.org/presentationml/2006/main">
  <p:tag name="KSO_WM_BEAUTIFY_FLAG" val=""/>
</p:tagLst>
</file>

<file path=ppt/tags/tag961.xml><?xml version="1.0" encoding="utf-8"?>
<p:tagLst xmlns:p="http://schemas.openxmlformats.org/presentationml/2006/main">
  <p:tag name="KSO_WM_BEAUTIFY_FLAG" val=""/>
</p:tagLst>
</file>

<file path=ppt/tags/tag962.xml><?xml version="1.0" encoding="utf-8"?>
<p:tagLst xmlns:p="http://schemas.openxmlformats.org/presentationml/2006/main">
  <p:tag name="KSO_WM_BEAUTIFY_FLAG" val=""/>
</p:tagLst>
</file>

<file path=ppt/tags/tag963.xml><?xml version="1.0" encoding="utf-8"?>
<p:tagLst xmlns:p="http://schemas.openxmlformats.org/presentationml/2006/main">
  <p:tag name="KSO_WM_BEAUTIFY_FLAG" val=""/>
</p:tagLst>
</file>

<file path=ppt/tags/tag964.xml><?xml version="1.0" encoding="utf-8"?>
<p:tagLst xmlns:p="http://schemas.openxmlformats.org/presentationml/2006/main">
  <p:tag name="KSO_WM_BEAUTIFY_FLAG" val=""/>
</p:tagLst>
</file>

<file path=ppt/tags/tag965.xml><?xml version="1.0" encoding="utf-8"?>
<p:tagLst xmlns:p="http://schemas.openxmlformats.org/presentationml/2006/main">
  <p:tag name="KSO_WM_BEAUTIFY_FLAG" val=""/>
</p:tagLst>
</file>

<file path=ppt/tags/tag966.xml><?xml version="1.0" encoding="utf-8"?>
<p:tagLst xmlns:p="http://schemas.openxmlformats.org/presentationml/2006/main">
  <p:tag name="KSO_WM_BEAUTIFY_FLAG" val=""/>
</p:tagLst>
</file>

<file path=ppt/tags/tag967.xml><?xml version="1.0" encoding="utf-8"?>
<p:tagLst xmlns:p="http://schemas.openxmlformats.org/presentationml/2006/main">
  <p:tag name="KSO_WM_BEAUTIFY_FLAG" val=""/>
</p:tagLst>
</file>

<file path=ppt/tags/tag968.xml><?xml version="1.0" encoding="utf-8"?>
<p:tagLst xmlns:p="http://schemas.openxmlformats.org/presentationml/2006/main">
  <p:tag name="KSO_WM_BEAUTIFY_FLAG" val=""/>
</p:tagLst>
</file>

<file path=ppt/tags/tag969.xml><?xml version="1.0" encoding="utf-8"?>
<p:tagLst xmlns:p="http://schemas.openxmlformats.org/presentationml/2006/main">
  <p:tag name="KSO_WM_BEAUTIFY_FLAG" val=""/>
</p:tagLst>
</file>

<file path=ppt/tags/tag970.xml><?xml version="1.0" encoding="utf-8"?>
<p:tagLst xmlns:p="http://schemas.openxmlformats.org/presentationml/2006/main">
  <p:tag name="KSO_WM_BEAUTIFY_FLAG" val=""/>
</p:tagLst>
</file>

<file path=ppt/tags/tag971.xml><?xml version="1.0" encoding="utf-8"?>
<p:tagLst xmlns:p="http://schemas.openxmlformats.org/presentationml/2006/main">
  <p:tag name="KSO_WM_BEAUTIFY_FLAG" val=""/>
</p:tagLst>
</file>

<file path=ppt/tags/tag972.xml><?xml version="1.0" encoding="utf-8"?>
<p:tagLst xmlns:p="http://schemas.openxmlformats.org/presentationml/2006/main">
  <p:tag name="KSO_WM_BEAUTIFY_FLAG" val=""/>
</p:tagLst>
</file>

<file path=ppt/tags/tag973.xml><?xml version="1.0" encoding="utf-8"?>
<p:tagLst xmlns:p="http://schemas.openxmlformats.org/presentationml/2006/main">
  <p:tag name="KSO_WM_BEAUTIFY_FLAG" val=""/>
</p:tagLst>
</file>

<file path=ppt/tags/tag974.xml><?xml version="1.0" encoding="utf-8"?>
<p:tagLst xmlns:p="http://schemas.openxmlformats.org/presentationml/2006/main">
  <p:tag name="KSO_WM_BEAUTIFY_FLAG" val=""/>
</p:tagLst>
</file>

<file path=ppt/tags/tag975.xml><?xml version="1.0" encoding="utf-8"?>
<p:tagLst xmlns:p="http://schemas.openxmlformats.org/presentationml/2006/main">
  <p:tag name="KSO_WM_BEAUTIFY_FLAG" val=""/>
</p:tagLst>
</file>

<file path=ppt/tags/tag976.xml><?xml version="1.0" encoding="utf-8"?>
<p:tagLst xmlns:p="http://schemas.openxmlformats.org/presentationml/2006/main">
  <p:tag name="KSO_WM_BEAUTIFY_FLAG" val=""/>
</p:tagLst>
</file>

<file path=ppt/tags/tag977.xml><?xml version="1.0" encoding="utf-8"?>
<p:tagLst xmlns:p="http://schemas.openxmlformats.org/presentationml/2006/main">
  <p:tag name="KSO_WM_BEAUTIFY_FLAG" val=""/>
</p:tagLst>
</file>

<file path=ppt/tags/tag978.xml><?xml version="1.0" encoding="utf-8"?>
<p:tagLst xmlns:p="http://schemas.openxmlformats.org/presentationml/2006/main">
  <p:tag name="KSO_WM_BEAUTIFY_FLAG" val=""/>
</p:tagLst>
</file>

<file path=ppt/tags/tag979.xml><?xml version="1.0" encoding="utf-8"?>
<p:tagLst xmlns:p="http://schemas.openxmlformats.org/presentationml/2006/main">
  <p:tag name="KSO_WM_BEAUTIFY_FLAG" val=""/>
</p:tagLst>
</file>

<file path=ppt/tags/tag980.xml><?xml version="1.0" encoding="utf-8"?>
<p:tagLst xmlns:p="http://schemas.openxmlformats.org/presentationml/2006/main">
  <p:tag name="KSO_WM_BEAUTIFY_FLAG" val=""/>
</p:tagLst>
</file>

<file path=ppt/tags/tag981.xml><?xml version="1.0" encoding="utf-8"?>
<p:tagLst xmlns:p="http://schemas.openxmlformats.org/presentationml/2006/main">
  <p:tag name="KSO_WM_BEAUTIFY_FLAG" val=""/>
</p:tagLst>
</file>

<file path=ppt/tags/tag982.xml><?xml version="1.0" encoding="utf-8"?>
<p:tagLst xmlns:p="http://schemas.openxmlformats.org/presentationml/2006/main">
  <p:tag name="KSO_WM_BEAUTIFY_FLAG" val=""/>
</p:tagLst>
</file>

<file path=ppt/tags/tag983.xml><?xml version="1.0" encoding="utf-8"?>
<p:tagLst xmlns:p="http://schemas.openxmlformats.org/presentationml/2006/main">
  <p:tag name="KSO_WM_BEAUTIFY_FLAG" val=""/>
</p:tagLst>
</file>

<file path=ppt/tags/tag984.xml><?xml version="1.0" encoding="utf-8"?>
<p:tagLst xmlns:p="http://schemas.openxmlformats.org/presentationml/2006/main">
  <p:tag name="KSO_WM_BEAUTIFY_FLAG" val=""/>
</p:tagLst>
</file>

<file path=ppt/tags/tag985.xml><?xml version="1.0" encoding="utf-8"?>
<p:tagLst xmlns:p="http://schemas.openxmlformats.org/presentationml/2006/main">
  <p:tag name="KSO_WM_BEAUTIFY_FLAG" val=""/>
</p:tagLst>
</file>

<file path=ppt/tags/tag986.xml><?xml version="1.0" encoding="utf-8"?>
<p:tagLst xmlns:p="http://schemas.openxmlformats.org/presentationml/2006/main">
  <p:tag name="KSO_WM_BEAUTIFY_FLAG" val=""/>
</p:tagLst>
</file>

<file path=ppt/tags/tag987.xml><?xml version="1.0" encoding="utf-8"?>
<p:tagLst xmlns:p="http://schemas.openxmlformats.org/presentationml/2006/main">
  <p:tag name="KSO_WM_BEAUTIFY_FLAG" val=""/>
</p:tagLst>
</file>

<file path=ppt/tags/tag988.xml><?xml version="1.0" encoding="utf-8"?>
<p:tagLst xmlns:p="http://schemas.openxmlformats.org/presentationml/2006/main">
  <p:tag name="KSO_WM_BEAUTIFY_FLAG" val=""/>
</p:tagLst>
</file>

<file path=ppt/tags/tag989.xml><?xml version="1.0" encoding="utf-8"?>
<p:tagLst xmlns:p="http://schemas.openxmlformats.org/presentationml/2006/main">
  <p:tag name="KSO_WM_BEAUTIFY_FLAG" val=""/>
</p:tagLst>
</file>

<file path=ppt/tags/tag990.xml><?xml version="1.0" encoding="utf-8"?>
<p:tagLst xmlns:p="http://schemas.openxmlformats.org/presentationml/2006/main">
  <p:tag name="KSO_WM_BEAUTIFY_FLAG" val=""/>
</p:tagLst>
</file>

<file path=ppt/tags/tag991.xml><?xml version="1.0" encoding="utf-8"?>
<p:tagLst xmlns:p="http://schemas.openxmlformats.org/presentationml/2006/main">
  <p:tag name="KSO_WM_BEAUTIFY_FLAG" val=""/>
</p:tagLst>
</file>

<file path=ppt/tags/tag992.xml><?xml version="1.0" encoding="utf-8"?>
<p:tagLst xmlns:p="http://schemas.openxmlformats.org/presentationml/2006/main">
  <p:tag name="KSO_WM_BEAUTIFY_FLAG" val=""/>
</p:tagLst>
</file>

<file path=ppt/tags/tag993.xml><?xml version="1.0" encoding="utf-8"?>
<p:tagLst xmlns:p="http://schemas.openxmlformats.org/presentationml/2006/main">
  <p:tag name="KSO_WM_BEAUTIFY_FLAG" val=""/>
</p:tagLst>
</file>

<file path=ppt/tags/tag994.xml><?xml version="1.0" encoding="utf-8"?>
<p:tagLst xmlns:p="http://schemas.openxmlformats.org/presentationml/2006/main">
  <p:tag name="KSO_WM_BEAUTIFY_FLAG" val=""/>
</p:tagLst>
</file>

<file path=ppt/tags/tag995.xml><?xml version="1.0" encoding="utf-8"?>
<p:tagLst xmlns:p="http://schemas.openxmlformats.org/presentationml/2006/main">
  <p:tag name="KSO_WM_BEAUTIFY_FLAG" val=""/>
</p:tagLst>
</file>

<file path=ppt/tags/tag996.xml><?xml version="1.0" encoding="utf-8"?>
<p:tagLst xmlns:p="http://schemas.openxmlformats.org/presentationml/2006/main">
  <p:tag name="KSO_WM_BEAUTIFY_FLAG" val=""/>
</p:tagLst>
</file>

<file path=ppt/tags/tag997.xml><?xml version="1.0" encoding="utf-8"?>
<p:tagLst xmlns:p="http://schemas.openxmlformats.org/presentationml/2006/main">
  <p:tag name="KSO_WM_BEAUTIFY_FLAG" val=""/>
</p:tagLst>
</file>

<file path=ppt/tags/tag998.xml><?xml version="1.0" encoding="utf-8"?>
<p:tagLst xmlns:p="http://schemas.openxmlformats.org/presentationml/2006/main">
  <p:tag name="KSO_WM_BEAUTIFY_FLAG" val=""/>
</p:tagLst>
</file>

<file path=ppt/tags/tag999.xml><?xml version="1.0" encoding="utf-8"?>
<p:tagLst xmlns:p="http://schemas.openxmlformats.org/presentationml/2006/main">
  <p:tag name="KSO_WM_BEAUTIFY_FLAG" val=""/>
</p:tagLst>
</file>

<file path=ppt/tags/tag1000.xml><?xml version="1.0" encoding="utf-8"?>
<p:tagLst xmlns:p="http://schemas.openxmlformats.org/presentationml/2006/main">
  <p:tag name="KSO_WM_BEAUTIFY_FLAG" val=""/>
</p:tagLst>
</file>

<file path=ppt/tags/tag1001.xml><?xml version="1.0" encoding="utf-8"?>
<p:tagLst xmlns:p="http://schemas.openxmlformats.org/presentationml/2006/main">
  <p:tag name="KSO_WM_BEAUTIFY_FLAG" val=""/>
</p:tagLst>
</file>

<file path=ppt/tags/tag1002.xml><?xml version="1.0" encoding="utf-8"?>
<p:tagLst xmlns:p="http://schemas.openxmlformats.org/presentationml/2006/main">
  <p:tag name="KSO_WM_BEAUTIFY_FLAG" val=""/>
</p:tagLst>
</file>

<file path=ppt/tags/tag1003.xml><?xml version="1.0" encoding="utf-8"?>
<p:tagLst xmlns:p="http://schemas.openxmlformats.org/presentationml/2006/main">
  <p:tag name="KSO_WM_BEAUTIFY_FLAG" val=""/>
</p:tagLst>
</file>

<file path=ppt/tags/tag1004.xml><?xml version="1.0" encoding="utf-8"?>
<p:tagLst xmlns:p="http://schemas.openxmlformats.org/presentationml/2006/main">
  <p:tag name="KSO_WM_BEAUTIFY_FLAG" val=""/>
</p:tagLst>
</file>

<file path=ppt/tags/tag1005.xml><?xml version="1.0" encoding="utf-8"?>
<p:tagLst xmlns:p="http://schemas.openxmlformats.org/presentationml/2006/main">
  <p:tag name="KSO_WM_BEAUTIFY_FLAG" val=""/>
</p:tagLst>
</file>

<file path=ppt/tags/tag1006.xml><?xml version="1.0" encoding="utf-8"?>
<p:tagLst xmlns:p="http://schemas.openxmlformats.org/presentationml/2006/main">
  <p:tag name="KSO_WM_BEAUTIFY_FLAG" val=""/>
</p:tagLst>
</file>

<file path=ppt/tags/tag1007.xml><?xml version="1.0" encoding="utf-8"?>
<p:tagLst xmlns:p="http://schemas.openxmlformats.org/presentationml/2006/main">
  <p:tag name="KSO_WM_BEAUTIFY_FLAG" val=""/>
</p:tagLst>
</file>

<file path=ppt/tags/tag1008.xml><?xml version="1.0" encoding="utf-8"?>
<p:tagLst xmlns:p="http://schemas.openxmlformats.org/presentationml/2006/main">
  <p:tag name="KSO_WM_BEAUTIFY_FLAG" val=""/>
</p:tagLst>
</file>

<file path=ppt/tags/tag1009.xml><?xml version="1.0" encoding="utf-8"?>
<p:tagLst xmlns:p="http://schemas.openxmlformats.org/presentationml/2006/main">
  <p:tag name="KSO_WM_BEAUTIFY_FLAG" val=""/>
</p:tagLst>
</file>

<file path=ppt/tags/tag1010.xml><?xml version="1.0" encoding="utf-8"?>
<p:tagLst xmlns:p="http://schemas.openxmlformats.org/presentationml/2006/main">
  <p:tag name="KSO_WM_BEAUTIFY_FLAG" val=""/>
</p:tagLst>
</file>

<file path=ppt/tags/tag1011.xml><?xml version="1.0" encoding="utf-8"?>
<p:tagLst xmlns:p="http://schemas.openxmlformats.org/presentationml/2006/main">
  <p:tag name="KSO_WM_BEAUTIFY_FLAG" val=""/>
</p:tagLst>
</file>

<file path=ppt/tags/tag1012.xml><?xml version="1.0" encoding="utf-8"?>
<p:tagLst xmlns:p="http://schemas.openxmlformats.org/presentationml/2006/main">
  <p:tag name="KSO_WM_BEAUTIFY_FLAG" val=""/>
</p:tagLst>
</file>

<file path=ppt/tags/tag1013.xml><?xml version="1.0" encoding="utf-8"?>
<p:tagLst xmlns:p="http://schemas.openxmlformats.org/presentationml/2006/main">
  <p:tag name="KSO_WM_BEAUTIFY_FLAG" val=""/>
</p:tagLst>
</file>

<file path=ppt/tags/tag1014.xml><?xml version="1.0" encoding="utf-8"?>
<p:tagLst xmlns:p="http://schemas.openxmlformats.org/presentationml/2006/main">
  <p:tag name="KSO_WM_BEAUTIFY_FLAG" val=""/>
</p:tagLst>
</file>

<file path=ppt/tags/tag1015.xml><?xml version="1.0" encoding="utf-8"?>
<p:tagLst xmlns:p="http://schemas.openxmlformats.org/presentationml/2006/main">
  <p:tag name="KSO_WM_BEAUTIFY_FLAG" val=""/>
</p:tagLst>
</file>

<file path=ppt/tags/tag1016.xml><?xml version="1.0" encoding="utf-8"?>
<p:tagLst xmlns:p="http://schemas.openxmlformats.org/presentationml/2006/main">
  <p:tag name="KSO_WM_BEAUTIFY_FLAG" val=""/>
</p:tagLst>
</file>

<file path=ppt/tags/tag1017.xml><?xml version="1.0" encoding="utf-8"?>
<p:tagLst xmlns:p="http://schemas.openxmlformats.org/presentationml/2006/main">
  <p:tag name="KSO_WM_BEAUTIFY_FLAG" val=""/>
</p:tagLst>
</file>

<file path=ppt/tags/tag1018.xml><?xml version="1.0" encoding="utf-8"?>
<p:tagLst xmlns:p="http://schemas.openxmlformats.org/presentationml/2006/main">
  <p:tag name="KSO_WM_BEAUTIFY_FLAG" val=""/>
</p:tagLst>
</file>

<file path=ppt/tags/tag1019.xml><?xml version="1.0" encoding="utf-8"?>
<p:tagLst xmlns:p="http://schemas.openxmlformats.org/presentationml/2006/main">
  <p:tag name="KSO_WM_BEAUTIFY_FLAG" val=""/>
</p:tagLst>
</file>

<file path=ppt/tags/tag1020.xml><?xml version="1.0" encoding="utf-8"?>
<p:tagLst xmlns:p="http://schemas.openxmlformats.org/presentationml/2006/main">
  <p:tag name="KSO_WM_BEAUTIFY_FLAG" val=""/>
</p:tagLst>
</file>

<file path=ppt/tags/tag1021.xml><?xml version="1.0" encoding="utf-8"?>
<p:tagLst xmlns:p="http://schemas.openxmlformats.org/presentationml/2006/main">
  <p:tag name="KSO_WM_BEAUTIFY_FLAG" val=""/>
</p:tagLst>
</file>

<file path=ppt/tags/tag1022.xml><?xml version="1.0" encoding="utf-8"?>
<p:tagLst xmlns:p="http://schemas.openxmlformats.org/presentationml/2006/main">
  <p:tag name="KSO_WM_BEAUTIFY_FLAG" val=""/>
</p:tagLst>
</file>

<file path=ppt/tags/tag1023.xml><?xml version="1.0" encoding="utf-8"?>
<p:tagLst xmlns:p="http://schemas.openxmlformats.org/presentationml/2006/main">
  <p:tag name="KSO_WM_BEAUTIFY_FLAG" val=""/>
</p:tagLst>
</file>

<file path=ppt/tags/tag1024.xml><?xml version="1.0" encoding="utf-8"?>
<p:tagLst xmlns:p="http://schemas.openxmlformats.org/presentationml/2006/main">
  <p:tag name="KSO_WM_BEAUTIFY_FLAG" val=""/>
</p:tagLst>
</file>

<file path=ppt/tags/tag1025.xml><?xml version="1.0" encoding="utf-8"?>
<p:tagLst xmlns:p="http://schemas.openxmlformats.org/presentationml/2006/main">
  <p:tag name="KSO_WM_BEAUTIFY_FLAG" val=""/>
</p:tagLst>
</file>

<file path=ppt/tags/tag1026.xml><?xml version="1.0" encoding="utf-8"?>
<p:tagLst xmlns:p="http://schemas.openxmlformats.org/presentationml/2006/main">
  <p:tag name="KSO_WM_BEAUTIFY_FLAG" val=""/>
</p:tagLst>
</file>

<file path=ppt/tags/tag1027.xml><?xml version="1.0" encoding="utf-8"?>
<p:tagLst xmlns:p="http://schemas.openxmlformats.org/presentationml/2006/main">
  <p:tag name="KSO_WM_BEAUTIFY_FLAG" val=""/>
</p:tagLst>
</file>

<file path=ppt/tags/tag1028.xml><?xml version="1.0" encoding="utf-8"?>
<p:tagLst xmlns:p="http://schemas.openxmlformats.org/presentationml/2006/main">
  <p:tag name="KSO_WM_BEAUTIFY_FLAG" val=""/>
</p:tagLst>
</file>

<file path=ppt/tags/tag1029.xml><?xml version="1.0" encoding="utf-8"?>
<p:tagLst xmlns:p="http://schemas.openxmlformats.org/presentationml/2006/main">
  <p:tag name="KSO_WM_BEAUTIFY_FLAG" val=""/>
</p:tagLst>
</file>

<file path=ppt/tags/tag1030.xml><?xml version="1.0" encoding="utf-8"?>
<p:tagLst xmlns:p="http://schemas.openxmlformats.org/presentationml/2006/main">
  <p:tag name="KSO_WM_BEAUTIFY_FLAG" val=""/>
</p:tagLst>
</file>

<file path=ppt/tags/tag1031.xml><?xml version="1.0" encoding="utf-8"?>
<p:tagLst xmlns:p="http://schemas.openxmlformats.org/presentationml/2006/main">
  <p:tag name="KSO_WM_BEAUTIFY_FLAG" val=""/>
</p:tagLst>
</file>

<file path=ppt/tags/tag1032.xml><?xml version="1.0" encoding="utf-8"?>
<p:tagLst xmlns:p="http://schemas.openxmlformats.org/presentationml/2006/main">
  <p:tag name="KSO_WM_BEAUTIFY_FLAG" val=""/>
</p:tagLst>
</file>

<file path=ppt/tags/tag1033.xml><?xml version="1.0" encoding="utf-8"?>
<p:tagLst xmlns:p="http://schemas.openxmlformats.org/presentationml/2006/main">
  <p:tag name="KSO_WM_BEAUTIFY_FLAG" val=""/>
</p:tagLst>
</file>

<file path=ppt/tags/tag1034.xml><?xml version="1.0" encoding="utf-8"?>
<p:tagLst xmlns:p="http://schemas.openxmlformats.org/presentationml/2006/main">
  <p:tag name="KSO_WM_BEAUTIFY_FLAG" val=""/>
</p:tagLst>
</file>

<file path=ppt/tags/tag1035.xml><?xml version="1.0" encoding="utf-8"?>
<p:tagLst xmlns:p="http://schemas.openxmlformats.org/presentationml/2006/main">
  <p:tag name="KSO_WM_BEAUTIFY_FLAG" val=""/>
</p:tagLst>
</file>

<file path=ppt/tags/tag1036.xml><?xml version="1.0" encoding="utf-8"?>
<p:tagLst xmlns:p="http://schemas.openxmlformats.org/presentationml/2006/main">
  <p:tag name="KSO_WM_BEAUTIFY_FLAG" val=""/>
</p:tagLst>
</file>

<file path=ppt/tags/tag1037.xml><?xml version="1.0" encoding="utf-8"?>
<p:tagLst xmlns:p="http://schemas.openxmlformats.org/presentationml/2006/main">
  <p:tag name="KSO_WM_BEAUTIFY_FLAG" val=""/>
</p:tagLst>
</file>

<file path=ppt/tags/tag1038.xml><?xml version="1.0" encoding="utf-8"?>
<p:tagLst xmlns:p="http://schemas.openxmlformats.org/presentationml/2006/main">
  <p:tag name="KSO_WM_BEAUTIFY_FLAG" val=""/>
</p:tagLst>
</file>

<file path=ppt/tags/tag1039.xml><?xml version="1.0" encoding="utf-8"?>
<p:tagLst xmlns:p="http://schemas.openxmlformats.org/presentationml/2006/main">
  <p:tag name="KSO_WM_BEAUTIFY_FLAG" val=""/>
</p:tagLst>
</file>

<file path=ppt/tags/tag1040.xml><?xml version="1.0" encoding="utf-8"?>
<p:tagLst xmlns:p="http://schemas.openxmlformats.org/presentationml/2006/main">
  <p:tag name="KSO_WM_BEAUTIFY_FLAG" val=""/>
</p:tagLst>
</file>

<file path=ppt/tags/tag1041.xml><?xml version="1.0" encoding="utf-8"?>
<p:tagLst xmlns:p="http://schemas.openxmlformats.org/presentationml/2006/main">
  <p:tag name="KSO_WM_BEAUTIFY_FLAG" val=""/>
</p:tagLst>
</file>

<file path=ppt/tags/tag1042.xml><?xml version="1.0" encoding="utf-8"?>
<p:tagLst xmlns:p="http://schemas.openxmlformats.org/presentationml/2006/main">
  <p:tag name="KSO_WM_BEAUTIFY_FLAG" val=""/>
</p:tagLst>
</file>

<file path=ppt/tags/tag1043.xml><?xml version="1.0" encoding="utf-8"?>
<p:tagLst xmlns:p="http://schemas.openxmlformats.org/presentationml/2006/main">
  <p:tag name="KSO_WM_BEAUTIFY_FLAG" val=""/>
</p:tagLst>
</file>

<file path=ppt/tags/tag1044.xml><?xml version="1.0" encoding="utf-8"?>
<p:tagLst xmlns:p="http://schemas.openxmlformats.org/presentationml/2006/main">
  <p:tag name="KSO_WM_BEAUTIFY_FLAG" val=""/>
</p:tagLst>
</file>

<file path=ppt/tags/tag1045.xml><?xml version="1.0" encoding="utf-8"?>
<p:tagLst xmlns:p="http://schemas.openxmlformats.org/presentationml/2006/main">
  <p:tag name="KSO_WM_BEAUTIFY_FLAG" val=""/>
</p:tagLst>
</file>

<file path=ppt/tags/tag1046.xml><?xml version="1.0" encoding="utf-8"?>
<p:tagLst xmlns:p="http://schemas.openxmlformats.org/presentationml/2006/main">
  <p:tag name="KSO_WM_BEAUTIFY_FLAG" val=""/>
</p:tagLst>
</file>

<file path=ppt/tags/tag1047.xml><?xml version="1.0" encoding="utf-8"?>
<p:tagLst xmlns:p="http://schemas.openxmlformats.org/presentationml/2006/main">
  <p:tag name="KSO_WM_BEAUTIFY_FLAG" val=""/>
</p:tagLst>
</file>

<file path=ppt/tags/tag1048.xml><?xml version="1.0" encoding="utf-8"?>
<p:tagLst xmlns:p="http://schemas.openxmlformats.org/presentationml/2006/main">
  <p:tag name="KSO_WM_BEAUTIFY_FLAG" val=""/>
</p:tagLst>
</file>

<file path=ppt/tags/tag1049.xml><?xml version="1.0" encoding="utf-8"?>
<p:tagLst xmlns:p="http://schemas.openxmlformats.org/presentationml/2006/main">
  <p:tag name="KSO_WM_BEAUTIFY_FLAG" val=""/>
</p:tagLst>
</file>

<file path=ppt/tags/tag1050.xml><?xml version="1.0" encoding="utf-8"?>
<p:tagLst xmlns:p="http://schemas.openxmlformats.org/presentationml/2006/main">
  <p:tag name="KSO_WM_BEAUTIFY_FLAG" val=""/>
</p:tagLst>
</file>

<file path=ppt/tags/tag1051.xml><?xml version="1.0" encoding="utf-8"?>
<p:tagLst xmlns:p="http://schemas.openxmlformats.org/presentationml/2006/main">
  <p:tag name="KSO_WM_BEAUTIFY_FLAG" val=""/>
</p:tagLst>
</file>

<file path=ppt/tags/tag1052.xml><?xml version="1.0" encoding="utf-8"?>
<p:tagLst xmlns:p="http://schemas.openxmlformats.org/presentationml/2006/main">
  <p:tag name="KSO_WM_BEAUTIFY_FLAG" val=""/>
</p:tagLst>
</file>

<file path=ppt/tags/tag1053.xml><?xml version="1.0" encoding="utf-8"?>
<p:tagLst xmlns:p="http://schemas.openxmlformats.org/presentationml/2006/main">
  <p:tag name="KSO_WM_BEAUTIFY_FLAG" val=""/>
</p:tagLst>
</file>

<file path=ppt/tags/tag1054.xml><?xml version="1.0" encoding="utf-8"?>
<p:tagLst xmlns:p="http://schemas.openxmlformats.org/presentationml/2006/main">
  <p:tag name="KSO_WM_BEAUTIFY_FLAG" val=""/>
</p:tagLst>
</file>

<file path=ppt/tags/tag1055.xml><?xml version="1.0" encoding="utf-8"?>
<p:tagLst xmlns:p="http://schemas.openxmlformats.org/presentationml/2006/main">
  <p:tag name="KSO_WM_BEAUTIFY_FLAG" val=""/>
</p:tagLst>
</file>

<file path=ppt/tags/tag1056.xml><?xml version="1.0" encoding="utf-8"?>
<p:tagLst xmlns:p="http://schemas.openxmlformats.org/presentationml/2006/main">
  <p:tag name="KSO_WM_BEAUTIFY_FLAG" val=""/>
</p:tagLst>
</file>

<file path=ppt/tags/tag1057.xml><?xml version="1.0" encoding="utf-8"?>
<p:tagLst xmlns:p="http://schemas.openxmlformats.org/presentationml/2006/main">
  <p:tag name="KSO_WM_BEAUTIFY_FLAG" val=""/>
</p:tagLst>
</file>

<file path=ppt/tags/tag1058.xml><?xml version="1.0" encoding="utf-8"?>
<p:tagLst xmlns:p="http://schemas.openxmlformats.org/presentationml/2006/main">
  <p:tag name="KSO_WM_BEAUTIFY_FLAG" val=""/>
</p:tagLst>
</file>

<file path=ppt/tags/tag1059.xml><?xml version="1.0" encoding="utf-8"?>
<p:tagLst xmlns:p="http://schemas.openxmlformats.org/presentationml/2006/main">
  <p:tag name="KSO_WM_BEAUTIFY_FLAG" val=""/>
</p:tagLst>
</file>

<file path=ppt/tags/tag1060.xml><?xml version="1.0" encoding="utf-8"?>
<p:tagLst xmlns:p="http://schemas.openxmlformats.org/presentationml/2006/main">
  <p:tag name="KSO_WM_BEAUTIFY_FLAG" val=""/>
</p:tagLst>
</file>

<file path=ppt/tags/tag1061.xml><?xml version="1.0" encoding="utf-8"?>
<p:tagLst xmlns:p="http://schemas.openxmlformats.org/presentationml/2006/main">
  <p:tag name="KSO_WM_BEAUTIFY_FLAG" val=""/>
</p:tagLst>
</file>

<file path=ppt/tags/tag1062.xml><?xml version="1.0" encoding="utf-8"?>
<p:tagLst xmlns:p="http://schemas.openxmlformats.org/presentationml/2006/main">
  <p:tag name="KSO_WM_BEAUTIFY_FLAG" val=""/>
</p:tagLst>
</file>

<file path=ppt/tags/tag1063.xml><?xml version="1.0" encoding="utf-8"?>
<p:tagLst xmlns:p="http://schemas.openxmlformats.org/presentationml/2006/main">
  <p:tag name="KSO_WM_BEAUTIFY_FLAG" val=""/>
</p:tagLst>
</file>

<file path=ppt/tags/tag1064.xml><?xml version="1.0" encoding="utf-8"?>
<p:tagLst xmlns:p="http://schemas.openxmlformats.org/presentationml/2006/main">
  <p:tag name="KSO_WM_BEAUTIFY_FLAG" val=""/>
</p:tagLst>
</file>

<file path=ppt/tags/tag1065.xml><?xml version="1.0" encoding="utf-8"?>
<p:tagLst xmlns:p="http://schemas.openxmlformats.org/presentationml/2006/main">
  <p:tag name="KSO_WM_BEAUTIFY_FLAG" val=""/>
</p:tagLst>
</file>

<file path=ppt/tags/tag1066.xml><?xml version="1.0" encoding="utf-8"?>
<p:tagLst xmlns:p="http://schemas.openxmlformats.org/presentationml/2006/main">
  <p:tag name="KSO_WM_BEAUTIFY_FLAG" val=""/>
</p:tagLst>
</file>

<file path=ppt/tags/tag1067.xml><?xml version="1.0" encoding="utf-8"?>
<p:tagLst xmlns:p="http://schemas.openxmlformats.org/presentationml/2006/main">
  <p:tag name="KSO_WM_BEAUTIFY_FLAG" val=""/>
</p:tagLst>
</file>

<file path=ppt/tags/tag1068.xml><?xml version="1.0" encoding="utf-8"?>
<p:tagLst xmlns:p="http://schemas.openxmlformats.org/presentationml/2006/main">
  <p:tag name="KSO_WM_BEAUTIFY_FLAG" val=""/>
</p:tagLst>
</file>

<file path=ppt/tags/tag1069.xml><?xml version="1.0" encoding="utf-8"?>
<p:tagLst xmlns:p="http://schemas.openxmlformats.org/presentationml/2006/main">
  <p:tag name="KSO_WM_BEAUTIFY_FLAG" val=""/>
</p:tagLst>
</file>

<file path=ppt/tags/tag1070.xml><?xml version="1.0" encoding="utf-8"?>
<p:tagLst xmlns:p="http://schemas.openxmlformats.org/presentationml/2006/main">
  <p:tag name="KSO_WM_BEAUTIFY_FLAG" val=""/>
</p:tagLst>
</file>

<file path=ppt/tags/tag1071.xml><?xml version="1.0" encoding="utf-8"?>
<p:tagLst xmlns:p="http://schemas.openxmlformats.org/presentationml/2006/main">
  <p:tag name="KSO_WM_BEAUTIFY_FLAG" val=""/>
</p:tagLst>
</file>

<file path=ppt/tags/tag1072.xml><?xml version="1.0" encoding="utf-8"?>
<p:tagLst xmlns:p="http://schemas.openxmlformats.org/presentationml/2006/main">
  <p:tag name="KSO_WM_BEAUTIFY_FLAG" val=""/>
</p:tagLst>
</file>

<file path=ppt/tags/tag1073.xml><?xml version="1.0" encoding="utf-8"?>
<p:tagLst xmlns:p="http://schemas.openxmlformats.org/presentationml/2006/main">
  <p:tag name="KSO_WM_BEAUTIFY_FLAG" val=""/>
</p:tagLst>
</file>

<file path=ppt/tags/tag1074.xml><?xml version="1.0" encoding="utf-8"?>
<p:tagLst xmlns:p="http://schemas.openxmlformats.org/presentationml/2006/main">
  <p:tag name="KSO_WM_BEAUTIFY_FLAG" val=""/>
</p:tagLst>
</file>

<file path=ppt/tags/tag1075.xml><?xml version="1.0" encoding="utf-8"?>
<p:tagLst xmlns:p="http://schemas.openxmlformats.org/presentationml/2006/main">
  <p:tag name="KSO_WM_BEAUTIFY_FLAG" val=""/>
</p:tagLst>
</file>

<file path=ppt/tags/tag1076.xml><?xml version="1.0" encoding="utf-8"?>
<p:tagLst xmlns:p="http://schemas.openxmlformats.org/presentationml/2006/main">
  <p:tag name="KSO_WM_BEAUTIFY_FLAG" val=""/>
</p:tagLst>
</file>

<file path=ppt/tags/tag1077.xml><?xml version="1.0" encoding="utf-8"?>
<p:tagLst xmlns:p="http://schemas.openxmlformats.org/presentationml/2006/main">
  <p:tag name="KSO_WM_BEAUTIFY_FLAG" val=""/>
</p:tagLst>
</file>

<file path=ppt/tags/tag1078.xml><?xml version="1.0" encoding="utf-8"?>
<p:tagLst xmlns:p="http://schemas.openxmlformats.org/presentationml/2006/main">
  <p:tag name="KSO_WM_BEAUTIFY_FLAG" val=""/>
</p:tagLst>
</file>

<file path=ppt/tags/tag1079.xml><?xml version="1.0" encoding="utf-8"?>
<p:tagLst xmlns:p="http://schemas.openxmlformats.org/presentationml/2006/main">
  <p:tag name="KSO_WM_BEAUTIFY_FLAG" val=""/>
</p:tagLst>
</file>

<file path=ppt/tags/tag1080.xml><?xml version="1.0" encoding="utf-8"?>
<p:tagLst xmlns:p="http://schemas.openxmlformats.org/presentationml/2006/main">
  <p:tag name="KSO_WM_BEAUTIFY_FLAG" val=""/>
</p:tagLst>
</file>

<file path=ppt/tags/tag1081.xml><?xml version="1.0" encoding="utf-8"?>
<p:tagLst xmlns:p="http://schemas.openxmlformats.org/presentationml/2006/main">
  <p:tag name="KSO_WM_BEAUTIFY_FLAG" val=""/>
</p:tagLst>
</file>

<file path=ppt/tags/tag1082.xml><?xml version="1.0" encoding="utf-8"?>
<p:tagLst xmlns:p="http://schemas.openxmlformats.org/presentationml/2006/main">
  <p:tag name="KSO_WM_BEAUTIFY_FLAG" val=""/>
</p:tagLst>
</file>

<file path=ppt/tags/tag1083.xml><?xml version="1.0" encoding="utf-8"?>
<p:tagLst xmlns:p="http://schemas.openxmlformats.org/presentationml/2006/main">
  <p:tag name="KSO_WM_BEAUTIFY_FLAG" val=""/>
</p:tagLst>
</file>

<file path=ppt/tags/tag1084.xml><?xml version="1.0" encoding="utf-8"?>
<p:tagLst xmlns:p="http://schemas.openxmlformats.org/presentationml/2006/main">
  <p:tag name="KSO_WM_BEAUTIFY_FLAG" val=""/>
</p:tagLst>
</file>

<file path=ppt/tags/tag1085.xml><?xml version="1.0" encoding="utf-8"?>
<p:tagLst xmlns:p="http://schemas.openxmlformats.org/presentationml/2006/main">
  <p:tag name="KSO_WM_BEAUTIFY_FLAG" val=""/>
</p:tagLst>
</file>

<file path=ppt/tags/tag1086.xml><?xml version="1.0" encoding="utf-8"?>
<p:tagLst xmlns:p="http://schemas.openxmlformats.org/presentationml/2006/main">
  <p:tag name="KSO_WM_BEAUTIFY_FLAG" val=""/>
</p:tagLst>
</file>

<file path=ppt/tags/tag1087.xml><?xml version="1.0" encoding="utf-8"?>
<p:tagLst xmlns:p="http://schemas.openxmlformats.org/presentationml/2006/main">
  <p:tag name="KSO_WM_BEAUTIFY_FLAG" val=""/>
</p:tagLst>
</file>

<file path=ppt/tags/tag1088.xml><?xml version="1.0" encoding="utf-8"?>
<p:tagLst xmlns:p="http://schemas.openxmlformats.org/presentationml/2006/main">
  <p:tag name="KSO_WM_BEAUTIFY_FLAG" val=""/>
</p:tagLst>
</file>

<file path=ppt/tags/tag1089.xml><?xml version="1.0" encoding="utf-8"?>
<p:tagLst xmlns:p="http://schemas.openxmlformats.org/presentationml/2006/main">
  <p:tag name="KSO_WM_BEAUTIFY_FLAG" val=""/>
</p:tagLst>
</file>

<file path=ppt/tags/tag1090.xml><?xml version="1.0" encoding="utf-8"?>
<p:tagLst xmlns:p="http://schemas.openxmlformats.org/presentationml/2006/main">
  <p:tag name="KSO_WM_BEAUTIFY_FLAG" val=""/>
</p:tagLst>
</file>

<file path=ppt/tags/tag1091.xml><?xml version="1.0" encoding="utf-8"?>
<p:tagLst xmlns:p="http://schemas.openxmlformats.org/presentationml/2006/main">
  <p:tag name="KSO_WM_BEAUTIFY_FLAG" val=""/>
</p:tagLst>
</file>

<file path=ppt/tags/tag1092.xml><?xml version="1.0" encoding="utf-8"?>
<p:tagLst xmlns:p="http://schemas.openxmlformats.org/presentationml/2006/main">
  <p:tag name="KSO_WM_BEAUTIFY_FLAG" val=""/>
</p:tagLst>
</file>

<file path=ppt/tags/tag1093.xml><?xml version="1.0" encoding="utf-8"?>
<p:tagLst xmlns:p="http://schemas.openxmlformats.org/presentationml/2006/main">
  <p:tag name="KSO_WM_BEAUTIFY_FLAG" val=""/>
</p:tagLst>
</file>

<file path=ppt/tags/tag1094.xml><?xml version="1.0" encoding="utf-8"?>
<p:tagLst xmlns:p="http://schemas.openxmlformats.org/presentationml/2006/main">
  <p:tag name="KSO_WM_BEAUTIFY_FLAG" val=""/>
</p:tagLst>
</file>

<file path=ppt/tags/tag1095.xml><?xml version="1.0" encoding="utf-8"?>
<p:tagLst xmlns:p="http://schemas.openxmlformats.org/presentationml/2006/main">
  <p:tag name="KSO_WM_BEAUTIFY_FLAG" val=""/>
</p:tagLst>
</file>

<file path=ppt/tags/tag1096.xml><?xml version="1.0" encoding="utf-8"?>
<p:tagLst xmlns:p="http://schemas.openxmlformats.org/presentationml/2006/main">
  <p:tag name="KSO_WM_BEAUTIFY_FLAG" val=""/>
</p:tagLst>
</file>

<file path=ppt/tags/tag1097.xml><?xml version="1.0" encoding="utf-8"?>
<p:tagLst xmlns:p="http://schemas.openxmlformats.org/presentationml/2006/main">
  <p:tag name="KSO_WM_BEAUTIFY_FLAG" val=""/>
</p:tagLst>
</file>

<file path=ppt/tags/tag1098.xml><?xml version="1.0" encoding="utf-8"?>
<p:tagLst xmlns:p="http://schemas.openxmlformats.org/presentationml/2006/main">
  <p:tag name="KSO_WM_BEAUTIFY_FLAG" val=""/>
</p:tagLst>
</file>

<file path=ppt/tags/tag1099.xml><?xml version="1.0" encoding="utf-8"?>
<p:tagLst xmlns:p="http://schemas.openxmlformats.org/presentationml/2006/main">
  <p:tag name="KSO_WM_BEAUTIFY_FLAG" val=""/>
</p:tagLst>
</file>

<file path=ppt/tags/tag1100.xml><?xml version="1.0" encoding="utf-8"?>
<p:tagLst xmlns:p="http://schemas.openxmlformats.org/presentationml/2006/main">
  <p:tag name="KSO_WM_BEAUTIFY_FLAG" val=""/>
</p:tagLst>
</file>

<file path=ppt/tags/tag1101.xml><?xml version="1.0" encoding="utf-8"?>
<p:tagLst xmlns:p="http://schemas.openxmlformats.org/presentationml/2006/main">
  <p:tag name="KSO_WM_BEAUTIFY_FLAG" val=""/>
</p:tagLst>
</file>

<file path=ppt/tags/tag1102.xml><?xml version="1.0" encoding="utf-8"?>
<p:tagLst xmlns:p="http://schemas.openxmlformats.org/presentationml/2006/main">
  <p:tag name="KSO_WM_BEAUTIFY_FLAG" val=""/>
</p:tagLst>
</file>

<file path=ppt/tags/tag1103.xml><?xml version="1.0" encoding="utf-8"?>
<p:tagLst xmlns:p="http://schemas.openxmlformats.org/presentationml/2006/main">
  <p:tag name="KSO_WM_BEAUTIFY_FLAG" val=""/>
</p:tagLst>
</file>

<file path=ppt/tags/tag1104.xml><?xml version="1.0" encoding="utf-8"?>
<p:tagLst xmlns:p="http://schemas.openxmlformats.org/presentationml/2006/main">
  <p:tag name="KSO_WM_BEAUTIFY_FLAG" val=""/>
</p:tagLst>
</file>

<file path=ppt/tags/tag1105.xml><?xml version="1.0" encoding="utf-8"?>
<p:tagLst xmlns:p="http://schemas.openxmlformats.org/presentationml/2006/main">
  <p:tag name="KSO_WM_BEAUTIFY_FLAG" val=""/>
</p:tagLst>
</file>

<file path=ppt/tags/tag1106.xml><?xml version="1.0" encoding="utf-8"?>
<p:tagLst xmlns:p="http://schemas.openxmlformats.org/presentationml/2006/main">
  <p:tag name="KSO_WM_BEAUTIFY_FLAG" val=""/>
</p:tagLst>
</file>

<file path=ppt/tags/tag1107.xml><?xml version="1.0" encoding="utf-8"?>
<p:tagLst xmlns:p="http://schemas.openxmlformats.org/presentationml/2006/main">
  <p:tag name="KSO_WM_BEAUTIFY_FLAG" val=""/>
</p:tagLst>
</file>

<file path=ppt/tags/tag1108.xml><?xml version="1.0" encoding="utf-8"?>
<p:tagLst xmlns:p="http://schemas.openxmlformats.org/presentationml/2006/main">
  <p:tag name="KSO_WM_BEAUTIFY_FLAG" val=""/>
</p:tagLst>
</file>

<file path=ppt/tags/tag1109.xml><?xml version="1.0" encoding="utf-8"?>
<p:tagLst xmlns:p="http://schemas.openxmlformats.org/presentationml/2006/main">
  <p:tag name="KSO_WM_BEAUTIFY_FLAG" val=""/>
</p:tagLst>
</file>

<file path=ppt/tags/tag1110.xml><?xml version="1.0" encoding="utf-8"?>
<p:tagLst xmlns:p="http://schemas.openxmlformats.org/presentationml/2006/main">
  <p:tag name="KSO_WM_BEAUTIFY_FLAG" val=""/>
</p:tagLst>
</file>

<file path=ppt/tags/tag1111.xml><?xml version="1.0" encoding="utf-8"?>
<p:tagLst xmlns:p="http://schemas.openxmlformats.org/presentationml/2006/main">
  <p:tag name="KSO_WM_BEAUTIFY_FLAG" val=""/>
</p:tagLst>
</file>

<file path=ppt/tags/tag1112.xml><?xml version="1.0" encoding="utf-8"?>
<p:tagLst xmlns:p="http://schemas.openxmlformats.org/presentationml/2006/main">
  <p:tag name="KSO_WM_BEAUTIFY_FLAG" val=""/>
</p:tagLst>
</file>

<file path=ppt/tags/tag1113.xml><?xml version="1.0" encoding="utf-8"?>
<p:tagLst xmlns:p="http://schemas.openxmlformats.org/presentationml/2006/main">
  <p:tag name="KSO_WM_BEAUTIFY_FLAG" val=""/>
</p:tagLst>
</file>

<file path=ppt/tags/tag1114.xml><?xml version="1.0" encoding="utf-8"?>
<p:tagLst xmlns:p="http://schemas.openxmlformats.org/presentationml/2006/main">
  <p:tag name="KSO_WM_BEAUTIFY_FLAG" val=""/>
</p:tagLst>
</file>

<file path=ppt/tags/tag1115.xml><?xml version="1.0" encoding="utf-8"?>
<p:tagLst xmlns:p="http://schemas.openxmlformats.org/presentationml/2006/main">
  <p:tag name="KSO_WM_BEAUTIFY_FLAG" val=""/>
</p:tagLst>
</file>

<file path=ppt/tags/tag1116.xml><?xml version="1.0" encoding="utf-8"?>
<p:tagLst xmlns:p="http://schemas.openxmlformats.org/presentationml/2006/main">
  <p:tag name="KSO_WM_BEAUTIFY_FLAG" val=""/>
</p:tagLst>
</file>

<file path=ppt/tags/tag1117.xml><?xml version="1.0" encoding="utf-8"?>
<p:tagLst xmlns:p="http://schemas.openxmlformats.org/presentationml/2006/main">
  <p:tag name="KSO_WM_BEAUTIFY_FLAG" val=""/>
</p:tagLst>
</file>

<file path=ppt/tags/tag1118.xml><?xml version="1.0" encoding="utf-8"?>
<p:tagLst xmlns:p="http://schemas.openxmlformats.org/presentationml/2006/main">
  <p:tag name="KSO_WM_BEAUTIFY_FLAG" val=""/>
</p:tagLst>
</file>

<file path=ppt/tags/tag1119.xml><?xml version="1.0" encoding="utf-8"?>
<p:tagLst xmlns:p="http://schemas.openxmlformats.org/presentationml/2006/main">
  <p:tag name="KSO_WM_BEAUTIFY_FLAG" val=""/>
</p:tagLst>
</file>

<file path=ppt/tags/tag1120.xml><?xml version="1.0" encoding="utf-8"?>
<p:tagLst xmlns:p="http://schemas.openxmlformats.org/presentationml/2006/main">
  <p:tag name="KSO_WM_BEAUTIFY_FLAG" val=""/>
</p:tagLst>
</file>

<file path=ppt/tags/tag1121.xml><?xml version="1.0" encoding="utf-8"?>
<p:tagLst xmlns:p="http://schemas.openxmlformats.org/presentationml/2006/main">
  <p:tag name="KSO_WM_BEAUTIFY_FLAG" val=""/>
</p:tagLst>
</file>

<file path=ppt/tags/tag1122.xml><?xml version="1.0" encoding="utf-8"?>
<p:tagLst xmlns:p="http://schemas.openxmlformats.org/presentationml/2006/main">
  <p:tag name="KSO_WM_BEAUTIFY_FLAG" val=""/>
</p:tagLst>
</file>

<file path=ppt/tags/tag1123.xml><?xml version="1.0" encoding="utf-8"?>
<p:tagLst xmlns:p="http://schemas.openxmlformats.org/presentationml/2006/main">
  <p:tag name="KSO_WM_BEAUTIFY_FLAG" val=""/>
</p:tagLst>
</file>

<file path=ppt/tags/tag1124.xml><?xml version="1.0" encoding="utf-8"?>
<p:tagLst xmlns:p="http://schemas.openxmlformats.org/presentationml/2006/main">
  <p:tag name="KSO_WM_BEAUTIFY_FLAG" val=""/>
</p:tagLst>
</file>

<file path=ppt/tags/tag1125.xml><?xml version="1.0" encoding="utf-8"?>
<p:tagLst xmlns:p="http://schemas.openxmlformats.org/presentationml/2006/main">
  <p:tag name="KSO_WM_BEAUTIFY_FLAG" val=""/>
</p:tagLst>
</file>

<file path=ppt/tags/tag1126.xml><?xml version="1.0" encoding="utf-8"?>
<p:tagLst xmlns:p="http://schemas.openxmlformats.org/presentationml/2006/main">
  <p:tag name="KSO_WM_BEAUTIFY_FLAG" val=""/>
</p:tagLst>
</file>

<file path=ppt/tags/tag1127.xml><?xml version="1.0" encoding="utf-8"?>
<p:tagLst xmlns:p="http://schemas.openxmlformats.org/presentationml/2006/main">
  <p:tag name="KSO_WM_BEAUTIFY_FLAG" val=""/>
</p:tagLst>
</file>

<file path=ppt/tags/tag1128.xml><?xml version="1.0" encoding="utf-8"?>
<p:tagLst xmlns:p="http://schemas.openxmlformats.org/presentationml/2006/main">
  <p:tag name="KSO_WM_BEAUTIFY_FLAG" val=""/>
</p:tagLst>
</file>

<file path=ppt/tags/tag1129.xml><?xml version="1.0" encoding="utf-8"?>
<p:tagLst xmlns:p="http://schemas.openxmlformats.org/presentationml/2006/main">
  <p:tag name="KSO_WM_BEAUTIFY_FLAG" val=""/>
</p:tagLst>
</file>

<file path=ppt/tags/tag1130.xml><?xml version="1.0" encoding="utf-8"?>
<p:tagLst xmlns:p="http://schemas.openxmlformats.org/presentationml/2006/main">
  <p:tag name="KSO_WM_BEAUTIFY_FLAG" val=""/>
</p:tagLst>
</file>

<file path=ppt/tags/tag1131.xml><?xml version="1.0" encoding="utf-8"?>
<p:tagLst xmlns:p="http://schemas.openxmlformats.org/presentationml/2006/main">
  <p:tag name="KSO_WM_BEAUTIFY_FLAG" val=""/>
</p:tagLst>
</file>

<file path=ppt/tags/tag1132.xml><?xml version="1.0" encoding="utf-8"?>
<p:tagLst xmlns:p="http://schemas.openxmlformats.org/presentationml/2006/main">
  <p:tag name="KSO_WM_BEAUTIFY_FLAG" val=""/>
</p:tagLst>
</file>

<file path=ppt/tags/tag1133.xml><?xml version="1.0" encoding="utf-8"?>
<p:tagLst xmlns:p="http://schemas.openxmlformats.org/presentationml/2006/main">
  <p:tag name="KSO_WM_BEAUTIFY_FLAG" val=""/>
</p:tagLst>
</file>

<file path=ppt/tags/tag1134.xml><?xml version="1.0" encoding="utf-8"?>
<p:tagLst xmlns:p="http://schemas.openxmlformats.org/presentationml/2006/main">
  <p:tag name="KSO_WM_BEAUTIFY_FLAG" val=""/>
</p:tagLst>
</file>

<file path=ppt/tags/tag1135.xml><?xml version="1.0" encoding="utf-8"?>
<p:tagLst xmlns:p="http://schemas.openxmlformats.org/presentationml/2006/main">
  <p:tag name="KSO_WM_BEAUTIFY_FLAG" val=""/>
</p:tagLst>
</file>

<file path=ppt/tags/tag1136.xml><?xml version="1.0" encoding="utf-8"?>
<p:tagLst xmlns:p="http://schemas.openxmlformats.org/presentationml/2006/main">
  <p:tag name="KSO_WM_BEAUTIFY_FLAG" val=""/>
</p:tagLst>
</file>

<file path=ppt/tags/tag1137.xml><?xml version="1.0" encoding="utf-8"?>
<p:tagLst xmlns:p="http://schemas.openxmlformats.org/presentationml/2006/main">
  <p:tag name="KSO_WM_BEAUTIFY_FLAG" val=""/>
</p:tagLst>
</file>

<file path=ppt/tags/tag1138.xml><?xml version="1.0" encoding="utf-8"?>
<p:tagLst xmlns:p="http://schemas.openxmlformats.org/presentationml/2006/main">
  <p:tag name="KSO_WM_BEAUTIFY_FLAG" val=""/>
</p:tagLst>
</file>

<file path=ppt/tags/tag1139.xml><?xml version="1.0" encoding="utf-8"?>
<p:tagLst xmlns:p="http://schemas.openxmlformats.org/presentationml/2006/main">
  <p:tag name="KSO_WM_BEAUTIFY_FLAG" val=""/>
</p:tagLst>
</file>

<file path=ppt/tags/tag1140.xml><?xml version="1.0" encoding="utf-8"?>
<p:tagLst xmlns:p="http://schemas.openxmlformats.org/presentationml/2006/main">
  <p:tag name="KSO_WM_BEAUTIFY_FLAG" val=""/>
</p:tagLst>
</file>

<file path=ppt/tags/tag1141.xml><?xml version="1.0" encoding="utf-8"?>
<p:tagLst xmlns:p="http://schemas.openxmlformats.org/presentationml/2006/main">
  <p:tag name="KSO_WM_BEAUTIFY_FLAG" val=""/>
</p:tagLst>
</file>

<file path=ppt/tags/tag1142.xml><?xml version="1.0" encoding="utf-8"?>
<p:tagLst xmlns:p="http://schemas.openxmlformats.org/presentationml/2006/main">
  <p:tag name="KSO_WM_BEAUTIFY_FLAG" val=""/>
</p:tagLst>
</file>

<file path=ppt/tags/tag1143.xml><?xml version="1.0" encoding="utf-8"?>
<p:tagLst xmlns:p="http://schemas.openxmlformats.org/presentationml/2006/main">
  <p:tag name="KSO_WM_BEAUTIFY_FLAG" val=""/>
</p:tagLst>
</file>

<file path=ppt/tags/tag1144.xml><?xml version="1.0" encoding="utf-8"?>
<p:tagLst xmlns:p="http://schemas.openxmlformats.org/presentationml/2006/main">
  <p:tag name="KSO_WM_BEAUTIFY_FLAG" val=""/>
</p:tagLst>
</file>

<file path=ppt/tags/tag1145.xml><?xml version="1.0" encoding="utf-8"?>
<p:tagLst xmlns:p="http://schemas.openxmlformats.org/presentationml/2006/main">
  <p:tag name="KSO_WM_BEAUTIFY_FLAG" val=""/>
</p:tagLst>
</file>

<file path=ppt/tags/tag1146.xml><?xml version="1.0" encoding="utf-8"?>
<p:tagLst xmlns:p="http://schemas.openxmlformats.org/presentationml/2006/main">
  <p:tag name="KSO_WM_BEAUTIFY_FLAG" val=""/>
</p:tagLst>
</file>

<file path=ppt/tags/tag1147.xml><?xml version="1.0" encoding="utf-8"?>
<p:tagLst xmlns:p="http://schemas.openxmlformats.org/presentationml/2006/main">
  <p:tag name="KSO_WM_BEAUTIFY_FLAG" val=""/>
</p:tagLst>
</file>

<file path=ppt/tags/tag1148.xml><?xml version="1.0" encoding="utf-8"?>
<p:tagLst xmlns:p="http://schemas.openxmlformats.org/presentationml/2006/main">
  <p:tag name="KSO_WM_BEAUTIFY_FLAG" val=""/>
</p:tagLst>
</file>

<file path=ppt/tags/tag1149.xml><?xml version="1.0" encoding="utf-8"?>
<p:tagLst xmlns:p="http://schemas.openxmlformats.org/presentationml/2006/main">
  <p:tag name="KSO_WM_BEAUTIFY_FLAG" val=""/>
</p:tagLst>
</file>

<file path=ppt/tags/tag1150.xml><?xml version="1.0" encoding="utf-8"?>
<p:tagLst xmlns:p="http://schemas.openxmlformats.org/presentationml/2006/main">
  <p:tag name="KSO_WM_BEAUTIFY_FLAG" val=""/>
</p:tagLst>
</file>

<file path=ppt/tags/tag1151.xml><?xml version="1.0" encoding="utf-8"?>
<p:tagLst xmlns:p="http://schemas.openxmlformats.org/presentationml/2006/main">
  <p:tag name="KSO_WM_BEAUTIFY_FLAG" val=""/>
</p:tagLst>
</file>

<file path=ppt/tags/tag1152.xml><?xml version="1.0" encoding="utf-8"?>
<p:tagLst xmlns:p="http://schemas.openxmlformats.org/presentationml/2006/main">
  <p:tag name="KSO_WM_BEAUTIFY_FLAG" val=""/>
</p:tagLst>
</file>

<file path=ppt/tags/tag1153.xml><?xml version="1.0" encoding="utf-8"?>
<p:tagLst xmlns:p="http://schemas.openxmlformats.org/presentationml/2006/main">
  <p:tag name="KSO_WM_BEAUTIFY_FLAG" val=""/>
</p:tagLst>
</file>

<file path=ppt/tags/tag1154.xml><?xml version="1.0" encoding="utf-8"?>
<p:tagLst xmlns:p="http://schemas.openxmlformats.org/presentationml/2006/main">
  <p:tag name="KSO_WM_BEAUTIFY_FLAG" val=""/>
</p:tagLst>
</file>

<file path=ppt/tags/tag1155.xml><?xml version="1.0" encoding="utf-8"?>
<p:tagLst xmlns:p="http://schemas.openxmlformats.org/presentationml/2006/main">
  <p:tag name="KSO_WM_BEAUTIFY_FLAG" val=""/>
</p:tagLst>
</file>

<file path=ppt/tags/tag1156.xml><?xml version="1.0" encoding="utf-8"?>
<p:tagLst xmlns:p="http://schemas.openxmlformats.org/presentationml/2006/main">
  <p:tag name="KSO_WM_BEAUTIFY_FLAG" val=""/>
</p:tagLst>
</file>

<file path=ppt/tags/tag1157.xml><?xml version="1.0" encoding="utf-8"?>
<p:tagLst xmlns:p="http://schemas.openxmlformats.org/presentationml/2006/main">
  <p:tag name="KSO_WM_BEAUTIFY_FLAG" val=""/>
</p:tagLst>
</file>

<file path=ppt/tags/tag1158.xml><?xml version="1.0" encoding="utf-8"?>
<p:tagLst xmlns:p="http://schemas.openxmlformats.org/presentationml/2006/main">
  <p:tag name="KSO_WM_BEAUTIFY_FLAG" val=""/>
</p:tagLst>
</file>

<file path=ppt/tags/tag1159.xml><?xml version="1.0" encoding="utf-8"?>
<p:tagLst xmlns:p="http://schemas.openxmlformats.org/presentationml/2006/main">
  <p:tag name="KSO_WM_BEAUTIFY_FLAG" val=""/>
</p:tagLst>
</file>

<file path=ppt/tags/tag1160.xml><?xml version="1.0" encoding="utf-8"?>
<p:tagLst xmlns:p="http://schemas.openxmlformats.org/presentationml/2006/main">
  <p:tag name="KSO_WM_BEAUTIFY_FLAG" val=""/>
</p:tagLst>
</file>

<file path=ppt/tags/tag1161.xml><?xml version="1.0" encoding="utf-8"?>
<p:tagLst xmlns:p="http://schemas.openxmlformats.org/presentationml/2006/main">
  <p:tag name="KSO_WM_BEAUTIFY_FLAG" val=""/>
</p:tagLst>
</file>

<file path=ppt/tags/tag1162.xml><?xml version="1.0" encoding="utf-8"?>
<p:tagLst xmlns:p="http://schemas.openxmlformats.org/presentationml/2006/main">
  <p:tag name="KSO_WM_BEAUTIFY_FLAG" val=""/>
</p:tagLst>
</file>

<file path=ppt/tags/tag1163.xml><?xml version="1.0" encoding="utf-8"?>
<p:tagLst xmlns:p="http://schemas.openxmlformats.org/presentationml/2006/main">
  <p:tag name="KSO_WM_BEAUTIFY_FLAG" val=""/>
</p:tagLst>
</file>

<file path=ppt/tags/tag1164.xml><?xml version="1.0" encoding="utf-8"?>
<p:tagLst xmlns:p="http://schemas.openxmlformats.org/presentationml/2006/main">
  <p:tag name="KSO_WM_BEAUTIFY_FLAG" val=""/>
</p:tagLst>
</file>

<file path=ppt/tags/tag1165.xml><?xml version="1.0" encoding="utf-8"?>
<p:tagLst xmlns:p="http://schemas.openxmlformats.org/presentationml/2006/main">
  <p:tag name="KSO_WM_BEAUTIFY_FLAG" val=""/>
</p:tagLst>
</file>

<file path=ppt/tags/tag1166.xml><?xml version="1.0" encoding="utf-8"?>
<p:tagLst xmlns:p="http://schemas.openxmlformats.org/presentationml/2006/main">
  <p:tag name="KSO_WM_BEAUTIFY_FLAG" val=""/>
</p:tagLst>
</file>

<file path=ppt/tags/tag1167.xml><?xml version="1.0" encoding="utf-8"?>
<p:tagLst xmlns:p="http://schemas.openxmlformats.org/presentationml/2006/main">
  <p:tag name="KSO_WM_BEAUTIFY_FLAG" val=""/>
</p:tagLst>
</file>

<file path=ppt/tags/tag1168.xml><?xml version="1.0" encoding="utf-8"?>
<p:tagLst xmlns:p="http://schemas.openxmlformats.org/presentationml/2006/main">
  <p:tag name="KSO_WM_BEAUTIFY_FLAG" val=""/>
</p:tagLst>
</file>

<file path=ppt/tags/tag1169.xml><?xml version="1.0" encoding="utf-8"?>
<p:tagLst xmlns:p="http://schemas.openxmlformats.org/presentationml/2006/main">
  <p:tag name="KSO_WM_BEAUTIFY_FLAG" val=""/>
</p:tagLst>
</file>

<file path=ppt/tags/tag1170.xml><?xml version="1.0" encoding="utf-8"?>
<p:tagLst xmlns:p="http://schemas.openxmlformats.org/presentationml/2006/main">
  <p:tag name="KSO_WM_BEAUTIFY_FLAG" val=""/>
</p:tagLst>
</file>

<file path=ppt/tags/tag1171.xml><?xml version="1.0" encoding="utf-8"?>
<p:tagLst xmlns:p="http://schemas.openxmlformats.org/presentationml/2006/main">
  <p:tag name="KSO_WM_BEAUTIFY_FLAG" val=""/>
</p:tagLst>
</file>

<file path=ppt/tags/tag1172.xml><?xml version="1.0" encoding="utf-8"?>
<p:tagLst xmlns:p="http://schemas.openxmlformats.org/presentationml/2006/main">
  <p:tag name="KSO_WM_BEAUTIFY_FLAG" val=""/>
</p:tagLst>
</file>

<file path=ppt/tags/tag1173.xml><?xml version="1.0" encoding="utf-8"?>
<p:tagLst xmlns:p="http://schemas.openxmlformats.org/presentationml/2006/main">
  <p:tag name="KSO_WM_BEAUTIFY_FLAG" val=""/>
</p:tagLst>
</file>

<file path=ppt/tags/tag1174.xml><?xml version="1.0" encoding="utf-8"?>
<p:tagLst xmlns:p="http://schemas.openxmlformats.org/presentationml/2006/main">
  <p:tag name="KSO_WM_BEAUTIFY_FLAG" val=""/>
</p:tagLst>
</file>

<file path=ppt/tags/tag1175.xml><?xml version="1.0" encoding="utf-8"?>
<p:tagLst xmlns:p="http://schemas.openxmlformats.org/presentationml/2006/main">
  <p:tag name="KSO_WM_BEAUTIFY_FLAG" val=""/>
</p:tagLst>
</file>

<file path=ppt/tags/tag1176.xml><?xml version="1.0" encoding="utf-8"?>
<p:tagLst xmlns:p="http://schemas.openxmlformats.org/presentationml/2006/main">
  <p:tag name="KSO_WM_BEAUTIFY_FLAG" val=""/>
</p:tagLst>
</file>

<file path=ppt/tags/tag1177.xml><?xml version="1.0" encoding="utf-8"?>
<p:tagLst xmlns:p="http://schemas.openxmlformats.org/presentationml/2006/main">
  <p:tag name="KSO_WM_BEAUTIFY_FLAG" val=""/>
</p:tagLst>
</file>

<file path=ppt/tags/tag1178.xml><?xml version="1.0" encoding="utf-8"?>
<p:tagLst xmlns:p="http://schemas.openxmlformats.org/presentationml/2006/main">
  <p:tag name="KSO_WM_BEAUTIFY_FLAG" val=""/>
</p:tagLst>
</file>

<file path=ppt/tags/tag1179.xml><?xml version="1.0" encoding="utf-8"?>
<p:tagLst xmlns:p="http://schemas.openxmlformats.org/presentationml/2006/main">
  <p:tag name="KSO_WM_BEAUTIFY_FLAG" val=""/>
</p:tagLst>
</file>

<file path=ppt/tags/tag1180.xml><?xml version="1.0" encoding="utf-8"?>
<p:tagLst xmlns:p="http://schemas.openxmlformats.org/presentationml/2006/main">
  <p:tag name="KSO_WM_BEAUTIFY_FLAG" val=""/>
</p:tagLst>
</file>

<file path=ppt/tags/tag1181.xml><?xml version="1.0" encoding="utf-8"?>
<p:tagLst xmlns:p="http://schemas.openxmlformats.org/presentationml/2006/main">
  <p:tag name="KSO_WM_BEAUTIFY_FLAG" val=""/>
</p:tagLst>
</file>

<file path=ppt/tags/tag1182.xml><?xml version="1.0" encoding="utf-8"?>
<p:tagLst xmlns:p="http://schemas.openxmlformats.org/presentationml/2006/main">
  <p:tag name="KSO_WM_BEAUTIFY_FLAG" val=""/>
</p:tagLst>
</file>

<file path=ppt/tags/tag1183.xml><?xml version="1.0" encoding="utf-8"?>
<p:tagLst xmlns:p="http://schemas.openxmlformats.org/presentationml/2006/main">
  <p:tag name="KSO_WM_BEAUTIFY_FLAG" val=""/>
</p:tagLst>
</file>

<file path=ppt/tags/tag1184.xml><?xml version="1.0" encoding="utf-8"?>
<p:tagLst xmlns:p="http://schemas.openxmlformats.org/presentationml/2006/main">
  <p:tag name="KSO_WM_BEAUTIFY_FLAG" val=""/>
</p:tagLst>
</file>

<file path=ppt/tags/tag1185.xml><?xml version="1.0" encoding="utf-8"?>
<p:tagLst xmlns:p="http://schemas.openxmlformats.org/presentationml/2006/main">
  <p:tag name="KSO_WM_BEAUTIFY_FLAG" val=""/>
</p:tagLst>
</file>

<file path=ppt/tags/tag1186.xml><?xml version="1.0" encoding="utf-8"?>
<p:tagLst xmlns:p="http://schemas.openxmlformats.org/presentationml/2006/main">
  <p:tag name="KSO_WM_BEAUTIFY_FLAG" val=""/>
</p:tagLst>
</file>

<file path=ppt/tags/tag1187.xml><?xml version="1.0" encoding="utf-8"?>
<p:tagLst xmlns:p="http://schemas.openxmlformats.org/presentationml/2006/main">
  <p:tag name="KSO_WM_BEAUTIFY_FLAG" val=""/>
</p:tagLst>
</file>

<file path=ppt/tags/tag1188.xml><?xml version="1.0" encoding="utf-8"?>
<p:tagLst xmlns:p="http://schemas.openxmlformats.org/presentationml/2006/main">
  <p:tag name="KSO_WM_BEAUTIFY_FLAG" val=""/>
</p:tagLst>
</file>

<file path=ppt/tags/tag1189.xml><?xml version="1.0" encoding="utf-8"?>
<p:tagLst xmlns:p="http://schemas.openxmlformats.org/presentationml/2006/main">
  <p:tag name="KSO_WM_BEAUTIFY_FLAG" val=""/>
</p:tagLst>
</file>

<file path=ppt/tags/tag1190.xml><?xml version="1.0" encoding="utf-8"?>
<p:tagLst xmlns:p="http://schemas.openxmlformats.org/presentationml/2006/main">
  <p:tag name="KSO_WM_BEAUTIFY_FLAG" val=""/>
</p:tagLst>
</file>

<file path=ppt/tags/tag1191.xml><?xml version="1.0" encoding="utf-8"?>
<p:tagLst xmlns:p="http://schemas.openxmlformats.org/presentationml/2006/main">
  <p:tag name="KSO_WM_BEAUTIFY_FLAG" val=""/>
</p:tagLst>
</file>

<file path=ppt/tags/tag1192.xml><?xml version="1.0" encoding="utf-8"?>
<p:tagLst xmlns:p="http://schemas.openxmlformats.org/presentationml/2006/main">
  <p:tag name="KSO_WM_BEAUTIFY_FLAG" val=""/>
</p:tagLst>
</file>

<file path=ppt/tags/tag1193.xml><?xml version="1.0" encoding="utf-8"?>
<p:tagLst xmlns:p="http://schemas.openxmlformats.org/presentationml/2006/main">
  <p:tag name="KSO_WM_BEAUTIFY_FLAG" val=""/>
</p:tagLst>
</file>

<file path=ppt/tags/tag1194.xml><?xml version="1.0" encoding="utf-8"?>
<p:tagLst xmlns:p="http://schemas.openxmlformats.org/presentationml/2006/main">
  <p:tag name="KSO_WM_BEAUTIFY_FLAG" val=""/>
</p:tagLst>
</file>

<file path=ppt/tags/tag1195.xml><?xml version="1.0" encoding="utf-8"?>
<p:tagLst xmlns:p="http://schemas.openxmlformats.org/presentationml/2006/main">
  <p:tag name="KSO_WM_BEAUTIFY_FLAG" val=""/>
</p:tagLst>
</file>

<file path=ppt/tags/tag1196.xml><?xml version="1.0" encoding="utf-8"?>
<p:tagLst xmlns:p="http://schemas.openxmlformats.org/presentationml/2006/main">
  <p:tag name="KSO_WM_BEAUTIFY_FLAG" val=""/>
</p:tagLst>
</file>

<file path=ppt/tags/tag1197.xml><?xml version="1.0" encoding="utf-8"?>
<p:tagLst xmlns:p="http://schemas.openxmlformats.org/presentationml/2006/main">
  <p:tag name="KSO_WM_BEAUTIFY_FLAG" val=""/>
</p:tagLst>
</file>

<file path=ppt/tags/tag1198.xml><?xml version="1.0" encoding="utf-8"?>
<p:tagLst xmlns:p="http://schemas.openxmlformats.org/presentationml/2006/main">
  <p:tag name="KSO_WM_BEAUTIFY_FLAG" val=""/>
</p:tagLst>
</file>

<file path=ppt/tags/tag1199.xml><?xml version="1.0" encoding="utf-8"?>
<p:tagLst xmlns:p="http://schemas.openxmlformats.org/presentationml/2006/main">
  <p:tag name="KSO_WM_BEAUTIFY_FLAG" val=""/>
</p:tagLst>
</file>

<file path=ppt/tags/tag1200.xml><?xml version="1.0" encoding="utf-8"?>
<p:tagLst xmlns:p="http://schemas.openxmlformats.org/presentationml/2006/main">
  <p:tag name="KSO_WM_BEAUTIFY_FLAG" val=""/>
</p:tagLst>
</file>

<file path=ppt/tags/tag1201.xml><?xml version="1.0" encoding="utf-8"?>
<p:tagLst xmlns:p="http://schemas.openxmlformats.org/presentationml/2006/main">
  <p:tag name="KSO_WM_BEAUTIFY_FLAG" val=""/>
</p:tagLst>
</file>

<file path=ppt/tags/tag1202.xml><?xml version="1.0" encoding="utf-8"?>
<p:tagLst xmlns:p="http://schemas.openxmlformats.org/presentationml/2006/main">
  <p:tag name="KSO_WM_BEAUTIFY_FLAG" val=""/>
</p:tagLst>
</file>

<file path=ppt/tags/tag1203.xml><?xml version="1.0" encoding="utf-8"?>
<p:tagLst xmlns:p="http://schemas.openxmlformats.org/presentationml/2006/main">
  <p:tag name="KSO_WM_BEAUTIFY_FLAG" val=""/>
</p:tagLst>
</file>

<file path=ppt/tags/tag1204.xml><?xml version="1.0" encoding="utf-8"?>
<p:tagLst xmlns:p="http://schemas.openxmlformats.org/presentationml/2006/main">
  <p:tag name="KSO_WM_BEAUTIFY_FLAG" val=""/>
</p:tagLst>
</file>

<file path=ppt/tags/tag1205.xml><?xml version="1.0" encoding="utf-8"?>
<p:tagLst xmlns:p="http://schemas.openxmlformats.org/presentationml/2006/main">
  <p:tag name="KSO_WM_BEAUTIFY_FLAG" val=""/>
</p:tagLst>
</file>

<file path=ppt/tags/tag1206.xml><?xml version="1.0" encoding="utf-8"?>
<p:tagLst xmlns:p="http://schemas.openxmlformats.org/presentationml/2006/main">
  <p:tag name="KSO_WM_BEAUTIFY_FLAG" val=""/>
</p:tagLst>
</file>

<file path=ppt/tags/tag1207.xml><?xml version="1.0" encoding="utf-8"?>
<p:tagLst xmlns:p="http://schemas.openxmlformats.org/presentationml/2006/main">
  <p:tag name="KSO_WM_BEAUTIFY_FLAG" val=""/>
</p:tagLst>
</file>

<file path=ppt/tags/tag1208.xml><?xml version="1.0" encoding="utf-8"?>
<p:tagLst xmlns:p="http://schemas.openxmlformats.org/presentationml/2006/main">
  <p:tag name="KSO_WM_BEAUTIFY_FLAG" val=""/>
</p:tagLst>
</file>

<file path=ppt/tags/tag1209.xml><?xml version="1.0" encoding="utf-8"?>
<p:tagLst xmlns:p="http://schemas.openxmlformats.org/presentationml/2006/main">
  <p:tag name="KSO_WM_BEAUTIFY_FLAG" val=""/>
</p:tagLst>
</file>

<file path=ppt/tags/tag1210.xml><?xml version="1.0" encoding="utf-8"?>
<p:tagLst xmlns:p="http://schemas.openxmlformats.org/presentationml/2006/main">
  <p:tag name="KSO_WM_BEAUTIFY_FLAG" val=""/>
</p:tagLst>
</file>

<file path=ppt/tags/tag1211.xml><?xml version="1.0" encoding="utf-8"?>
<p:tagLst xmlns:p="http://schemas.openxmlformats.org/presentationml/2006/main">
  <p:tag name="KSO_WM_BEAUTIFY_FLAG" val=""/>
</p:tagLst>
</file>

<file path=ppt/tags/tag1212.xml><?xml version="1.0" encoding="utf-8"?>
<p:tagLst xmlns:p="http://schemas.openxmlformats.org/presentationml/2006/main">
  <p:tag name="KSO_WM_BEAUTIFY_FLAG" val=""/>
</p:tagLst>
</file>

<file path=ppt/tags/tag1213.xml><?xml version="1.0" encoding="utf-8"?>
<p:tagLst xmlns:p="http://schemas.openxmlformats.org/presentationml/2006/main">
  <p:tag name="KSO_WM_BEAUTIFY_FLAG" val=""/>
</p:tagLst>
</file>

<file path=ppt/tags/tag1214.xml><?xml version="1.0" encoding="utf-8"?>
<p:tagLst xmlns:p="http://schemas.openxmlformats.org/presentationml/2006/main">
  <p:tag name="KSO_WM_BEAUTIFY_FLAG" val=""/>
</p:tagLst>
</file>

<file path=ppt/tags/tag1215.xml><?xml version="1.0" encoding="utf-8"?>
<p:tagLst xmlns:p="http://schemas.openxmlformats.org/presentationml/2006/main">
  <p:tag name="KSO_WM_BEAUTIFY_FLAG" val=""/>
</p:tagLst>
</file>

<file path=ppt/tags/tag1216.xml><?xml version="1.0" encoding="utf-8"?>
<p:tagLst xmlns:p="http://schemas.openxmlformats.org/presentationml/2006/main">
  <p:tag name="KSO_WM_BEAUTIFY_FLAG" val=""/>
</p:tagLst>
</file>

<file path=ppt/tags/tag1217.xml><?xml version="1.0" encoding="utf-8"?>
<p:tagLst xmlns:p="http://schemas.openxmlformats.org/presentationml/2006/main">
  <p:tag name="KSO_WM_BEAUTIFY_FLAG" val=""/>
</p:tagLst>
</file>

<file path=ppt/tags/tag1218.xml><?xml version="1.0" encoding="utf-8"?>
<p:tagLst xmlns:p="http://schemas.openxmlformats.org/presentationml/2006/main">
  <p:tag name="KSO_WM_BEAUTIFY_FLAG" val=""/>
</p:tagLst>
</file>

<file path=ppt/tags/tag1219.xml><?xml version="1.0" encoding="utf-8"?>
<p:tagLst xmlns:p="http://schemas.openxmlformats.org/presentationml/2006/main">
  <p:tag name="KSO_WM_BEAUTIFY_FLAG" val=""/>
</p:tagLst>
</file>

<file path=ppt/tags/tag1220.xml><?xml version="1.0" encoding="utf-8"?>
<p:tagLst xmlns:p="http://schemas.openxmlformats.org/presentationml/2006/main">
  <p:tag name="KSO_WM_BEAUTIFY_FLAG" val=""/>
</p:tagLst>
</file>

<file path=ppt/tags/tag1221.xml><?xml version="1.0" encoding="utf-8"?>
<p:tagLst xmlns:p="http://schemas.openxmlformats.org/presentationml/2006/main">
  <p:tag name="KSO_WM_BEAUTIFY_FLAG" val=""/>
</p:tagLst>
</file>

<file path=ppt/tags/tag1222.xml><?xml version="1.0" encoding="utf-8"?>
<p:tagLst xmlns:p="http://schemas.openxmlformats.org/presentationml/2006/main">
  <p:tag name="KSO_WM_BEAUTIFY_FLAG" val=""/>
</p:tagLst>
</file>

<file path=ppt/tags/tag1223.xml><?xml version="1.0" encoding="utf-8"?>
<p:tagLst xmlns:p="http://schemas.openxmlformats.org/presentationml/2006/main">
  <p:tag name="KSO_WM_BEAUTIFY_FLAG" val=""/>
</p:tagLst>
</file>

<file path=ppt/tags/tag1224.xml><?xml version="1.0" encoding="utf-8"?>
<p:tagLst xmlns:p="http://schemas.openxmlformats.org/presentationml/2006/main">
  <p:tag name="KSO_WM_BEAUTIFY_FLAG" val=""/>
</p:tagLst>
</file>

<file path=ppt/tags/tag1225.xml><?xml version="1.0" encoding="utf-8"?>
<p:tagLst xmlns:p="http://schemas.openxmlformats.org/presentationml/2006/main">
  <p:tag name="KSO_WM_BEAUTIFY_FLAG" val=""/>
</p:tagLst>
</file>

<file path=ppt/tags/tag1226.xml><?xml version="1.0" encoding="utf-8"?>
<p:tagLst xmlns:p="http://schemas.openxmlformats.org/presentationml/2006/main">
  <p:tag name="KSO_WM_BEAUTIFY_FLAG" val=""/>
</p:tagLst>
</file>

<file path=ppt/tags/tag1227.xml><?xml version="1.0" encoding="utf-8"?>
<p:tagLst xmlns:p="http://schemas.openxmlformats.org/presentationml/2006/main">
  <p:tag name="KSO_WM_BEAUTIFY_FLAG" val=""/>
</p:tagLst>
</file>

<file path=ppt/tags/tag1228.xml><?xml version="1.0" encoding="utf-8"?>
<p:tagLst xmlns:p="http://schemas.openxmlformats.org/presentationml/2006/main">
  <p:tag name="KSO_WM_BEAUTIFY_FLAG" val=""/>
</p:tagLst>
</file>

<file path=ppt/tags/tag1229.xml><?xml version="1.0" encoding="utf-8"?>
<p:tagLst xmlns:p="http://schemas.openxmlformats.org/presentationml/2006/main">
  <p:tag name="KSO_WM_BEAUTIFY_FLAG" val=""/>
</p:tagLst>
</file>

<file path=ppt/tags/tag1230.xml><?xml version="1.0" encoding="utf-8"?>
<p:tagLst xmlns:p="http://schemas.openxmlformats.org/presentationml/2006/main">
  <p:tag name="KSO_WM_BEAUTIFY_FLAG" val=""/>
</p:tagLst>
</file>

<file path=ppt/tags/tag1231.xml><?xml version="1.0" encoding="utf-8"?>
<p:tagLst xmlns:p="http://schemas.openxmlformats.org/presentationml/2006/main">
  <p:tag name="KSO_WM_BEAUTIFY_FLAG" val=""/>
</p:tagLst>
</file>

<file path=ppt/tags/tag1232.xml><?xml version="1.0" encoding="utf-8"?>
<p:tagLst xmlns:p="http://schemas.openxmlformats.org/presentationml/2006/main">
  <p:tag name="KSO_WM_BEAUTIFY_FLAG" val=""/>
</p:tagLst>
</file>

<file path=ppt/tags/tag1233.xml><?xml version="1.0" encoding="utf-8"?>
<p:tagLst xmlns:p="http://schemas.openxmlformats.org/presentationml/2006/main">
  <p:tag name="KSO_WM_BEAUTIFY_FLAG" val=""/>
</p:tagLst>
</file>

<file path=ppt/tags/tag1234.xml><?xml version="1.0" encoding="utf-8"?>
<p:tagLst xmlns:p="http://schemas.openxmlformats.org/presentationml/2006/main">
  <p:tag name="KSO_WM_BEAUTIFY_FLAG" val=""/>
</p:tagLst>
</file>

<file path=ppt/tags/tag1235.xml><?xml version="1.0" encoding="utf-8"?>
<p:tagLst xmlns:p="http://schemas.openxmlformats.org/presentationml/2006/main">
  <p:tag name="KSO_WM_BEAUTIFY_FLAG" val=""/>
</p:tagLst>
</file>

<file path=ppt/tags/tag1236.xml><?xml version="1.0" encoding="utf-8"?>
<p:tagLst xmlns:p="http://schemas.openxmlformats.org/presentationml/2006/main">
  <p:tag name="KSO_WM_BEAUTIFY_FLAG" val=""/>
</p:tagLst>
</file>

<file path=ppt/tags/tag1237.xml><?xml version="1.0" encoding="utf-8"?>
<p:tagLst xmlns:p="http://schemas.openxmlformats.org/presentationml/2006/main">
  <p:tag name="KSO_WM_BEAUTIFY_FLAG" val=""/>
</p:tagLst>
</file>

<file path=ppt/tags/tag1238.xml><?xml version="1.0" encoding="utf-8"?>
<p:tagLst xmlns:p="http://schemas.openxmlformats.org/presentationml/2006/main">
  <p:tag name="KSO_WM_BEAUTIFY_FLAG" val=""/>
</p:tagLst>
</file>

<file path=ppt/tags/tag1239.xml><?xml version="1.0" encoding="utf-8"?>
<p:tagLst xmlns:p="http://schemas.openxmlformats.org/presentationml/2006/main">
  <p:tag name="KSO_WM_BEAUTIFY_FLAG" val=""/>
</p:tagLst>
</file>

<file path=ppt/tags/tag1240.xml><?xml version="1.0" encoding="utf-8"?>
<p:tagLst xmlns:p="http://schemas.openxmlformats.org/presentationml/2006/main">
  <p:tag name="KSO_WM_BEAUTIFY_FLAG" val=""/>
</p:tagLst>
</file>

<file path=ppt/tags/tag1241.xml><?xml version="1.0" encoding="utf-8"?>
<p:tagLst xmlns:p="http://schemas.openxmlformats.org/presentationml/2006/main">
  <p:tag name="KSO_WM_BEAUTIFY_FLAG" val=""/>
</p:tagLst>
</file>

<file path=ppt/tags/tag1242.xml><?xml version="1.0" encoding="utf-8"?>
<p:tagLst xmlns:p="http://schemas.openxmlformats.org/presentationml/2006/main">
  <p:tag name="KSO_WM_BEAUTIFY_FLAG" val=""/>
</p:tagLst>
</file>

<file path=ppt/tags/tag1243.xml><?xml version="1.0" encoding="utf-8"?>
<p:tagLst xmlns:p="http://schemas.openxmlformats.org/presentationml/2006/main">
  <p:tag name="KSO_WM_BEAUTIFY_FLAG" val=""/>
</p:tagLst>
</file>

<file path=ppt/tags/tag1244.xml><?xml version="1.0" encoding="utf-8"?>
<p:tagLst xmlns:p="http://schemas.openxmlformats.org/presentationml/2006/main">
  <p:tag name="KSO_WM_BEAUTIFY_FLAG" val=""/>
</p:tagLst>
</file>

<file path=ppt/tags/tag1245.xml><?xml version="1.0" encoding="utf-8"?>
<p:tagLst xmlns:p="http://schemas.openxmlformats.org/presentationml/2006/main">
  <p:tag name="KSO_WM_BEAUTIFY_FLAG" val=""/>
</p:tagLst>
</file>

<file path=ppt/tags/tag1246.xml><?xml version="1.0" encoding="utf-8"?>
<p:tagLst xmlns:p="http://schemas.openxmlformats.org/presentationml/2006/main">
  <p:tag name="KSO_WM_BEAUTIFY_FLAG" val=""/>
</p:tagLst>
</file>

<file path=ppt/tags/tag1247.xml><?xml version="1.0" encoding="utf-8"?>
<p:tagLst xmlns:p="http://schemas.openxmlformats.org/presentationml/2006/main">
  <p:tag name="KSO_WM_BEAUTIFY_FLAG" val=""/>
</p:tagLst>
</file>

<file path=ppt/tags/tag1248.xml><?xml version="1.0" encoding="utf-8"?>
<p:tagLst xmlns:p="http://schemas.openxmlformats.org/presentationml/2006/main">
  <p:tag name="KSO_WM_BEAUTIFY_FLAG" val=""/>
</p:tagLst>
</file>

<file path=ppt/tags/tag1249.xml><?xml version="1.0" encoding="utf-8"?>
<p:tagLst xmlns:p="http://schemas.openxmlformats.org/presentationml/2006/main">
  <p:tag name="KSO_WM_BEAUTIFY_FLAG" val=""/>
</p:tagLst>
</file>

<file path=ppt/tags/tag1250.xml><?xml version="1.0" encoding="utf-8"?>
<p:tagLst xmlns:p="http://schemas.openxmlformats.org/presentationml/2006/main">
  <p:tag name="KSO_WM_BEAUTIFY_FLAG" val=""/>
</p:tagLst>
</file>

<file path=ppt/tags/tag1251.xml><?xml version="1.0" encoding="utf-8"?>
<p:tagLst xmlns:p="http://schemas.openxmlformats.org/presentationml/2006/main">
  <p:tag name="KSO_WM_BEAUTIFY_FLAG" val=""/>
</p:tagLst>
</file>

<file path=ppt/tags/tag1252.xml><?xml version="1.0" encoding="utf-8"?>
<p:tagLst xmlns:p="http://schemas.openxmlformats.org/presentationml/2006/main">
  <p:tag name="KSO_WM_BEAUTIFY_FLAG" val=""/>
</p:tagLst>
</file>

<file path=ppt/tags/tag1253.xml><?xml version="1.0" encoding="utf-8"?>
<p:tagLst xmlns:p="http://schemas.openxmlformats.org/presentationml/2006/main">
  <p:tag name="KSO_WM_BEAUTIFY_FLAG" val=""/>
</p:tagLst>
</file>

<file path=ppt/tags/tag1254.xml><?xml version="1.0" encoding="utf-8"?>
<p:tagLst xmlns:p="http://schemas.openxmlformats.org/presentationml/2006/main">
  <p:tag name="KSO_WM_BEAUTIFY_FLAG" val=""/>
</p:tagLst>
</file>

<file path=ppt/tags/tag1255.xml><?xml version="1.0" encoding="utf-8"?>
<p:tagLst xmlns:p="http://schemas.openxmlformats.org/presentationml/2006/main">
  <p:tag name="KSO_WM_BEAUTIFY_FLAG" val=""/>
</p:tagLst>
</file>

<file path=ppt/tags/tag1256.xml><?xml version="1.0" encoding="utf-8"?>
<p:tagLst xmlns:p="http://schemas.openxmlformats.org/presentationml/2006/main">
  <p:tag name="KSO_WM_BEAUTIFY_FLAG" val=""/>
</p:tagLst>
</file>

<file path=ppt/tags/tag1257.xml><?xml version="1.0" encoding="utf-8"?>
<p:tagLst xmlns:p="http://schemas.openxmlformats.org/presentationml/2006/main">
  <p:tag name="KSO_WM_BEAUTIFY_FLAG" val=""/>
</p:tagLst>
</file>

<file path=ppt/tags/tag1258.xml><?xml version="1.0" encoding="utf-8"?>
<p:tagLst xmlns:p="http://schemas.openxmlformats.org/presentationml/2006/main">
  <p:tag name="KSO_WM_BEAUTIFY_FLAG" val=""/>
</p:tagLst>
</file>

<file path=ppt/tags/tag1259.xml><?xml version="1.0" encoding="utf-8"?>
<p:tagLst xmlns:p="http://schemas.openxmlformats.org/presentationml/2006/main">
  <p:tag name="KSO_WM_BEAUTIFY_FLAG" val=""/>
</p:tagLst>
</file>

<file path=ppt/tags/tag1260.xml><?xml version="1.0" encoding="utf-8"?>
<p:tagLst xmlns:p="http://schemas.openxmlformats.org/presentationml/2006/main">
  <p:tag name="KSO_WM_BEAUTIFY_FLAG" val=""/>
</p:tagLst>
</file>

<file path=ppt/tags/tag1261.xml><?xml version="1.0" encoding="utf-8"?>
<p:tagLst xmlns:p="http://schemas.openxmlformats.org/presentationml/2006/main">
  <p:tag name="KSO_WM_BEAUTIFY_FLAG" val=""/>
</p:tagLst>
</file>

<file path=ppt/tags/tag1262.xml><?xml version="1.0" encoding="utf-8"?>
<p:tagLst xmlns:p="http://schemas.openxmlformats.org/presentationml/2006/main">
  <p:tag name="KSO_WM_BEAUTIFY_FLAG" val=""/>
</p:tagLst>
</file>

<file path=ppt/tags/tag1263.xml><?xml version="1.0" encoding="utf-8"?>
<p:tagLst xmlns:p="http://schemas.openxmlformats.org/presentationml/2006/main">
  <p:tag name="KSO_WM_BEAUTIFY_FLAG" val=""/>
</p:tagLst>
</file>

<file path=ppt/tags/tag1264.xml><?xml version="1.0" encoding="utf-8"?>
<p:tagLst xmlns:p="http://schemas.openxmlformats.org/presentationml/2006/main">
  <p:tag name="KSO_WM_BEAUTIFY_FLAG" val=""/>
</p:tagLst>
</file>

<file path=ppt/tags/tag1265.xml><?xml version="1.0" encoding="utf-8"?>
<p:tagLst xmlns:p="http://schemas.openxmlformats.org/presentationml/2006/main">
  <p:tag name="KSO_WM_BEAUTIFY_FLAG" val=""/>
</p:tagLst>
</file>

<file path=ppt/tags/tag1266.xml><?xml version="1.0" encoding="utf-8"?>
<p:tagLst xmlns:p="http://schemas.openxmlformats.org/presentationml/2006/main">
  <p:tag name="KSO_WM_BEAUTIFY_FLAG" val=""/>
</p:tagLst>
</file>

<file path=ppt/tags/tag1267.xml><?xml version="1.0" encoding="utf-8"?>
<p:tagLst xmlns:p="http://schemas.openxmlformats.org/presentationml/2006/main">
  <p:tag name="KSO_WM_BEAUTIFY_FLAG" val=""/>
</p:tagLst>
</file>

<file path=ppt/tags/tag1268.xml><?xml version="1.0" encoding="utf-8"?>
<p:tagLst xmlns:p="http://schemas.openxmlformats.org/presentationml/2006/main">
  <p:tag name="KSO_WM_BEAUTIFY_FLAG" val=""/>
</p:tagLst>
</file>

<file path=ppt/tags/tag1269.xml><?xml version="1.0" encoding="utf-8"?>
<p:tagLst xmlns:p="http://schemas.openxmlformats.org/presentationml/2006/main">
  <p:tag name="KSO_WM_BEAUTIFY_FLAG" val=""/>
</p:tagLst>
</file>

<file path=ppt/tags/tag1270.xml><?xml version="1.0" encoding="utf-8"?>
<p:tagLst xmlns:p="http://schemas.openxmlformats.org/presentationml/2006/main">
  <p:tag name="KSO_WM_BEAUTIFY_FLAG" val=""/>
</p:tagLst>
</file>

<file path=ppt/tags/tag1271.xml><?xml version="1.0" encoding="utf-8"?>
<p:tagLst xmlns:p="http://schemas.openxmlformats.org/presentationml/2006/main">
  <p:tag name="KSO_WM_BEAUTIFY_FLAG" val=""/>
</p:tagLst>
</file>

<file path=ppt/tags/tag1272.xml><?xml version="1.0" encoding="utf-8"?>
<p:tagLst xmlns:p="http://schemas.openxmlformats.org/presentationml/2006/main">
  <p:tag name="KSO_WM_BEAUTIFY_FLAG" val=""/>
</p:tagLst>
</file>

<file path=ppt/tags/tag1273.xml><?xml version="1.0" encoding="utf-8"?>
<p:tagLst xmlns:p="http://schemas.openxmlformats.org/presentationml/2006/main">
  <p:tag name="KSO_WM_BEAUTIFY_FLAG" val=""/>
</p:tagLst>
</file>

<file path=ppt/tags/tag1274.xml><?xml version="1.0" encoding="utf-8"?>
<p:tagLst xmlns:p="http://schemas.openxmlformats.org/presentationml/2006/main">
  <p:tag name="KSO_WM_BEAUTIFY_FLAG" val=""/>
</p:tagLst>
</file>

<file path=ppt/tags/tag1275.xml><?xml version="1.0" encoding="utf-8"?>
<p:tagLst xmlns:p="http://schemas.openxmlformats.org/presentationml/2006/main">
  <p:tag name="KSO_WM_BEAUTIFY_FLAG" val=""/>
</p:tagLst>
</file>

<file path=ppt/tags/tag1276.xml><?xml version="1.0" encoding="utf-8"?>
<p:tagLst xmlns:p="http://schemas.openxmlformats.org/presentationml/2006/main">
  <p:tag name="KSO_WM_BEAUTIFY_FLAG" val=""/>
</p:tagLst>
</file>

<file path=ppt/tags/tag1277.xml><?xml version="1.0" encoding="utf-8"?>
<p:tagLst xmlns:p="http://schemas.openxmlformats.org/presentationml/2006/main">
  <p:tag name="KSO_WM_BEAUTIFY_FLAG" val=""/>
</p:tagLst>
</file>

<file path=ppt/tags/tag1278.xml><?xml version="1.0" encoding="utf-8"?>
<p:tagLst xmlns:p="http://schemas.openxmlformats.org/presentationml/2006/main">
  <p:tag name="KSO_WM_BEAUTIFY_FLAG" val=""/>
</p:tagLst>
</file>

<file path=ppt/tags/tag1279.xml><?xml version="1.0" encoding="utf-8"?>
<p:tagLst xmlns:p="http://schemas.openxmlformats.org/presentationml/2006/main">
  <p:tag name="KSO_WM_BEAUTIFY_FLAG" val=""/>
</p:tagLst>
</file>

<file path=ppt/tags/tag1280.xml><?xml version="1.0" encoding="utf-8"?>
<p:tagLst xmlns:p="http://schemas.openxmlformats.org/presentationml/2006/main">
  <p:tag name="KSO_WM_BEAUTIFY_FLAG" val=""/>
</p:tagLst>
</file>

<file path=ppt/tags/tag1281.xml><?xml version="1.0" encoding="utf-8"?>
<p:tagLst xmlns:p="http://schemas.openxmlformats.org/presentationml/2006/main">
  <p:tag name="KSO_WM_BEAUTIFY_FLAG" val=""/>
</p:tagLst>
</file>

<file path=ppt/tags/tag1282.xml><?xml version="1.0" encoding="utf-8"?>
<p:tagLst xmlns:p="http://schemas.openxmlformats.org/presentationml/2006/main">
  <p:tag name="KSO_WM_BEAUTIFY_FLAG" val=""/>
</p:tagLst>
</file>

<file path=ppt/tags/tag1283.xml><?xml version="1.0" encoding="utf-8"?>
<p:tagLst xmlns:p="http://schemas.openxmlformats.org/presentationml/2006/main">
  <p:tag name="KSO_WM_BEAUTIFY_FLAG" val=""/>
</p:tagLst>
</file>

<file path=ppt/tags/tag1284.xml><?xml version="1.0" encoding="utf-8"?>
<p:tagLst xmlns:p="http://schemas.openxmlformats.org/presentationml/2006/main">
  <p:tag name="KSO_WM_BEAUTIFY_FLAG" val=""/>
</p:tagLst>
</file>

<file path=ppt/tags/tag1285.xml><?xml version="1.0" encoding="utf-8"?>
<p:tagLst xmlns:p="http://schemas.openxmlformats.org/presentationml/2006/main">
  <p:tag name="KSO_WM_BEAUTIFY_FLAG" val=""/>
</p:tagLst>
</file>

<file path=ppt/tags/tag1286.xml><?xml version="1.0" encoding="utf-8"?>
<p:tagLst xmlns:p="http://schemas.openxmlformats.org/presentationml/2006/main">
  <p:tag name="KSO_WM_BEAUTIFY_FLAG" val=""/>
</p:tagLst>
</file>

<file path=ppt/tags/tag1287.xml><?xml version="1.0" encoding="utf-8"?>
<p:tagLst xmlns:p="http://schemas.openxmlformats.org/presentationml/2006/main">
  <p:tag name="KSO_WM_BEAUTIFY_FLAG" val=""/>
</p:tagLst>
</file>

<file path=ppt/tags/tag1288.xml><?xml version="1.0" encoding="utf-8"?>
<p:tagLst xmlns:p="http://schemas.openxmlformats.org/presentationml/2006/main">
  <p:tag name="KSO_WM_BEAUTIFY_FLAG" val=""/>
</p:tagLst>
</file>

<file path=ppt/tags/tag1289.xml><?xml version="1.0" encoding="utf-8"?>
<p:tagLst xmlns:p="http://schemas.openxmlformats.org/presentationml/2006/main">
  <p:tag name="KSO_WM_BEAUTIFY_FLAG" val=""/>
</p:tagLst>
</file>

<file path=ppt/tags/tag1290.xml><?xml version="1.0" encoding="utf-8"?>
<p:tagLst xmlns:p="http://schemas.openxmlformats.org/presentationml/2006/main">
  <p:tag name="KSO_WM_BEAUTIFY_FLAG" val=""/>
</p:tagLst>
</file>

<file path=ppt/tags/tag1291.xml><?xml version="1.0" encoding="utf-8"?>
<p:tagLst xmlns:p="http://schemas.openxmlformats.org/presentationml/2006/main">
  <p:tag name="KSO_WM_BEAUTIFY_FLAG" val=""/>
</p:tagLst>
</file>

<file path=ppt/tags/tag1292.xml><?xml version="1.0" encoding="utf-8"?>
<p:tagLst xmlns:p="http://schemas.openxmlformats.org/presentationml/2006/main">
  <p:tag name="KSO_WM_BEAUTIFY_FLAG" val=""/>
</p:tagLst>
</file>

<file path=ppt/tags/tag1293.xml><?xml version="1.0" encoding="utf-8"?>
<p:tagLst xmlns:p="http://schemas.openxmlformats.org/presentationml/2006/main">
  <p:tag name="KSO_WM_BEAUTIFY_FLAG" val=""/>
</p:tagLst>
</file>

<file path=ppt/tags/tag1294.xml><?xml version="1.0" encoding="utf-8"?>
<p:tagLst xmlns:p="http://schemas.openxmlformats.org/presentationml/2006/main">
  <p:tag name="KSO_WM_BEAUTIFY_FLAG" val=""/>
</p:tagLst>
</file>

<file path=ppt/tags/tag1295.xml><?xml version="1.0" encoding="utf-8"?>
<p:tagLst xmlns:p="http://schemas.openxmlformats.org/presentationml/2006/main">
  <p:tag name="KSO_WM_BEAUTIFY_FLAG" val=""/>
</p:tagLst>
</file>

<file path=ppt/tags/tag1296.xml><?xml version="1.0" encoding="utf-8"?>
<p:tagLst xmlns:p="http://schemas.openxmlformats.org/presentationml/2006/main">
  <p:tag name="KSO_WM_BEAUTIFY_FLAG" val=""/>
</p:tagLst>
</file>

<file path=ppt/tags/tag1297.xml><?xml version="1.0" encoding="utf-8"?>
<p:tagLst xmlns:p="http://schemas.openxmlformats.org/presentationml/2006/main">
  <p:tag name="KSO_WM_BEAUTIFY_FLAG" val=""/>
</p:tagLst>
</file>

<file path=ppt/tags/tag1298.xml><?xml version="1.0" encoding="utf-8"?>
<p:tagLst xmlns:p="http://schemas.openxmlformats.org/presentationml/2006/main">
  <p:tag name="KSO_WM_BEAUTIFY_FLAG" val=""/>
</p:tagLst>
</file>

<file path=ppt/tags/tag1299.xml><?xml version="1.0" encoding="utf-8"?>
<p:tagLst xmlns:p="http://schemas.openxmlformats.org/presentationml/2006/main">
  <p:tag name="KSO_WM_BEAUTIFY_FLAG" val=""/>
</p:tagLst>
</file>

<file path=ppt/tags/tag1300.xml><?xml version="1.0" encoding="utf-8"?>
<p:tagLst xmlns:p="http://schemas.openxmlformats.org/presentationml/2006/main">
  <p:tag name="KSO_WM_BEAUTIFY_FLAG" val=""/>
</p:tagLst>
</file>

<file path=ppt/tags/tag1301.xml><?xml version="1.0" encoding="utf-8"?>
<p:tagLst xmlns:p="http://schemas.openxmlformats.org/presentationml/2006/main">
  <p:tag name="KSO_WM_BEAUTIFY_FLAG" val=""/>
</p:tagLst>
</file>

<file path=ppt/tags/tag1302.xml><?xml version="1.0" encoding="utf-8"?>
<p:tagLst xmlns:p="http://schemas.openxmlformats.org/presentationml/2006/main">
  <p:tag name="KSO_WM_BEAUTIFY_FLAG" val=""/>
</p:tagLst>
</file>

<file path=ppt/tags/tag1303.xml><?xml version="1.0" encoding="utf-8"?>
<p:tagLst xmlns:p="http://schemas.openxmlformats.org/presentationml/2006/main">
  <p:tag name="KSO_WM_BEAUTIFY_FLAG" val=""/>
</p:tagLst>
</file>

<file path=ppt/tags/tag1304.xml><?xml version="1.0" encoding="utf-8"?>
<p:tagLst xmlns:p="http://schemas.openxmlformats.org/presentationml/2006/main">
  <p:tag name="KSO_WM_BEAUTIFY_FLAG" val=""/>
</p:tagLst>
</file>

<file path=ppt/tags/tag1305.xml><?xml version="1.0" encoding="utf-8"?>
<p:tagLst xmlns:p="http://schemas.openxmlformats.org/presentationml/2006/main">
  <p:tag name="KSO_WM_BEAUTIFY_FLAG" val=""/>
</p:tagLst>
</file>

<file path=ppt/tags/tag1306.xml><?xml version="1.0" encoding="utf-8"?>
<p:tagLst xmlns:p="http://schemas.openxmlformats.org/presentationml/2006/main">
  <p:tag name="KSO_WM_BEAUTIFY_FLAG" val=""/>
</p:tagLst>
</file>

<file path=ppt/tags/tag1307.xml><?xml version="1.0" encoding="utf-8"?>
<p:tagLst xmlns:p="http://schemas.openxmlformats.org/presentationml/2006/main">
  <p:tag name="KSO_WM_BEAUTIFY_FLAG" val=""/>
</p:tagLst>
</file>

<file path=ppt/tags/tag1308.xml><?xml version="1.0" encoding="utf-8"?>
<p:tagLst xmlns:p="http://schemas.openxmlformats.org/presentationml/2006/main">
  <p:tag name="KSO_WM_BEAUTIFY_FLAG" val=""/>
</p:tagLst>
</file>

<file path=ppt/tags/tag1309.xml><?xml version="1.0" encoding="utf-8"?>
<p:tagLst xmlns:p="http://schemas.openxmlformats.org/presentationml/2006/main">
  <p:tag name="KSO_WM_BEAUTIFY_FLAG" val=""/>
</p:tagLst>
</file>

<file path=ppt/tags/tag1310.xml><?xml version="1.0" encoding="utf-8"?>
<p:tagLst xmlns:p="http://schemas.openxmlformats.org/presentationml/2006/main">
  <p:tag name="KSO_WM_BEAUTIFY_FLAG" val=""/>
</p:tagLst>
</file>

<file path=ppt/tags/tag1311.xml><?xml version="1.0" encoding="utf-8"?>
<p:tagLst xmlns:p="http://schemas.openxmlformats.org/presentationml/2006/main">
  <p:tag name="KSO_WM_BEAUTIFY_FLAG" val=""/>
</p:tagLst>
</file>

<file path=ppt/tags/tag1312.xml><?xml version="1.0" encoding="utf-8"?>
<p:tagLst xmlns:p="http://schemas.openxmlformats.org/presentationml/2006/main">
  <p:tag name="KSO_WM_BEAUTIFY_FLAG" val=""/>
</p:tagLst>
</file>

<file path=ppt/tags/tag1313.xml><?xml version="1.0" encoding="utf-8"?>
<p:tagLst xmlns:p="http://schemas.openxmlformats.org/presentationml/2006/main">
  <p:tag name="KSO_WM_BEAUTIFY_FLAG" val=""/>
</p:tagLst>
</file>

<file path=ppt/tags/tag1314.xml><?xml version="1.0" encoding="utf-8"?>
<p:tagLst xmlns:p="http://schemas.openxmlformats.org/presentationml/2006/main">
  <p:tag name="KSO_WM_BEAUTIFY_FLAG" val=""/>
</p:tagLst>
</file>

<file path=ppt/tags/tag1315.xml><?xml version="1.0" encoding="utf-8"?>
<p:tagLst xmlns:p="http://schemas.openxmlformats.org/presentationml/2006/main">
  <p:tag name="KSO_WM_BEAUTIFY_FLAG" val=""/>
</p:tagLst>
</file>

<file path=ppt/tags/tag1316.xml><?xml version="1.0" encoding="utf-8"?>
<p:tagLst xmlns:p="http://schemas.openxmlformats.org/presentationml/2006/main">
  <p:tag name="KSO_WM_BEAUTIFY_FLAG" val=""/>
</p:tagLst>
</file>

<file path=ppt/tags/tag1317.xml><?xml version="1.0" encoding="utf-8"?>
<p:tagLst xmlns:p="http://schemas.openxmlformats.org/presentationml/2006/main">
  <p:tag name="KSO_WM_BEAUTIFY_FLAG" val=""/>
</p:tagLst>
</file>

<file path=ppt/tags/tag1318.xml><?xml version="1.0" encoding="utf-8"?>
<p:tagLst xmlns:p="http://schemas.openxmlformats.org/presentationml/2006/main">
  <p:tag name="KSO_WM_BEAUTIFY_FLAG" val=""/>
</p:tagLst>
</file>

<file path=ppt/tags/tag1319.xml><?xml version="1.0" encoding="utf-8"?>
<p:tagLst xmlns:p="http://schemas.openxmlformats.org/presentationml/2006/main">
  <p:tag name="KSO_WM_BEAUTIFY_FLAG" val=""/>
</p:tagLst>
</file>

<file path=ppt/tags/tag1320.xml><?xml version="1.0" encoding="utf-8"?>
<p:tagLst xmlns:p="http://schemas.openxmlformats.org/presentationml/2006/main">
  <p:tag name="KSO_WM_BEAUTIFY_FLAG" val=""/>
</p:tagLst>
</file>

<file path=ppt/tags/tag1321.xml><?xml version="1.0" encoding="utf-8"?>
<p:tagLst xmlns:p="http://schemas.openxmlformats.org/presentationml/2006/main">
  <p:tag name="KSO_WM_BEAUTIFY_FLAG" val=""/>
</p:tagLst>
</file>

<file path=ppt/tags/tag1322.xml><?xml version="1.0" encoding="utf-8"?>
<p:tagLst xmlns:p="http://schemas.openxmlformats.org/presentationml/2006/main">
  <p:tag name="KSO_WM_BEAUTIFY_FLAG" val=""/>
</p:tagLst>
</file>

<file path=ppt/tags/tag1323.xml><?xml version="1.0" encoding="utf-8"?>
<p:tagLst xmlns:p="http://schemas.openxmlformats.org/presentationml/2006/main">
  <p:tag name="KSO_WM_BEAUTIFY_FLAG" val=""/>
</p:tagLst>
</file>

<file path=ppt/tags/tag1324.xml><?xml version="1.0" encoding="utf-8"?>
<p:tagLst xmlns:p="http://schemas.openxmlformats.org/presentationml/2006/main">
  <p:tag name="KSO_WM_BEAUTIFY_FLAG" val=""/>
</p:tagLst>
</file>

<file path=ppt/tags/tag1325.xml><?xml version="1.0" encoding="utf-8"?>
<p:tagLst xmlns:p="http://schemas.openxmlformats.org/presentationml/2006/main">
  <p:tag name="KSO_WM_BEAUTIFY_FLAG" val=""/>
</p:tagLst>
</file>

<file path=ppt/tags/tag1326.xml><?xml version="1.0" encoding="utf-8"?>
<p:tagLst xmlns:p="http://schemas.openxmlformats.org/presentationml/2006/main">
  <p:tag name="KSO_WM_BEAUTIFY_FLAG" val=""/>
</p:tagLst>
</file>

<file path=ppt/tags/tag1327.xml><?xml version="1.0" encoding="utf-8"?>
<p:tagLst xmlns:p="http://schemas.openxmlformats.org/presentationml/2006/main">
  <p:tag name="KSO_WM_BEAUTIFY_FLAG" val=""/>
</p:tagLst>
</file>

<file path=ppt/tags/tag1328.xml><?xml version="1.0" encoding="utf-8"?>
<p:tagLst xmlns:p="http://schemas.openxmlformats.org/presentationml/2006/main">
  <p:tag name="KSO_WM_BEAUTIFY_FLAG" val=""/>
</p:tagLst>
</file>

<file path=ppt/tags/tag1329.xml><?xml version="1.0" encoding="utf-8"?>
<p:tagLst xmlns:p="http://schemas.openxmlformats.org/presentationml/2006/main">
  <p:tag name="KSO_WM_BEAUTIFY_FLAG" val=""/>
</p:tagLst>
</file>

<file path=ppt/tags/tag1330.xml><?xml version="1.0" encoding="utf-8"?>
<p:tagLst xmlns:p="http://schemas.openxmlformats.org/presentationml/2006/main">
  <p:tag name="KSO_WM_BEAUTIFY_FLAG" val=""/>
</p:tagLst>
</file>

<file path=ppt/tags/tag1331.xml><?xml version="1.0" encoding="utf-8"?>
<p:tagLst xmlns:p="http://schemas.openxmlformats.org/presentationml/2006/main">
  <p:tag name="KSO_WM_BEAUTIFY_FLAG" val=""/>
</p:tagLst>
</file>

<file path=ppt/tags/tag1332.xml><?xml version="1.0" encoding="utf-8"?>
<p:tagLst xmlns:p="http://schemas.openxmlformats.org/presentationml/2006/main">
  <p:tag name="KSO_WM_BEAUTIFY_FLAG" val=""/>
</p:tagLst>
</file>

<file path=ppt/tags/tag1333.xml><?xml version="1.0" encoding="utf-8"?>
<p:tagLst xmlns:p="http://schemas.openxmlformats.org/presentationml/2006/main">
  <p:tag name="KSO_WM_BEAUTIFY_FLAG" val=""/>
</p:tagLst>
</file>

<file path=ppt/tags/tag1334.xml><?xml version="1.0" encoding="utf-8"?>
<p:tagLst xmlns:p="http://schemas.openxmlformats.org/presentationml/2006/main">
  <p:tag name="KSO_WM_BEAUTIFY_FLAG" val=""/>
</p:tagLst>
</file>

<file path=ppt/tags/tag1335.xml><?xml version="1.0" encoding="utf-8"?>
<p:tagLst xmlns:p="http://schemas.openxmlformats.org/presentationml/2006/main">
  <p:tag name="KSO_WM_BEAUTIFY_FLAG" val=""/>
</p:tagLst>
</file>

<file path=ppt/tags/tag1336.xml><?xml version="1.0" encoding="utf-8"?>
<p:tagLst xmlns:p="http://schemas.openxmlformats.org/presentationml/2006/main">
  <p:tag name="KSO_WM_BEAUTIFY_FLAG" val=""/>
</p:tagLst>
</file>

<file path=ppt/tags/tag1337.xml><?xml version="1.0" encoding="utf-8"?>
<p:tagLst xmlns:p="http://schemas.openxmlformats.org/presentationml/2006/main">
  <p:tag name="KSO_WM_BEAUTIFY_FLAG" val=""/>
</p:tagLst>
</file>

<file path=ppt/tags/tag1338.xml><?xml version="1.0" encoding="utf-8"?>
<p:tagLst xmlns:p="http://schemas.openxmlformats.org/presentationml/2006/main">
  <p:tag name="KSO_WM_BEAUTIFY_FLAG" val=""/>
</p:tagLst>
</file>

<file path=ppt/tags/tag1339.xml><?xml version="1.0" encoding="utf-8"?>
<p:tagLst xmlns:p="http://schemas.openxmlformats.org/presentationml/2006/main">
  <p:tag name="KSO_WM_BEAUTIFY_FLAG" val=""/>
</p:tagLst>
</file>

<file path=ppt/tags/tag1340.xml><?xml version="1.0" encoding="utf-8"?>
<p:tagLst xmlns:p="http://schemas.openxmlformats.org/presentationml/2006/main">
  <p:tag name="KSO_WM_BEAUTIFY_FLAG" val=""/>
</p:tagLst>
</file>

<file path=ppt/tags/tag1341.xml><?xml version="1.0" encoding="utf-8"?>
<p:tagLst xmlns:p="http://schemas.openxmlformats.org/presentationml/2006/main">
  <p:tag name="KSO_WM_BEAUTIFY_FLAG" val=""/>
</p:tagLst>
</file>

<file path=ppt/tags/tag1342.xml><?xml version="1.0" encoding="utf-8"?>
<p:tagLst xmlns:p="http://schemas.openxmlformats.org/presentationml/2006/main">
  <p:tag name="KSO_WM_BEAUTIFY_FLAG" val=""/>
</p:tagLst>
</file>

<file path=ppt/tags/tag1343.xml><?xml version="1.0" encoding="utf-8"?>
<p:tagLst xmlns:p="http://schemas.openxmlformats.org/presentationml/2006/main">
  <p:tag name="KSO_WM_BEAUTIFY_FLAG" val=""/>
</p:tagLst>
</file>

<file path=ppt/tags/tag1344.xml><?xml version="1.0" encoding="utf-8"?>
<p:tagLst xmlns:p="http://schemas.openxmlformats.org/presentationml/2006/main">
  <p:tag name="KSO_WM_BEAUTIFY_FLAG" val=""/>
</p:tagLst>
</file>

<file path=ppt/tags/tag1345.xml><?xml version="1.0" encoding="utf-8"?>
<p:tagLst xmlns:p="http://schemas.openxmlformats.org/presentationml/2006/main">
  <p:tag name="KSO_WM_BEAUTIFY_FLAG" val=""/>
</p:tagLst>
</file>

<file path=ppt/tags/tag1346.xml><?xml version="1.0" encoding="utf-8"?>
<p:tagLst xmlns:p="http://schemas.openxmlformats.org/presentationml/2006/main">
  <p:tag name="KSO_WM_BEAUTIFY_FLAG" val=""/>
</p:tagLst>
</file>

<file path=ppt/tags/tag1347.xml><?xml version="1.0" encoding="utf-8"?>
<p:tagLst xmlns:p="http://schemas.openxmlformats.org/presentationml/2006/main">
  <p:tag name="KSO_WM_BEAUTIFY_FLAG" val=""/>
</p:tagLst>
</file>

<file path=ppt/tags/tag1348.xml><?xml version="1.0" encoding="utf-8"?>
<p:tagLst xmlns:p="http://schemas.openxmlformats.org/presentationml/2006/main">
  <p:tag name="KSO_WM_BEAUTIFY_FLAG" val=""/>
</p:tagLst>
</file>

<file path=ppt/tags/tag1349.xml><?xml version="1.0" encoding="utf-8"?>
<p:tagLst xmlns:p="http://schemas.openxmlformats.org/presentationml/2006/main">
  <p:tag name="KSO_WM_BEAUTIFY_FLAG" val=""/>
</p:tagLst>
</file>

<file path=ppt/tags/tag1350.xml><?xml version="1.0" encoding="utf-8"?>
<p:tagLst xmlns:p="http://schemas.openxmlformats.org/presentationml/2006/main">
  <p:tag name="KSO_WM_BEAUTIFY_FLAG" val=""/>
</p:tagLst>
</file>

<file path=ppt/tags/tag1351.xml><?xml version="1.0" encoding="utf-8"?>
<p:tagLst xmlns:p="http://schemas.openxmlformats.org/presentationml/2006/main">
  <p:tag name="KSO_WM_BEAUTIFY_FLAG" val=""/>
</p:tagLst>
</file>

<file path=ppt/tags/tag1352.xml><?xml version="1.0" encoding="utf-8"?>
<p:tagLst xmlns:p="http://schemas.openxmlformats.org/presentationml/2006/main">
  <p:tag name="KSO_WM_BEAUTIFY_FLAG" val=""/>
</p:tagLst>
</file>

<file path=ppt/tags/tag1353.xml><?xml version="1.0" encoding="utf-8"?>
<p:tagLst xmlns:p="http://schemas.openxmlformats.org/presentationml/2006/main">
  <p:tag name="KSO_WM_BEAUTIFY_FLAG" val=""/>
</p:tagLst>
</file>

<file path=ppt/tags/tag1354.xml><?xml version="1.0" encoding="utf-8"?>
<p:tagLst xmlns:p="http://schemas.openxmlformats.org/presentationml/2006/main">
  <p:tag name="KSO_WM_BEAUTIFY_FLAG" val=""/>
</p:tagLst>
</file>

<file path=ppt/tags/tag1355.xml><?xml version="1.0" encoding="utf-8"?>
<p:tagLst xmlns:p="http://schemas.openxmlformats.org/presentationml/2006/main">
  <p:tag name="KSO_WM_BEAUTIFY_FLAG" val=""/>
</p:tagLst>
</file>

<file path=ppt/tags/tag1356.xml><?xml version="1.0" encoding="utf-8"?>
<p:tagLst xmlns:p="http://schemas.openxmlformats.org/presentationml/2006/main">
  <p:tag name="KSO_WM_BEAUTIFY_FLAG" val=""/>
</p:tagLst>
</file>

<file path=ppt/tags/tag1357.xml><?xml version="1.0" encoding="utf-8"?>
<p:tagLst xmlns:p="http://schemas.openxmlformats.org/presentationml/2006/main">
  <p:tag name="KSO_WM_BEAUTIFY_FLAG" val=""/>
</p:tagLst>
</file>

<file path=ppt/tags/tag1358.xml><?xml version="1.0" encoding="utf-8"?>
<p:tagLst xmlns:p="http://schemas.openxmlformats.org/presentationml/2006/main">
  <p:tag name="KSO_WM_BEAUTIFY_FLAG" val=""/>
</p:tagLst>
</file>

<file path=ppt/tags/tag1359.xml><?xml version="1.0" encoding="utf-8"?>
<p:tagLst xmlns:p="http://schemas.openxmlformats.org/presentationml/2006/main">
  <p:tag name="KSO_WM_BEAUTIFY_FLAG" val=""/>
</p:tagLst>
</file>

<file path=ppt/tags/tag1360.xml><?xml version="1.0" encoding="utf-8"?>
<p:tagLst xmlns:p="http://schemas.openxmlformats.org/presentationml/2006/main">
  <p:tag name="KSO_WM_BEAUTIFY_FLAG" val=""/>
</p:tagLst>
</file>

<file path=ppt/tags/tag1361.xml><?xml version="1.0" encoding="utf-8"?>
<p:tagLst xmlns:p="http://schemas.openxmlformats.org/presentationml/2006/main">
  <p:tag name="KSO_WM_BEAUTIFY_FLAG" val=""/>
</p:tagLst>
</file>

<file path=ppt/tags/tag1362.xml><?xml version="1.0" encoding="utf-8"?>
<p:tagLst xmlns:p="http://schemas.openxmlformats.org/presentationml/2006/main">
  <p:tag name="KSO_WM_BEAUTIFY_FLAG" val=""/>
</p:tagLst>
</file>

<file path=ppt/tags/tag1363.xml><?xml version="1.0" encoding="utf-8"?>
<p:tagLst xmlns:p="http://schemas.openxmlformats.org/presentationml/2006/main">
  <p:tag name="KSO_WM_BEAUTIFY_FLAG" val=""/>
</p:tagLst>
</file>

<file path=ppt/tags/tag1364.xml><?xml version="1.0" encoding="utf-8"?>
<p:tagLst xmlns:p="http://schemas.openxmlformats.org/presentationml/2006/main">
  <p:tag name="KSO_WM_BEAUTIFY_FLAG" val=""/>
</p:tagLst>
</file>

<file path=ppt/tags/tag1365.xml><?xml version="1.0" encoding="utf-8"?>
<p:tagLst xmlns:p="http://schemas.openxmlformats.org/presentationml/2006/main">
  <p:tag name="KSO_WM_BEAUTIFY_FLAG" val=""/>
</p:tagLst>
</file>

<file path=ppt/tags/tag1366.xml><?xml version="1.0" encoding="utf-8"?>
<p:tagLst xmlns:p="http://schemas.openxmlformats.org/presentationml/2006/main">
  <p:tag name="KSO_WM_BEAUTIFY_FLAG" val=""/>
</p:tagLst>
</file>

<file path=ppt/tags/tag1367.xml><?xml version="1.0" encoding="utf-8"?>
<p:tagLst xmlns:p="http://schemas.openxmlformats.org/presentationml/2006/main">
  <p:tag name="KSO_WM_BEAUTIFY_FLAG" val=""/>
</p:tagLst>
</file>

<file path=ppt/tags/tag1368.xml><?xml version="1.0" encoding="utf-8"?>
<p:tagLst xmlns:p="http://schemas.openxmlformats.org/presentationml/2006/main">
  <p:tag name="KSO_WM_BEAUTIFY_FLAG" val=""/>
</p:tagLst>
</file>

<file path=ppt/tags/tag1369.xml><?xml version="1.0" encoding="utf-8"?>
<p:tagLst xmlns:p="http://schemas.openxmlformats.org/presentationml/2006/main">
  <p:tag name="KSO_WM_BEAUTIFY_FLAG" val=""/>
</p:tagLst>
</file>

<file path=ppt/tags/tag1370.xml><?xml version="1.0" encoding="utf-8"?>
<p:tagLst xmlns:p="http://schemas.openxmlformats.org/presentationml/2006/main">
  <p:tag name="KSO_WM_BEAUTIFY_FLAG" val=""/>
</p:tagLst>
</file>

<file path=ppt/tags/tag1371.xml><?xml version="1.0" encoding="utf-8"?>
<p:tagLst xmlns:p="http://schemas.openxmlformats.org/presentationml/2006/main">
  <p:tag name="KSO_WM_BEAUTIFY_FLAG" val=""/>
</p:tagLst>
</file>

<file path=ppt/tags/tag1372.xml><?xml version="1.0" encoding="utf-8"?>
<p:tagLst xmlns:p="http://schemas.openxmlformats.org/presentationml/2006/main">
  <p:tag name="KSO_WM_BEAUTIFY_FLAG" val=""/>
</p:tagLst>
</file>

<file path=ppt/tags/tag1373.xml><?xml version="1.0" encoding="utf-8"?>
<p:tagLst xmlns:p="http://schemas.openxmlformats.org/presentationml/2006/main">
  <p:tag name="KSO_WM_BEAUTIFY_FLAG" val=""/>
</p:tagLst>
</file>

<file path=ppt/tags/tag1374.xml><?xml version="1.0" encoding="utf-8"?>
<p:tagLst xmlns:p="http://schemas.openxmlformats.org/presentationml/2006/main">
  <p:tag name="KSO_WM_BEAUTIFY_FLAG" val=""/>
</p:tagLst>
</file>

<file path=ppt/tags/tag1375.xml><?xml version="1.0" encoding="utf-8"?>
<p:tagLst xmlns:p="http://schemas.openxmlformats.org/presentationml/2006/main">
  <p:tag name="KSO_WM_BEAUTIFY_FLAG" val=""/>
</p:tagLst>
</file>

<file path=ppt/tags/tag1376.xml><?xml version="1.0" encoding="utf-8"?>
<p:tagLst xmlns:p="http://schemas.openxmlformats.org/presentationml/2006/main">
  <p:tag name="KSO_WM_BEAUTIFY_FLAG" val=""/>
</p:tagLst>
</file>

<file path=ppt/tags/tag1377.xml><?xml version="1.0" encoding="utf-8"?>
<p:tagLst xmlns:p="http://schemas.openxmlformats.org/presentationml/2006/main">
  <p:tag name="KSO_WM_BEAUTIFY_FLAG" val=""/>
</p:tagLst>
</file>

<file path=ppt/tags/tag1378.xml><?xml version="1.0" encoding="utf-8"?>
<p:tagLst xmlns:p="http://schemas.openxmlformats.org/presentationml/2006/main">
  <p:tag name="KSO_WM_BEAUTIFY_FLAG" val=""/>
</p:tagLst>
</file>

<file path=ppt/tags/tag1379.xml><?xml version="1.0" encoding="utf-8"?>
<p:tagLst xmlns:p="http://schemas.openxmlformats.org/presentationml/2006/main">
  <p:tag name="KSO_WM_BEAUTIFY_FLAG" val=""/>
</p:tagLst>
</file>

<file path=ppt/tags/tag1380.xml><?xml version="1.0" encoding="utf-8"?>
<p:tagLst xmlns:p="http://schemas.openxmlformats.org/presentationml/2006/main">
  <p:tag name="KSO_WM_BEAUTIFY_FLAG" val=""/>
</p:tagLst>
</file>

<file path=ppt/tags/tag1381.xml><?xml version="1.0" encoding="utf-8"?>
<p:tagLst xmlns:p="http://schemas.openxmlformats.org/presentationml/2006/main">
  <p:tag name="KSO_WM_BEAUTIFY_FLAG" val=""/>
</p:tagLst>
</file>

<file path=ppt/tags/tag1382.xml><?xml version="1.0" encoding="utf-8"?>
<p:tagLst xmlns:p="http://schemas.openxmlformats.org/presentationml/2006/main">
  <p:tag name="KSO_WM_BEAUTIFY_FLAG" val=""/>
</p:tagLst>
</file>

<file path=ppt/tags/tag1383.xml><?xml version="1.0" encoding="utf-8"?>
<p:tagLst xmlns:p="http://schemas.openxmlformats.org/presentationml/2006/main">
  <p:tag name="KSO_WM_BEAUTIFY_FLAG" val=""/>
</p:tagLst>
</file>

<file path=ppt/tags/tag1384.xml><?xml version="1.0" encoding="utf-8"?>
<p:tagLst xmlns:p="http://schemas.openxmlformats.org/presentationml/2006/main">
  <p:tag name="KSO_WM_BEAUTIFY_FLAG" val=""/>
</p:tagLst>
</file>

<file path=ppt/tags/tag1385.xml><?xml version="1.0" encoding="utf-8"?>
<p:tagLst xmlns:p="http://schemas.openxmlformats.org/presentationml/2006/main">
  <p:tag name="KSO_WM_BEAUTIFY_FLAG" val=""/>
</p:tagLst>
</file>

<file path=ppt/tags/tag1386.xml><?xml version="1.0" encoding="utf-8"?>
<p:tagLst xmlns:p="http://schemas.openxmlformats.org/presentationml/2006/main">
  <p:tag name="KSO_WM_BEAUTIFY_FLAG" val=""/>
</p:tagLst>
</file>

<file path=ppt/tags/tag1387.xml><?xml version="1.0" encoding="utf-8"?>
<p:tagLst xmlns:p="http://schemas.openxmlformats.org/presentationml/2006/main">
  <p:tag name="KSO_WM_BEAUTIFY_FLAG" val=""/>
</p:tagLst>
</file>

<file path=ppt/tags/tag1388.xml><?xml version="1.0" encoding="utf-8"?>
<p:tagLst xmlns:p="http://schemas.openxmlformats.org/presentationml/2006/main">
  <p:tag name="KSO_WM_BEAUTIFY_FLAG" val=""/>
</p:tagLst>
</file>

<file path=ppt/tags/tag1389.xml><?xml version="1.0" encoding="utf-8"?>
<p:tagLst xmlns:p="http://schemas.openxmlformats.org/presentationml/2006/main">
  <p:tag name="KSO_WM_BEAUTIFY_FLAG" val=""/>
</p:tagLst>
</file>

<file path=ppt/tags/tag1390.xml><?xml version="1.0" encoding="utf-8"?>
<p:tagLst xmlns:p="http://schemas.openxmlformats.org/presentationml/2006/main">
  <p:tag name="KSO_WM_BEAUTIFY_FLAG" val=""/>
</p:tagLst>
</file>

<file path=ppt/tags/tag1391.xml><?xml version="1.0" encoding="utf-8"?>
<p:tagLst xmlns:p="http://schemas.openxmlformats.org/presentationml/2006/main">
  <p:tag name="KSO_WM_BEAUTIFY_FLAG" val=""/>
</p:tagLst>
</file>

<file path=ppt/tags/tag1392.xml><?xml version="1.0" encoding="utf-8"?>
<p:tagLst xmlns:p="http://schemas.openxmlformats.org/presentationml/2006/main">
  <p:tag name="KSO_WM_BEAUTIFY_FLAG" val=""/>
</p:tagLst>
</file>

<file path=ppt/tags/tag1393.xml><?xml version="1.0" encoding="utf-8"?>
<p:tagLst xmlns:p="http://schemas.openxmlformats.org/presentationml/2006/main">
  <p:tag name="KSO_WM_BEAUTIFY_FLAG" val=""/>
</p:tagLst>
</file>

<file path=ppt/tags/tag1394.xml><?xml version="1.0" encoding="utf-8"?>
<p:tagLst xmlns:p="http://schemas.openxmlformats.org/presentationml/2006/main">
  <p:tag name="KSO_WM_BEAUTIFY_FLAG" val=""/>
</p:tagLst>
</file>

<file path=ppt/tags/tag1395.xml><?xml version="1.0" encoding="utf-8"?>
<p:tagLst xmlns:p="http://schemas.openxmlformats.org/presentationml/2006/main">
  <p:tag name="KSO_WM_BEAUTIFY_FLAG" val=""/>
</p:tagLst>
</file>

<file path=ppt/tags/tag1396.xml><?xml version="1.0" encoding="utf-8"?>
<p:tagLst xmlns:p="http://schemas.openxmlformats.org/presentationml/2006/main">
  <p:tag name="KSO_WM_BEAUTIFY_FLAG" val=""/>
</p:tagLst>
</file>

<file path=ppt/tags/tag1397.xml><?xml version="1.0" encoding="utf-8"?>
<p:tagLst xmlns:p="http://schemas.openxmlformats.org/presentationml/2006/main">
  <p:tag name="KSO_WM_BEAUTIFY_FLAG" val=""/>
</p:tagLst>
</file>

<file path=ppt/tags/tag1398.xml><?xml version="1.0" encoding="utf-8"?>
<p:tagLst xmlns:p="http://schemas.openxmlformats.org/presentationml/2006/main">
  <p:tag name="KSO_WM_BEAUTIFY_FLAG" val=""/>
</p:tagLst>
</file>

<file path=ppt/tags/tag1399.xml><?xml version="1.0" encoding="utf-8"?>
<p:tagLst xmlns:p="http://schemas.openxmlformats.org/presentationml/2006/main">
  <p:tag name="KSO_WM_BEAUTIFY_FLAG" val=""/>
</p:tagLst>
</file>

<file path=ppt/tags/tag1400.xml><?xml version="1.0" encoding="utf-8"?>
<p:tagLst xmlns:p="http://schemas.openxmlformats.org/presentationml/2006/main">
  <p:tag name="KSO_WM_BEAUTIFY_FLAG" val=""/>
</p:tagLst>
</file>

<file path=ppt/tags/tag1401.xml><?xml version="1.0" encoding="utf-8"?>
<p:tagLst xmlns:p="http://schemas.openxmlformats.org/presentationml/2006/main">
  <p:tag name="KSO_WM_BEAUTIFY_FLAG" val=""/>
</p:tagLst>
</file>

<file path=ppt/tags/tag1402.xml><?xml version="1.0" encoding="utf-8"?>
<p:tagLst xmlns:p="http://schemas.openxmlformats.org/presentationml/2006/main">
  <p:tag name="KSO_WM_BEAUTIFY_FLAG" val=""/>
</p:tagLst>
</file>

<file path=ppt/tags/tag1403.xml><?xml version="1.0" encoding="utf-8"?>
<p:tagLst xmlns:p="http://schemas.openxmlformats.org/presentationml/2006/main">
  <p:tag name="KSO_WM_BEAUTIFY_FLAG" val=""/>
</p:tagLst>
</file>

<file path=ppt/tags/tag1404.xml><?xml version="1.0" encoding="utf-8"?>
<p:tagLst xmlns:p="http://schemas.openxmlformats.org/presentationml/2006/main">
  <p:tag name="KSO_WM_BEAUTIFY_FLAG" val=""/>
</p:tagLst>
</file>

<file path=ppt/tags/tag1405.xml><?xml version="1.0" encoding="utf-8"?>
<p:tagLst xmlns:p="http://schemas.openxmlformats.org/presentationml/2006/main">
  <p:tag name="KSO_WM_BEAUTIFY_FLAG" val=""/>
</p:tagLst>
</file>

<file path=ppt/tags/tag1406.xml><?xml version="1.0" encoding="utf-8"?>
<p:tagLst xmlns:p="http://schemas.openxmlformats.org/presentationml/2006/main">
  <p:tag name="KSO_WM_BEAUTIFY_FLAG" val=""/>
</p:tagLst>
</file>

<file path=ppt/tags/tag1407.xml><?xml version="1.0" encoding="utf-8"?>
<p:tagLst xmlns:p="http://schemas.openxmlformats.org/presentationml/2006/main">
  <p:tag name="KSO_WM_BEAUTIFY_FLAG" val=""/>
</p:tagLst>
</file>

<file path=ppt/tags/tag1408.xml><?xml version="1.0" encoding="utf-8"?>
<p:tagLst xmlns:p="http://schemas.openxmlformats.org/presentationml/2006/main">
  <p:tag name="KSO_WM_BEAUTIFY_FLAG" val=""/>
</p:tagLst>
</file>

<file path=ppt/tags/tag1409.xml><?xml version="1.0" encoding="utf-8"?>
<p:tagLst xmlns:p="http://schemas.openxmlformats.org/presentationml/2006/main">
  <p:tag name="KSO_WM_BEAUTIFY_FLAG" val=""/>
</p:tagLst>
</file>

<file path=ppt/tags/tag1410.xml><?xml version="1.0" encoding="utf-8"?>
<p:tagLst xmlns:p="http://schemas.openxmlformats.org/presentationml/2006/main">
  <p:tag name="KSO_WM_BEAUTIFY_FLAG" val=""/>
</p:tagLst>
</file>

<file path=ppt/tags/tag1411.xml><?xml version="1.0" encoding="utf-8"?>
<p:tagLst xmlns:p="http://schemas.openxmlformats.org/presentationml/2006/main">
  <p:tag name="KSO_WM_BEAUTIFY_FLAG" val=""/>
</p:tagLst>
</file>

<file path=ppt/tags/tag1412.xml><?xml version="1.0" encoding="utf-8"?>
<p:tagLst xmlns:p="http://schemas.openxmlformats.org/presentationml/2006/main">
  <p:tag name="KSO_WM_BEAUTIFY_FLAG" val=""/>
</p:tagLst>
</file>

<file path=ppt/tags/tag1413.xml><?xml version="1.0" encoding="utf-8"?>
<p:tagLst xmlns:p="http://schemas.openxmlformats.org/presentationml/2006/main">
  <p:tag name="KSO_WM_BEAUTIFY_FLAG" val=""/>
</p:tagLst>
</file>

<file path=ppt/tags/tag1414.xml><?xml version="1.0" encoding="utf-8"?>
<p:tagLst xmlns:p="http://schemas.openxmlformats.org/presentationml/2006/main">
  <p:tag name="KSO_WM_BEAUTIFY_FLAG" val=""/>
</p:tagLst>
</file>

<file path=ppt/tags/tag1415.xml><?xml version="1.0" encoding="utf-8"?>
<p:tagLst xmlns:p="http://schemas.openxmlformats.org/presentationml/2006/main">
  <p:tag name="KSO_WM_BEAUTIFY_FLAG" val=""/>
</p:tagLst>
</file>

<file path=ppt/tags/tag1416.xml><?xml version="1.0" encoding="utf-8"?>
<p:tagLst xmlns:p="http://schemas.openxmlformats.org/presentationml/2006/main">
  <p:tag name="KSO_WM_BEAUTIFY_FLAG" val=""/>
</p:tagLst>
</file>

<file path=ppt/tags/tag1417.xml><?xml version="1.0" encoding="utf-8"?>
<p:tagLst xmlns:p="http://schemas.openxmlformats.org/presentationml/2006/main">
  <p:tag name="KSO_WM_BEAUTIFY_FLAG" val=""/>
</p:tagLst>
</file>

<file path=ppt/tags/tag1418.xml><?xml version="1.0" encoding="utf-8"?>
<p:tagLst xmlns:p="http://schemas.openxmlformats.org/presentationml/2006/main">
  <p:tag name="KSO_WM_BEAUTIFY_FLAG" val=""/>
</p:tagLst>
</file>

<file path=ppt/tags/tag1419.xml><?xml version="1.0" encoding="utf-8"?>
<p:tagLst xmlns:p="http://schemas.openxmlformats.org/presentationml/2006/main">
  <p:tag name="KSO_WM_BEAUTIFY_FLAG" val=""/>
</p:tagLst>
</file>

<file path=ppt/tags/tag1420.xml><?xml version="1.0" encoding="utf-8"?>
<p:tagLst xmlns:p="http://schemas.openxmlformats.org/presentationml/2006/main">
  <p:tag name="KSO_WM_BEAUTIFY_FLAG" val=""/>
</p:tagLst>
</file>

<file path=ppt/tags/tag1421.xml><?xml version="1.0" encoding="utf-8"?>
<p:tagLst xmlns:p="http://schemas.openxmlformats.org/presentationml/2006/main">
  <p:tag name="KSO_WM_BEAUTIFY_FLAG" val=""/>
</p:tagLst>
</file>

<file path=ppt/tags/tag1422.xml><?xml version="1.0" encoding="utf-8"?>
<p:tagLst xmlns:p="http://schemas.openxmlformats.org/presentationml/2006/main">
  <p:tag name="KSO_WM_BEAUTIFY_FLAG" val=""/>
</p:tagLst>
</file>

<file path=ppt/tags/tag1423.xml><?xml version="1.0" encoding="utf-8"?>
<p:tagLst xmlns:p="http://schemas.openxmlformats.org/presentationml/2006/main">
  <p:tag name="KSO_WM_BEAUTIFY_FLAG" val=""/>
</p:tagLst>
</file>

<file path=ppt/tags/tag1424.xml><?xml version="1.0" encoding="utf-8"?>
<p:tagLst xmlns:p="http://schemas.openxmlformats.org/presentationml/2006/main">
  <p:tag name="KSO_WM_BEAUTIFY_FLAG" val=""/>
</p:tagLst>
</file>

<file path=ppt/tags/tag1425.xml><?xml version="1.0" encoding="utf-8"?>
<p:tagLst xmlns:p="http://schemas.openxmlformats.org/presentationml/2006/main">
  <p:tag name="KSO_WM_BEAUTIFY_FLAG" val=""/>
</p:tagLst>
</file>

<file path=ppt/tags/tag1426.xml><?xml version="1.0" encoding="utf-8"?>
<p:tagLst xmlns:p="http://schemas.openxmlformats.org/presentationml/2006/main">
  <p:tag name="KSO_WM_BEAUTIFY_FLAG" val=""/>
</p:tagLst>
</file>

<file path=ppt/tags/tag1427.xml><?xml version="1.0" encoding="utf-8"?>
<p:tagLst xmlns:p="http://schemas.openxmlformats.org/presentationml/2006/main">
  <p:tag name="KSO_WM_BEAUTIFY_FLAG" val=""/>
</p:tagLst>
</file>

<file path=ppt/tags/tag1428.xml><?xml version="1.0" encoding="utf-8"?>
<p:tagLst xmlns:p="http://schemas.openxmlformats.org/presentationml/2006/main">
  <p:tag name="KSO_WM_BEAUTIFY_FLAG" val=""/>
</p:tagLst>
</file>

<file path=ppt/tags/tag1429.xml><?xml version="1.0" encoding="utf-8"?>
<p:tagLst xmlns:p="http://schemas.openxmlformats.org/presentationml/2006/main">
  <p:tag name="KSO_WM_BEAUTIFY_FLAG" val=""/>
</p:tagLst>
</file>

<file path=ppt/tags/tag1430.xml><?xml version="1.0" encoding="utf-8"?>
<p:tagLst xmlns:p="http://schemas.openxmlformats.org/presentationml/2006/main">
  <p:tag name="KSO_WM_BEAUTIFY_FLAG" val=""/>
</p:tagLst>
</file>

<file path=ppt/tags/tag1431.xml><?xml version="1.0" encoding="utf-8"?>
<p:tagLst xmlns:p="http://schemas.openxmlformats.org/presentationml/2006/main">
  <p:tag name="KSO_WM_BEAUTIFY_FLAG" val=""/>
</p:tagLst>
</file>

<file path=ppt/tags/tag1432.xml><?xml version="1.0" encoding="utf-8"?>
<p:tagLst xmlns:p="http://schemas.openxmlformats.org/presentationml/2006/main">
  <p:tag name="KSO_WM_BEAUTIFY_FLAG" val=""/>
</p:tagLst>
</file>

<file path=ppt/tags/tag1433.xml><?xml version="1.0" encoding="utf-8"?>
<p:tagLst xmlns:p="http://schemas.openxmlformats.org/presentationml/2006/main">
  <p:tag name="KSO_WM_BEAUTIFY_FLAG" val=""/>
</p:tagLst>
</file>

<file path=ppt/tags/tag1434.xml><?xml version="1.0" encoding="utf-8"?>
<p:tagLst xmlns:p="http://schemas.openxmlformats.org/presentationml/2006/main">
  <p:tag name="KSO_WM_BEAUTIFY_FLAG" val=""/>
</p:tagLst>
</file>

<file path=ppt/tags/tag1435.xml><?xml version="1.0" encoding="utf-8"?>
<p:tagLst xmlns:p="http://schemas.openxmlformats.org/presentationml/2006/main">
  <p:tag name="KSO_WM_BEAUTIFY_FLAG" val=""/>
</p:tagLst>
</file>

<file path=ppt/tags/tag1436.xml><?xml version="1.0" encoding="utf-8"?>
<p:tagLst xmlns:p="http://schemas.openxmlformats.org/presentationml/2006/main">
  <p:tag name="KSO_WM_BEAUTIFY_FLAG" val=""/>
</p:tagLst>
</file>

<file path=ppt/tags/tag1437.xml><?xml version="1.0" encoding="utf-8"?>
<p:tagLst xmlns:p="http://schemas.openxmlformats.org/presentationml/2006/main">
  <p:tag name="KSO_WM_BEAUTIFY_FLAG" val=""/>
</p:tagLst>
</file>

<file path=ppt/tags/tag1438.xml><?xml version="1.0" encoding="utf-8"?>
<p:tagLst xmlns:p="http://schemas.openxmlformats.org/presentationml/2006/main">
  <p:tag name="KSO_WM_BEAUTIFY_FLAG" val=""/>
</p:tagLst>
</file>

<file path=ppt/tags/tag1439.xml><?xml version="1.0" encoding="utf-8"?>
<p:tagLst xmlns:p="http://schemas.openxmlformats.org/presentationml/2006/main">
  <p:tag name="KSO_WM_BEAUTIFY_FLAG" val=""/>
</p:tagLst>
</file>

<file path=ppt/tags/tag1440.xml><?xml version="1.0" encoding="utf-8"?>
<p:tagLst xmlns:p="http://schemas.openxmlformats.org/presentationml/2006/main">
  <p:tag name="KSO_WM_BEAUTIFY_FLAG" val=""/>
</p:tagLst>
</file>

<file path=ppt/tags/tag1441.xml><?xml version="1.0" encoding="utf-8"?>
<p:tagLst xmlns:p="http://schemas.openxmlformats.org/presentationml/2006/main">
  <p:tag name="KSO_WM_BEAUTIFY_FLAG" val=""/>
</p:tagLst>
</file>

<file path=ppt/tags/tag1442.xml><?xml version="1.0" encoding="utf-8"?>
<p:tagLst xmlns:p="http://schemas.openxmlformats.org/presentationml/2006/main">
  <p:tag name="KSO_WM_BEAUTIFY_FLAG" val=""/>
</p:tagLst>
</file>

<file path=ppt/tags/tag1443.xml><?xml version="1.0" encoding="utf-8"?>
<p:tagLst xmlns:p="http://schemas.openxmlformats.org/presentationml/2006/main">
  <p:tag name="KSO_WM_BEAUTIFY_FLAG" val=""/>
</p:tagLst>
</file>

<file path=ppt/tags/tag1444.xml><?xml version="1.0" encoding="utf-8"?>
<p:tagLst xmlns:p="http://schemas.openxmlformats.org/presentationml/2006/main">
  <p:tag name="KSO_WM_BEAUTIFY_FLAG" val=""/>
</p:tagLst>
</file>

<file path=ppt/tags/tag1445.xml><?xml version="1.0" encoding="utf-8"?>
<p:tagLst xmlns:p="http://schemas.openxmlformats.org/presentationml/2006/main">
  <p:tag name="KSO_WM_BEAUTIFY_FLAG" val=""/>
</p:tagLst>
</file>

<file path=ppt/tags/tag1446.xml><?xml version="1.0" encoding="utf-8"?>
<p:tagLst xmlns:p="http://schemas.openxmlformats.org/presentationml/2006/main">
  <p:tag name="KSO_WM_BEAUTIFY_FLAG" val=""/>
</p:tagLst>
</file>

<file path=ppt/tags/tag1447.xml><?xml version="1.0" encoding="utf-8"?>
<p:tagLst xmlns:p="http://schemas.openxmlformats.org/presentationml/2006/main">
  <p:tag name="KSO_WM_BEAUTIFY_FLAG" val=""/>
</p:tagLst>
</file>

<file path=ppt/tags/tag1448.xml><?xml version="1.0" encoding="utf-8"?>
<p:tagLst xmlns:p="http://schemas.openxmlformats.org/presentationml/2006/main">
  <p:tag name="KSO_WM_BEAUTIFY_FLAG" val=""/>
</p:tagLst>
</file>

<file path=ppt/tags/tag1449.xml><?xml version="1.0" encoding="utf-8"?>
<p:tagLst xmlns:p="http://schemas.openxmlformats.org/presentationml/2006/main">
  <p:tag name="KSO_WM_BEAUTIFY_FLAG" val=""/>
</p:tagLst>
</file>

<file path=ppt/tags/tag1450.xml><?xml version="1.0" encoding="utf-8"?>
<p:tagLst xmlns:p="http://schemas.openxmlformats.org/presentationml/2006/main">
  <p:tag name="KSO_WM_BEAUTIFY_FLAG" val=""/>
</p:tagLst>
</file>

<file path=ppt/tags/tag1451.xml><?xml version="1.0" encoding="utf-8"?>
<p:tagLst xmlns:p="http://schemas.openxmlformats.org/presentationml/2006/main">
  <p:tag name="KSO_WM_BEAUTIFY_FLAG" val=""/>
</p:tagLst>
</file>

<file path=ppt/tags/tag1452.xml><?xml version="1.0" encoding="utf-8"?>
<p:tagLst xmlns:p="http://schemas.openxmlformats.org/presentationml/2006/main">
  <p:tag name="KSO_WM_BEAUTIFY_FLAG" val=""/>
</p:tagLst>
</file>

<file path=ppt/tags/tag1453.xml><?xml version="1.0" encoding="utf-8"?>
<p:tagLst xmlns:p="http://schemas.openxmlformats.org/presentationml/2006/main">
  <p:tag name="KSO_WM_BEAUTIFY_FLAG" val=""/>
</p:tagLst>
</file>

<file path=ppt/tags/tag1454.xml><?xml version="1.0" encoding="utf-8"?>
<p:tagLst xmlns:p="http://schemas.openxmlformats.org/presentationml/2006/main">
  <p:tag name="KSO_WM_BEAUTIFY_FLAG" val=""/>
</p:tagLst>
</file>

<file path=ppt/tags/tag1455.xml><?xml version="1.0" encoding="utf-8"?>
<p:tagLst xmlns:p="http://schemas.openxmlformats.org/presentationml/2006/main">
  <p:tag name="KSO_WM_BEAUTIFY_FLAG" val=""/>
</p:tagLst>
</file>

<file path=ppt/tags/tag1456.xml><?xml version="1.0" encoding="utf-8"?>
<p:tagLst xmlns:p="http://schemas.openxmlformats.org/presentationml/2006/main">
  <p:tag name="KSO_WM_BEAUTIFY_FLAG" val=""/>
</p:tagLst>
</file>

<file path=ppt/tags/tag1457.xml><?xml version="1.0" encoding="utf-8"?>
<p:tagLst xmlns:p="http://schemas.openxmlformats.org/presentationml/2006/main">
  <p:tag name="KSO_WM_BEAUTIFY_FLAG" val=""/>
</p:tagLst>
</file>

<file path=ppt/tags/tag1458.xml><?xml version="1.0" encoding="utf-8"?>
<p:tagLst xmlns:p="http://schemas.openxmlformats.org/presentationml/2006/main">
  <p:tag name="KSO_WM_BEAUTIFY_FLAG" val=""/>
</p:tagLst>
</file>

<file path=ppt/tags/tag1459.xml><?xml version="1.0" encoding="utf-8"?>
<p:tagLst xmlns:p="http://schemas.openxmlformats.org/presentationml/2006/main">
  <p:tag name="KSO_WM_BEAUTIFY_FLAG" val=""/>
</p:tagLst>
</file>

<file path=ppt/tags/tag1460.xml><?xml version="1.0" encoding="utf-8"?>
<p:tagLst xmlns:p="http://schemas.openxmlformats.org/presentationml/2006/main">
  <p:tag name="KSO_WM_BEAUTIFY_FLAG" val=""/>
</p:tagLst>
</file>

<file path=ppt/tags/tag1461.xml><?xml version="1.0" encoding="utf-8"?>
<p:tagLst xmlns:p="http://schemas.openxmlformats.org/presentationml/2006/main">
  <p:tag name="KSO_WM_BEAUTIFY_FLAG" val=""/>
</p:tagLst>
</file>

<file path=ppt/tags/tag1462.xml><?xml version="1.0" encoding="utf-8"?>
<p:tagLst xmlns:p="http://schemas.openxmlformats.org/presentationml/2006/main">
  <p:tag name="KSO_WM_BEAUTIFY_FLAG" val=""/>
</p:tagLst>
</file>

<file path=ppt/tags/tag1463.xml><?xml version="1.0" encoding="utf-8"?>
<p:tagLst xmlns:p="http://schemas.openxmlformats.org/presentationml/2006/main">
  <p:tag name="KSO_WM_BEAUTIFY_FLAG" val=""/>
</p:tagLst>
</file>

<file path=ppt/tags/tag1464.xml><?xml version="1.0" encoding="utf-8"?>
<p:tagLst xmlns:p="http://schemas.openxmlformats.org/presentationml/2006/main">
  <p:tag name="KSO_WM_BEAUTIFY_FLAG" val=""/>
</p:tagLst>
</file>

<file path=ppt/tags/tag1465.xml><?xml version="1.0" encoding="utf-8"?>
<p:tagLst xmlns:p="http://schemas.openxmlformats.org/presentationml/2006/main">
  <p:tag name="KSO_WM_BEAUTIFY_FLAG" val=""/>
</p:tagLst>
</file>

<file path=ppt/tags/tag1466.xml><?xml version="1.0" encoding="utf-8"?>
<p:tagLst xmlns:p="http://schemas.openxmlformats.org/presentationml/2006/main">
  <p:tag name="KSO_WM_BEAUTIFY_FLAG" val=""/>
</p:tagLst>
</file>

<file path=ppt/tags/tag1467.xml><?xml version="1.0" encoding="utf-8"?>
<p:tagLst xmlns:p="http://schemas.openxmlformats.org/presentationml/2006/main">
  <p:tag name="KSO_WM_BEAUTIFY_FLAG" val=""/>
</p:tagLst>
</file>

<file path=ppt/tags/tag1468.xml><?xml version="1.0" encoding="utf-8"?>
<p:tagLst xmlns:p="http://schemas.openxmlformats.org/presentationml/2006/main">
  <p:tag name="KSO_WM_BEAUTIFY_FLAG" val=""/>
</p:tagLst>
</file>

<file path=ppt/tags/tag1469.xml><?xml version="1.0" encoding="utf-8"?>
<p:tagLst xmlns:p="http://schemas.openxmlformats.org/presentationml/2006/main">
  <p:tag name="KSO_WM_BEAUTIFY_FLAG" val=""/>
</p:tagLst>
</file>

<file path=ppt/tags/tag1470.xml><?xml version="1.0" encoding="utf-8"?>
<p:tagLst xmlns:p="http://schemas.openxmlformats.org/presentationml/2006/main">
  <p:tag name="KSO_WM_BEAUTIFY_FLAG" val=""/>
</p:tagLst>
</file>

<file path=ppt/tags/tag1471.xml><?xml version="1.0" encoding="utf-8"?>
<p:tagLst xmlns:p="http://schemas.openxmlformats.org/presentationml/2006/main">
  <p:tag name="KSO_WM_BEAUTIFY_FLAG" val=""/>
</p:tagLst>
</file>

<file path=ppt/tags/tag1472.xml><?xml version="1.0" encoding="utf-8"?>
<p:tagLst xmlns:p="http://schemas.openxmlformats.org/presentationml/2006/main">
  <p:tag name="KSO_WM_BEAUTIFY_FLAG" val=""/>
</p:tagLst>
</file>

<file path=ppt/tags/tag1473.xml><?xml version="1.0" encoding="utf-8"?>
<p:tagLst xmlns:p="http://schemas.openxmlformats.org/presentationml/2006/main">
  <p:tag name="KSO_WM_BEAUTIFY_FLAG" val=""/>
</p:tagLst>
</file>

<file path=ppt/tags/tag1474.xml><?xml version="1.0" encoding="utf-8"?>
<p:tagLst xmlns:p="http://schemas.openxmlformats.org/presentationml/2006/main">
  <p:tag name="KSO_WM_BEAUTIFY_FLAG" val=""/>
</p:tagLst>
</file>

<file path=ppt/tags/tag1475.xml><?xml version="1.0" encoding="utf-8"?>
<p:tagLst xmlns:p="http://schemas.openxmlformats.org/presentationml/2006/main">
  <p:tag name="KSO_WM_BEAUTIFY_FLAG" val=""/>
</p:tagLst>
</file>

<file path=ppt/tags/tag1476.xml><?xml version="1.0" encoding="utf-8"?>
<p:tagLst xmlns:p="http://schemas.openxmlformats.org/presentationml/2006/main">
  <p:tag name="KSO_WM_BEAUTIFY_FLAG" val=""/>
</p:tagLst>
</file>

<file path=ppt/tags/tag1477.xml><?xml version="1.0" encoding="utf-8"?>
<p:tagLst xmlns:p="http://schemas.openxmlformats.org/presentationml/2006/main">
  <p:tag name="KSO_WM_BEAUTIFY_FLAG" val=""/>
</p:tagLst>
</file>

<file path=ppt/tags/tag1478.xml><?xml version="1.0" encoding="utf-8"?>
<p:tagLst xmlns:p="http://schemas.openxmlformats.org/presentationml/2006/main">
  <p:tag name="KSO_WM_BEAUTIFY_FLAG" val=""/>
</p:tagLst>
</file>

<file path=ppt/tags/tag1479.xml><?xml version="1.0" encoding="utf-8"?>
<p:tagLst xmlns:p="http://schemas.openxmlformats.org/presentationml/2006/main">
  <p:tag name="KSO_WM_BEAUTIFY_FLAG" val=""/>
</p:tagLst>
</file>

<file path=ppt/tags/tag1480.xml><?xml version="1.0" encoding="utf-8"?>
<p:tagLst xmlns:p="http://schemas.openxmlformats.org/presentationml/2006/main">
  <p:tag name="KSO_WM_BEAUTIFY_FLAG" val=""/>
</p:tagLst>
</file>

<file path=ppt/tags/tag1481.xml><?xml version="1.0" encoding="utf-8"?>
<p:tagLst xmlns:p="http://schemas.openxmlformats.org/presentationml/2006/main">
  <p:tag name="KSO_WM_BEAUTIFY_FLAG" val=""/>
</p:tagLst>
</file>

<file path=ppt/tags/tag1482.xml><?xml version="1.0" encoding="utf-8"?>
<p:tagLst xmlns:p="http://schemas.openxmlformats.org/presentationml/2006/main">
  <p:tag name="KSO_WM_BEAUTIFY_FLAG" val=""/>
</p:tagLst>
</file>

<file path=ppt/tags/tag1483.xml><?xml version="1.0" encoding="utf-8"?>
<p:tagLst xmlns:p="http://schemas.openxmlformats.org/presentationml/2006/main">
  <p:tag name="KSO_WM_BEAUTIFY_FLAG" val=""/>
</p:tagLst>
</file>

<file path=ppt/tags/tag1484.xml><?xml version="1.0" encoding="utf-8"?>
<p:tagLst xmlns:p="http://schemas.openxmlformats.org/presentationml/2006/main">
  <p:tag name="KSO_WM_BEAUTIFY_FLAG" val=""/>
</p:tagLst>
</file>

<file path=ppt/tags/tag1485.xml><?xml version="1.0" encoding="utf-8"?>
<p:tagLst xmlns:p="http://schemas.openxmlformats.org/presentationml/2006/main">
  <p:tag name="KSO_WM_BEAUTIFY_FLAG" val=""/>
</p:tagLst>
</file>

<file path=ppt/tags/tag1486.xml><?xml version="1.0" encoding="utf-8"?>
<p:tagLst xmlns:p="http://schemas.openxmlformats.org/presentationml/2006/main">
  <p:tag name="KSO_WM_BEAUTIFY_FLAG" val=""/>
</p:tagLst>
</file>

<file path=ppt/tags/tag1487.xml><?xml version="1.0" encoding="utf-8"?>
<p:tagLst xmlns:p="http://schemas.openxmlformats.org/presentationml/2006/main">
  <p:tag name="KSO_WM_BEAUTIFY_FLAG" val=""/>
</p:tagLst>
</file>

<file path=ppt/tags/tag1488.xml><?xml version="1.0" encoding="utf-8"?>
<p:tagLst xmlns:p="http://schemas.openxmlformats.org/presentationml/2006/main">
  <p:tag name="KSO_WM_BEAUTIFY_FLAG" val=""/>
</p:tagLst>
</file>

<file path=ppt/tags/tag1489.xml><?xml version="1.0" encoding="utf-8"?>
<p:tagLst xmlns:p="http://schemas.openxmlformats.org/presentationml/2006/main">
  <p:tag name="KSO_WM_BEAUTIFY_FLAG" val=""/>
</p:tagLst>
</file>

<file path=ppt/tags/tag1490.xml><?xml version="1.0" encoding="utf-8"?>
<p:tagLst xmlns:p="http://schemas.openxmlformats.org/presentationml/2006/main">
  <p:tag name="KSO_WM_BEAUTIFY_FLAG" val=""/>
</p:tagLst>
</file>

<file path=ppt/tags/tag1491.xml><?xml version="1.0" encoding="utf-8"?>
<p:tagLst xmlns:p="http://schemas.openxmlformats.org/presentationml/2006/main">
  <p:tag name="KSO_WM_BEAUTIFY_FLAG" val=""/>
</p:tagLst>
</file>

<file path=ppt/tags/tag1492.xml><?xml version="1.0" encoding="utf-8"?>
<p:tagLst xmlns:p="http://schemas.openxmlformats.org/presentationml/2006/main">
  <p:tag name="KSO_WM_BEAUTIFY_FLAG" val=""/>
</p:tagLst>
</file>

<file path=ppt/tags/tag1493.xml><?xml version="1.0" encoding="utf-8"?>
<p:tagLst xmlns:p="http://schemas.openxmlformats.org/presentationml/2006/main">
  <p:tag name="KSO_WM_BEAUTIFY_FLAG" val=""/>
</p:tagLst>
</file>

<file path=ppt/tags/tag1494.xml><?xml version="1.0" encoding="utf-8"?>
<p:tagLst xmlns:p="http://schemas.openxmlformats.org/presentationml/2006/main">
  <p:tag name="KSO_WM_BEAUTIFY_FLAG" val=""/>
</p:tagLst>
</file>

<file path=ppt/tags/tag1495.xml><?xml version="1.0" encoding="utf-8"?>
<p:tagLst xmlns:p="http://schemas.openxmlformats.org/presentationml/2006/main">
  <p:tag name="KSO_WM_BEAUTIFY_FLAG" val=""/>
</p:tagLst>
</file>

<file path=ppt/tags/tag1496.xml><?xml version="1.0" encoding="utf-8"?>
<p:tagLst xmlns:p="http://schemas.openxmlformats.org/presentationml/2006/main">
  <p:tag name="KSO_WM_BEAUTIFY_FLAG" val=""/>
</p:tagLst>
</file>

<file path=ppt/tags/tag1497.xml><?xml version="1.0" encoding="utf-8"?>
<p:tagLst xmlns:p="http://schemas.openxmlformats.org/presentationml/2006/main">
  <p:tag name="KSO_WM_BEAUTIFY_FLAG" val=""/>
</p:tagLst>
</file>

<file path=ppt/tags/tag1498.xml><?xml version="1.0" encoding="utf-8"?>
<p:tagLst xmlns:p="http://schemas.openxmlformats.org/presentationml/2006/main">
  <p:tag name="KSO_WM_BEAUTIFY_FLAG" val=""/>
</p:tagLst>
</file>

<file path=ppt/tags/tag1499.xml><?xml version="1.0" encoding="utf-8"?>
<p:tagLst xmlns:p="http://schemas.openxmlformats.org/presentationml/2006/main">
  <p:tag name="KSO_WM_BEAUTIFY_FLAG" val=""/>
</p:tagLst>
</file>

<file path=ppt/tags/tag1500.xml><?xml version="1.0" encoding="utf-8"?>
<p:tagLst xmlns:p="http://schemas.openxmlformats.org/presentationml/2006/main">
  <p:tag name="KSO_WM_BEAUTIFY_FLAG" val=""/>
</p:tagLst>
</file>

<file path=ppt/tags/tag1501.xml><?xml version="1.0" encoding="utf-8"?>
<p:tagLst xmlns:p="http://schemas.openxmlformats.org/presentationml/2006/main">
  <p:tag name="KSO_WM_BEAUTIFY_FLAG" val=""/>
</p:tagLst>
</file>

<file path=ppt/tags/tag1502.xml><?xml version="1.0" encoding="utf-8"?>
<p:tagLst xmlns:p="http://schemas.openxmlformats.org/presentationml/2006/main">
  <p:tag name="KSO_WM_BEAUTIFY_FLAG" val=""/>
</p:tagLst>
</file>

<file path=ppt/tags/tag1503.xml><?xml version="1.0" encoding="utf-8"?>
<p:tagLst xmlns:p="http://schemas.openxmlformats.org/presentationml/2006/main">
  <p:tag name="KSO_WM_BEAUTIFY_FLAG" val=""/>
</p:tagLst>
</file>

<file path=ppt/tags/tag1504.xml><?xml version="1.0" encoding="utf-8"?>
<p:tagLst xmlns:p="http://schemas.openxmlformats.org/presentationml/2006/main">
  <p:tag name="KSO_WM_BEAUTIFY_FLAG" val=""/>
</p:tagLst>
</file>

<file path=ppt/tags/tag1505.xml><?xml version="1.0" encoding="utf-8"?>
<p:tagLst xmlns:p="http://schemas.openxmlformats.org/presentationml/2006/main">
  <p:tag name="KSO_WM_BEAUTIFY_FLAG" val=""/>
</p:tagLst>
</file>

<file path=ppt/tags/tag1506.xml><?xml version="1.0" encoding="utf-8"?>
<p:tagLst xmlns:p="http://schemas.openxmlformats.org/presentationml/2006/main">
  <p:tag name="KSO_WM_BEAUTIFY_FLAG" val=""/>
</p:tagLst>
</file>

<file path=ppt/tags/tag1507.xml><?xml version="1.0" encoding="utf-8"?>
<p:tagLst xmlns:p="http://schemas.openxmlformats.org/presentationml/2006/main">
  <p:tag name="KSO_WM_BEAUTIFY_FLAG" val=""/>
</p:tagLst>
</file>

<file path=ppt/tags/tag1508.xml><?xml version="1.0" encoding="utf-8"?>
<p:tagLst xmlns:p="http://schemas.openxmlformats.org/presentationml/2006/main">
  <p:tag name="KSO_WM_BEAUTIFY_FLAG" val=""/>
</p:tagLst>
</file>

<file path=ppt/tags/tag1509.xml><?xml version="1.0" encoding="utf-8"?>
<p:tagLst xmlns:p="http://schemas.openxmlformats.org/presentationml/2006/main">
  <p:tag name="KSO_WM_BEAUTIFY_FLAG" val=""/>
</p:tagLst>
</file>

<file path=ppt/tags/tag1510.xml><?xml version="1.0" encoding="utf-8"?>
<p:tagLst xmlns:p="http://schemas.openxmlformats.org/presentationml/2006/main">
  <p:tag name="KSO_WM_BEAUTIFY_FLAG" val=""/>
</p:tagLst>
</file>

<file path=ppt/tags/tag1511.xml><?xml version="1.0" encoding="utf-8"?>
<p:tagLst xmlns:p="http://schemas.openxmlformats.org/presentationml/2006/main">
  <p:tag name="KSO_WM_BEAUTIFY_FLAG" val=""/>
</p:tagLst>
</file>

<file path=ppt/tags/tag1512.xml><?xml version="1.0" encoding="utf-8"?>
<p:tagLst xmlns:p="http://schemas.openxmlformats.org/presentationml/2006/main">
  <p:tag name="KSO_WM_BEAUTIFY_FLAG" val=""/>
</p:tagLst>
</file>

<file path=ppt/tags/tag1513.xml><?xml version="1.0" encoding="utf-8"?>
<p:tagLst xmlns:p="http://schemas.openxmlformats.org/presentationml/2006/main">
  <p:tag name="KSO_WM_BEAUTIFY_FLAG" val=""/>
</p:tagLst>
</file>

<file path=ppt/tags/tag1514.xml><?xml version="1.0" encoding="utf-8"?>
<p:tagLst xmlns:p="http://schemas.openxmlformats.org/presentationml/2006/main">
  <p:tag name="KSO_WM_BEAUTIFY_FLAG" val=""/>
</p:tagLst>
</file>

<file path=ppt/tags/tag1515.xml><?xml version="1.0" encoding="utf-8"?>
<p:tagLst xmlns:p="http://schemas.openxmlformats.org/presentationml/2006/main">
  <p:tag name="KSO_WM_BEAUTIFY_FLAG" val=""/>
</p:tagLst>
</file>

<file path=ppt/tags/tag1516.xml><?xml version="1.0" encoding="utf-8"?>
<p:tagLst xmlns:p="http://schemas.openxmlformats.org/presentationml/2006/main">
  <p:tag name="KSO_WM_BEAUTIFY_FLAG" val=""/>
</p:tagLst>
</file>

<file path=ppt/tags/tag1517.xml><?xml version="1.0" encoding="utf-8"?>
<p:tagLst xmlns:p="http://schemas.openxmlformats.org/presentationml/2006/main">
  <p:tag name="KSO_WM_BEAUTIFY_FLAG" val=""/>
</p:tagLst>
</file>

<file path=ppt/tags/tag1518.xml><?xml version="1.0" encoding="utf-8"?>
<p:tagLst xmlns:p="http://schemas.openxmlformats.org/presentationml/2006/main">
  <p:tag name="KSO_WM_BEAUTIFY_FLAG" val=""/>
</p:tagLst>
</file>

<file path=ppt/tags/tag1519.xml><?xml version="1.0" encoding="utf-8"?>
<p:tagLst xmlns:p="http://schemas.openxmlformats.org/presentationml/2006/main">
  <p:tag name="KSO_WM_BEAUTIFY_FLAG" val=""/>
</p:tagLst>
</file>

<file path=ppt/tags/tag1520.xml><?xml version="1.0" encoding="utf-8"?>
<p:tagLst xmlns:p="http://schemas.openxmlformats.org/presentationml/2006/main">
  <p:tag name="KSO_WM_BEAUTIFY_FLAG" val=""/>
</p:tagLst>
</file>

<file path=ppt/tags/tag1521.xml><?xml version="1.0" encoding="utf-8"?>
<p:tagLst xmlns:p="http://schemas.openxmlformats.org/presentationml/2006/main">
  <p:tag name="KSO_WM_BEAUTIFY_FLAG" val=""/>
</p:tagLst>
</file>

<file path=ppt/tags/tag1522.xml><?xml version="1.0" encoding="utf-8"?>
<p:tagLst xmlns:p="http://schemas.openxmlformats.org/presentationml/2006/main">
  <p:tag name="KSO_WM_BEAUTIFY_FLAG" val=""/>
</p:tagLst>
</file>

<file path=ppt/tags/tag1523.xml><?xml version="1.0" encoding="utf-8"?>
<p:tagLst xmlns:p="http://schemas.openxmlformats.org/presentationml/2006/main">
  <p:tag name="KSO_WM_BEAUTIFY_FLAG" val=""/>
</p:tagLst>
</file>

<file path=ppt/tags/tag1524.xml><?xml version="1.0" encoding="utf-8"?>
<p:tagLst xmlns:p="http://schemas.openxmlformats.org/presentationml/2006/main">
  <p:tag name="KSO_WM_BEAUTIFY_FLAG" val=""/>
</p:tagLst>
</file>

<file path=ppt/tags/tag1525.xml><?xml version="1.0" encoding="utf-8"?>
<p:tagLst xmlns:p="http://schemas.openxmlformats.org/presentationml/2006/main">
  <p:tag name="KSO_WM_BEAUTIFY_FLAG" val=""/>
</p:tagLst>
</file>

<file path=ppt/tags/tag1526.xml><?xml version="1.0" encoding="utf-8"?>
<p:tagLst xmlns:p="http://schemas.openxmlformats.org/presentationml/2006/main">
  <p:tag name="KSO_WM_BEAUTIFY_FLAG" val=""/>
</p:tagLst>
</file>

<file path=ppt/tags/tag1527.xml><?xml version="1.0" encoding="utf-8"?>
<p:tagLst xmlns:p="http://schemas.openxmlformats.org/presentationml/2006/main">
  <p:tag name="KSO_WM_BEAUTIFY_FLAG" val=""/>
</p:tagLst>
</file>

<file path=ppt/tags/tag1528.xml><?xml version="1.0" encoding="utf-8"?>
<p:tagLst xmlns:p="http://schemas.openxmlformats.org/presentationml/2006/main">
  <p:tag name="KSO_WM_BEAUTIFY_FLAG" val=""/>
</p:tagLst>
</file>

<file path=ppt/tags/tag1529.xml><?xml version="1.0" encoding="utf-8"?>
<p:tagLst xmlns:p="http://schemas.openxmlformats.org/presentationml/2006/main">
  <p:tag name="KSO_WM_BEAUTIFY_FLAG" val=""/>
</p:tagLst>
</file>

<file path=ppt/tags/tag1530.xml><?xml version="1.0" encoding="utf-8"?>
<p:tagLst xmlns:p="http://schemas.openxmlformats.org/presentationml/2006/main">
  <p:tag name="KSO_WM_BEAUTIFY_FLAG" val=""/>
</p:tagLst>
</file>

<file path=ppt/tags/tag1531.xml><?xml version="1.0" encoding="utf-8"?>
<p:tagLst xmlns:p="http://schemas.openxmlformats.org/presentationml/2006/main">
  <p:tag name="KSO_WM_BEAUTIFY_FLAG" val=""/>
</p:tagLst>
</file>

<file path=ppt/tags/tag1532.xml><?xml version="1.0" encoding="utf-8"?>
<p:tagLst xmlns:p="http://schemas.openxmlformats.org/presentationml/2006/main">
  <p:tag name="KSO_WM_BEAUTIFY_FLAG" val=""/>
</p:tagLst>
</file>

<file path=ppt/tags/tag1533.xml><?xml version="1.0" encoding="utf-8"?>
<p:tagLst xmlns:p="http://schemas.openxmlformats.org/presentationml/2006/main">
  <p:tag name="KSO_WM_BEAUTIFY_FLAG" val=""/>
</p:tagLst>
</file>

<file path=ppt/tags/tag1534.xml><?xml version="1.0" encoding="utf-8"?>
<p:tagLst xmlns:p="http://schemas.openxmlformats.org/presentationml/2006/main">
  <p:tag name="KSO_WM_BEAUTIFY_FLAG" val=""/>
</p:tagLst>
</file>

<file path=ppt/tags/tag1535.xml><?xml version="1.0" encoding="utf-8"?>
<p:tagLst xmlns:p="http://schemas.openxmlformats.org/presentationml/2006/main">
  <p:tag name="KSO_WM_BEAUTIFY_FLAG" val=""/>
</p:tagLst>
</file>

<file path=ppt/tags/tag1536.xml><?xml version="1.0" encoding="utf-8"?>
<p:tagLst xmlns:p="http://schemas.openxmlformats.org/presentationml/2006/main">
  <p:tag name="KSO_WM_BEAUTIFY_FLAG" val=""/>
</p:tagLst>
</file>

<file path=ppt/tags/tag1537.xml><?xml version="1.0" encoding="utf-8"?>
<p:tagLst xmlns:p="http://schemas.openxmlformats.org/presentationml/2006/main">
  <p:tag name="KSO_WM_BEAUTIFY_FLAG" val=""/>
</p:tagLst>
</file>

<file path=ppt/tags/tag1538.xml><?xml version="1.0" encoding="utf-8"?>
<p:tagLst xmlns:p="http://schemas.openxmlformats.org/presentationml/2006/main">
  <p:tag name="KSO_WM_BEAUTIFY_FLAG" val=""/>
</p:tagLst>
</file>

<file path=ppt/tags/tag1539.xml><?xml version="1.0" encoding="utf-8"?>
<p:tagLst xmlns:p="http://schemas.openxmlformats.org/presentationml/2006/main">
  <p:tag name="KSO_WM_BEAUTIFY_FLAG" val=""/>
</p:tagLst>
</file>

<file path=ppt/tags/tag1540.xml><?xml version="1.0" encoding="utf-8"?>
<p:tagLst xmlns:p="http://schemas.openxmlformats.org/presentationml/2006/main">
  <p:tag name="KSO_WM_BEAUTIFY_FLAG" val=""/>
</p:tagLst>
</file>

<file path=ppt/tags/tag1541.xml><?xml version="1.0" encoding="utf-8"?>
<p:tagLst xmlns:p="http://schemas.openxmlformats.org/presentationml/2006/main">
  <p:tag name="KSO_WM_BEAUTIFY_FLAG" val=""/>
</p:tagLst>
</file>

<file path=ppt/tags/tag1542.xml><?xml version="1.0" encoding="utf-8"?>
<p:tagLst xmlns:p="http://schemas.openxmlformats.org/presentationml/2006/main">
  <p:tag name="KSO_WM_BEAUTIFY_FLAG" val=""/>
</p:tagLst>
</file>

<file path=ppt/tags/tag1543.xml><?xml version="1.0" encoding="utf-8"?>
<p:tagLst xmlns:p="http://schemas.openxmlformats.org/presentationml/2006/main">
  <p:tag name="KSO_WM_BEAUTIFY_FLAG" val=""/>
</p:tagLst>
</file>

<file path=ppt/tags/tag1544.xml><?xml version="1.0" encoding="utf-8"?>
<p:tagLst xmlns:p="http://schemas.openxmlformats.org/presentationml/2006/main">
  <p:tag name="KSO_WM_BEAUTIFY_FLAG" val=""/>
</p:tagLst>
</file>

<file path=ppt/tags/tag1545.xml><?xml version="1.0" encoding="utf-8"?>
<p:tagLst xmlns:p="http://schemas.openxmlformats.org/presentationml/2006/main">
  <p:tag name="KSO_WM_BEAUTIFY_FLAG" val=""/>
</p:tagLst>
</file>

<file path=ppt/tags/tag1546.xml><?xml version="1.0" encoding="utf-8"?>
<p:tagLst xmlns:p="http://schemas.openxmlformats.org/presentationml/2006/main">
  <p:tag name="KSO_WM_BEAUTIFY_FLAG" val=""/>
</p:tagLst>
</file>

<file path=ppt/tags/tag1547.xml><?xml version="1.0" encoding="utf-8"?>
<p:tagLst xmlns:p="http://schemas.openxmlformats.org/presentationml/2006/main">
  <p:tag name="KSO_WM_BEAUTIFY_FLAG" val=""/>
</p:tagLst>
</file>

<file path=ppt/tags/tag1548.xml><?xml version="1.0" encoding="utf-8"?>
<p:tagLst xmlns:p="http://schemas.openxmlformats.org/presentationml/2006/main">
  <p:tag name="KSO_WM_BEAUTIFY_FLAG" val=""/>
</p:tagLst>
</file>

<file path=ppt/tags/tag1549.xml><?xml version="1.0" encoding="utf-8"?>
<p:tagLst xmlns:p="http://schemas.openxmlformats.org/presentationml/2006/main">
  <p:tag name="KSO_WM_BEAUTIFY_FLAG" val=""/>
</p:tagLst>
</file>

<file path=ppt/tags/tag1550.xml><?xml version="1.0" encoding="utf-8"?>
<p:tagLst xmlns:p="http://schemas.openxmlformats.org/presentationml/2006/main">
  <p:tag name="KSO_WM_BEAUTIFY_FLAG" val=""/>
</p:tagLst>
</file>

<file path=ppt/tags/tag1551.xml><?xml version="1.0" encoding="utf-8"?>
<p:tagLst xmlns:p="http://schemas.openxmlformats.org/presentationml/2006/main">
  <p:tag name="KSO_WM_BEAUTIFY_FLAG" val=""/>
</p:tagLst>
</file>

<file path=ppt/tags/tag1552.xml><?xml version="1.0" encoding="utf-8"?>
<p:tagLst xmlns:p="http://schemas.openxmlformats.org/presentationml/2006/main">
  <p:tag name="KSO_WM_BEAUTIFY_FLAG" val=""/>
</p:tagLst>
</file>

<file path=ppt/tags/tag1553.xml><?xml version="1.0" encoding="utf-8"?>
<p:tagLst xmlns:p="http://schemas.openxmlformats.org/presentationml/2006/main">
  <p:tag name="KSO_WM_BEAUTIFY_FLAG" val=""/>
</p:tagLst>
</file>

<file path=ppt/tags/tag1554.xml><?xml version="1.0" encoding="utf-8"?>
<p:tagLst xmlns:p="http://schemas.openxmlformats.org/presentationml/2006/main">
  <p:tag name="KSO_WM_BEAUTIFY_FLAG" val=""/>
</p:tagLst>
</file>

<file path=ppt/tags/tag1555.xml><?xml version="1.0" encoding="utf-8"?>
<p:tagLst xmlns:p="http://schemas.openxmlformats.org/presentationml/2006/main">
  <p:tag name="KSO_WM_BEAUTIFY_FLAG" val=""/>
</p:tagLst>
</file>

<file path=ppt/tags/tag1556.xml><?xml version="1.0" encoding="utf-8"?>
<p:tagLst xmlns:p="http://schemas.openxmlformats.org/presentationml/2006/main">
  <p:tag name="KSO_WM_BEAUTIFY_FLAG" val=""/>
</p:tagLst>
</file>

<file path=ppt/tags/tag1557.xml><?xml version="1.0" encoding="utf-8"?>
<p:tagLst xmlns:p="http://schemas.openxmlformats.org/presentationml/2006/main">
  <p:tag name="KSO_WM_BEAUTIFY_FLAG" val=""/>
</p:tagLst>
</file>

<file path=ppt/tags/tag1558.xml><?xml version="1.0" encoding="utf-8"?>
<p:tagLst xmlns:p="http://schemas.openxmlformats.org/presentationml/2006/main">
  <p:tag name="KSO_WM_BEAUTIFY_FLAG" val=""/>
</p:tagLst>
</file>

<file path=ppt/tags/tag1559.xml><?xml version="1.0" encoding="utf-8"?>
<p:tagLst xmlns:p="http://schemas.openxmlformats.org/presentationml/2006/main">
  <p:tag name="KSO_WM_BEAUTIFY_FLAG" val=""/>
</p:tagLst>
</file>

<file path=ppt/tags/tag1560.xml><?xml version="1.0" encoding="utf-8"?>
<p:tagLst xmlns:p="http://schemas.openxmlformats.org/presentationml/2006/main">
  <p:tag name="KSO_WM_BEAUTIFY_FLAG" val=""/>
</p:tagLst>
</file>

<file path=ppt/tags/tag1561.xml><?xml version="1.0" encoding="utf-8"?>
<p:tagLst xmlns:p="http://schemas.openxmlformats.org/presentationml/2006/main">
  <p:tag name="KSO_WM_BEAUTIFY_FLAG" val=""/>
</p:tagLst>
</file>

<file path=ppt/tags/tag1562.xml><?xml version="1.0" encoding="utf-8"?>
<p:tagLst xmlns:p="http://schemas.openxmlformats.org/presentationml/2006/main">
  <p:tag name="KSO_WM_BEAUTIFY_FLAG" val=""/>
</p:tagLst>
</file>

<file path=ppt/tags/tag1563.xml><?xml version="1.0" encoding="utf-8"?>
<p:tagLst xmlns:p="http://schemas.openxmlformats.org/presentationml/2006/main">
  <p:tag name="KSO_WM_BEAUTIFY_FLAG" val=""/>
</p:tagLst>
</file>

<file path=ppt/tags/tag1564.xml><?xml version="1.0" encoding="utf-8"?>
<p:tagLst xmlns:p="http://schemas.openxmlformats.org/presentationml/2006/main">
  <p:tag name="KSO_WM_BEAUTIFY_FLAG" val=""/>
</p:tagLst>
</file>

<file path=ppt/tags/tag1565.xml><?xml version="1.0" encoding="utf-8"?>
<p:tagLst xmlns:p="http://schemas.openxmlformats.org/presentationml/2006/main">
  <p:tag name="KSO_WM_BEAUTIFY_FLAG" val=""/>
</p:tagLst>
</file>

<file path=ppt/tags/tag1566.xml><?xml version="1.0" encoding="utf-8"?>
<p:tagLst xmlns:p="http://schemas.openxmlformats.org/presentationml/2006/main">
  <p:tag name="KSO_WM_BEAUTIFY_FLAG" val=""/>
</p:tagLst>
</file>

<file path=ppt/tags/tag1567.xml><?xml version="1.0" encoding="utf-8"?>
<p:tagLst xmlns:p="http://schemas.openxmlformats.org/presentationml/2006/main">
  <p:tag name="KSO_WM_BEAUTIFY_FLAG" val=""/>
</p:tagLst>
</file>

<file path=ppt/tags/tag1568.xml><?xml version="1.0" encoding="utf-8"?>
<p:tagLst xmlns:p="http://schemas.openxmlformats.org/presentationml/2006/main">
  <p:tag name="KSO_WM_BEAUTIFY_FLAG" val=""/>
</p:tagLst>
</file>

<file path=ppt/tags/tag1569.xml><?xml version="1.0" encoding="utf-8"?>
<p:tagLst xmlns:p="http://schemas.openxmlformats.org/presentationml/2006/main">
  <p:tag name="KSO_WM_BEAUTIFY_FLAG" val=""/>
</p:tagLst>
</file>

<file path=ppt/tags/tag1570.xml><?xml version="1.0" encoding="utf-8"?>
<p:tagLst xmlns:p="http://schemas.openxmlformats.org/presentationml/2006/main">
  <p:tag name="KSO_WM_BEAUTIFY_FLAG" val=""/>
</p:tagLst>
</file>

<file path=ppt/tags/tag1571.xml><?xml version="1.0" encoding="utf-8"?>
<p:tagLst xmlns:p="http://schemas.openxmlformats.org/presentationml/2006/main">
  <p:tag name="KSO_WM_BEAUTIFY_FLAG" val=""/>
</p:tagLst>
</file>

<file path=ppt/tags/tag1572.xml><?xml version="1.0" encoding="utf-8"?>
<p:tagLst xmlns:p="http://schemas.openxmlformats.org/presentationml/2006/main">
  <p:tag name="KSO_WM_BEAUTIFY_FLAG" val=""/>
</p:tagLst>
</file>

<file path=ppt/tags/tag1573.xml><?xml version="1.0" encoding="utf-8"?>
<p:tagLst xmlns:p="http://schemas.openxmlformats.org/presentationml/2006/main">
  <p:tag name="KSO_WM_BEAUTIFY_FLAG" val=""/>
</p:tagLst>
</file>

<file path=ppt/tags/tag1574.xml><?xml version="1.0" encoding="utf-8"?>
<p:tagLst xmlns:p="http://schemas.openxmlformats.org/presentationml/2006/main">
  <p:tag name="KSO_WM_BEAUTIFY_FLAG" val=""/>
</p:tagLst>
</file>

<file path=ppt/tags/tag1575.xml><?xml version="1.0" encoding="utf-8"?>
<p:tagLst xmlns:p="http://schemas.openxmlformats.org/presentationml/2006/main">
  <p:tag name="KSO_WM_BEAUTIFY_FLAG" val=""/>
</p:tagLst>
</file>

<file path=ppt/tags/tag1576.xml><?xml version="1.0" encoding="utf-8"?>
<p:tagLst xmlns:p="http://schemas.openxmlformats.org/presentationml/2006/main">
  <p:tag name="KSO_WM_BEAUTIFY_FLAG" val=""/>
</p:tagLst>
</file>

<file path=ppt/tags/tag1577.xml><?xml version="1.0" encoding="utf-8"?>
<p:tagLst xmlns:p="http://schemas.openxmlformats.org/presentationml/2006/main">
  <p:tag name="KSO_WM_BEAUTIFY_FLAG" val=""/>
</p:tagLst>
</file>

<file path=ppt/tags/tag1578.xml><?xml version="1.0" encoding="utf-8"?>
<p:tagLst xmlns:p="http://schemas.openxmlformats.org/presentationml/2006/main">
  <p:tag name="KSO_WM_BEAUTIFY_FLAG" val=""/>
</p:tagLst>
</file>

<file path=ppt/tags/tag1579.xml><?xml version="1.0" encoding="utf-8"?>
<p:tagLst xmlns:p="http://schemas.openxmlformats.org/presentationml/2006/main">
  <p:tag name="KSO_WM_BEAUTIFY_FLAG" val=""/>
</p:tagLst>
</file>

<file path=ppt/tags/tag1580.xml><?xml version="1.0" encoding="utf-8"?>
<p:tagLst xmlns:p="http://schemas.openxmlformats.org/presentationml/2006/main">
  <p:tag name="KSO_WM_BEAUTIFY_FLAG" val=""/>
</p:tagLst>
</file>

<file path=ppt/tags/tag1581.xml><?xml version="1.0" encoding="utf-8"?>
<p:tagLst xmlns:p="http://schemas.openxmlformats.org/presentationml/2006/main">
  <p:tag name="KSO_WM_BEAUTIFY_FLAG" val=""/>
</p:tagLst>
</file>

<file path=ppt/tags/tag1582.xml><?xml version="1.0" encoding="utf-8"?>
<p:tagLst xmlns:p="http://schemas.openxmlformats.org/presentationml/2006/main">
  <p:tag name="KSO_WM_BEAUTIFY_FLAG" val=""/>
</p:tagLst>
</file>

<file path=ppt/tags/tag1583.xml><?xml version="1.0" encoding="utf-8"?>
<p:tagLst xmlns:p="http://schemas.openxmlformats.org/presentationml/2006/main">
  <p:tag name="KSO_WM_BEAUTIFY_FLAG" val=""/>
</p:tagLst>
</file>

<file path=ppt/tags/tag1584.xml><?xml version="1.0" encoding="utf-8"?>
<p:tagLst xmlns:p="http://schemas.openxmlformats.org/presentationml/2006/main">
  <p:tag name="KSO_WM_BEAUTIFY_FLAG" val=""/>
</p:tagLst>
</file>

<file path=ppt/tags/tag1585.xml><?xml version="1.0" encoding="utf-8"?>
<p:tagLst xmlns:p="http://schemas.openxmlformats.org/presentationml/2006/main">
  <p:tag name="KSO_WM_BEAUTIFY_FLAG" val=""/>
</p:tagLst>
</file>

<file path=ppt/tags/tag1586.xml><?xml version="1.0" encoding="utf-8"?>
<p:tagLst xmlns:p="http://schemas.openxmlformats.org/presentationml/2006/main">
  <p:tag name="KSO_WM_BEAUTIFY_FLAG" val=""/>
</p:tagLst>
</file>

<file path=ppt/tags/tag1587.xml><?xml version="1.0" encoding="utf-8"?>
<p:tagLst xmlns:p="http://schemas.openxmlformats.org/presentationml/2006/main">
  <p:tag name="KSO_WM_BEAUTIFY_FLAG" val=""/>
</p:tagLst>
</file>

<file path=ppt/tags/tag1588.xml><?xml version="1.0" encoding="utf-8"?>
<p:tagLst xmlns:p="http://schemas.openxmlformats.org/presentationml/2006/main">
  <p:tag name="KSO_WM_BEAUTIFY_FLAG" val=""/>
</p:tagLst>
</file>

<file path=ppt/tags/tag1589.xml><?xml version="1.0" encoding="utf-8"?>
<p:tagLst xmlns:p="http://schemas.openxmlformats.org/presentationml/2006/main">
  <p:tag name="KSO_WM_BEAUTIFY_FLAG" val=""/>
</p:tagLst>
</file>

<file path=ppt/tags/tag1590.xml><?xml version="1.0" encoding="utf-8"?>
<p:tagLst xmlns:p="http://schemas.openxmlformats.org/presentationml/2006/main">
  <p:tag name="KSO_WM_BEAUTIFY_FLAG" val=""/>
</p:tagLst>
</file>

<file path=ppt/tags/tag1591.xml><?xml version="1.0" encoding="utf-8"?>
<p:tagLst xmlns:p="http://schemas.openxmlformats.org/presentationml/2006/main">
  <p:tag name="KSO_WM_BEAUTIFY_FLAG" val=""/>
</p:tagLst>
</file>

<file path=ppt/tags/tag1592.xml><?xml version="1.0" encoding="utf-8"?>
<p:tagLst xmlns:p="http://schemas.openxmlformats.org/presentationml/2006/main">
  <p:tag name="KSO_WM_BEAUTIFY_FLAG" val=""/>
</p:tagLst>
</file>

<file path=ppt/tags/tag1593.xml><?xml version="1.0" encoding="utf-8"?>
<p:tagLst xmlns:p="http://schemas.openxmlformats.org/presentationml/2006/main">
  <p:tag name="KSO_WM_BEAUTIFY_FLAG" val=""/>
</p:tagLst>
</file>

<file path=ppt/tags/tag1594.xml><?xml version="1.0" encoding="utf-8"?>
<p:tagLst xmlns:p="http://schemas.openxmlformats.org/presentationml/2006/main">
  <p:tag name="KSO_WM_BEAUTIFY_FLAG" val=""/>
</p:tagLst>
</file>

<file path=ppt/tags/tag1595.xml><?xml version="1.0" encoding="utf-8"?>
<p:tagLst xmlns:p="http://schemas.openxmlformats.org/presentationml/2006/main">
  <p:tag name="KSO_WM_BEAUTIFY_FLAG" val=""/>
</p:tagLst>
</file>

<file path=ppt/tags/tag1596.xml><?xml version="1.0" encoding="utf-8"?>
<p:tagLst xmlns:p="http://schemas.openxmlformats.org/presentationml/2006/main">
  <p:tag name="KSO_WM_BEAUTIFY_FLAG" val=""/>
</p:tagLst>
</file>

<file path=ppt/tags/tag1597.xml><?xml version="1.0" encoding="utf-8"?>
<p:tagLst xmlns:p="http://schemas.openxmlformats.org/presentationml/2006/main">
  <p:tag name="KSO_WM_BEAUTIFY_FLAG" val=""/>
</p:tagLst>
</file>

<file path=ppt/tags/tag1598.xml><?xml version="1.0" encoding="utf-8"?>
<p:tagLst xmlns:p="http://schemas.openxmlformats.org/presentationml/2006/main">
  <p:tag name="KSO_WM_BEAUTIFY_FLAG" val=""/>
</p:tagLst>
</file>

<file path=ppt/tags/tag1599.xml><?xml version="1.0" encoding="utf-8"?>
<p:tagLst xmlns:p="http://schemas.openxmlformats.org/presentationml/2006/main">
  <p:tag name="KSO_WM_BEAUTIFY_FLAG" val=""/>
</p:tagLst>
</file>

<file path=ppt/tags/tag1600.xml><?xml version="1.0" encoding="utf-8"?>
<p:tagLst xmlns:p="http://schemas.openxmlformats.org/presentationml/2006/main">
  <p:tag name="KSO_WM_BEAUTIFY_FLAG" val=""/>
</p:tagLst>
</file>

<file path=ppt/tags/tag1601.xml><?xml version="1.0" encoding="utf-8"?>
<p:tagLst xmlns:p="http://schemas.openxmlformats.org/presentationml/2006/main">
  <p:tag name="KSO_WM_BEAUTIFY_FLAG" val=""/>
</p:tagLst>
</file>

<file path=ppt/tags/tag1602.xml><?xml version="1.0" encoding="utf-8"?>
<p:tagLst xmlns:p="http://schemas.openxmlformats.org/presentationml/2006/main">
  <p:tag name="KSO_WM_BEAUTIFY_FLAG" val=""/>
</p:tagLst>
</file>

<file path=ppt/tags/tag1603.xml><?xml version="1.0" encoding="utf-8"?>
<p:tagLst xmlns:p="http://schemas.openxmlformats.org/presentationml/2006/main">
  <p:tag name="KSO_WM_BEAUTIFY_FLAG" val=""/>
</p:tagLst>
</file>

<file path=ppt/tags/tag1604.xml><?xml version="1.0" encoding="utf-8"?>
<p:tagLst xmlns:p="http://schemas.openxmlformats.org/presentationml/2006/main">
  <p:tag name="KSO_WM_BEAUTIFY_FLAG" val=""/>
</p:tagLst>
</file>

<file path=ppt/tags/tag1605.xml><?xml version="1.0" encoding="utf-8"?>
<p:tagLst xmlns:p="http://schemas.openxmlformats.org/presentationml/2006/main">
  <p:tag name="KSO_WM_BEAUTIFY_FLAG" val=""/>
</p:tagLst>
</file>

<file path=ppt/tags/tag1606.xml><?xml version="1.0" encoding="utf-8"?>
<p:tagLst xmlns:p="http://schemas.openxmlformats.org/presentationml/2006/main">
  <p:tag name="KSO_WM_BEAUTIFY_FLAG" val=""/>
</p:tagLst>
</file>

<file path=ppt/tags/tag1607.xml><?xml version="1.0" encoding="utf-8"?>
<p:tagLst xmlns:p="http://schemas.openxmlformats.org/presentationml/2006/main">
  <p:tag name="KSO_WM_BEAUTIFY_FLAG" val=""/>
</p:tagLst>
</file>

<file path=ppt/tags/tag1608.xml><?xml version="1.0" encoding="utf-8"?>
<p:tagLst xmlns:p="http://schemas.openxmlformats.org/presentationml/2006/main">
  <p:tag name="KSO_WM_BEAUTIFY_FLAG" val=""/>
</p:tagLst>
</file>

<file path=ppt/tags/tag1609.xml><?xml version="1.0" encoding="utf-8"?>
<p:tagLst xmlns:p="http://schemas.openxmlformats.org/presentationml/2006/main">
  <p:tag name="KSO_WM_BEAUTIFY_FLAG" val=""/>
</p:tagLst>
</file>

<file path=ppt/tags/tag1610.xml><?xml version="1.0" encoding="utf-8"?>
<p:tagLst xmlns:p="http://schemas.openxmlformats.org/presentationml/2006/main">
  <p:tag name="KSO_WM_BEAUTIFY_FLAG" val=""/>
</p:tagLst>
</file>

<file path=ppt/tags/tag1611.xml><?xml version="1.0" encoding="utf-8"?>
<p:tagLst xmlns:p="http://schemas.openxmlformats.org/presentationml/2006/main">
  <p:tag name="KSO_WM_BEAUTIFY_FLAG" val=""/>
</p:tagLst>
</file>

<file path=ppt/tags/tag1612.xml><?xml version="1.0" encoding="utf-8"?>
<p:tagLst xmlns:p="http://schemas.openxmlformats.org/presentationml/2006/main">
  <p:tag name="KSO_WM_BEAUTIFY_FLAG" val=""/>
</p:tagLst>
</file>

<file path=ppt/tags/tag1613.xml><?xml version="1.0" encoding="utf-8"?>
<p:tagLst xmlns:p="http://schemas.openxmlformats.org/presentationml/2006/main">
  <p:tag name="KSO_WM_BEAUTIFY_FLAG" val=""/>
</p:tagLst>
</file>

<file path=ppt/tags/tag1614.xml><?xml version="1.0" encoding="utf-8"?>
<p:tagLst xmlns:p="http://schemas.openxmlformats.org/presentationml/2006/main">
  <p:tag name="KSO_WM_BEAUTIFY_FLAG" val=""/>
</p:tagLst>
</file>

<file path=ppt/tags/tag1615.xml><?xml version="1.0" encoding="utf-8"?>
<p:tagLst xmlns:p="http://schemas.openxmlformats.org/presentationml/2006/main">
  <p:tag name="KSO_WM_BEAUTIFY_FLAG" val=""/>
</p:tagLst>
</file>

<file path=ppt/tags/tag1616.xml><?xml version="1.0" encoding="utf-8"?>
<p:tagLst xmlns:p="http://schemas.openxmlformats.org/presentationml/2006/main">
  <p:tag name="KSO_WM_BEAUTIFY_FLAG" val=""/>
</p:tagLst>
</file>

<file path=ppt/tags/tag1617.xml><?xml version="1.0" encoding="utf-8"?>
<p:tagLst xmlns:p="http://schemas.openxmlformats.org/presentationml/2006/main">
  <p:tag name="KSO_WM_BEAUTIFY_FLAG" val=""/>
</p:tagLst>
</file>

<file path=ppt/tags/tag1618.xml><?xml version="1.0" encoding="utf-8"?>
<p:tagLst xmlns:p="http://schemas.openxmlformats.org/presentationml/2006/main">
  <p:tag name="KSO_WM_BEAUTIFY_FLAG" val=""/>
</p:tagLst>
</file>

<file path=ppt/tags/tag1619.xml><?xml version="1.0" encoding="utf-8"?>
<p:tagLst xmlns:p="http://schemas.openxmlformats.org/presentationml/2006/main">
  <p:tag name="KSO_WM_BEAUTIFY_FLAG" val=""/>
</p:tagLst>
</file>

<file path=ppt/tags/tag1620.xml><?xml version="1.0" encoding="utf-8"?>
<p:tagLst xmlns:p="http://schemas.openxmlformats.org/presentationml/2006/main">
  <p:tag name="KSO_WM_BEAUTIFY_FLAG" val=""/>
</p:tagLst>
</file>

<file path=ppt/tags/tag1621.xml><?xml version="1.0" encoding="utf-8"?>
<p:tagLst xmlns:p="http://schemas.openxmlformats.org/presentationml/2006/main">
  <p:tag name="KSO_WM_BEAUTIFY_FLAG" val=""/>
</p:tagLst>
</file>

<file path=ppt/tags/tag1622.xml><?xml version="1.0" encoding="utf-8"?>
<p:tagLst xmlns:p="http://schemas.openxmlformats.org/presentationml/2006/main">
  <p:tag name="KSO_WM_BEAUTIFY_FLAG" val=""/>
</p:tagLst>
</file>

<file path=ppt/tags/tag1623.xml><?xml version="1.0" encoding="utf-8"?>
<p:tagLst xmlns:p="http://schemas.openxmlformats.org/presentationml/2006/main">
  <p:tag name="KSO_WM_BEAUTIFY_FLAG" val=""/>
</p:tagLst>
</file>

<file path=ppt/tags/tag1624.xml><?xml version="1.0" encoding="utf-8"?>
<p:tagLst xmlns:p="http://schemas.openxmlformats.org/presentationml/2006/main">
  <p:tag name="KSO_WM_BEAUTIFY_FLAG" val=""/>
</p:tagLst>
</file>

<file path=ppt/tags/tag1625.xml><?xml version="1.0" encoding="utf-8"?>
<p:tagLst xmlns:p="http://schemas.openxmlformats.org/presentationml/2006/main">
  <p:tag name="KSO_WM_BEAUTIFY_FLAG" val=""/>
</p:tagLst>
</file>

<file path=ppt/tags/tag1626.xml><?xml version="1.0" encoding="utf-8"?>
<p:tagLst xmlns:p="http://schemas.openxmlformats.org/presentationml/2006/main">
  <p:tag name="KSO_WM_BEAUTIFY_FLAG" val=""/>
</p:tagLst>
</file>

<file path=ppt/tags/tag1627.xml><?xml version="1.0" encoding="utf-8"?>
<p:tagLst xmlns:p="http://schemas.openxmlformats.org/presentationml/2006/main">
  <p:tag name="KSO_WM_BEAUTIFY_FLAG" val=""/>
</p:tagLst>
</file>

<file path=ppt/tags/tag1628.xml><?xml version="1.0" encoding="utf-8"?>
<p:tagLst xmlns:p="http://schemas.openxmlformats.org/presentationml/2006/main">
  <p:tag name="KSO_WM_BEAUTIFY_FLAG" val=""/>
</p:tagLst>
</file>

<file path=ppt/tags/tag1629.xml><?xml version="1.0" encoding="utf-8"?>
<p:tagLst xmlns:p="http://schemas.openxmlformats.org/presentationml/2006/main">
  <p:tag name="KSO_WM_BEAUTIFY_FLAG" val=""/>
</p:tagLst>
</file>

<file path=ppt/tags/tag1630.xml><?xml version="1.0" encoding="utf-8"?>
<p:tagLst xmlns:p="http://schemas.openxmlformats.org/presentationml/2006/main">
  <p:tag name="KSO_WM_BEAUTIFY_FLAG" val=""/>
</p:tagLst>
</file>

<file path=ppt/tags/tag1631.xml><?xml version="1.0" encoding="utf-8"?>
<p:tagLst xmlns:p="http://schemas.openxmlformats.org/presentationml/2006/main">
  <p:tag name="KSO_WM_BEAUTIFY_FLAG" val=""/>
</p:tagLst>
</file>

<file path=ppt/tags/tag1632.xml><?xml version="1.0" encoding="utf-8"?>
<p:tagLst xmlns:p="http://schemas.openxmlformats.org/presentationml/2006/main">
  <p:tag name="KSO_WM_BEAUTIFY_FLAG" val=""/>
</p:tagLst>
</file>

<file path=ppt/tags/tag1633.xml><?xml version="1.0" encoding="utf-8"?>
<p:tagLst xmlns:p="http://schemas.openxmlformats.org/presentationml/2006/main">
  <p:tag name="KSO_WM_BEAUTIFY_FLAG" val=""/>
</p:tagLst>
</file>

<file path=ppt/tags/tag1634.xml><?xml version="1.0" encoding="utf-8"?>
<p:tagLst xmlns:p="http://schemas.openxmlformats.org/presentationml/2006/main">
  <p:tag name="KSO_WM_BEAUTIFY_FLAG" val=""/>
</p:tagLst>
</file>

<file path=ppt/tags/tag1635.xml><?xml version="1.0" encoding="utf-8"?>
<p:tagLst xmlns:p="http://schemas.openxmlformats.org/presentationml/2006/main">
  <p:tag name="KSO_WM_BEAUTIFY_FLAG" val=""/>
</p:tagLst>
</file>

<file path=ppt/tags/tag1636.xml><?xml version="1.0" encoding="utf-8"?>
<p:tagLst xmlns:p="http://schemas.openxmlformats.org/presentationml/2006/main">
  <p:tag name="KSO_WM_BEAUTIFY_FLAG" val=""/>
</p:tagLst>
</file>

<file path=ppt/tags/tag1637.xml><?xml version="1.0" encoding="utf-8"?>
<p:tagLst xmlns:p="http://schemas.openxmlformats.org/presentationml/2006/main">
  <p:tag name="KSO_WM_BEAUTIFY_FLAG" val=""/>
</p:tagLst>
</file>

<file path=ppt/tags/tag1638.xml><?xml version="1.0" encoding="utf-8"?>
<p:tagLst xmlns:p="http://schemas.openxmlformats.org/presentationml/2006/main">
  <p:tag name="KSO_WM_BEAUTIFY_FLAG" val=""/>
</p:tagLst>
</file>

<file path=ppt/tags/tag1639.xml><?xml version="1.0" encoding="utf-8"?>
<p:tagLst xmlns:p="http://schemas.openxmlformats.org/presentationml/2006/main">
  <p:tag name="KSO_WM_BEAUTIFY_FLAG" val=""/>
</p:tagLst>
</file>

<file path=ppt/tags/tag1640.xml><?xml version="1.0" encoding="utf-8"?>
<p:tagLst xmlns:p="http://schemas.openxmlformats.org/presentationml/2006/main">
  <p:tag name="KSO_WM_BEAUTIFY_FLAG" val=""/>
</p:tagLst>
</file>

<file path=ppt/tags/tag1641.xml><?xml version="1.0" encoding="utf-8"?>
<p:tagLst xmlns:p="http://schemas.openxmlformats.org/presentationml/2006/main">
  <p:tag name="KSO_WM_BEAUTIFY_FLAG" val=""/>
</p:tagLst>
</file>

<file path=ppt/tags/tag1642.xml><?xml version="1.0" encoding="utf-8"?>
<p:tagLst xmlns:p="http://schemas.openxmlformats.org/presentationml/2006/main">
  <p:tag name="KSO_WM_BEAUTIFY_FLAG" val=""/>
</p:tagLst>
</file>

<file path=ppt/tags/tag1643.xml><?xml version="1.0" encoding="utf-8"?>
<p:tagLst xmlns:p="http://schemas.openxmlformats.org/presentationml/2006/main">
  <p:tag name="KSO_WM_BEAUTIFY_FLAG" val=""/>
</p:tagLst>
</file>

<file path=ppt/tags/tag1644.xml><?xml version="1.0" encoding="utf-8"?>
<p:tagLst xmlns:p="http://schemas.openxmlformats.org/presentationml/2006/main">
  <p:tag name="KSO_WM_BEAUTIFY_FLAG" val=""/>
</p:tagLst>
</file>

<file path=ppt/tags/tag1645.xml><?xml version="1.0" encoding="utf-8"?>
<p:tagLst xmlns:p="http://schemas.openxmlformats.org/presentationml/2006/main">
  <p:tag name="KSO_WM_BEAUTIFY_FLAG" val=""/>
</p:tagLst>
</file>

<file path=ppt/tags/tag1646.xml><?xml version="1.0" encoding="utf-8"?>
<p:tagLst xmlns:p="http://schemas.openxmlformats.org/presentationml/2006/main">
  <p:tag name="KSO_WM_BEAUTIFY_FLAG" val=""/>
</p:tagLst>
</file>

<file path=ppt/tags/tag1647.xml><?xml version="1.0" encoding="utf-8"?>
<p:tagLst xmlns:p="http://schemas.openxmlformats.org/presentationml/2006/main">
  <p:tag name="KSO_WM_BEAUTIFY_FLAG" val=""/>
</p:tagLst>
</file>

<file path=ppt/tags/tag1648.xml><?xml version="1.0" encoding="utf-8"?>
<p:tagLst xmlns:p="http://schemas.openxmlformats.org/presentationml/2006/main">
  <p:tag name="KSO_WM_BEAUTIFY_FLAG" val=""/>
</p:tagLst>
</file>

<file path=ppt/tags/tag1649.xml><?xml version="1.0" encoding="utf-8"?>
<p:tagLst xmlns:p="http://schemas.openxmlformats.org/presentationml/2006/main">
  <p:tag name="KSO_WM_BEAUTIFY_FLAG" val=""/>
</p:tagLst>
</file>

<file path=ppt/tags/tag1650.xml><?xml version="1.0" encoding="utf-8"?>
<p:tagLst xmlns:p="http://schemas.openxmlformats.org/presentationml/2006/main">
  <p:tag name="KSO_WM_BEAUTIFY_FLAG" val=""/>
</p:tagLst>
</file>

<file path=ppt/tags/tag1651.xml><?xml version="1.0" encoding="utf-8"?>
<p:tagLst xmlns:p="http://schemas.openxmlformats.org/presentationml/2006/main">
  <p:tag name="KSO_WM_BEAUTIFY_FLAG" val=""/>
</p:tagLst>
</file>

<file path=ppt/tags/tag1652.xml><?xml version="1.0" encoding="utf-8"?>
<p:tagLst xmlns:p="http://schemas.openxmlformats.org/presentationml/2006/main">
  <p:tag name="KSO_WM_BEAUTIFY_FLAG" val=""/>
</p:tagLst>
</file>

<file path=ppt/tags/tag1653.xml><?xml version="1.0" encoding="utf-8"?>
<p:tagLst xmlns:p="http://schemas.openxmlformats.org/presentationml/2006/main">
  <p:tag name="KSO_WM_BEAUTIFY_FLAG" val=""/>
</p:tagLst>
</file>

<file path=ppt/tags/tag1654.xml><?xml version="1.0" encoding="utf-8"?>
<p:tagLst xmlns:p="http://schemas.openxmlformats.org/presentationml/2006/main">
  <p:tag name="KSO_WM_BEAUTIFY_FLAG" val=""/>
</p:tagLst>
</file>

<file path=ppt/tags/tag1655.xml><?xml version="1.0" encoding="utf-8"?>
<p:tagLst xmlns:p="http://schemas.openxmlformats.org/presentationml/2006/main">
  <p:tag name="KSO_WM_BEAUTIFY_FLAG" val=""/>
</p:tagLst>
</file>

<file path=ppt/tags/tag1656.xml><?xml version="1.0" encoding="utf-8"?>
<p:tagLst xmlns:p="http://schemas.openxmlformats.org/presentationml/2006/main">
  <p:tag name="KSO_WM_BEAUTIFY_FLAG" val=""/>
</p:tagLst>
</file>

<file path=ppt/tags/tag1657.xml><?xml version="1.0" encoding="utf-8"?>
<p:tagLst xmlns:p="http://schemas.openxmlformats.org/presentationml/2006/main">
  <p:tag name="KSO_WM_BEAUTIFY_FLAG" val=""/>
</p:tagLst>
</file>

<file path=ppt/tags/tag1658.xml><?xml version="1.0" encoding="utf-8"?>
<p:tagLst xmlns:p="http://schemas.openxmlformats.org/presentationml/2006/main">
  <p:tag name="KSO_WM_BEAUTIFY_FLAG" val=""/>
</p:tagLst>
</file>

<file path=ppt/tags/tag1659.xml><?xml version="1.0" encoding="utf-8"?>
<p:tagLst xmlns:p="http://schemas.openxmlformats.org/presentationml/2006/main">
  <p:tag name="KSO_WM_BEAUTIFY_FLAG" val=""/>
</p:tagLst>
</file>

<file path=ppt/tags/tag1660.xml><?xml version="1.0" encoding="utf-8"?>
<p:tagLst xmlns:p="http://schemas.openxmlformats.org/presentationml/2006/main">
  <p:tag name="KSO_WM_BEAUTIFY_FLAG" val=""/>
</p:tagLst>
</file>

<file path=ppt/tags/tag1661.xml><?xml version="1.0" encoding="utf-8"?>
<p:tagLst xmlns:p="http://schemas.openxmlformats.org/presentationml/2006/main">
  <p:tag name="KSO_WM_BEAUTIFY_FLAG" val=""/>
</p:tagLst>
</file>

<file path=ppt/tags/tag1662.xml><?xml version="1.0" encoding="utf-8"?>
<p:tagLst xmlns:p="http://schemas.openxmlformats.org/presentationml/2006/main">
  <p:tag name="KSO_WM_BEAUTIFY_FLAG" val=""/>
</p:tagLst>
</file>

<file path=ppt/tags/tag1663.xml><?xml version="1.0" encoding="utf-8"?>
<p:tagLst xmlns:p="http://schemas.openxmlformats.org/presentationml/2006/main">
  <p:tag name="KSO_WM_BEAUTIFY_FLAG" val=""/>
</p:tagLst>
</file>

<file path=ppt/tags/tag1664.xml><?xml version="1.0" encoding="utf-8"?>
<p:tagLst xmlns:p="http://schemas.openxmlformats.org/presentationml/2006/main">
  <p:tag name="KSO_WM_BEAUTIFY_FLAG" val=""/>
</p:tagLst>
</file>

<file path=ppt/tags/tag1665.xml><?xml version="1.0" encoding="utf-8"?>
<p:tagLst xmlns:p="http://schemas.openxmlformats.org/presentationml/2006/main">
  <p:tag name="KSO_WM_BEAUTIFY_FLAG" val=""/>
</p:tagLst>
</file>

<file path=ppt/tags/tag1666.xml><?xml version="1.0" encoding="utf-8"?>
<p:tagLst xmlns:p="http://schemas.openxmlformats.org/presentationml/2006/main">
  <p:tag name="KSO_WM_BEAUTIFY_FLAG" val=""/>
</p:tagLst>
</file>

<file path=ppt/tags/tag1667.xml><?xml version="1.0" encoding="utf-8"?>
<p:tagLst xmlns:p="http://schemas.openxmlformats.org/presentationml/2006/main">
  <p:tag name="KSO_WM_BEAUTIFY_FLAG" val=""/>
</p:tagLst>
</file>

<file path=ppt/tags/tag1668.xml><?xml version="1.0" encoding="utf-8"?>
<p:tagLst xmlns:p="http://schemas.openxmlformats.org/presentationml/2006/main">
  <p:tag name="KSO_WM_BEAUTIFY_FLAG" val=""/>
</p:tagLst>
</file>

<file path=ppt/tags/tag1669.xml><?xml version="1.0" encoding="utf-8"?>
<p:tagLst xmlns:p="http://schemas.openxmlformats.org/presentationml/2006/main">
  <p:tag name="KSO_WM_BEAUTIFY_FLAG" val=""/>
</p:tagLst>
</file>

<file path=ppt/tags/tag1670.xml><?xml version="1.0" encoding="utf-8"?>
<p:tagLst xmlns:p="http://schemas.openxmlformats.org/presentationml/2006/main">
  <p:tag name="KSO_WM_BEAUTIFY_FLAG" val=""/>
</p:tagLst>
</file>

<file path=ppt/tags/tag1671.xml><?xml version="1.0" encoding="utf-8"?>
<p:tagLst xmlns:p="http://schemas.openxmlformats.org/presentationml/2006/main">
  <p:tag name="KSO_WM_BEAUTIFY_FLAG" val=""/>
</p:tagLst>
</file>

<file path=ppt/tags/tag1672.xml><?xml version="1.0" encoding="utf-8"?>
<p:tagLst xmlns:p="http://schemas.openxmlformats.org/presentationml/2006/main">
  <p:tag name="KSO_WM_BEAUTIFY_FLAG" val=""/>
</p:tagLst>
</file>

<file path=ppt/tags/tag1673.xml><?xml version="1.0" encoding="utf-8"?>
<p:tagLst xmlns:p="http://schemas.openxmlformats.org/presentationml/2006/main">
  <p:tag name="KSO_WM_BEAUTIFY_FLAG" val=""/>
</p:tagLst>
</file>

<file path=ppt/tags/tag1674.xml><?xml version="1.0" encoding="utf-8"?>
<p:tagLst xmlns:p="http://schemas.openxmlformats.org/presentationml/2006/main">
  <p:tag name="KSO_WM_BEAUTIFY_FLAG" val=""/>
</p:tagLst>
</file>

<file path=ppt/tags/tag1675.xml><?xml version="1.0" encoding="utf-8"?>
<p:tagLst xmlns:p="http://schemas.openxmlformats.org/presentationml/2006/main">
  <p:tag name="KSO_WM_BEAUTIFY_FLAG" val=""/>
</p:tagLst>
</file>

<file path=ppt/tags/tag1676.xml><?xml version="1.0" encoding="utf-8"?>
<p:tagLst xmlns:p="http://schemas.openxmlformats.org/presentationml/2006/main">
  <p:tag name="KSO_WM_BEAUTIFY_FLAG" val=""/>
</p:tagLst>
</file>

<file path=ppt/tags/tag1677.xml><?xml version="1.0" encoding="utf-8"?>
<p:tagLst xmlns:p="http://schemas.openxmlformats.org/presentationml/2006/main">
  <p:tag name="KSO_WM_BEAUTIFY_FLAG" val=""/>
</p:tagLst>
</file>

<file path=ppt/tags/tag1678.xml><?xml version="1.0" encoding="utf-8"?>
<p:tagLst xmlns:p="http://schemas.openxmlformats.org/presentationml/2006/main">
  <p:tag name="KSO_WM_BEAUTIFY_FLAG" val=""/>
</p:tagLst>
</file>

<file path=ppt/tags/tag1679.xml><?xml version="1.0" encoding="utf-8"?>
<p:tagLst xmlns:p="http://schemas.openxmlformats.org/presentationml/2006/main">
  <p:tag name="KSO_WM_BEAUTIFY_FLAG" val=""/>
</p:tagLst>
</file>

<file path=ppt/tags/tag1680.xml><?xml version="1.0" encoding="utf-8"?>
<p:tagLst xmlns:p="http://schemas.openxmlformats.org/presentationml/2006/main">
  <p:tag name="KSO_WM_BEAUTIFY_FLAG" val=""/>
</p:tagLst>
</file>

<file path=ppt/tags/tag1681.xml><?xml version="1.0" encoding="utf-8"?>
<p:tagLst xmlns:p="http://schemas.openxmlformats.org/presentationml/2006/main">
  <p:tag name="KSO_WM_BEAUTIFY_FLAG" val=""/>
</p:tagLst>
</file>

<file path=ppt/tags/tag1682.xml><?xml version="1.0" encoding="utf-8"?>
<p:tagLst xmlns:p="http://schemas.openxmlformats.org/presentationml/2006/main">
  <p:tag name="KSO_WM_BEAUTIFY_FLAG" val=""/>
</p:tagLst>
</file>

<file path=ppt/tags/tag1683.xml><?xml version="1.0" encoding="utf-8"?>
<p:tagLst xmlns:p="http://schemas.openxmlformats.org/presentationml/2006/main">
  <p:tag name="KSO_WM_BEAUTIFY_FLAG" val=""/>
</p:tagLst>
</file>

<file path=ppt/tags/tag1684.xml><?xml version="1.0" encoding="utf-8"?>
<p:tagLst xmlns:p="http://schemas.openxmlformats.org/presentationml/2006/main">
  <p:tag name="KSO_WM_BEAUTIFY_FLAG" val=""/>
</p:tagLst>
</file>

<file path=ppt/tags/tag1685.xml><?xml version="1.0" encoding="utf-8"?>
<p:tagLst xmlns:p="http://schemas.openxmlformats.org/presentationml/2006/main">
  <p:tag name="KSO_WM_BEAUTIFY_FLAG" val=""/>
</p:tagLst>
</file>

<file path=ppt/tags/tag1686.xml><?xml version="1.0" encoding="utf-8"?>
<p:tagLst xmlns:p="http://schemas.openxmlformats.org/presentationml/2006/main">
  <p:tag name="KSO_WM_BEAUTIFY_FLAG" val=""/>
</p:tagLst>
</file>

<file path=ppt/tags/tag1687.xml><?xml version="1.0" encoding="utf-8"?>
<p:tagLst xmlns:p="http://schemas.openxmlformats.org/presentationml/2006/main">
  <p:tag name="KSO_WM_BEAUTIFY_FLAG" val=""/>
</p:tagLst>
</file>

<file path=ppt/tags/tag1688.xml><?xml version="1.0" encoding="utf-8"?>
<p:tagLst xmlns:p="http://schemas.openxmlformats.org/presentationml/2006/main">
  <p:tag name="KSO_WM_BEAUTIFY_FLAG" val=""/>
</p:tagLst>
</file>

<file path=ppt/tags/tag1689.xml><?xml version="1.0" encoding="utf-8"?>
<p:tagLst xmlns:p="http://schemas.openxmlformats.org/presentationml/2006/main">
  <p:tag name="KSO_WM_BEAUTIFY_FLAG" val=""/>
</p:tagLst>
</file>

<file path=ppt/tags/tag1690.xml><?xml version="1.0" encoding="utf-8"?>
<p:tagLst xmlns:p="http://schemas.openxmlformats.org/presentationml/2006/main">
  <p:tag name="KSO_WM_BEAUTIFY_FLAG" val=""/>
</p:tagLst>
</file>

<file path=ppt/tags/tag1691.xml><?xml version="1.0" encoding="utf-8"?>
<p:tagLst xmlns:p="http://schemas.openxmlformats.org/presentationml/2006/main">
  <p:tag name="KSO_WM_BEAUTIFY_FLAG" val=""/>
</p:tagLst>
</file>

<file path=ppt/tags/tag1692.xml><?xml version="1.0" encoding="utf-8"?>
<p:tagLst xmlns:p="http://schemas.openxmlformats.org/presentationml/2006/main">
  <p:tag name="KSO_WM_BEAUTIFY_FLAG" val=""/>
</p:tagLst>
</file>

<file path=ppt/tags/tag1693.xml><?xml version="1.0" encoding="utf-8"?>
<p:tagLst xmlns:p="http://schemas.openxmlformats.org/presentationml/2006/main">
  <p:tag name="KSO_WM_BEAUTIFY_FLAG" val=""/>
</p:tagLst>
</file>

<file path=ppt/tags/tag1694.xml><?xml version="1.0" encoding="utf-8"?>
<p:tagLst xmlns:p="http://schemas.openxmlformats.org/presentationml/2006/main">
  <p:tag name="KSO_WM_BEAUTIFY_FLAG" val=""/>
</p:tagLst>
</file>

<file path=ppt/tags/tag1695.xml><?xml version="1.0" encoding="utf-8"?>
<p:tagLst xmlns:p="http://schemas.openxmlformats.org/presentationml/2006/main">
  <p:tag name="KSO_WM_BEAUTIFY_FLAG" val=""/>
</p:tagLst>
</file>

<file path=ppt/tags/tag1696.xml><?xml version="1.0" encoding="utf-8"?>
<p:tagLst xmlns:p="http://schemas.openxmlformats.org/presentationml/2006/main">
  <p:tag name="KSO_WM_BEAUTIFY_FLAG" val=""/>
</p:tagLst>
</file>

<file path=ppt/tags/tag1697.xml><?xml version="1.0" encoding="utf-8"?>
<p:tagLst xmlns:p="http://schemas.openxmlformats.org/presentationml/2006/main">
  <p:tag name="KSO_WM_BEAUTIFY_FLAG" val=""/>
</p:tagLst>
</file>

<file path=ppt/tags/tag1698.xml><?xml version="1.0" encoding="utf-8"?>
<p:tagLst xmlns:p="http://schemas.openxmlformats.org/presentationml/2006/main">
  <p:tag name="KSO_WM_BEAUTIFY_FLAG" val=""/>
</p:tagLst>
</file>

<file path=ppt/tags/tag1699.xml><?xml version="1.0" encoding="utf-8"?>
<p:tagLst xmlns:p="http://schemas.openxmlformats.org/presentationml/2006/main">
  <p:tag name="KSO_WM_BEAUTIFY_FLAG" val=""/>
</p:tagLst>
</file>

<file path=ppt/tags/tag1700.xml><?xml version="1.0" encoding="utf-8"?>
<p:tagLst xmlns:p="http://schemas.openxmlformats.org/presentationml/2006/main">
  <p:tag name="KSO_WM_BEAUTIFY_FLAG" val=""/>
</p:tagLst>
</file>

<file path=ppt/tags/tag1701.xml><?xml version="1.0" encoding="utf-8"?>
<p:tagLst xmlns:p="http://schemas.openxmlformats.org/presentationml/2006/main">
  <p:tag name="KSO_WM_BEAUTIFY_FLAG" val=""/>
</p:tagLst>
</file>

<file path=ppt/tags/tag1702.xml><?xml version="1.0" encoding="utf-8"?>
<p:tagLst xmlns:p="http://schemas.openxmlformats.org/presentationml/2006/main">
  <p:tag name="KSO_WM_BEAUTIFY_FLAG" val=""/>
</p:tagLst>
</file>

<file path=ppt/tags/tag1703.xml><?xml version="1.0" encoding="utf-8"?>
<p:tagLst xmlns:p="http://schemas.openxmlformats.org/presentationml/2006/main">
  <p:tag name="KSO_WM_BEAUTIFY_FLAG" val=""/>
</p:tagLst>
</file>

<file path=ppt/tags/tag1704.xml><?xml version="1.0" encoding="utf-8"?>
<p:tagLst xmlns:p="http://schemas.openxmlformats.org/presentationml/2006/main">
  <p:tag name="KSO_WM_BEAUTIFY_FLAG" val=""/>
</p:tagLst>
</file>

<file path=ppt/tags/tag1705.xml><?xml version="1.0" encoding="utf-8"?>
<p:tagLst xmlns:p="http://schemas.openxmlformats.org/presentationml/2006/main">
  <p:tag name="KSO_WM_BEAUTIFY_FLAG" val=""/>
</p:tagLst>
</file>

<file path=ppt/tags/tag1706.xml><?xml version="1.0" encoding="utf-8"?>
<p:tagLst xmlns:p="http://schemas.openxmlformats.org/presentationml/2006/main">
  <p:tag name="KSO_WM_BEAUTIFY_FLAG" val=""/>
</p:tagLst>
</file>

<file path=ppt/tags/tag1707.xml><?xml version="1.0" encoding="utf-8"?>
<p:tagLst xmlns:p="http://schemas.openxmlformats.org/presentationml/2006/main">
  <p:tag name="KSO_WM_BEAUTIFY_FLAG" val=""/>
</p:tagLst>
</file>

<file path=ppt/tags/tag1708.xml><?xml version="1.0" encoding="utf-8"?>
<p:tagLst xmlns:p="http://schemas.openxmlformats.org/presentationml/2006/main">
  <p:tag name="KSO_WM_BEAUTIFY_FLAG" val=""/>
</p:tagLst>
</file>

<file path=ppt/tags/tag1709.xml><?xml version="1.0" encoding="utf-8"?>
<p:tagLst xmlns:p="http://schemas.openxmlformats.org/presentationml/2006/main">
  <p:tag name="KSO_WM_BEAUTIFY_FLAG" val=""/>
</p:tagLst>
</file>

<file path=ppt/tags/tag1710.xml><?xml version="1.0" encoding="utf-8"?>
<p:tagLst xmlns:p="http://schemas.openxmlformats.org/presentationml/2006/main">
  <p:tag name="KSO_WM_BEAUTIFY_FLAG" val=""/>
</p:tagLst>
</file>

<file path=ppt/tags/tag1711.xml><?xml version="1.0" encoding="utf-8"?>
<p:tagLst xmlns:p="http://schemas.openxmlformats.org/presentationml/2006/main">
  <p:tag name="KSO_WM_BEAUTIFY_FLAG" val=""/>
</p:tagLst>
</file>

<file path=ppt/tags/tag1712.xml><?xml version="1.0" encoding="utf-8"?>
<p:tagLst xmlns:p="http://schemas.openxmlformats.org/presentationml/2006/main">
  <p:tag name="KSO_WM_BEAUTIFY_FLAG" val=""/>
</p:tagLst>
</file>

<file path=ppt/tags/tag1713.xml><?xml version="1.0" encoding="utf-8"?>
<p:tagLst xmlns:p="http://schemas.openxmlformats.org/presentationml/2006/main">
  <p:tag name="KSO_WM_BEAUTIFY_FLAG" val=""/>
</p:tagLst>
</file>

<file path=ppt/tags/tag1714.xml><?xml version="1.0" encoding="utf-8"?>
<p:tagLst xmlns:p="http://schemas.openxmlformats.org/presentationml/2006/main">
  <p:tag name="KSO_WM_BEAUTIFY_FLAG" val=""/>
</p:tagLst>
</file>

<file path=ppt/tags/tag1715.xml><?xml version="1.0" encoding="utf-8"?>
<p:tagLst xmlns:p="http://schemas.openxmlformats.org/presentationml/2006/main">
  <p:tag name="KSO_WM_BEAUTIFY_FLAG" val=""/>
</p:tagLst>
</file>

<file path=ppt/tags/tag1716.xml><?xml version="1.0" encoding="utf-8"?>
<p:tagLst xmlns:p="http://schemas.openxmlformats.org/presentationml/2006/main">
  <p:tag name="KSO_WM_BEAUTIFY_FLAG" val=""/>
</p:tagLst>
</file>

<file path=ppt/tags/tag1717.xml><?xml version="1.0" encoding="utf-8"?>
<p:tagLst xmlns:p="http://schemas.openxmlformats.org/presentationml/2006/main">
  <p:tag name="KSO_WM_BEAUTIFY_FLAG" val=""/>
</p:tagLst>
</file>

<file path=ppt/tags/tag1718.xml><?xml version="1.0" encoding="utf-8"?>
<p:tagLst xmlns:p="http://schemas.openxmlformats.org/presentationml/2006/main">
  <p:tag name="KSO_WM_BEAUTIFY_FLAG" val=""/>
</p:tagLst>
</file>

<file path=ppt/tags/tag1719.xml><?xml version="1.0" encoding="utf-8"?>
<p:tagLst xmlns:p="http://schemas.openxmlformats.org/presentationml/2006/main">
  <p:tag name="KSO_WM_BEAUTIFY_FLAG" val=""/>
</p:tagLst>
</file>

<file path=ppt/tags/tag1720.xml><?xml version="1.0" encoding="utf-8"?>
<p:tagLst xmlns:p="http://schemas.openxmlformats.org/presentationml/2006/main">
  <p:tag name="KSO_WM_BEAUTIFY_FLAG" val=""/>
</p:tagLst>
</file>

<file path=ppt/tags/tag1721.xml><?xml version="1.0" encoding="utf-8"?>
<p:tagLst xmlns:p="http://schemas.openxmlformats.org/presentationml/2006/main">
  <p:tag name="KSO_WM_BEAUTIFY_FLAG" val=""/>
</p:tagLst>
</file>

<file path=ppt/tags/tag1722.xml><?xml version="1.0" encoding="utf-8"?>
<p:tagLst xmlns:p="http://schemas.openxmlformats.org/presentationml/2006/main">
  <p:tag name="KSO_WM_BEAUTIFY_FLAG" val=""/>
</p:tagLst>
</file>

<file path=ppt/tags/tag1723.xml><?xml version="1.0" encoding="utf-8"?>
<p:tagLst xmlns:p="http://schemas.openxmlformats.org/presentationml/2006/main">
  <p:tag name="KSO_WM_BEAUTIFY_FLAG" val=""/>
</p:tagLst>
</file>

<file path=ppt/tags/tag1724.xml><?xml version="1.0" encoding="utf-8"?>
<p:tagLst xmlns:p="http://schemas.openxmlformats.org/presentationml/2006/main">
  <p:tag name="KSO_WM_BEAUTIFY_FLAG" val=""/>
</p:tagLst>
</file>

<file path=ppt/tags/tag1725.xml><?xml version="1.0" encoding="utf-8"?>
<p:tagLst xmlns:p="http://schemas.openxmlformats.org/presentationml/2006/main">
  <p:tag name="KSO_WM_BEAUTIFY_FLAG" val=""/>
</p:tagLst>
</file>

<file path=ppt/tags/tag1726.xml><?xml version="1.0" encoding="utf-8"?>
<p:tagLst xmlns:p="http://schemas.openxmlformats.org/presentationml/2006/main">
  <p:tag name="KSO_WM_BEAUTIFY_FLAG" val=""/>
</p:tagLst>
</file>

<file path=ppt/tags/tag1727.xml><?xml version="1.0" encoding="utf-8"?>
<p:tagLst xmlns:p="http://schemas.openxmlformats.org/presentationml/2006/main">
  <p:tag name="KSO_WM_BEAUTIFY_FLAG" val=""/>
</p:tagLst>
</file>

<file path=ppt/tags/tag1728.xml><?xml version="1.0" encoding="utf-8"?>
<p:tagLst xmlns:p="http://schemas.openxmlformats.org/presentationml/2006/main">
  <p:tag name="KSO_WM_BEAUTIFY_FLAG" val=""/>
</p:tagLst>
</file>

<file path=ppt/tags/tag1729.xml><?xml version="1.0" encoding="utf-8"?>
<p:tagLst xmlns:p="http://schemas.openxmlformats.org/presentationml/2006/main">
  <p:tag name="KSO_WM_BEAUTIFY_FLAG" val=""/>
</p:tagLst>
</file>

<file path=ppt/tags/tag1730.xml><?xml version="1.0" encoding="utf-8"?>
<p:tagLst xmlns:p="http://schemas.openxmlformats.org/presentationml/2006/main">
  <p:tag name="KSO_WM_BEAUTIFY_FLAG" val=""/>
</p:tagLst>
</file>

<file path=ppt/tags/tag1731.xml><?xml version="1.0" encoding="utf-8"?>
<p:tagLst xmlns:p="http://schemas.openxmlformats.org/presentationml/2006/main">
  <p:tag name="KSO_WM_BEAUTIFY_FLAG" val=""/>
</p:tagLst>
</file>

<file path=ppt/tags/tag1732.xml><?xml version="1.0" encoding="utf-8"?>
<p:tagLst xmlns:p="http://schemas.openxmlformats.org/presentationml/2006/main">
  <p:tag name="KSO_WM_BEAUTIFY_FLAG" val=""/>
</p:tagLst>
</file>

<file path=ppt/tags/tag1733.xml><?xml version="1.0" encoding="utf-8"?>
<p:tagLst xmlns:p="http://schemas.openxmlformats.org/presentationml/2006/main">
  <p:tag name="KSO_WM_BEAUTIFY_FLAG" val=""/>
</p:tagLst>
</file>

<file path=ppt/tags/tag1734.xml><?xml version="1.0" encoding="utf-8"?>
<p:tagLst xmlns:p="http://schemas.openxmlformats.org/presentationml/2006/main">
  <p:tag name="KSO_WM_BEAUTIFY_FLAG" val=""/>
</p:tagLst>
</file>

<file path=ppt/tags/tag1735.xml><?xml version="1.0" encoding="utf-8"?>
<p:tagLst xmlns:p="http://schemas.openxmlformats.org/presentationml/2006/main">
  <p:tag name="KSO_WM_BEAUTIFY_FLAG" val=""/>
</p:tagLst>
</file>

<file path=ppt/tags/tag1736.xml><?xml version="1.0" encoding="utf-8"?>
<p:tagLst xmlns:p="http://schemas.openxmlformats.org/presentationml/2006/main">
  <p:tag name="KSO_WM_BEAUTIFY_FLAG" val=""/>
</p:tagLst>
</file>

<file path=ppt/tags/tag1737.xml><?xml version="1.0" encoding="utf-8"?>
<p:tagLst xmlns:p="http://schemas.openxmlformats.org/presentationml/2006/main">
  <p:tag name="KSO_WM_BEAUTIFY_FLAG" val=""/>
</p:tagLst>
</file>

<file path=ppt/tags/tag1738.xml><?xml version="1.0" encoding="utf-8"?>
<p:tagLst xmlns:p="http://schemas.openxmlformats.org/presentationml/2006/main">
  <p:tag name="KSO_WM_BEAUTIFY_FLAG" val=""/>
</p:tagLst>
</file>

<file path=ppt/tags/tag1739.xml><?xml version="1.0" encoding="utf-8"?>
<p:tagLst xmlns:p="http://schemas.openxmlformats.org/presentationml/2006/main">
  <p:tag name="KSO_WM_BEAUTIFY_FLAG" val=""/>
</p:tagLst>
</file>

<file path=ppt/tags/tag1740.xml><?xml version="1.0" encoding="utf-8"?>
<p:tagLst xmlns:p="http://schemas.openxmlformats.org/presentationml/2006/main">
  <p:tag name="KSO_WM_BEAUTIFY_FLAG" val=""/>
</p:tagLst>
</file>

<file path=ppt/tags/tag1741.xml><?xml version="1.0" encoding="utf-8"?>
<p:tagLst xmlns:p="http://schemas.openxmlformats.org/presentationml/2006/main">
  <p:tag name="KSO_WM_BEAUTIFY_FLAG" val=""/>
</p:tagLst>
</file>

<file path=ppt/tags/tag1742.xml><?xml version="1.0" encoding="utf-8"?>
<p:tagLst xmlns:p="http://schemas.openxmlformats.org/presentationml/2006/main">
  <p:tag name="KSO_WM_BEAUTIFY_FLAG" val=""/>
</p:tagLst>
</file>

<file path=ppt/tags/tag1743.xml><?xml version="1.0" encoding="utf-8"?>
<p:tagLst xmlns:p="http://schemas.openxmlformats.org/presentationml/2006/main">
  <p:tag name="KSO_WM_BEAUTIFY_FLAG" val=""/>
</p:tagLst>
</file>

<file path=ppt/tags/tag1744.xml><?xml version="1.0" encoding="utf-8"?>
<p:tagLst xmlns:p="http://schemas.openxmlformats.org/presentationml/2006/main">
  <p:tag name="KSO_WM_BEAUTIFY_FLAG" val=""/>
</p:tagLst>
</file>

<file path=ppt/tags/tag1745.xml><?xml version="1.0" encoding="utf-8"?>
<p:tagLst xmlns:p="http://schemas.openxmlformats.org/presentationml/2006/main">
  <p:tag name="KSO_WM_BEAUTIFY_FLAG" val=""/>
</p:tagLst>
</file>

<file path=ppt/tags/tag1746.xml><?xml version="1.0" encoding="utf-8"?>
<p:tagLst xmlns:p="http://schemas.openxmlformats.org/presentationml/2006/main">
  <p:tag name="KSO_WM_BEAUTIFY_FLAG" val=""/>
</p:tagLst>
</file>

<file path=ppt/tags/tag1747.xml><?xml version="1.0" encoding="utf-8"?>
<p:tagLst xmlns:p="http://schemas.openxmlformats.org/presentationml/2006/main">
  <p:tag name="KSO_WM_BEAUTIFY_FLAG" val=""/>
</p:tagLst>
</file>

<file path=ppt/tags/tag1748.xml><?xml version="1.0" encoding="utf-8"?>
<p:tagLst xmlns:p="http://schemas.openxmlformats.org/presentationml/2006/main">
  <p:tag name="KSO_WM_BEAUTIFY_FLAG" val=""/>
</p:tagLst>
</file>

<file path=ppt/tags/tag1749.xml><?xml version="1.0" encoding="utf-8"?>
<p:tagLst xmlns:p="http://schemas.openxmlformats.org/presentationml/2006/main">
  <p:tag name="KSO_WM_BEAUTIFY_FLAG" val=""/>
</p:tagLst>
</file>

<file path=ppt/tags/tag1750.xml><?xml version="1.0" encoding="utf-8"?>
<p:tagLst xmlns:p="http://schemas.openxmlformats.org/presentationml/2006/main">
  <p:tag name="KSO_WM_BEAUTIFY_FLAG" val=""/>
</p:tagLst>
</file>

<file path=ppt/tags/tag1751.xml><?xml version="1.0" encoding="utf-8"?>
<p:tagLst xmlns:p="http://schemas.openxmlformats.org/presentationml/2006/main">
  <p:tag name="KSO_WM_BEAUTIFY_FLAG" val=""/>
</p:tagLst>
</file>

<file path=ppt/tags/tag1752.xml><?xml version="1.0" encoding="utf-8"?>
<p:tagLst xmlns:p="http://schemas.openxmlformats.org/presentationml/2006/main">
  <p:tag name="KSO_WM_BEAUTIFY_FLAG" val=""/>
</p:tagLst>
</file>

<file path=ppt/tags/tag1753.xml><?xml version="1.0" encoding="utf-8"?>
<p:tagLst xmlns:p="http://schemas.openxmlformats.org/presentationml/2006/main">
  <p:tag name="KSO_WM_BEAUTIFY_FLAG" val=""/>
</p:tagLst>
</file>

<file path=ppt/tags/tag1754.xml><?xml version="1.0" encoding="utf-8"?>
<p:tagLst xmlns:p="http://schemas.openxmlformats.org/presentationml/2006/main">
  <p:tag name="KSO_WM_BEAUTIFY_FLAG" val=""/>
</p:tagLst>
</file>

<file path=ppt/tags/tag1755.xml><?xml version="1.0" encoding="utf-8"?>
<p:tagLst xmlns:p="http://schemas.openxmlformats.org/presentationml/2006/main">
  <p:tag name="KSO_WM_BEAUTIFY_FLAG" val=""/>
</p:tagLst>
</file>

<file path=ppt/tags/tag1756.xml><?xml version="1.0" encoding="utf-8"?>
<p:tagLst xmlns:p="http://schemas.openxmlformats.org/presentationml/2006/main">
  <p:tag name="KSO_WM_BEAUTIFY_FLAG" val=""/>
</p:tagLst>
</file>

<file path=ppt/tags/tag1757.xml><?xml version="1.0" encoding="utf-8"?>
<p:tagLst xmlns:p="http://schemas.openxmlformats.org/presentationml/2006/main">
  <p:tag name="KSO_WM_BEAUTIFY_FLAG" val=""/>
</p:tagLst>
</file>

<file path=ppt/tags/tag1758.xml><?xml version="1.0" encoding="utf-8"?>
<p:tagLst xmlns:p="http://schemas.openxmlformats.org/presentationml/2006/main">
  <p:tag name="KSO_WM_BEAUTIFY_FLAG" val=""/>
</p:tagLst>
</file>

<file path=ppt/tags/tag1759.xml><?xml version="1.0" encoding="utf-8"?>
<p:tagLst xmlns:p="http://schemas.openxmlformats.org/presentationml/2006/main">
  <p:tag name="KSO_WM_BEAUTIFY_FLAG" val=""/>
</p:tagLst>
</file>

<file path=ppt/tags/tag1760.xml><?xml version="1.0" encoding="utf-8"?>
<p:tagLst xmlns:p="http://schemas.openxmlformats.org/presentationml/2006/main">
  <p:tag name="KSO_WM_BEAUTIFY_FLAG" val=""/>
</p:tagLst>
</file>

<file path=ppt/tags/tag1761.xml><?xml version="1.0" encoding="utf-8"?>
<p:tagLst xmlns:p="http://schemas.openxmlformats.org/presentationml/2006/main">
  <p:tag name="KSO_WM_BEAUTIFY_FLAG" val=""/>
</p:tagLst>
</file>

<file path=ppt/tags/tag1762.xml><?xml version="1.0" encoding="utf-8"?>
<p:tagLst xmlns:p="http://schemas.openxmlformats.org/presentationml/2006/main">
  <p:tag name="commondata" val="eyJoZGlkIjoiYjk3NjIzYTJjYjk1YjQ4YjNmMGE0MzI2NmRlM2Y1NGE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15532</Words>
  <Application>WPS 演示</Application>
  <PresentationFormat>宽屏</PresentationFormat>
  <Paragraphs>4368</Paragraphs>
  <Slides>57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57</vt:i4>
      </vt:variant>
    </vt:vector>
  </HeadingPairs>
  <TitlesOfParts>
    <vt:vector size="71" baseType="lpstr">
      <vt:lpstr>Arial</vt:lpstr>
      <vt:lpstr>宋体</vt:lpstr>
      <vt:lpstr>Wingdings</vt:lpstr>
      <vt:lpstr>Wingdings</vt:lpstr>
      <vt:lpstr>微软雅黑</vt:lpstr>
      <vt:lpstr>Calibri</vt:lpstr>
      <vt:lpstr>Arial Unicode MS</vt:lpstr>
      <vt:lpstr>Times New Roman</vt:lpstr>
      <vt:lpstr>Consolas</vt:lpstr>
      <vt:lpstr>Wingdings</vt:lpstr>
      <vt:lpstr>Symbol</vt:lpstr>
      <vt:lpstr>WPS</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林志明</dc:creator>
  <cp:lastModifiedBy>林志明</cp:lastModifiedBy>
  <cp:revision>790</cp:revision>
  <dcterms:created xsi:type="dcterms:W3CDTF">2023-08-09T12:44:00Z</dcterms:created>
  <dcterms:modified xsi:type="dcterms:W3CDTF">2024-05-11T08:44:56Z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2052-12.1.0.16120</vt:lpwstr>
  </property>
</Properties>
</file>