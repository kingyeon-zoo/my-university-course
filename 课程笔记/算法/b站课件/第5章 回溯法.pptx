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tags/tag657.xml" ContentType="application/vnd.openxmlformats-officedocument.presentationml.tags+xml"/>
  <Override PartName="/ppt/tags/tag658.xml" ContentType="application/vnd.openxmlformats-officedocument.presentationml.tags+xml"/>
  <Override PartName="/ppt/tags/tag659.xml" ContentType="application/vnd.openxmlformats-officedocument.presentationml.tags+xml"/>
  <Override PartName="/ppt/tags/tag66.xml" ContentType="application/vnd.openxmlformats-officedocument.presentationml.tags+xml"/>
  <Override PartName="/ppt/tags/tag660.xml" ContentType="application/vnd.openxmlformats-officedocument.presentationml.tags+xml"/>
  <Override PartName="/ppt/tags/tag661.xml" ContentType="application/vnd.openxmlformats-officedocument.presentationml.tags+xml"/>
  <Override PartName="/ppt/tags/tag662.xml" ContentType="application/vnd.openxmlformats-officedocument.presentationml.tags+xml"/>
  <Override PartName="/ppt/tags/tag663.xml" ContentType="application/vnd.openxmlformats-officedocument.presentationml.tags+xml"/>
  <Override PartName="/ppt/tags/tag664.xml" ContentType="application/vnd.openxmlformats-officedocument.presentationml.tags+xml"/>
  <Override PartName="/ppt/tags/tag665.xml" ContentType="application/vnd.openxmlformats-officedocument.presentationml.tags+xml"/>
  <Override PartName="/ppt/tags/tag666.xml" ContentType="application/vnd.openxmlformats-officedocument.presentationml.tags+xml"/>
  <Override PartName="/ppt/tags/tag667.xml" ContentType="application/vnd.openxmlformats-officedocument.presentationml.tags+xml"/>
  <Override PartName="/ppt/tags/tag668.xml" ContentType="application/vnd.openxmlformats-officedocument.presentationml.tags+xml"/>
  <Override PartName="/ppt/tags/tag669.xml" ContentType="application/vnd.openxmlformats-officedocument.presentationml.tags+xml"/>
  <Override PartName="/ppt/tags/tag67.xml" ContentType="application/vnd.openxmlformats-officedocument.presentationml.tags+xml"/>
  <Override PartName="/ppt/tags/tag670.xml" ContentType="application/vnd.openxmlformats-officedocument.presentationml.tags+xml"/>
  <Override PartName="/ppt/tags/tag671.xml" ContentType="application/vnd.openxmlformats-officedocument.presentationml.tags+xml"/>
  <Override PartName="/ppt/tags/tag672.xml" ContentType="application/vnd.openxmlformats-officedocument.presentationml.tags+xml"/>
  <Override PartName="/ppt/tags/tag673.xml" ContentType="application/vnd.openxmlformats-officedocument.presentationml.tags+xml"/>
  <Override PartName="/ppt/tags/tag674.xml" ContentType="application/vnd.openxmlformats-officedocument.presentationml.tags+xml"/>
  <Override PartName="/ppt/tags/tag675.xml" ContentType="application/vnd.openxmlformats-officedocument.presentationml.tags+xml"/>
  <Override PartName="/ppt/tags/tag676.xml" ContentType="application/vnd.openxmlformats-officedocument.presentationml.tags+xml"/>
  <Override PartName="/ppt/tags/tag677.xml" ContentType="application/vnd.openxmlformats-officedocument.presentationml.tags+xml"/>
  <Override PartName="/ppt/tags/tag678.xml" ContentType="application/vnd.openxmlformats-officedocument.presentationml.tags+xml"/>
  <Override PartName="/ppt/tags/tag679.xml" ContentType="application/vnd.openxmlformats-officedocument.presentationml.tags+xml"/>
  <Override PartName="/ppt/tags/tag68.xml" ContentType="application/vnd.openxmlformats-officedocument.presentationml.tags+xml"/>
  <Override PartName="/ppt/tags/tag680.xml" ContentType="application/vnd.openxmlformats-officedocument.presentationml.tags+xml"/>
  <Override PartName="/ppt/tags/tag681.xml" ContentType="application/vnd.openxmlformats-officedocument.presentationml.tags+xml"/>
  <Override PartName="/ppt/tags/tag682.xml" ContentType="application/vnd.openxmlformats-officedocument.presentationml.tags+xml"/>
  <Override PartName="/ppt/tags/tag683.xml" ContentType="application/vnd.openxmlformats-officedocument.presentationml.tags+xml"/>
  <Override PartName="/ppt/tags/tag684.xml" ContentType="application/vnd.openxmlformats-officedocument.presentationml.tags+xml"/>
  <Override PartName="/ppt/tags/tag685.xml" ContentType="application/vnd.openxmlformats-officedocument.presentationml.tags+xml"/>
  <Override PartName="/ppt/tags/tag686.xml" ContentType="application/vnd.openxmlformats-officedocument.presentationml.tags+xml"/>
  <Override PartName="/ppt/tags/tag687.xml" ContentType="application/vnd.openxmlformats-officedocument.presentationml.tags+xml"/>
  <Override PartName="/ppt/tags/tag688.xml" ContentType="application/vnd.openxmlformats-officedocument.presentationml.tags+xml"/>
  <Override PartName="/ppt/tags/tag689.xml" ContentType="application/vnd.openxmlformats-officedocument.presentationml.tags+xml"/>
  <Override PartName="/ppt/tags/tag69.xml" ContentType="application/vnd.openxmlformats-officedocument.presentationml.tags+xml"/>
  <Override PartName="/ppt/tags/tag690.xml" ContentType="application/vnd.openxmlformats-officedocument.presentationml.tags+xml"/>
  <Override PartName="/ppt/tags/tag691.xml" ContentType="application/vnd.openxmlformats-officedocument.presentationml.tags+xml"/>
  <Override PartName="/ppt/tags/tag692.xml" ContentType="application/vnd.openxmlformats-officedocument.presentationml.tags+xml"/>
  <Override PartName="/ppt/tags/tag693.xml" ContentType="application/vnd.openxmlformats-officedocument.presentationml.tags+xml"/>
  <Override PartName="/ppt/tags/tag694.xml" ContentType="application/vnd.openxmlformats-officedocument.presentationml.tags+xml"/>
  <Override PartName="/ppt/tags/tag695.xml" ContentType="application/vnd.openxmlformats-officedocument.presentationml.tags+xml"/>
  <Override PartName="/ppt/tags/tag696.xml" ContentType="application/vnd.openxmlformats-officedocument.presentationml.tags+xml"/>
  <Override PartName="/ppt/tags/tag697.xml" ContentType="application/vnd.openxmlformats-officedocument.presentationml.tags+xml"/>
  <Override PartName="/ppt/tags/tag698.xml" ContentType="application/vnd.openxmlformats-officedocument.presentationml.tags+xml"/>
  <Override PartName="/ppt/tags/tag69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00.xml" ContentType="application/vnd.openxmlformats-officedocument.presentationml.tags+xml"/>
  <Override PartName="/ppt/tags/tag701.xml" ContentType="application/vnd.openxmlformats-officedocument.presentationml.tags+xml"/>
  <Override PartName="/ppt/tags/tag702.xml" ContentType="application/vnd.openxmlformats-officedocument.presentationml.tags+xml"/>
  <Override PartName="/ppt/tags/tag703.xml" ContentType="application/vnd.openxmlformats-officedocument.presentationml.tags+xml"/>
  <Override PartName="/ppt/tags/tag704.xml" ContentType="application/vnd.openxmlformats-officedocument.presentationml.tags+xml"/>
  <Override PartName="/ppt/tags/tag705.xml" ContentType="application/vnd.openxmlformats-officedocument.presentationml.tags+xml"/>
  <Override PartName="/ppt/tags/tag706.xml" ContentType="application/vnd.openxmlformats-officedocument.presentationml.tags+xml"/>
  <Override PartName="/ppt/tags/tag707.xml" ContentType="application/vnd.openxmlformats-officedocument.presentationml.tags+xml"/>
  <Override PartName="/ppt/tags/tag708.xml" ContentType="application/vnd.openxmlformats-officedocument.presentationml.tags+xml"/>
  <Override PartName="/ppt/tags/tag709.xml" ContentType="application/vnd.openxmlformats-officedocument.presentationml.tags+xml"/>
  <Override PartName="/ppt/tags/tag71.xml" ContentType="application/vnd.openxmlformats-officedocument.presentationml.tags+xml"/>
  <Override PartName="/ppt/tags/tag710.xml" ContentType="application/vnd.openxmlformats-officedocument.presentationml.tags+xml"/>
  <Override PartName="/ppt/tags/tag711.xml" ContentType="application/vnd.openxmlformats-officedocument.presentationml.tags+xml"/>
  <Override PartName="/ppt/tags/tag712.xml" ContentType="application/vnd.openxmlformats-officedocument.presentationml.tags+xml"/>
  <Override PartName="/ppt/tags/tag713.xml" ContentType="application/vnd.openxmlformats-officedocument.presentationml.tags+xml"/>
  <Override PartName="/ppt/tags/tag714.xml" ContentType="application/vnd.openxmlformats-officedocument.presentationml.tags+xml"/>
  <Override PartName="/ppt/tags/tag715.xml" ContentType="application/vnd.openxmlformats-officedocument.presentationml.tags+xml"/>
  <Override PartName="/ppt/tags/tag716.xml" ContentType="application/vnd.openxmlformats-officedocument.presentationml.tags+xml"/>
  <Override PartName="/ppt/tags/tag717.xml" ContentType="application/vnd.openxmlformats-officedocument.presentationml.tags+xml"/>
  <Override PartName="/ppt/tags/tag718.xml" ContentType="application/vnd.openxmlformats-officedocument.presentationml.tags+xml"/>
  <Override PartName="/ppt/tags/tag719.xml" ContentType="application/vnd.openxmlformats-officedocument.presentationml.tags+xml"/>
  <Override PartName="/ppt/tags/tag72.xml" ContentType="application/vnd.openxmlformats-officedocument.presentationml.tags+xml"/>
  <Override PartName="/ppt/tags/tag720.xml" ContentType="application/vnd.openxmlformats-officedocument.presentationml.tags+xml"/>
  <Override PartName="/ppt/tags/tag721.xml" ContentType="application/vnd.openxmlformats-officedocument.presentationml.tags+xml"/>
  <Override PartName="/ppt/tags/tag722.xml" ContentType="application/vnd.openxmlformats-officedocument.presentationml.tags+xml"/>
  <Override PartName="/ppt/tags/tag723.xml" ContentType="application/vnd.openxmlformats-officedocument.presentationml.tags+xml"/>
  <Override PartName="/ppt/tags/tag724.xml" ContentType="application/vnd.openxmlformats-officedocument.presentationml.tags+xml"/>
  <Override PartName="/ppt/tags/tag725.xml" ContentType="application/vnd.openxmlformats-officedocument.presentationml.tags+xml"/>
  <Override PartName="/ppt/tags/tag726.xml" ContentType="application/vnd.openxmlformats-officedocument.presentationml.tags+xml"/>
  <Override PartName="/ppt/tags/tag727.xml" ContentType="application/vnd.openxmlformats-officedocument.presentationml.tags+xml"/>
  <Override PartName="/ppt/tags/tag728.xml" ContentType="application/vnd.openxmlformats-officedocument.presentationml.tags+xml"/>
  <Override PartName="/ppt/tags/tag729.xml" ContentType="application/vnd.openxmlformats-officedocument.presentationml.tags+xml"/>
  <Override PartName="/ppt/tags/tag73.xml" ContentType="application/vnd.openxmlformats-officedocument.presentationml.tags+xml"/>
  <Override PartName="/ppt/tags/tag730.xml" ContentType="application/vnd.openxmlformats-officedocument.presentationml.tags+xml"/>
  <Override PartName="/ppt/tags/tag731.xml" ContentType="application/vnd.openxmlformats-officedocument.presentationml.tags+xml"/>
  <Override PartName="/ppt/tags/tag732.xml" ContentType="application/vnd.openxmlformats-officedocument.presentationml.tags+xml"/>
  <Override PartName="/ppt/tags/tag733.xml" ContentType="application/vnd.openxmlformats-officedocument.presentationml.tags+xml"/>
  <Override PartName="/ppt/tags/tag734.xml" ContentType="application/vnd.openxmlformats-officedocument.presentationml.tags+xml"/>
  <Override PartName="/ppt/tags/tag735.xml" ContentType="application/vnd.openxmlformats-officedocument.presentationml.tags+xml"/>
  <Override PartName="/ppt/tags/tag736.xml" ContentType="application/vnd.openxmlformats-officedocument.presentationml.tags+xml"/>
  <Override PartName="/ppt/tags/tag737.xml" ContentType="application/vnd.openxmlformats-officedocument.presentationml.tags+xml"/>
  <Override PartName="/ppt/tags/tag738.xml" ContentType="application/vnd.openxmlformats-officedocument.presentationml.tags+xml"/>
  <Override PartName="/ppt/tags/tag739.xml" ContentType="application/vnd.openxmlformats-officedocument.presentationml.tags+xml"/>
  <Override PartName="/ppt/tags/tag74.xml" ContentType="application/vnd.openxmlformats-officedocument.presentationml.tags+xml"/>
  <Override PartName="/ppt/tags/tag740.xml" ContentType="application/vnd.openxmlformats-officedocument.presentationml.tags+xml"/>
  <Override PartName="/ppt/tags/tag741.xml" ContentType="application/vnd.openxmlformats-officedocument.presentationml.tags+xml"/>
  <Override PartName="/ppt/tags/tag742.xml" ContentType="application/vnd.openxmlformats-officedocument.presentationml.tags+xml"/>
  <Override PartName="/ppt/tags/tag743.xml" ContentType="application/vnd.openxmlformats-officedocument.presentationml.tags+xml"/>
  <Override PartName="/ppt/tags/tag744.xml" ContentType="application/vnd.openxmlformats-officedocument.presentationml.tags+xml"/>
  <Override PartName="/ppt/tags/tag745.xml" ContentType="application/vnd.openxmlformats-officedocument.presentationml.tags+xml"/>
  <Override PartName="/ppt/tags/tag746.xml" ContentType="application/vnd.openxmlformats-officedocument.presentationml.tags+xml"/>
  <Override PartName="/ppt/tags/tag747.xml" ContentType="application/vnd.openxmlformats-officedocument.presentationml.tags+xml"/>
  <Override PartName="/ppt/tags/tag748.xml" ContentType="application/vnd.openxmlformats-officedocument.presentationml.tags+xml"/>
  <Override PartName="/ppt/tags/tag749.xml" ContentType="application/vnd.openxmlformats-officedocument.presentationml.tags+xml"/>
  <Override PartName="/ppt/tags/tag75.xml" ContentType="application/vnd.openxmlformats-officedocument.presentationml.tags+xml"/>
  <Override PartName="/ppt/tags/tag750.xml" ContentType="application/vnd.openxmlformats-officedocument.presentationml.tags+xml"/>
  <Override PartName="/ppt/tags/tag751.xml" ContentType="application/vnd.openxmlformats-officedocument.presentationml.tags+xml"/>
  <Override PartName="/ppt/tags/tag752.xml" ContentType="application/vnd.openxmlformats-officedocument.presentationml.tags+xml"/>
  <Override PartName="/ppt/tags/tag753.xml" ContentType="application/vnd.openxmlformats-officedocument.presentationml.tags+xml"/>
  <Override PartName="/ppt/tags/tag754.xml" ContentType="application/vnd.openxmlformats-officedocument.presentationml.tags+xml"/>
  <Override PartName="/ppt/tags/tag755.xml" ContentType="application/vnd.openxmlformats-officedocument.presentationml.tags+xml"/>
  <Override PartName="/ppt/tags/tag756.xml" ContentType="application/vnd.openxmlformats-officedocument.presentationml.tags+xml"/>
  <Override PartName="/ppt/tags/tag757.xml" ContentType="application/vnd.openxmlformats-officedocument.presentationml.tags+xml"/>
  <Override PartName="/ppt/tags/tag758.xml" ContentType="application/vnd.openxmlformats-officedocument.presentationml.tags+xml"/>
  <Override PartName="/ppt/tags/tag759.xml" ContentType="application/vnd.openxmlformats-officedocument.presentationml.tags+xml"/>
  <Override PartName="/ppt/tags/tag76.xml" ContentType="application/vnd.openxmlformats-officedocument.presentationml.tags+xml"/>
  <Override PartName="/ppt/tags/tag760.xml" ContentType="application/vnd.openxmlformats-officedocument.presentationml.tags+xml"/>
  <Override PartName="/ppt/tags/tag761.xml" ContentType="application/vnd.openxmlformats-officedocument.presentationml.tags+xml"/>
  <Override PartName="/ppt/tags/tag762.xml" ContentType="application/vnd.openxmlformats-officedocument.presentationml.tags+xml"/>
  <Override PartName="/ppt/tags/tag763.xml" ContentType="application/vnd.openxmlformats-officedocument.presentationml.tags+xml"/>
  <Override PartName="/ppt/tags/tag764.xml" ContentType="application/vnd.openxmlformats-officedocument.presentationml.tags+xml"/>
  <Override PartName="/ppt/tags/tag765.xml" ContentType="application/vnd.openxmlformats-officedocument.presentationml.tags+xml"/>
  <Override PartName="/ppt/tags/tag766.xml" ContentType="application/vnd.openxmlformats-officedocument.presentationml.tags+xml"/>
  <Override PartName="/ppt/tags/tag767.xml" ContentType="application/vnd.openxmlformats-officedocument.presentationml.tags+xml"/>
  <Override PartName="/ppt/tags/tag768.xml" ContentType="application/vnd.openxmlformats-officedocument.presentationml.tags+xml"/>
  <Override PartName="/ppt/tags/tag769.xml" ContentType="application/vnd.openxmlformats-officedocument.presentationml.tags+xml"/>
  <Override PartName="/ppt/tags/tag77.xml" ContentType="application/vnd.openxmlformats-officedocument.presentationml.tags+xml"/>
  <Override PartName="/ppt/tags/tag770.xml" ContentType="application/vnd.openxmlformats-officedocument.presentationml.tags+xml"/>
  <Override PartName="/ppt/tags/tag771.xml" ContentType="application/vnd.openxmlformats-officedocument.presentationml.tags+xml"/>
  <Override PartName="/ppt/tags/tag772.xml" ContentType="application/vnd.openxmlformats-officedocument.presentationml.tags+xml"/>
  <Override PartName="/ppt/tags/tag773.xml" ContentType="application/vnd.openxmlformats-officedocument.presentationml.tags+xml"/>
  <Override PartName="/ppt/tags/tag774.xml" ContentType="application/vnd.openxmlformats-officedocument.presentationml.tags+xml"/>
  <Override PartName="/ppt/tags/tag775.xml" ContentType="application/vnd.openxmlformats-officedocument.presentationml.tags+xml"/>
  <Override PartName="/ppt/tags/tag776.xml" ContentType="application/vnd.openxmlformats-officedocument.presentationml.tags+xml"/>
  <Override PartName="/ppt/tags/tag777.xml" ContentType="application/vnd.openxmlformats-officedocument.presentationml.tags+xml"/>
  <Override PartName="/ppt/tags/tag778.xml" ContentType="application/vnd.openxmlformats-officedocument.presentationml.tags+xml"/>
  <Override PartName="/ppt/tags/tag779.xml" ContentType="application/vnd.openxmlformats-officedocument.presentationml.tags+xml"/>
  <Override PartName="/ppt/tags/tag78.xml" ContentType="application/vnd.openxmlformats-officedocument.presentationml.tags+xml"/>
  <Override PartName="/ppt/tags/tag780.xml" ContentType="application/vnd.openxmlformats-officedocument.presentationml.tags+xml"/>
  <Override PartName="/ppt/tags/tag781.xml" ContentType="application/vnd.openxmlformats-officedocument.presentationml.tags+xml"/>
  <Override PartName="/ppt/tags/tag782.xml" ContentType="application/vnd.openxmlformats-officedocument.presentationml.tags+xml"/>
  <Override PartName="/ppt/tags/tag783.xml" ContentType="application/vnd.openxmlformats-officedocument.presentationml.tags+xml"/>
  <Override PartName="/ppt/tags/tag784.xml" ContentType="application/vnd.openxmlformats-officedocument.presentationml.tags+xml"/>
  <Override PartName="/ppt/tags/tag785.xml" ContentType="application/vnd.openxmlformats-officedocument.presentationml.tags+xml"/>
  <Override PartName="/ppt/tags/tag786.xml" ContentType="application/vnd.openxmlformats-officedocument.presentationml.tags+xml"/>
  <Override PartName="/ppt/tags/tag787.xml" ContentType="application/vnd.openxmlformats-officedocument.presentationml.tags+xml"/>
  <Override PartName="/ppt/tags/tag788.xml" ContentType="application/vnd.openxmlformats-officedocument.presentationml.tags+xml"/>
  <Override PartName="/ppt/tags/tag789.xml" ContentType="application/vnd.openxmlformats-officedocument.presentationml.tags+xml"/>
  <Override PartName="/ppt/tags/tag79.xml" ContentType="application/vnd.openxmlformats-officedocument.presentationml.tags+xml"/>
  <Override PartName="/ppt/tags/tag790.xml" ContentType="application/vnd.openxmlformats-officedocument.presentationml.tags+xml"/>
  <Override PartName="/ppt/tags/tag791.xml" ContentType="application/vnd.openxmlformats-officedocument.presentationml.tags+xml"/>
  <Override PartName="/ppt/tags/tag792.xml" ContentType="application/vnd.openxmlformats-officedocument.presentationml.tags+xml"/>
  <Override PartName="/ppt/tags/tag793.xml" ContentType="application/vnd.openxmlformats-officedocument.presentationml.tags+xml"/>
  <Override PartName="/ppt/tags/tag794.xml" ContentType="application/vnd.openxmlformats-officedocument.presentationml.tags+xml"/>
  <Override PartName="/ppt/tags/tag795.xml" ContentType="application/vnd.openxmlformats-officedocument.presentationml.tags+xml"/>
  <Override PartName="/ppt/tags/tag796.xml" ContentType="application/vnd.openxmlformats-officedocument.presentationml.tags+xml"/>
  <Override PartName="/ppt/tags/tag797.xml" ContentType="application/vnd.openxmlformats-officedocument.presentationml.tags+xml"/>
  <Override PartName="/ppt/tags/tag798.xml" ContentType="application/vnd.openxmlformats-officedocument.presentationml.tags+xml"/>
  <Override PartName="/ppt/tags/tag79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00.xml" ContentType="application/vnd.openxmlformats-officedocument.presentationml.tags+xml"/>
  <Override PartName="/ppt/tags/tag801.xml" ContentType="application/vnd.openxmlformats-officedocument.presentationml.tags+xml"/>
  <Override PartName="/ppt/tags/tag802.xml" ContentType="application/vnd.openxmlformats-officedocument.presentationml.tags+xml"/>
  <Override PartName="/ppt/tags/tag803.xml" ContentType="application/vnd.openxmlformats-officedocument.presentationml.tags+xml"/>
  <Override PartName="/ppt/tags/tag804.xml" ContentType="application/vnd.openxmlformats-officedocument.presentationml.tags+xml"/>
  <Override PartName="/ppt/tags/tag805.xml" ContentType="application/vnd.openxmlformats-officedocument.presentationml.tags+xml"/>
  <Override PartName="/ppt/tags/tag806.xml" ContentType="application/vnd.openxmlformats-officedocument.presentationml.tags+xml"/>
  <Override PartName="/ppt/tags/tag807.xml" ContentType="application/vnd.openxmlformats-officedocument.presentationml.tags+xml"/>
  <Override PartName="/ppt/tags/tag808.xml" ContentType="application/vnd.openxmlformats-officedocument.presentationml.tags+xml"/>
  <Override PartName="/ppt/tags/tag809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7" r:id="rId3"/>
    <p:sldId id="263" r:id="rId4"/>
    <p:sldId id="259" r:id="rId5"/>
    <p:sldId id="260" r:id="rId6"/>
    <p:sldId id="264" r:id="rId7"/>
    <p:sldId id="262" r:id="rId8"/>
    <p:sldId id="261" r:id="rId9"/>
    <p:sldId id="265" r:id="rId10"/>
    <p:sldId id="258" r:id="rId11"/>
    <p:sldId id="271" r:id="rId12"/>
    <p:sldId id="272" r:id="rId13"/>
    <p:sldId id="273" r:id="rId14"/>
    <p:sldId id="274" r:id="rId16"/>
    <p:sldId id="275" r:id="rId17"/>
    <p:sldId id="276" r:id="rId18"/>
    <p:sldId id="277" r:id="rId19"/>
    <p:sldId id="278" r:id="rId20"/>
    <p:sldId id="279" r:id="rId21"/>
    <p:sldId id="280" r:id="rId22"/>
  </p:sldIdLst>
  <p:sldSz cx="12192000" cy="6858000"/>
  <p:notesSz cx="6858000" cy="9144000"/>
  <p:custDataLst>
    <p:tags r:id="rId2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0FF"/>
    <a:srgbClr val="0026E5"/>
    <a:srgbClr val="E8F4F2"/>
    <a:srgbClr val="24908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6" Type="http://schemas.openxmlformats.org/officeDocument/2006/relationships/tags" Target="tags/tag809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式模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8D580-8F43-4817-B1AD-1B4214562072}" type="datetime1">
              <a:rPr lang="zh-CN" altLang="en-US" smtClean="0"/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</p:nvPr>
        </p:nvSpPr>
        <p:spPr>
          <a:xfrm>
            <a:off x="11353800" y="6356350"/>
            <a:ext cx="639617" cy="365125"/>
          </a:xfrm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3" name="矩形 12"/>
          <p:cNvSpPr/>
          <p:nvPr userDrawn="1"/>
        </p:nvSpPr>
        <p:spPr>
          <a:xfrm>
            <a:off x="11536218" y="6356350"/>
            <a:ext cx="540327" cy="36512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箭头: 五边形 3"/>
          <p:cNvSpPr/>
          <p:nvPr userDrawn="1"/>
        </p:nvSpPr>
        <p:spPr>
          <a:xfrm>
            <a:off x="0" y="0"/>
            <a:ext cx="5384800" cy="794328"/>
          </a:xfrm>
          <a:prstGeom prst="homePlate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文本框 4"/>
          <p:cNvSpPr txBox="1"/>
          <p:nvPr userDrawn="1"/>
        </p:nvSpPr>
        <p:spPr>
          <a:xfrm>
            <a:off x="11231245" y="0"/>
            <a:ext cx="9607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笛霸格</a:t>
            </a:r>
            <a:endParaRPr lang="zh-CN" altLang="en-US" b="1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99" Type="http://schemas.openxmlformats.org/officeDocument/2006/relationships/tags" Target="../tags/tag99.xml"/><Relationship Id="rId98" Type="http://schemas.openxmlformats.org/officeDocument/2006/relationships/tags" Target="../tags/tag98.xml"/><Relationship Id="rId97" Type="http://schemas.openxmlformats.org/officeDocument/2006/relationships/tags" Target="../tags/tag97.xml"/><Relationship Id="rId96" Type="http://schemas.openxmlformats.org/officeDocument/2006/relationships/tags" Target="../tags/tag96.xml"/><Relationship Id="rId95" Type="http://schemas.openxmlformats.org/officeDocument/2006/relationships/tags" Target="../tags/tag95.xml"/><Relationship Id="rId94" Type="http://schemas.openxmlformats.org/officeDocument/2006/relationships/tags" Target="../tags/tag94.xml"/><Relationship Id="rId93" Type="http://schemas.openxmlformats.org/officeDocument/2006/relationships/tags" Target="../tags/tag93.xml"/><Relationship Id="rId92" Type="http://schemas.openxmlformats.org/officeDocument/2006/relationships/tags" Target="../tags/tag92.xml"/><Relationship Id="rId91" Type="http://schemas.openxmlformats.org/officeDocument/2006/relationships/tags" Target="../tags/tag91.xml"/><Relationship Id="rId90" Type="http://schemas.openxmlformats.org/officeDocument/2006/relationships/tags" Target="../tags/tag90.xml"/><Relationship Id="rId9" Type="http://schemas.openxmlformats.org/officeDocument/2006/relationships/tags" Target="../tags/tag9.xml"/><Relationship Id="rId89" Type="http://schemas.openxmlformats.org/officeDocument/2006/relationships/tags" Target="../tags/tag89.xml"/><Relationship Id="rId88" Type="http://schemas.openxmlformats.org/officeDocument/2006/relationships/tags" Target="../tags/tag88.xml"/><Relationship Id="rId87" Type="http://schemas.openxmlformats.org/officeDocument/2006/relationships/tags" Target="../tags/tag87.xml"/><Relationship Id="rId86" Type="http://schemas.openxmlformats.org/officeDocument/2006/relationships/tags" Target="../tags/tag86.xml"/><Relationship Id="rId85" Type="http://schemas.openxmlformats.org/officeDocument/2006/relationships/tags" Target="../tags/tag85.xml"/><Relationship Id="rId84" Type="http://schemas.openxmlformats.org/officeDocument/2006/relationships/tags" Target="../tags/tag84.xml"/><Relationship Id="rId83" Type="http://schemas.openxmlformats.org/officeDocument/2006/relationships/tags" Target="../tags/tag83.xml"/><Relationship Id="rId82" Type="http://schemas.openxmlformats.org/officeDocument/2006/relationships/tags" Target="../tags/tag82.xml"/><Relationship Id="rId81" Type="http://schemas.openxmlformats.org/officeDocument/2006/relationships/tags" Target="../tags/tag81.xml"/><Relationship Id="rId80" Type="http://schemas.openxmlformats.org/officeDocument/2006/relationships/tags" Target="../tags/tag80.xml"/><Relationship Id="rId8" Type="http://schemas.openxmlformats.org/officeDocument/2006/relationships/tags" Target="../tags/tag8.xml"/><Relationship Id="rId79" Type="http://schemas.openxmlformats.org/officeDocument/2006/relationships/tags" Target="../tags/tag79.xml"/><Relationship Id="rId78" Type="http://schemas.openxmlformats.org/officeDocument/2006/relationships/tags" Target="../tags/tag78.xml"/><Relationship Id="rId77" Type="http://schemas.openxmlformats.org/officeDocument/2006/relationships/tags" Target="../tags/tag77.xml"/><Relationship Id="rId76" Type="http://schemas.openxmlformats.org/officeDocument/2006/relationships/tags" Target="../tags/tag76.xml"/><Relationship Id="rId75" Type="http://schemas.openxmlformats.org/officeDocument/2006/relationships/tags" Target="../tags/tag75.xml"/><Relationship Id="rId74" Type="http://schemas.openxmlformats.org/officeDocument/2006/relationships/tags" Target="../tags/tag74.xml"/><Relationship Id="rId73" Type="http://schemas.openxmlformats.org/officeDocument/2006/relationships/tags" Target="../tags/tag73.xml"/><Relationship Id="rId72" Type="http://schemas.openxmlformats.org/officeDocument/2006/relationships/tags" Target="../tags/tag72.xml"/><Relationship Id="rId71" Type="http://schemas.openxmlformats.org/officeDocument/2006/relationships/tags" Target="../tags/tag71.xml"/><Relationship Id="rId70" Type="http://schemas.openxmlformats.org/officeDocument/2006/relationships/tags" Target="../tags/tag70.xml"/><Relationship Id="rId7" Type="http://schemas.openxmlformats.org/officeDocument/2006/relationships/tags" Target="../tags/tag7.xml"/><Relationship Id="rId69" Type="http://schemas.openxmlformats.org/officeDocument/2006/relationships/tags" Target="../tags/tag69.xml"/><Relationship Id="rId68" Type="http://schemas.openxmlformats.org/officeDocument/2006/relationships/tags" Target="../tags/tag68.xml"/><Relationship Id="rId67" Type="http://schemas.openxmlformats.org/officeDocument/2006/relationships/tags" Target="../tags/tag67.xml"/><Relationship Id="rId66" Type="http://schemas.openxmlformats.org/officeDocument/2006/relationships/tags" Target="../tags/tag66.xml"/><Relationship Id="rId65" Type="http://schemas.openxmlformats.org/officeDocument/2006/relationships/tags" Target="../tags/tag65.xml"/><Relationship Id="rId64" Type="http://schemas.openxmlformats.org/officeDocument/2006/relationships/tags" Target="../tags/tag64.xml"/><Relationship Id="rId63" Type="http://schemas.openxmlformats.org/officeDocument/2006/relationships/tags" Target="../tags/tag63.xml"/><Relationship Id="rId62" Type="http://schemas.openxmlformats.org/officeDocument/2006/relationships/tags" Target="../tags/tag62.xml"/><Relationship Id="rId61" Type="http://schemas.openxmlformats.org/officeDocument/2006/relationships/tags" Target="../tags/tag61.xml"/><Relationship Id="rId60" Type="http://schemas.openxmlformats.org/officeDocument/2006/relationships/tags" Target="../tags/tag60.xml"/><Relationship Id="rId6" Type="http://schemas.openxmlformats.org/officeDocument/2006/relationships/tags" Target="../tags/tag6.xml"/><Relationship Id="rId59" Type="http://schemas.openxmlformats.org/officeDocument/2006/relationships/tags" Target="../tags/tag59.xml"/><Relationship Id="rId58" Type="http://schemas.openxmlformats.org/officeDocument/2006/relationships/tags" Target="../tags/tag58.xml"/><Relationship Id="rId57" Type="http://schemas.openxmlformats.org/officeDocument/2006/relationships/tags" Target="../tags/tag57.xml"/><Relationship Id="rId56" Type="http://schemas.openxmlformats.org/officeDocument/2006/relationships/tags" Target="../tags/tag56.xml"/><Relationship Id="rId55" Type="http://schemas.openxmlformats.org/officeDocument/2006/relationships/tags" Target="../tags/tag55.xml"/><Relationship Id="rId54" Type="http://schemas.openxmlformats.org/officeDocument/2006/relationships/tags" Target="../tags/tag54.xml"/><Relationship Id="rId53" Type="http://schemas.openxmlformats.org/officeDocument/2006/relationships/tags" Target="../tags/tag53.xml"/><Relationship Id="rId52" Type="http://schemas.openxmlformats.org/officeDocument/2006/relationships/tags" Target="../tags/tag52.xml"/><Relationship Id="rId51" Type="http://schemas.openxmlformats.org/officeDocument/2006/relationships/tags" Target="../tags/tag51.xml"/><Relationship Id="rId50" Type="http://schemas.openxmlformats.org/officeDocument/2006/relationships/tags" Target="../tags/tag50.xml"/><Relationship Id="rId5" Type="http://schemas.openxmlformats.org/officeDocument/2006/relationships/tags" Target="../tags/tag5.xml"/><Relationship Id="rId49" Type="http://schemas.openxmlformats.org/officeDocument/2006/relationships/tags" Target="../tags/tag49.xml"/><Relationship Id="rId48" Type="http://schemas.openxmlformats.org/officeDocument/2006/relationships/tags" Target="../tags/tag48.xml"/><Relationship Id="rId47" Type="http://schemas.openxmlformats.org/officeDocument/2006/relationships/tags" Target="../tags/tag47.xml"/><Relationship Id="rId46" Type="http://schemas.openxmlformats.org/officeDocument/2006/relationships/tags" Target="../tags/tag46.xml"/><Relationship Id="rId45" Type="http://schemas.openxmlformats.org/officeDocument/2006/relationships/tags" Target="../tags/tag45.xml"/><Relationship Id="rId44" Type="http://schemas.openxmlformats.org/officeDocument/2006/relationships/tags" Target="../tags/tag44.xml"/><Relationship Id="rId43" Type="http://schemas.openxmlformats.org/officeDocument/2006/relationships/tags" Target="../tags/tag43.xml"/><Relationship Id="rId42" Type="http://schemas.openxmlformats.org/officeDocument/2006/relationships/tags" Target="../tags/tag42.xml"/><Relationship Id="rId41" Type="http://schemas.openxmlformats.org/officeDocument/2006/relationships/tags" Target="../tags/tag41.xml"/><Relationship Id="rId40" Type="http://schemas.openxmlformats.org/officeDocument/2006/relationships/tags" Target="../tags/tag40.xml"/><Relationship Id="rId4" Type="http://schemas.openxmlformats.org/officeDocument/2006/relationships/tags" Target="../tags/tag4.xml"/><Relationship Id="rId39" Type="http://schemas.openxmlformats.org/officeDocument/2006/relationships/tags" Target="../tags/tag39.xml"/><Relationship Id="rId38" Type="http://schemas.openxmlformats.org/officeDocument/2006/relationships/tags" Target="../tags/tag38.xml"/><Relationship Id="rId37" Type="http://schemas.openxmlformats.org/officeDocument/2006/relationships/tags" Target="../tags/tag37.xml"/><Relationship Id="rId36" Type="http://schemas.openxmlformats.org/officeDocument/2006/relationships/tags" Target="../tags/tag36.xml"/><Relationship Id="rId35" Type="http://schemas.openxmlformats.org/officeDocument/2006/relationships/tags" Target="../tags/tag35.xml"/><Relationship Id="rId34" Type="http://schemas.openxmlformats.org/officeDocument/2006/relationships/tags" Target="../tags/tag34.xml"/><Relationship Id="rId33" Type="http://schemas.openxmlformats.org/officeDocument/2006/relationships/tags" Target="../tags/tag33.xml"/><Relationship Id="rId32" Type="http://schemas.openxmlformats.org/officeDocument/2006/relationships/tags" Target="../tags/tag32.xml"/><Relationship Id="rId31" Type="http://schemas.openxmlformats.org/officeDocument/2006/relationships/tags" Target="../tags/tag31.xml"/><Relationship Id="rId30" Type="http://schemas.openxmlformats.org/officeDocument/2006/relationships/tags" Target="../tags/tag30.xml"/><Relationship Id="rId3" Type="http://schemas.openxmlformats.org/officeDocument/2006/relationships/tags" Target="../tags/tag3.xml"/><Relationship Id="rId29" Type="http://schemas.openxmlformats.org/officeDocument/2006/relationships/tags" Target="../tags/tag29.xml"/><Relationship Id="rId28" Type="http://schemas.openxmlformats.org/officeDocument/2006/relationships/tags" Target="../tags/tag28.xml"/><Relationship Id="rId27" Type="http://schemas.openxmlformats.org/officeDocument/2006/relationships/tags" Target="../tags/tag27.xml"/><Relationship Id="rId26" Type="http://schemas.openxmlformats.org/officeDocument/2006/relationships/tags" Target="../tags/tag26.xml"/><Relationship Id="rId25" Type="http://schemas.openxmlformats.org/officeDocument/2006/relationships/tags" Target="../tags/tag25.xml"/><Relationship Id="rId24" Type="http://schemas.openxmlformats.org/officeDocument/2006/relationships/tags" Target="../tags/tag24.xml"/><Relationship Id="rId23" Type="http://schemas.openxmlformats.org/officeDocument/2006/relationships/tags" Target="../tags/tag23.xml"/><Relationship Id="rId22" Type="http://schemas.openxmlformats.org/officeDocument/2006/relationships/tags" Target="../tags/tag22.xml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0" Type="http://schemas.openxmlformats.org/officeDocument/2006/relationships/slideLayout" Target="../slideLayouts/slideLayout12.xml"/><Relationship Id="rId12" Type="http://schemas.openxmlformats.org/officeDocument/2006/relationships/tags" Target="../tags/tag12.xml"/><Relationship Id="rId119" Type="http://schemas.openxmlformats.org/officeDocument/2006/relationships/tags" Target="../tags/tag119.xml"/><Relationship Id="rId118" Type="http://schemas.openxmlformats.org/officeDocument/2006/relationships/tags" Target="../tags/tag118.xml"/><Relationship Id="rId117" Type="http://schemas.openxmlformats.org/officeDocument/2006/relationships/tags" Target="../tags/tag117.xml"/><Relationship Id="rId116" Type="http://schemas.openxmlformats.org/officeDocument/2006/relationships/tags" Target="../tags/tag116.xml"/><Relationship Id="rId115" Type="http://schemas.openxmlformats.org/officeDocument/2006/relationships/tags" Target="../tags/tag115.xml"/><Relationship Id="rId114" Type="http://schemas.openxmlformats.org/officeDocument/2006/relationships/tags" Target="../tags/tag114.xml"/><Relationship Id="rId113" Type="http://schemas.openxmlformats.org/officeDocument/2006/relationships/tags" Target="../tags/tag113.xml"/><Relationship Id="rId112" Type="http://schemas.openxmlformats.org/officeDocument/2006/relationships/tags" Target="../tags/tag112.xml"/><Relationship Id="rId111" Type="http://schemas.openxmlformats.org/officeDocument/2006/relationships/tags" Target="../tags/tag111.xml"/><Relationship Id="rId110" Type="http://schemas.openxmlformats.org/officeDocument/2006/relationships/tags" Target="../tags/tag110.xml"/><Relationship Id="rId11" Type="http://schemas.openxmlformats.org/officeDocument/2006/relationships/tags" Target="../tags/tag11.xml"/><Relationship Id="rId109" Type="http://schemas.openxmlformats.org/officeDocument/2006/relationships/tags" Target="../tags/tag109.xml"/><Relationship Id="rId108" Type="http://schemas.openxmlformats.org/officeDocument/2006/relationships/tags" Target="../tags/tag108.xml"/><Relationship Id="rId107" Type="http://schemas.openxmlformats.org/officeDocument/2006/relationships/tags" Target="../tags/tag107.xml"/><Relationship Id="rId106" Type="http://schemas.openxmlformats.org/officeDocument/2006/relationships/tags" Target="../tags/tag106.xml"/><Relationship Id="rId105" Type="http://schemas.openxmlformats.org/officeDocument/2006/relationships/tags" Target="../tags/tag105.xml"/><Relationship Id="rId104" Type="http://schemas.openxmlformats.org/officeDocument/2006/relationships/tags" Target="../tags/tag104.xml"/><Relationship Id="rId103" Type="http://schemas.openxmlformats.org/officeDocument/2006/relationships/tags" Target="../tags/tag103.xml"/><Relationship Id="rId102" Type="http://schemas.openxmlformats.org/officeDocument/2006/relationships/tags" Target="../tags/tag102.xml"/><Relationship Id="rId101" Type="http://schemas.openxmlformats.org/officeDocument/2006/relationships/tags" Target="../tags/tag101.xml"/><Relationship Id="rId100" Type="http://schemas.openxmlformats.org/officeDocument/2006/relationships/tags" Target="../tags/tag100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99" Type="http://schemas.openxmlformats.org/officeDocument/2006/relationships/tags" Target="../tags/tag218.xml"/><Relationship Id="rId98" Type="http://schemas.openxmlformats.org/officeDocument/2006/relationships/tags" Target="../tags/tag217.xml"/><Relationship Id="rId97" Type="http://schemas.openxmlformats.org/officeDocument/2006/relationships/tags" Target="../tags/tag216.xml"/><Relationship Id="rId96" Type="http://schemas.openxmlformats.org/officeDocument/2006/relationships/tags" Target="../tags/tag215.xml"/><Relationship Id="rId95" Type="http://schemas.openxmlformats.org/officeDocument/2006/relationships/tags" Target="../tags/tag214.xml"/><Relationship Id="rId94" Type="http://schemas.openxmlformats.org/officeDocument/2006/relationships/tags" Target="../tags/tag213.xml"/><Relationship Id="rId93" Type="http://schemas.openxmlformats.org/officeDocument/2006/relationships/tags" Target="../tags/tag212.xml"/><Relationship Id="rId92" Type="http://schemas.openxmlformats.org/officeDocument/2006/relationships/tags" Target="../tags/tag211.xml"/><Relationship Id="rId91" Type="http://schemas.openxmlformats.org/officeDocument/2006/relationships/tags" Target="../tags/tag210.xml"/><Relationship Id="rId90" Type="http://schemas.openxmlformats.org/officeDocument/2006/relationships/tags" Target="../tags/tag209.xml"/><Relationship Id="rId9" Type="http://schemas.openxmlformats.org/officeDocument/2006/relationships/tags" Target="../tags/tag128.xml"/><Relationship Id="rId89" Type="http://schemas.openxmlformats.org/officeDocument/2006/relationships/tags" Target="../tags/tag208.xml"/><Relationship Id="rId88" Type="http://schemas.openxmlformats.org/officeDocument/2006/relationships/tags" Target="../tags/tag207.xml"/><Relationship Id="rId87" Type="http://schemas.openxmlformats.org/officeDocument/2006/relationships/tags" Target="../tags/tag206.xml"/><Relationship Id="rId86" Type="http://schemas.openxmlformats.org/officeDocument/2006/relationships/tags" Target="../tags/tag205.xml"/><Relationship Id="rId85" Type="http://schemas.openxmlformats.org/officeDocument/2006/relationships/tags" Target="../tags/tag204.xml"/><Relationship Id="rId84" Type="http://schemas.openxmlformats.org/officeDocument/2006/relationships/tags" Target="../tags/tag203.xml"/><Relationship Id="rId83" Type="http://schemas.openxmlformats.org/officeDocument/2006/relationships/tags" Target="../tags/tag202.xml"/><Relationship Id="rId82" Type="http://schemas.openxmlformats.org/officeDocument/2006/relationships/tags" Target="../tags/tag201.xml"/><Relationship Id="rId81" Type="http://schemas.openxmlformats.org/officeDocument/2006/relationships/tags" Target="../tags/tag200.xml"/><Relationship Id="rId80" Type="http://schemas.openxmlformats.org/officeDocument/2006/relationships/tags" Target="../tags/tag199.xml"/><Relationship Id="rId8" Type="http://schemas.openxmlformats.org/officeDocument/2006/relationships/tags" Target="../tags/tag127.xml"/><Relationship Id="rId79" Type="http://schemas.openxmlformats.org/officeDocument/2006/relationships/tags" Target="../tags/tag198.xml"/><Relationship Id="rId78" Type="http://schemas.openxmlformats.org/officeDocument/2006/relationships/tags" Target="../tags/tag197.xml"/><Relationship Id="rId77" Type="http://schemas.openxmlformats.org/officeDocument/2006/relationships/tags" Target="../tags/tag196.xml"/><Relationship Id="rId76" Type="http://schemas.openxmlformats.org/officeDocument/2006/relationships/tags" Target="../tags/tag195.xml"/><Relationship Id="rId75" Type="http://schemas.openxmlformats.org/officeDocument/2006/relationships/tags" Target="../tags/tag194.xml"/><Relationship Id="rId74" Type="http://schemas.openxmlformats.org/officeDocument/2006/relationships/tags" Target="../tags/tag193.xml"/><Relationship Id="rId73" Type="http://schemas.openxmlformats.org/officeDocument/2006/relationships/tags" Target="../tags/tag192.xml"/><Relationship Id="rId72" Type="http://schemas.openxmlformats.org/officeDocument/2006/relationships/tags" Target="../tags/tag191.xml"/><Relationship Id="rId71" Type="http://schemas.openxmlformats.org/officeDocument/2006/relationships/tags" Target="../tags/tag190.xml"/><Relationship Id="rId70" Type="http://schemas.openxmlformats.org/officeDocument/2006/relationships/tags" Target="../tags/tag189.xml"/><Relationship Id="rId7" Type="http://schemas.openxmlformats.org/officeDocument/2006/relationships/tags" Target="../tags/tag126.xml"/><Relationship Id="rId69" Type="http://schemas.openxmlformats.org/officeDocument/2006/relationships/tags" Target="../tags/tag188.xml"/><Relationship Id="rId68" Type="http://schemas.openxmlformats.org/officeDocument/2006/relationships/tags" Target="../tags/tag187.xml"/><Relationship Id="rId67" Type="http://schemas.openxmlformats.org/officeDocument/2006/relationships/tags" Target="../tags/tag186.xml"/><Relationship Id="rId66" Type="http://schemas.openxmlformats.org/officeDocument/2006/relationships/tags" Target="../tags/tag185.xml"/><Relationship Id="rId65" Type="http://schemas.openxmlformats.org/officeDocument/2006/relationships/tags" Target="../tags/tag184.xml"/><Relationship Id="rId64" Type="http://schemas.openxmlformats.org/officeDocument/2006/relationships/tags" Target="../tags/tag183.xml"/><Relationship Id="rId63" Type="http://schemas.openxmlformats.org/officeDocument/2006/relationships/tags" Target="../tags/tag182.xml"/><Relationship Id="rId62" Type="http://schemas.openxmlformats.org/officeDocument/2006/relationships/tags" Target="../tags/tag181.xml"/><Relationship Id="rId61" Type="http://schemas.openxmlformats.org/officeDocument/2006/relationships/tags" Target="../tags/tag180.xml"/><Relationship Id="rId60" Type="http://schemas.openxmlformats.org/officeDocument/2006/relationships/tags" Target="../tags/tag179.xml"/><Relationship Id="rId6" Type="http://schemas.openxmlformats.org/officeDocument/2006/relationships/tags" Target="../tags/tag125.xml"/><Relationship Id="rId59" Type="http://schemas.openxmlformats.org/officeDocument/2006/relationships/tags" Target="../tags/tag178.xml"/><Relationship Id="rId58" Type="http://schemas.openxmlformats.org/officeDocument/2006/relationships/tags" Target="../tags/tag177.xml"/><Relationship Id="rId57" Type="http://schemas.openxmlformats.org/officeDocument/2006/relationships/tags" Target="../tags/tag176.xml"/><Relationship Id="rId56" Type="http://schemas.openxmlformats.org/officeDocument/2006/relationships/tags" Target="../tags/tag175.xml"/><Relationship Id="rId55" Type="http://schemas.openxmlformats.org/officeDocument/2006/relationships/tags" Target="../tags/tag174.xml"/><Relationship Id="rId54" Type="http://schemas.openxmlformats.org/officeDocument/2006/relationships/tags" Target="../tags/tag173.xml"/><Relationship Id="rId53" Type="http://schemas.openxmlformats.org/officeDocument/2006/relationships/tags" Target="../tags/tag172.xml"/><Relationship Id="rId52" Type="http://schemas.openxmlformats.org/officeDocument/2006/relationships/tags" Target="../tags/tag171.xml"/><Relationship Id="rId51" Type="http://schemas.openxmlformats.org/officeDocument/2006/relationships/tags" Target="../tags/tag170.xml"/><Relationship Id="rId50" Type="http://schemas.openxmlformats.org/officeDocument/2006/relationships/tags" Target="../tags/tag169.xml"/><Relationship Id="rId5" Type="http://schemas.openxmlformats.org/officeDocument/2006/relationships/tags" Target="../tags/tag124.xml"/><Relationship Id="rId49" Type="http://schemas.openxmlformats.org/officeDocument/2006/relationships/tags" Target="../tags/tag168.xml"/><Relationship Id="rId48" Type="http://schemas.openxmlformats.org/officeDocument/2006/relationships/tags" Target="../tags/tag167.xml"/><Relationship Id="rId47" Type="http://schemas.openxmlformats.org/officeDocument/2006/relationships/tags" Target="../tags/tag166.xml"/><Relationship Id="rId46" Type="http://schemas.openxmlformats.org/officeDocument/2006/relationships/tags" Target="../tags/tag165.xml"/><Relationship Id="rId45" Type="http://schemas.openxmlformats.org/officeDocument/2006/relationships/tags" Target="../tags/tag164.xml"/><Relationship Id="rId44" Type="http://schemas.openxmlformats.org/officeDocument/2006/relationships/tags" Target="../tags/tag163.xml"/><Relationship Id="rId43" Type="http://schemas.openxmlformats.org/officeDocument/2006/relationships/tags" Target="../tags/tag162.xml"/><Relationship Id="rId42" Type="http://schemas.openxmlformats.org/officeDocument/2006/relationships/tags" Target="../tags/tag161.xml"/><Relationship Id="rId41" Type="http://schemas.openxmlformats.org/officeDocument/2006/relationships/tags" Target="../tags/tag160.xml"/><Relationship Id="rId40" Type="http://schemas.openxmlformats.org/officeDocument/2006/relationships/tags" Target="../tags/tag159.xml"/><Relationship Id="rId4" Type="http://schemas.openxmlformats.org/officeDocument/2006/relationships/tags" Target="../tags/tag123.xml"/><Relationship Id="rId39" Type="http://schemas.openxmlformats.org/officeDocument/2006/relationships/tags" Target="../tags/tag158.xml"/><Relationship Id="rId38" Type="http://schemas.openxmlformats.org/officeDocument/2006/relationships/tags" Target="../tags/tag157.xml"/><Relationship Id="rId37" Type="http://schemas.openxmlformats.org/officeDocument/2006/relationships/tags" Target="../tags/tag156.xml"/><Relationship Id="rId36" Type="http://schemas.openxmlformats.org/officeDocument/2006/relationships/tags" Target="../tags/tag155.xml"/><Relationship Id="rId35" Type="http://schemas.openxmlformats.org/officeDocument/2006/relationships/tags" Target="../tags/tag154.xml"/><Relationship Id="rId34" Type="http://schemas.openxmlformats.org/officeDocument/2006/relationships/tags" Target="../tags/tag153.xml"/><Relationship Id="rId33" Type="http://schemas.openxmlformats.org/officeDocument/2006/relationships/tags" Target="../tags/tag152.xml"/><Relationship Id="rId32" Type="http://schemas.openxmlformats.org/officeDocument/2006/relationships/tags" Target="../tags/tag151.xml"/><Relationship Id="rId31" Type="http://schemas.openxmlformats.org/officeDocument/2006/relationships/tags" Target="../tags/tag150.xml"/><Relationship Id="rId30" Type="http://schemas.openxmlformats.org/officeDocument/2006/relationships/tags" Target="../tags/tag149.xml"/><Relationship Id="rId3" Type="http://schemas.openxmlformats.org/officeDocument/2006/relationships/tags" Target="../tags/tag122.xml"/><Relationship Id="rId29" Type="http://schemas.openxmlformats.org/officeDocument/2006/relationships/tags" Target="../tags/tag148.xml"/><Relationship Id="rId28" Type="http://schemas.openxmlformats.org/officeDocument/2006/relationships/tags" Target="../tags/tag147.xml"/><Relationship Id="rId27" Type="http://schemas.openxmlformats.org/officeDocument/2006/relationships/tags" Target="../tags/tag146.xml"/><Relationship Id="rId26" Type="http://schemas.openxmlformats.org/officeDocument/2006/relationships/tags" Target="../tags/tag145.xml"/><Relationship Id="rId25" Type="http://schemas.openxmlformats.org/officeDocument/2006/relationships/tags" Target="../tags/tag144.xml"/><Relationship Id="rId24" Type="http://schemas.openxmlformats.org/officeDocument/2006/relationships/tags" Target="../tags/tag143.xml"/><Relationship Id="rId23" Type="http://schemas.openxmlformats.org/officeDocument/2006/relationships/tags" Target="../tags/tag142.xml"/><Relationship Id="rId22" Type="http://schemas.openxmlformats.org/officeDocument/2006/relationships/tags" Target="../tags/tag141.xml"/><Relationship Id="rId21" Type="http://schemas.openxmlformats.org/officeDocument/2006/relationships/tags" Target="../tags/tag140.xml"/><Relationship Id="rId20" Type="http://schemas.openxmlformats.org/officeDocument/2006/relationships/tags" Target="../tags/tag139.xml"/><Relationship Id="rId2" Type="http://schemas.openxmlformats.org/officeDocument/2006/relationships/tags" Target="../tags/tag121.xml"/><Relationship Id="rId19" Type="http://schemas.openxmlformats.org/officeDocument/2006/relationships/tags" Target="../tags/tag138.xml"/><Relationship Id="rId18" Type="http://schemas.openxmlformats.org/officeDocument/2006/relationships/tags" Target="../tags/tag137.xml"/><Relationship Id="rId17" Type="http://schemas.openxmlformats.org/officeDocument/2006/relationships/tags" Target="../tags/tag136.xml"/><Relationship Id="rId16" Type="http://schemas.openxmlformats.org/officeDocument/2006/relationships/tags" Target="../tags/tag135.xml"/><Relationship Id="rId15" Type="http://schemas.openxmlformats.org/officeDocument/2006/relationships/tags" Target="../tags/tag134.xml"/><Relationship Id="rId14" Type="http://schemas.openxmlformats.org/officeDocument/2006/relationships/tags" Target="../tags/tag133.xml"/><Relationship Id="rId13" Type="http://schemas.openxmlformats.org/officeDocument/2006/relationships/tags" Target="../tags/tag132.xml"/><Relationship Id="rId12" Type="http://schemas.openxmlformats.org/officeDocument/2006/relationships/tags" Target="../tags/tag131.xml"/><Relationship Id="rId118" Type="http://schemas.openxmlformats.org/officeDocument/2006/relationships/slideLayout" Target="../slideLayouts/slideLayout12.xml"/><Relationship Id="rId117" Type="http://schemas.openxmlformats.org/officeDocument/2006/relationships/image" Target="../media/image2.svg"/><Relationship Id="rId116" Type="http://schemas.openxmlformats.org/officeDocument/2006/relationships/image" Target="../media/image1.png"/><Relationship Id="rId115" Type="http://schemas.openxmlformats.org/officeDocument/2006/relationships/tags" Target="../tags/tag234.xml"/><Relationship Id="rId114" Type="http://schemas.openxmlformats.org/officeDocument/2006/relationships/tags" Target="../tags/tag233.xml"/><Relationship Id="rId113" Type="http://schemas.openxmlformats.org/officeDocument/2006/relationships/tags" Target="../tags/tag232.xml"/><Relationship Id="rId112" Type="http://schemas.openxmlformats.org/officeDocument/2006/relationships/tags" Target="../tags/tag231.xml"/><Relationship Id="rId111" Type="http://schemas.openxmlformats.org/officeDocument/2006/relationships/tags" Target="../tags/tag230.xml"/><Relationship Id="rId110" Type="http://schemas.openxmlformats.org/officeDocument/2006/relationships/tags" Target="../tags/tag229.xml"/><Relationship Id="rId11" Type="http://schemas.openxmlformats.org/officeDocument/2006/relationships/tags" Target="../tags/tag130.xml"/><Relationship Id="rId109" Type="http://schemas.openxmlformats.org/officeDocument/2006/relationships/tags" Target="../tags/tag228.xml"/><Relationship Id="rId108" Type="http://schemas.openxmlformats.org/officeDocument/2006/relationships/tags" Target="../tags/tag227.xml"/><Relationship Id="rId107" Type="http://schemas.openxmlformats.org/officeDocument/2006/relationships/tags" Target="../tags/tag226.xml"/><Relationship Id="rId106" Type="http://schemas.openxmlformats.org/officeDocument/2006/relationships/tags" Target="../tags/tag225.xml"/><Relationship Id="rId105" Type="http://schemas.openxmlformats.org/officeDocument/2006/relationships/tags" Target="../tags/tag224.xml"/><Relationship Id="rId104" Type="http://schemas.openxmlformats.org/officeDocument/2006/relationships/tags" Target="../tags/tag223.xml"/><Relationship Id="rId103" Type="http://schemas.openxmlformats.org/officeDocument/2006/relationships/tags" Target="../tags/tag222.xml"/><Relationship Id="rId102" Type="http://schemas.openxmlformats.org/officeDocument/2006/relationships/tags" Target="../tags/tag221.xml"/><Relationship Id="rId101" Type="http://schemas.openxmlformats.org/officeDocument/2006/relationships/tags" Target="../tags/tag220.xml"/><Relationship Id="rId100" Type="http://schemas.openxmlformats.org/officeDocument/2006/relationships/tags" Target="../tags/tag219.xml"/><Relationship Id="rId10" Type="http://schemas.openxmlformats.org/officeDocument/2006/relationships/tags" Target="../tags/tag129.xml"/><Relationship Id="rId1" Type="http://schemas.openxmlformats.org/officeDocument/2006/relationships/tags" Target="../tags/tag12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99" Type="http://schemas.openxmlformats.org/officeDocument/2006/relationships/tags" Target="../tags/tag333.xml"/><Relationship Id="rId98" Type="http://schemas.openxmlformats.org/officeDocument/2006/relationships/tags" Target="../tags/tag332.xml"/><Relationship Id="rId97" Type="http://schemas.openxmlformats.org/officeDocument/2006/relationships/tags" Target="../tags/tag331.xml"/><Relationship Id="rId96" Type="http://schemas.openxmlformats.org/officeDocument/2006/relationships/tags" Target="../tags/tag330.xml"/><Relationship Id="rId95" Type="http://schemas.openxmlformats.org/officeDocument/2006/relationships/tags" Target="../tags/tag329.xml"/><Relationship Id="rId94" Type="http://schemas.openxmlformats.org/officeDocument/2006/relationships/tags" Target="../tags/tag328.xml"/><Relationship Id="rId93" Type="http://schemas.openxmlformats.org/officeDocument/2006/relationships/tags" Target="../tags/tag327.xml"/><Relationship Id="rId92" Type="http://schemas.openxmlformats.org/officeDocument/2006/relationships/tags" Target="../tags/tag326.xml"/><Relationship Id="rId91" Type="http://schemas.openxmlformats.org/officeDocument/2006/relationships/tags" Target="../tags/tag325.xml"/><Relationship Id="rId90" Type="http://schemas.openxmlformats.org/officeDocument/2006/relationships/tags" Target="../tags/tag324.xml"/><Relationship Id="rId9" Type="http://schemas.openxmlformats.org/officeDocument/2006/relationships/tags" Target="../tags/tag243.xml"/><Relationship Id="rId89" Type="http://schemas.openxmlformats.org/officeDocument/2006/relationships/tags" Target="../tags/tag323.xml"/><Relationship Id="rId88" Type="http://schemas.openxmlformats.org/officeDocument/2006/relationships/tags" Target="../tags/tag322.xml"/><Relationship Id="rId87" Type="http://schemas.openxmlformats.org/officeDocument/2006/relationships/tags" Target="../tags/tag321.xml"/><Relationship Id="rId86" Type="http://schemas.openxmlformats.org/officeDocument/2006/relationships/tags" Target="../tags/tag320.xml"/><Relationship Id="rId85" Type="http://schemas.openxmlformats.org/officeDocument/2006/relationships/tags" Target="../tags/tag319.xml"/><Relationship Id="rId84" Type="http://schemas.openxmlformats.org/officeDocument/2006/relationships/tags" Target="../tags/tag318.xml"/><Relationship Id="rId83" Type="http://schemas.openxmlformats.org/officeDocument/2006/relationships/tags" Target="../tags/tag317.xml"/><Relationship Id="rId82" Type="http://schemas.openxmlformats.org/officeDocument/2006/relationships/tags" Target="../tags/tag316.xml"/><Relationship Id="rId81" Type="http://schemas.openxmlformats.org/officeDocument/2006/relationships/tags" Target="../tags/tag315.xml"/><Relationship Id="rId80" Type="http://schemas.openxmlformats.org/officeDocument/2006/relationships/tags" Target="../tags/tag314.xml"/><Relationship Id="rId8" Type="http://schemas.openxmlformats.org/officeDocument/2006/relationships/tags" Target="../tags/tag242.xml"/><Relationship Id="rId79" Type="http://schemas.openxmlformats.org/officeDocument/2006/relationships/tags" Target="../tags/tag313.xml"/><Relationship Id="rId78" Type="http://schemas.openxmlformats.org/officeDocument/2006/relationships/tags" Target="../tags/tag312.xml"/><Relationship Id="rId77" Type="http://schemas.openxmlformats.org/officeDocument/2006/relationships/tags" Target="../tags/tag311.xml"/><Relationship Id="rId76" Type="http://schemas.openxmlformats.org/officeDocument/2006/relationships/tags" Target="../tags/tag310.xml"/><Relationship Id="rId75" Type="http://schemas.openxmlformats.org/officeDocument/2006/relationships/tags" Target="../tags/tag309.xml"/><Relationship Id="rId74" Type="http://schemas.openxmlformats.org/officeDocument/2006/relationships/tags" Target="../tags/tag308.xml"/><Relationship Id="rId73" Type="http://schemas.openxmlformats.org/officeDocument/2006/relationships/tags" Target="../tags/tag307.xml"/><Relationship Id="rId72" Type="http://schemas.openxmlformats.org/officeDocument/2006/relationships/tags" Target="../tags/tag306.xml"/><Relationship Id="rId71" Type="http://schemas.openxmlformats.org/officeDocument/2006/relationships/tags" Target="../tags/tag305.xml"/><Relationship Id="rId70" Type="http://schemas.openxmlformats.org/officeDocument/2006/relationships/tags" Target="../tags/tag304.xml"/><Relationship Id="rId7" Type="http://schemas.openxmlformats.org/officeDocument/2006/relationships/tags" Target="../tags/tag241.xml"/><Relationship Id="rId69" Type="http://schemas.openxmlformats.org/officeDocument/2006/relationships/tags" Target="../tags/tag303.xml"/><Relationship Id="rId68" Type="http://schemas.openxmlformats.org/officeDocument/2006/relationships/tags" Target="../tags/tag302.xml"/><Relationship Id="rId67" Type="http://schemas.openxmlformats.org/officeDocument/2006/relationships/tags" Target="../tags/tag301.xml"/><Relationship Id="rId66" Type="http://schemas.openxmlformats.org/officeDocument/2006/relationships/tags" Target="../tags/tag300.xml"/><Relationship Id="rId65" Type="http://schemas.openxmlformats.org/officeDocument/2006/relationships/tags" Target="../tags/tag299.xml"/><Relationship Id="rId64" Type="http://schemas.openxmlformats.org/officeDocument/2006/relationships/tags" Target="../tags/tag298.xml"/><Relationship Id="rId63" Type="http://schemas.openxmlformats.org/officeDocument/2006/relationships/tags" Target="../tags/tag297.xml"/><Relationship Id="rId62" Type="http://schemas.openxmlformats.org/officeDocument/2006/relationships/tags" Target="../tags/tag296.xml"/><Relationship Id="rId61" Type="http://schemas.openxmlformats.org/officeDocument/2006/relationships/tags" Target="../tags/tag295.xml"/><Relationship Id="rId60" Type="http://schemas.openxmlformats.org/officeDocument/2006/relationships/tags" Target="../tags/tag294.xml"/><Relationship Id="rId6" Type="http://schemas.openxmlformats.org/officeDocument/2006/relationships/tags" Target="../tags/tag240.xml"/><Relationship Id="rId59" Type="http://schemas.openxmlformats.org/officeDocument/2006/relationships/tags" Target="../tags/tag293.xml"/><Relationship Id="rId58" Type="http://schemas.openxmlformats.org/officeDocument/2006/relationships/tags" Target="../tags/tag292.xml"/><Relationship Id="rId57" Type="http://schemas.openxmlformats.org/officeDocument/2006/relationships/tags" Target="../tags/tag291.xml"/><Relationship Id="rId56" Type="http://schemas.openxmlformats.org/officeDocument/2006/relationships/tags" Target="../tags/tag290.xml"/><Relationship Id="rId55" Type="http://schemas.openxmlformats.org/officeDocument/2006/relationships/tags" Target="../tags/tag289.xml"/><Relationship Id="rId54" Type="http://schemas.openxmlformats.org/officeDocument/2006/relationships/tags" Target="../tags/tag288.xml"/><Relationship Id="rId53" Type="http://schemas.openxmlformats.org/officeDocument/2006/relationships/tags" Target="../tags/tag287.xml"/><Relationship Id="rId52" Type="http://schemas.openxmlformats.org/officeDocument/2006/relationships/tags" Target="../tags/tag286.xml"/><Relationship Id="rId51" Type="http://schemas.openxmlformats.org/officeDocument/2006/relationships/tags" Target="../tags/tag285.xml"/><Relationship Id="rId50" Type="http://schemas.openxmlformats.org/officeDocument/2006/relationships/tags" Target="../tags/tag284.xml"/><Relationship Id="rId5" Type="http://schemas.openxmlformats.org/officeDocument/2006/relationships/tags" Target="../tags/tag239.xml"/><Relationship Id="rId49" Type="http://schemas.openxmlformats.org/officeDocument/2006/relationships/tags" Target="../tags/tag283.xml"/><Relationship Id="rId48" Type="http://schemas.openxmlformats.org/officeDocument/2006/relationships/tags" Target="../tags/tag282.xml"/><Relationship Id="rId47" Type="http://schemas.openxmlformats.org/officeDocument/2006/relationships/tags" Target="../tags/tag281.xml"/><Relationship Id="rId46" Type="http://schemas.openxmlformats.org/officeDocument/2006/relationships/tags" Target="../tags/tag280.xml"/><Relationship Id="rId45" Type="http://schemas.openxmlformats.org/officeDocument/2006/relationships/tags" Target="../tags/tag279.xml"/><Relationship Id="rId44" Type="http://schemas.openxmlformats.org/officeDocument/2006/relationships/tags" Target="../tags/tag278.xml"/><Relationship Id="rId43" Type="http://schemas.openxmlformats.org/officeDocument/2006/relationships/tags" Target="../tags/tag277.xml"/><Relationship Id="rId42" Type="http://schemas.openxmlformats.org/officeDocument/2006/relationships/tags" Target="../tags/tag276.xml"/><Relationship Id="rId41" Type="http://schemas.openxmlformats.org/officeDocument/2006/relationships/tags" Target="../tags/tag275.xml"/><Relationship Id="rId40" Type="http://schemas.openxmlformats.org/officeDocument/2006/relationships/tags" Target="../tags/tag274.xml"/><Relationship Id="rId4" Type="http://schemas.openxmlformats.org/officeDocument/2006/relationships/tags" Target="../tags/tag238.xml"/><Relationship Id="rId39" Type="http://schemas.openxmlformats.org/officeDocument/2006/relationships/tags" Target="../tags/tag273.xml"/><Relationship Id="rId38" Type="http://schemas.openxmlformats.org/officeDocument/2006/relationships/tags" Target="../tags/tag272.xml"/><Relationship Id="rId37" Type="http://schemas.openxmlformats.org/officeDocument/2006/relationships/tags" Target="../tags/tag271.xml"/><Relationship Id="rId36" Type="http://schemas.openxmlformats.org/officeDocument/2006/relationships/tags" Target="../tags/tag270.xml"/><Relationship Id="rId35" Type="http://schemas.openxmlformats.org/officeDocument/2006/relationships/tags" Target="../tags/tag269.xml"/><Relationship Id="rId34" Type="http://schemas.openxmlformats.org/officeDocument/2006/relationships/tags" Target="../tags/tag268.xml"/><Relationship Id="rId33" Type="http://schemas.openxmlformats.org/officeDocument/2006/relationships/tags" Target="../tags/tag267.xml"/><Relationship Id="rId32" Type="http://schemas.openxmlformats.org/officeDocument/2006/relationships/tags" Target="../tags/tag266.xml"/><Relationship Id="rId31" Type="http://schemas.openxmlformats.org/officeDocument/2006/relationships/tags" Target="../tags/tag265.xml"/><Relationship Id="rId30" Type="http://schemas.openxmlformats.org/officeDocument/2006/relationships/tags" Target="../tags/tag264.xml"/><Relationship Id="rId3" Type="http://schemas.openxmlformats.org/officeDocument/2006/relationships/tags" Target="../tags/tag237.xml"/><Relationship Id="rId29" Type="http://schemas.openxmlformats.org/officeDocument/2006/relationships/tags" Target="../tags/tag263.xml"/><Relationship Id="rId28" Type="http://schemas.openxmlformats.org/officeDocument/2006/relationships/tags" Target="../tags/tag262.xml"/><Relationship Id="rId27" Type="http://schemas.openxmlformats.org/officeDocument/2006/relationships/tags" Target="../tags/tag261.xml"/><Relationship Id="rId26" Type="http://schemas.openxmlformats.org/officeDocument/2006/relationships/tags" Target="../tags/tag260.xml"/><Relationship Id="rId25" Type="http://schemas.openxmlformats.org/officeDocument/2006/relationships/tags" Target="../tags/tag259.xml"/><Relationship Id="rId24" Type="http://schemas.openxmlformats.org/officeDocument/2006/relationships/tags" Target="../tags/tag258.xml"/><Relationship Id="rId23" Type="http://schemas.openxmlformats.org/officeDocument/2006/relationships/tags" Target="../tags/tag257.xml"/><Relationship Id="rId22" Type="http://schemas.openxmlformats.org/officeDocument/2006/relationships/tags" Target="../tags/tag256.xml"/><Relationship Id="rId21" Type="http://schemas.openxmlformats.org/officeDocument/2006/relationships/tags" Target="../tags/tag255.xml"/><Relationship Id="rId20" Type="http://schemas.openxmlformats.org/officeDocument/2006/relationships/tags" Target="../tags/tag254.xml"/><Relationship Id="rId2" Type="http://schemas.openxmlformats.org/officeDocument/2006/relationships/tags" Target="../tags/tag236.xml"/><Relationship Id="rId19" Type="http://schemas.openxmlformats.org/officeDocument/2006/relationships/tags" Target="../tags/tag253.xml"/><Relationship Id="rId18" Type="http://schemas.openxmlformats.org/officeDocument/2006/relationships/tags" Target="../tags/tag252.xml"/><Relationship Id="rId17" Type="http://schemas.openxmlformats.org/officeDocument/2006/relationships/tags" Target="../tags/tag251.xml"/><Relationship Id="rId16" Type="http://schemas.openxmlformats.org/officeDocument/2006/relationships/tags" Target="../tags/tag250.xml"/><Relationship Id="rId15" Type="http://schemas.openxmlformats.org/officeDocument/2006/relationships/tags" Target="../tags/tag249.xml"/><Relationship Id="rId14" Type="http://schemas.openxmlformats.org/officeDocument/2006/relationships/tags" Target="../tags/tag248.xml"/><Relationship Id="rId13" Type="http://schemas.openxmlformats.org/officeDocument/2006/relationships/tags" Target="../tags/tag247.xml"/><Relationship Id="rId124" Type="http://schemas.openxmlformats.org/officeDocument/2006/relationships/slideLayout" Target="../slideLayouts/slideLayout12.xml"/><Relationship Id="rId123" Type="http://schemas.openxmlformats.org/officeDocument/2006/relationships/tags" Target="../tags/tag357.xml"/><Relationship Id="rId122" Type="http://schemas.openxmlformats.org/officeDocument/2006/relationships/tags" Target="../tags/tag356.xml"/><Relationship Id="rId121" Type="http://schemas.openxmlformats.org/officeDocument/2006/relationships/tags" Target="../tags/tag355.xml"/><Relationship Id="rId120" Type="http://schemas.openxmlformats.org/officeDocument/2006/relationships/tags" Target="../tags/tag354.xml"/><Relationship Id="rId12" Type="http://schemas.openxmlformats.org/officeDocument/2006/relationships/tags" Target="../tags/tag246.xml"/><Relationship Id="rId119" Type="http://schemas.openxmlformats.org/officeDocument/2006/relationships/tags" Target="../tags/tag353.xml"/><Relationship Id="rId118" Type="http://schemas.openxmlformats.org/officeDocument/2006/relationships/tags" Target="../tags/tag352.xml"/><Relationship Id="rId117" Type="http://schemas.openxmlformats.org/officeDocument/2006/relationships/tags" Target="../tags/tag351.xml"/><Relationship Id="rId116" Type="http://schemas.openxmlformats.org/officeDocument/2006/relationships/tags" Target="../tags/tag350.xml"/><Relationship Id="rId115" Type="http://schemas.openxmlformats.org/officeDocument/2006/relationships/tags" Target="../tags/tag349.xml"/><Relationship Id="rId114" Type="http://schemas.openxmlformats.org/officeDocument/2006/relationships/tags" Target="../tags/tag348.xml"/><Relationship Id="rId113" Type="http://schemas.openxmlformats.org/officeDocument/2006/relationships/tags" Target="../tags/tag347.xml"/><Relationship Id="rId112" Type="http://schemas.openxmlformats.org/officeDocument/2006/relationships/tags" Target="../tags/tag346.xml"/><Relationship Id="rId111" Type="http://schemas.openxmlformats.org/officeDocument/2006/relationships/tags" Target="../tags/tag345.xml"/><Relationship Id="rId110" Type="http://schemas.openxmlformats.org/officeDocument/2006/relationships/tags" Target="../tags/tag344.xml"/><Relationship Id="rId11" Type="http://schemas.openxmlformats.org/officeDocument/2006/relationships/tags" Target="../tags/tag245.xml"/><Relationship Id="rId109" Type="http://schemas.openxmlformats.org/officeDocument/2006/relationships/tags" Target="../tags/tag343.xml"/><Relationship Id="rId108" Type="http://schemas.openxmlformats.org/officeDocument/2006/relationships/tags" Target="../tags/tag342.xml"/><Relationship Id="rId107" Type="http://schemas.openxmlformats.org/officeDocument/2006/relationships/tags" Target="../tags/tag341.xml"/><Relationship Id="rId106" Type="http://schemas.openxmlformats.org/officeDocument/2006/relationships/tags" Target="../tags/tag340.xml"/><Relationship Id="rId105" Type="http://schemas.openxmlformats.org/officeDocument/2006/relationships/tags" Target="../tags/tag339.xml"/><Relationship Id="rId104" Type="http://schemas.openxmlformats.org/officeDocument/2006/relationships/tags" Target="../tags/tag338.xml"/><Relationship Id="rId103" Type="http://schemas.openxmlformats.org/officeDocument/2006/relationships/tags" Target="../tags/tag337.xml"/><Relationship Id="rId102" Type="http://schemas.openxmlformats.org/officeDocument/2006/relationships/tags" Target="../tags/tag336.xml"/><Relationship Id="rId101" Type="http://schemas.openxmlformats.org/officeDocument/2006/relationships/tags" Target="../tags/tag335.xml"/><Relationship Id="rId100" Type="http://schemas.openxmlformats.org/officeDocument/2006/relationships/tags" Target="../tags/tag334.xml"/><Relationship Id="rId10" Type="http://schemas.openxmlformats.org/officeDocument/2006/relationships/tags" Target="../tags/tag244.xml"/><Relationship Id="rId1" Type="http://schemas.openxmlformats.org/officeDocument/2006/relationships/tags" Target="../tags/tag235.xml"/></Relationships>
</file>

<file path=ppt/slides/_rels/slide7.xml.rels><?xml version="1.0" encoding="UTF-8" standalone="yes"?>
<Relationships xmlns="http://schemas.openxmlformats.org/package/2006/relationships"><Relationship Id="rId99" Type="http://schemas.openxmlformats.org/officeDocument/2006/relationships/tags" Target="../tags/tag454.xml"/><Relationship Id="rId98" Type="http://schemas.openxmlformats.org/officeDocument/2006/relationships/tags" Target="../tags/tag453.xml"/><Relationship Id="rId97" Type="http://schemas.openxmlformats.org/officeDocument/2006/relationships/tags" Target="../tags/tag452.xml"/><Relationship Id="rId96" Type="http://schemas.openxmlformats.org/officeDocument/2006/relationships/tags" Target="../tags/tag451.xml"/><Relationship Id="rId95" Type="http://schemas.openxmlformats.org/officeDocument/2006/relationships/tags" Target="../tags/tag450.xml"/><Relationship Id="rId94" Type="http://schemas.openxmlformats.org/officeDocument/2006/relationships/tags" Target="../tags/tag449.xml"/><Relationship Id="rId93" Type="http://schemas.openxmlformats.org/officeDocument/2006/relationships/tags" Target="../tags/tag448.xml"/><Relationship Id="rId92" Type="http://schemas.openxmlformats.org/officeDocument/2006/relationships/tags" Target="../tags/tag447.xml"/><Relationship Id="rId91" Type="http://schemas.openxmlformats.org/officeDocument/2006/relationships/tags" Target="../tags/tag446.xml"/><Relationship Id="rId90" Type="http://schemas.openxmlformats.org/officeDocument/2006/relationships/tags" Target="../tags/tag445.xml"/><Relationship Id="rId9" Type="http://schemas.openxmlformats.org/officeDocument/2006/relationships/tags" Target="../tags/tag366.xml"/><Relationship Id="rId89" Type="http://schemas.openxmlformats.org/officeDocument/2006/relationships/tags" Target="../tags/tag444.xml"/><Relationship Id="rId88" Type="http://schemas.openxmlformats.org/officeDocument/2006/relationships/tags" Target="../tags/tag443.xml"/><Relationship Id="rId87" Type="http://schemas.openxmlformats.org/officeDocument/2006/relationships/tags" Target="../tags/tag442.xml"/><Relationship Id="rId86" Type="http://schemas.openxmlformats.org/officeDocument/2006/relationships/tags" Target="../tags/tag441.xml"/><Relationship Id="rId85" Type="http://schemas.openxmlformats.org/officeDocument/2006/relationships/tags" Target="../tags/tag440.xml"/><Relationship Id="rId84" Type="http://schemas.openxmlformats.org/officeDocument/2006/relationships/tags" Target="../tags/tag439.xml"/><Relationship Id="rId83" Type="http://schemas.openxmlformats.org/officeDocument/2006/relationships/tags" Target="../tags/tag438.xml"/><Relationship Id="rId82" Type="http://schemas.openxmlformats.org/officeDocument/2006/relationships/tags" Target="../tags/tag437.xml"/><Relationship Id="rId81" Type="http://schemas.openxmlformats.org/officeDocument/2006/relationships/tags" Target="../tags/tag436.xml"/><Relationship Id="rId80" Type="http://schemas.openxmlformats.org/officeDocument/2006/relationships/tags" Target="../tags/tag435.xml"/><Relationship Id="rId8" Type="http://schemas.openxmlformats.org/officeDocument/2006/relationships/tags" Target="../tags/tag365.xml"/><Relationship Id="rId79" Type="http://schemas.openxmlformats.org/officeDocument/2006/relationships/tags" Target="../tags/tag434.xml"/><Relationship Id="rId78" Type="http://schemas.openxmlformats.org/officeDocument/2006/relationships/tags" Target="../tags/tag433.xml"/><Relationship Id="rId77" Type="http://schemas.openxmlformats.org/officeDocument/2006/relationships/tags" Target="../tags/tag432.xml"/><Relationship Id="rId76" Type="http://schemas.openxmlformats.org/officeDocument/2006/relationships/tags" Target="../tags/tag431.xml"/><Relationship Id="rId75" Type="http://schemas.openxmlformats.org/officeDocument/2006/relationships/tags" Target="../tags/tag430.xml"/><Relationship Id="rId74" Type="http://schemas.openxmlformats.org/officeDocument/2006/relationships/tags" Target="../tags/tag429.xml"/><Relationship Id="rId73" Type="http://schemas.openxmlformats.org/officeDocument/2006/relationships/tags" Target="../tags/tag428.xml"/><Relationship Id="rId72" Type="http://schemas.openxmlformats.org/officeDocument/2006/relationships/tags" Target="../tags/tag427.xml"/><Relationship Id="rId71" Type="http://schemas.openxmlformats.org/officeDocument/2006/relationships/tags" Target="../tags/tag426.xml"/><Relationship Id="rId70" Type="http://schemas.openxmlformats.org/officeDocument/2006/relationships/tags" Target="../tags/tag425.xml"/><Relationship Id="rId7" Type="http://schemas.openxmlformats.org/officeDocument/2006/relationships/tags" Target="../tags/tag364.xml"/><Relationship Id="rId69" Type="http://schemas.openxmlformats.org/officeDocument/2006/relationships/tags" Target="../tags/tag424.xml"/><Relationship Id="rId68" Type="http://schemas.openxmlformats.org/officeDocument/2006/relationships/tags" Target="../tags/tag423.xml"/><Relationship Id="rId67" Type="http://schemas.openxmlformats.org/officeDocument/2006/relationships/tags" Target="../tags/tag422.xml"/><Relationship Id="rId66" Type="http://schemas.openxmlformats.org/officeDocument/2006/relationships/tags" Target="../tags/tag421.xml"/><Relationship Id="rId65" Type="http://schemas.openxmlformats.org/officeDocument/2006/relationships/tags" Target="../tags/tag420.xml"/><Relationship Id="rId64" Type="http://schemas.openxmlformats.org/officeDocument/2006/relationships/tags" Target="../tags/tag419.xml"/><Relationship Id="rId63" Type="http://schemas.openxmlformats.org/officeDocument/2006/relationships/tags" Target="../tags/tag418.xml"/><Relationship Id="rId62" Type="http://schemas.openxmlformats.org/officeDocument/2006/relationships/tags" Target="../tags/tag417.xml"/><Relationship Id="rId61" Type="http://schemas.openxmlformats.org/officeDocument/2006/relationships/tags" Target="../tags/tag416.xml"/><Relationship Id="rId60" Type="http://schemas.openxmlformats.org/officeDocument/2006/relationships/tags" Target="../tags/tag415.xml"/><Relationship Id="rId6" Type="http://schemas.openxmlformats.org/officeDocument/2006/relationships/tags" Target="../tags/tag363.xml"/><Relationship Id="rId59" Type="http://schemas.openxmlformats.org/officeDocument/2006/relationships/tags" Target="../tags/tag414.xml"/><Relationship Id="rId58" Type="http://schemas.openxmlformats.org/officeDocument/2006/relationships/tags" Target="../tags/tag413.xml"/><Relationship Id="rId57" Type="http://schemas.openxmlformats.org/officeDocument/2006/relationships/tags" Target="../tags/tag412.xml"/><Relationship Id="rId56" Type="http://schemas.openxmlformats.org/officeDocument/2006/relationships/tags" Target="../tags/tag411.xml"/><Relationship Id="rId55" Type="http://schemas.openxmlformats.org/officeDocument/2006/relationships/tags" Target="../tags/tag410.xml"/><Relationship Id="rId54" Type="http://schemas.openxmlformats.org/officeDocument/2006/relationships/tags" Target="../tags/tag409.xml"/><Relationship Id="rId53" Type="http://schemas.openxmlformats.org/officeDocument/2006/relationships/tags" Target="../tags/tag408.xml"/><Relationship Id="rId52" Type="http://schemas.openxmlformats.org/officeDocument/2006/relationships/tags" Target="../tags/tag407.xml"/><Relationship Id="rId51" Type="http://schemas.openxmlformats.org/officeDocument/2006/relationships/tags" Target="../tags/tag406.xml"/><Relationship Id="rId50" Type="http://schemas.openxmlformats.org/officeDocument/2006/relationships/tags" Target="../tags/tag405.xml"/><Relationship Id="rId5" Type="http://schemas.openxmlformats.org/officeDocument/2006/relationships/tags" Target="../tags/tag362.xml"/><Relationship Id="rId49" Type="http://schemas.openxmlformats.org/officeDocument/2006/relationships/tags" Target="../tags/tag404.xml"/><Relationship Id="rId48" Type="http://schemas.openxmlformats.org/officeDocument/2006/relationships/tags" Target="../tags/tag403.xml"/><Relationship Id="rId47" Type="http://schemas.openxmlformats.org/officeDocument/2006/relationships/tags" Target="../tags/tag402.xml"/><Relationship Id="rId46" Type="http://schemas.openxmlformats.org/officeDocument/2006/relationships/tags" Target="../tags/tag401.xml"/><Relationship Id="rId45" Type="http://schemas.openxmlformats.org/officeDocument/2006/relationships/tags" Target="../tags/tag400.xml"/><Relationship Id="rId44" Type="http://schemas.openxmlformats.org/officeDocument/2006/relationships/tags" Target="../tags/tag399.xml"/><Relationship Id="rId43" Type="http://schemas.openxmlformats.org/officeDocument/2006/relationships/tags" Target="../tags/tag398.xml"/><Relationship Id="rId42" Type="http://schemas.openxmlformats.org/officeDocument/2006/relationships/tags" Target="../tags/tag397.xml"/><Relationship Id="rId41" Type="http://schemas.openxmlformats.org/officeDocument/2006/relationships/tags" Target="../tags/tag396.xml"/><Relationship Id="rId40" Type="http://schemas.openxmlformats.org/officeDocument/2006/relationships/tags" Target="../tags/tag395.xml"/><Relationship Id="rId4" Type="http://schemas.openxmlformats.org/officeDocument/2006/relationships/tags" Target="../tags/tag361.xml"/><Relationship Id="rId39" Type="http://schemas.openxmlformats.org/officeDocument/2006/relationships/tags" Target="../tags/tag394.xml"/><Relationship Id="rId38" Type="http://schemas.openxmlformats.org/officeDocument/2006/relationships/tags" Target="../tags/tag393.xml"/><Relationship Id="rId37" Type="http://schemas.openxmlformats.org/officeDocument/2006/relationships/tags" Target="../tags/tag392.xml"/><Relationship Id="rId36" Type="http://schemas.openxmlformats.org/officeDocument/2006/relationships/tags" Target="../tags/tag391.xml"/><Relationship Id="rId35" Type="http://schemas.openxmlformats.org/officeDocument/2006/relationships/tags" Target="../tags/tag390.xml"/><Relationship Id="rId34" Type="http://schemas.openxmlformats.org/officeDocument/2006/relationships/tags" Target="../tags/tag389.xml"/><Relationship Id="rId33" Type="http://schemas.openxmlformats.org/officeDocument/2006/relationships/tags" Target="../tags/tag388.xml"/><Relationship Id="rId32" Type="http://schemas.openxmlformats.org/officeDocument/2006/relationships/tags" Target="../tags/tag387.xml"/><Relationship Id="rId31" Type="http://schemas.openxmlformats.org/officeDocument/2006/relationships/tags" Target="../tags/tag386.xml"/><Relationship Id="rId30" Type="http://schemas.openxmlformats.org/officeDocument/2006/relationships/tags" Target="../tags/tag385.xml"/><Relationship Id="rId3" Type="http://schemas.openxmlformats.org/officeDocument/2006/relationships/tags" Target="../tags/tag360.xml"/><Relationship Id="rId29" Type="http://schemas.openxmlformats.org/officeDocument/2006/relationships/image" Target="../media/image2.svg"/><Relationship Id="rId28" Type="http://schemas.openxmlformats.org/officeDocument/2006/relationships/image" Target="../media/image1.png"/><Relationship Id="rId27" Type="http://schemas.openxmlformats.org/officeDocument/2006/relationships/tags" Target="../tags/tag384.xml"/><Relationship Id="rId26" Type="http://schemas.openxmlformats.org/officeDocument/2006/relationships/tags" Target="../tags/tag383.xml"/><Relationship Id="rId25" Type="http://schemas.openxmlformats.org/officeDocument/2006/relationships/tags" Target="../tags/tag382.xml"/><Relationship Id="rId24" Type="http://schemas.openxmlformats.org/officeDocument/2006/relationships/tags" Target="../tags/tag381.xml"/><Relationship Id="rId23" Type="http://schemas.openxmlformats.org/officeDocument/2006/relationships/tags" Target="../tags/tag380.xml"/><Relationship Id="rId22" Type="http://schemas.openxmlformats.org/officeDocument/2006/relationships/tags" Target="../tags/tag379.xml"/><Relationship Id="rId21" Type="http://schemas.openxmlformats.org/officeDocument/2006/relationships/tags" Target="../tags/tag378.xml"/><Relationship Id="rId20" Type="http://schemas.openxmlformats.org/officeDocument/2006/relationships/tags" Target="../tags/tag377.xml"/><Relationship Id="rId2" Type="http://schemas.openxmlformats.org/officeDocument/2006/relationships/tags" Target="../tags/tag359.xml"/><Relationship Id="rId19" Type="http://schemas.openxmlformats.org/officeDocument/2006/relationships/tags" Target="../tags/tag376.xml"/><Relationship Id="rId18" Type="http://schemas.openxmlformats.org/officeDocument/2006/relationships/tags" Target="../tags/tag375.xml"/><Relationship Id="rId17" Type="http://schemas.openxmlformats.org/officeDocument/2006/relationships/tags" Target="../tags/tag374.xml"/><Relationship Id="rId16" Type="http://schemas.openxmlformats.org/officeDocument/2006/relationships/tags" Target="../tags/tag373.xml"/><Relationship Id="rId15" Type="http://schemas.openxmlformats.org/officeDocument/2006/relationships/tags" Target="../tags/tag372.xml"/><Relationship Id="rId14" Type="http://schemas.openxmlformats.org/officeDocument/2006/relationships/tags" Target="../tags/tag371.xml"/><Relationship Id="rId13" Type="http://schemas.openxmlformats.org/officeDocument/2006/relationships/tags" Target="../tags/tag370.xml"/><Relationship Id="rId12" Type="http://schemas.openxmlformats.org/officeDocument/2006/relationships/tags" Target="../tags/tag369.xml"/><Relationship Id="rId113" Type="http://schemas.openxmlformats.org/officeDocument/2006/relationships/slideLayout" Target="../slideLayouts/slideLayout12.xml"/><Relationship Id="rId112" Type="http://schemas.openxmlformats.org/officeDocument/2006/relationships/tags" Target="../tags/tag467.xml"/><Relationship Id="rId111" Type="http://schemas.openxmlformats.org/officeDocument/2006/relationships/tags" Target="../tags/tag466.xml"/><Relationship Id="rId110" Type="http://schemas.openxmlformats.org/officeDocument/2006/relationships/tags" Target="../tags/tag465.xml"/><Relationship Id="rId11" Type="http://schemas.openxmlformats.org/officeDocument/2006/relationships/tags" Target="../tags/tag368.xml"/><Relationship Id="rId109" Type="http://schemas.openxmlformats.org/officeDocument/2006/relationships/tags" Target="../tags/tag464.xml"/><Relationship Id="rId108" Type="http://schemas.openxmlformats.org/officeDocument/2006/relationships/tags" Target="../tags/tag463.xml"/><Relationship Id="rId107" Type="http://schemas.openxmlformats.org/officeDocument/2006/relationships/tags" Target="../tags/tag462.xml"/><Relationship Id="rId106" Type="http://schemas.openxmlformats.org/officeDocument/2006/relationships/tags" Target="../tags/tag461.xml"/><Relationship Id="rId105" Type="http://schemas.openxmlformats.org/officeDocument/2006/relationships/tags" Target="../tags/tag460.xml"/><Relationship Id="rId104" Type="http://schemas.openxmlformats.org/officeDocument/2006/relationships/tags" Target="../tags/tag459.xml"/><Relationship Id="rId103" Type="http://schemas.openxmlformats.org/officeDocument/2006/relationships/tags" Target="../tags/tag458.xml"/><Relationship Id="rId102" Type="http://schemas.openxmlformats.org/officeDocument/2006/relationships/tags" Target="../tags/tag457.xml"/><Relationship Id="rId101" Type="http://schemas.openxmlformats.org/officeDocument/2006/relationships/tags" Target="../tags/tag456.xml"/><Relationship Id="rId100" Type="http://schemas.openxmlformats.org/officeDocument/2006/relationships/tags" Target="../tags/tag455.xml"/><Relationship Id="rId10" Type="http://schemas.openxmlformats.org/officeDocument/2006/relationships/tags" Target="../tags/tag367.xml"/><Relationship Id="rId1" Type="http://schemas.openxmlformats.org/officeDocument/2006/relationships/tags" Target="../tags/tag35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tags" Target="../tags/tag470.xml"/><Relationship Id="rId2" Type="http://schemas.openxmlformats.org/officeDocument/2006/relationships/tags" Target="../tags/tag469.xml"/><Relationship Id="rId1" Type="http://schemas.openxmlformats.org/officeDocument/2006/relationships/tags" Target="../tags/tag46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tags" Target="../tags/tag473.xml"/><Relationship Id="rId2" Type="http://schemas.openxmlformats.org/officeDocument/2006/relationships/tags" Target="../tags/tag472.xml"/><Relationship Id="rId1" Type="http://schemas.openxmlformats.org/officeDocument/2006/relationships/tags" Target="../tags/tag471.xml"/></Relationships>
</file>

<file path=ppt/slides/_rels/slide12.xml.rels><?xml version="1.0" encoding="UTF-8" standalone="yes"?>
<Relationships xmlns="http://schemas.openxmlformats.org/package/2006/relationships"><Relationship Id="rId96" Type="http://schemas.openxmlformats.org/officeDocument/2006/relationships/notesSlide" Target="../notesSlides/notesSlide1.xml"/><Relationship Id="rId95" Type="http://schemas.openxmlformats.org/officeDocument/2006/relationships/slideLayout" Target="../slideLayouts/slideLayout12.xml"/><Relationship Id="rId94" Type="http://schemas.openxmlformats.org/officeDocument/2006/relationships/tags" Target="../tags/tag567.xml"/><Relationship Id="rId93" Type="http://schemas.openxmlformats.org/officeDocument/2006/relationships/tags" Target="../tags/tag566.xml"/><Relationship Id="rId92" Type="http://schemas.openxmlformats.org/officeDocument/2006/relationships/tags" Target="../tags/tag565.xml"/><Relationship Id="rId91" Type="http://schemas.openxmlformats.org/officeDocument/2006/relationships/tags" Target="../tags/tag564.xml"/><Relationship Id="rId90" Type="http://schemas.openxmlformats.org/officeDocument/2006/relationships/tags" Target="../tags/tag563.xml"/><Relationship Id="rId9" Type="http://schemas.openxmlformats.org/officeDocument/2006/relationships/tags" Target="../tags/tag482.xml"/><Relationship Id="rId89" Type="http://schemas.openxmlformats.org/officeDocument/2006/relationships/tags" Target="../tags/tag562.xml"/><Relationship Id="rId88" Type="http://schemas.openxmlformats.org/officeDocument/2006/relationships/tags" Target="../tags/tag561.xml"/><Relationship Id="rId87" Type="http://schemas.openxmlformats.org/officeDocument/2006/relationships/tags" Target="../tags/tag560.xml"/><Relationship Id="rId86" Type="http://schemas.openxmlformats.org/officeDocument/2006/relationships/tags" Target="../tags/tag559.xml"/><Relationship Id="rId85" Type="http://schemas.openxmlformats.org/officeDocument/2006/relationships/tags" Target="../tags/tag558.xml"/><Relationship Id="rId84" Type="http://schemas.openxmlformats.org/officeDocument/2006/relationships/tags" Target="../tags/tag557.xml"/><Relationship Id="rId83" Type="http://schemas.openxmlformats.org/officeDocument/2006/relationships/tags" Target="../tags/tag556.xml"/><Relationship Id="rId82" Type="http://schemas.openxmlformats.org/officeDocument/2006/relationships/tags" Target="../tags/tag555.xml"/><Relationship Id="rId81" Type="http://schemas.openxmlformats.org/officeDocument/2006/relationships/tags" Target="../tags/tag554.xml"/><Relationship Id="rId80" Type="http://schemas.openxmlformats.org/officeDocument/2006/relationships/tags" Target="../tags/tag553.xml"/><Relationship Id="rId8" Type="http://schemas.openxmlformats.org/officeDocument/2006/relationships/tags" Target="../tags/tag481.xml"/><Relationship Id="rId79" Type="http://schemas.openxmlformats.org/officeDocument/2006/relationships/tags" Target="../tags/tag552.xml"/><Relationship Id="rId78" Type="http://schemas.openxmlformats.org/officeDocument/2006/relationships/tags" Target="../tags/tag551.xml"/><Relationship Id="rId77" Type="http://schemas.openxmlformats.org/officeDocument/2006/relationships/tags" Target="../tags/tag550.xml"/><Relationship Id="rId76" Type="http://schemas.openxmlformats.org/officeDocument/2006/relationships/tags" Target="../tags/tag549.xml"/><Relationship Id="rId75" Type="http://schemas.openxmlformats.org/officeDocument/2006/relationships/tags" Target="../tags/tag548.xml"/><Relationship Id="rId74" Type="http://schemas.openxmlformats.org/officeDocument/2006/relationships/tags" Target="../tags/tag547.xml"/><Relationship Id="rId73" Type="http://schemas.openxmlformats.org/officeDocument/2006/relationships/tags" Target="../tags/tag546.xml"/><Relationship Id="rId72" Type="http://schemas.openxmlformats.org/officeDocument/2006/relationships/tags" Target="../tags/tag545.xml"/><Relationship Id="rId71" Type="http://schemas.openxmlformats.org/officeDocument/2006/relationships/tags" Target="../tags/tag544.xml"/><Relationship Id="rId70" Type="http://schemas.openxmlformats.org/officeDocument/2006/relationships/tags" Target="../tags/tag543.xml"/><Relationship Id="rId7" Type="http://schemas.openxmlformats.org/officeDocument/2006/relationships/tags" Target="../tags/tag480.xml"/><Relationship Id="rId69" Type="http://schemas.openxmlformats.org/officeDocument/2006/relationships/tags" Target="../tags/tag542.xml"/><Relationship Id="rId68" Type="http://schemas.openxmlformats.org/officeDocument/2006/relationships/tags" Target="../tags/tag541.xml"/><Relationship Id="rId67" Type="http://schemas.openxmlformats.org/officeDocument/2006/relationships/tags" Target="../tags/tag540.xml"/><Relationship Id="rId66" Type="http://schemas.openxmlformats.org/officeDocument/2006/relationships/tags" Target="../tags/tag539.xml"/><Relationship Id="rId65" Type="http://schemas.openxmlformats.org/officeDocument/2006/relationships/tags" Target="../tags/tag538.xml"/><Relationship Id="rId64" Type="http://schemas.openxmlformats.org/officeDocument/2006/relationships/tags" Target="../tags/tag537.xml"/><Relationship Id="rId63" Type="http://schemas.openxmlformats.org/officeDocument/2006/relationships/tags" Target="../tags/tag536.xml"/><Relationship Id="rId62" Type="http://schemas.openxmlformats.org/officeDocument/2006/relationships/tags" Target="../tags/tag535.xml"/><Relationship Id="rId61" Type="http://schemas.openxmlformats.org/officeDocument/2006/relationships/tags" Target="../tags/tag534.xml"/><Relationship Id="rId60" Type="http://schemas.openxmlformats.org/officeDocument/2006/relationships/tags" Target="../tags/tag533.xml"/><Relationship Id="rId6" Type="http://schemas.openxmlformats.org/officeDocument/2006/relationships/tags" Target="../tags/tag479.xml"/><Relationship Id="rId59" Type="http://schemas.openxmlformats.org/officeDocument/2006/relationships/tags" Target="../tags/tag532.xml"/><Relationship Id="rId58" Type="http://schemas.openxmlformats.org/officeDocument/2006/relationships/tags" Target="../tags/tag531.xml"/><Relationship Id="rId57" Type="http://schemas.openxmlformats.org/officeDocument/2006/relationships/tags" Target="../tags/tag530.xml"/><Relationship Id="rId56" Type="http://schemas.openxmlformats.org/officeDocument/2006/relationships/tags" Target="../tags/tag529.xml"/><Relationship Id="rId55" Type="http://schemas.openxmlformats.org/officeDocument/2006/relationships/tags" Target="../tags/tag528.xml"/><Relationship Id="rId54" Type="http://schemas.openxmlformats.org/officeDocument/2006/relationships/tags" Target="../tags/tag527.xml"/><Relationship Id="rId53" Type="http://schemas.openxmlformats.org/officeDocument/2006/relationships/tags" Target="../tags/tag526.xml"/><Relationship Id="rId52" Type="http://schemas.openxmlformats.org/officeDocument/2006/relationships/tags" Target="../tags/tag525.xml"/><Relationship Id="rId51" Type="http://schemas.openxmlformats.org/officeDocument/2006/relationships/tags" Target="../tags/tag524.xml"/><Relationship Id="rId50" Type="http://schemas.openxmlformats.org/officeDocument/2006/relationships/tags" Target="../tags/tag523.xml"/><Relationship Id="rId5" Type="http://schemas.openxmlformats.org/officeDocument/2006/relationships/tags" Target="../tags/tag478.xml"/><Relationship Id="rId49" Type="http://schemas.openxmlformats.org/officeDocument/2006/relationships/tags" Target="../tags/tag522.xml"/><Relationship Id="rId48" Type="http://schemas.openxmlformats.org/officeDocument/2006/relationships/tags" Target="../tags/tag521.xml"/><Relationship Id="rId47" Type="http://schemas.openxmlformats.org/officeDocument/2006/relationships/tags" Target="../tags/tag520.xml"/><Relationship Id="rId46" Type="http://schemas.openxmlformats.org/officeDocument/2006/relationships/tags" Target="../tags/tag519.xml"/><Relationship Id="rId45" Type="http://schemas.openxmlformats.org/officeDocument/2006/relationships/tags" Target="../tags/tag518.xml"/><Relationship Id="rId44" Type="http://schemas.openxmlformats.org/officeDocument/2006/relationships/tags" Target="../tags/tag517.xml"/><Relationship Id="rId43" Type="http://schemas.openxmlformats.org/officeDocument/2006/relationships/tags" Target="../tags/tag516.xml"/><Relationship Id="rId42" Type="http://schemas.openxmlformats.org/officeDocument/2006/relationships/tags" Target="../tags/tag515.xml"/><Relationship Id="rId41" Type="http://schemas.openxmlformats.org/officeDocument/2006/relationships/tags" Target="../tags/tag514.xml"/><Relationship Id="rId40" Type="http://schemas.openxmlformats.org/officeDocument/2006/relationships/tags" Target="../tags/tag513.xml"/><Relationship Id="rId4" Type="http://schemas.openxmlformats.org/officeDocument/2006/relationships/tags" Target="../tags/tag477.xml"/><Relationship Id="rId39" Type="http://schemas.openxmlformats.org/officeDocument/2006/relationships/tags" Target="../tags/tag512.xml"/><Relationship Id="rId38" Type="http://schemas.openxmlformats.org/officeDocument/2006/relationships/tags" Target="../tags/tag511.xml"/><Relationship Id="rId37" Type="http://schemas.openxmlformats.org/officeDocument/2006/relationships/tags" Target="../tags/tag510.xml"/><Relationship Id="rId36" Type="http://schemas.openxmlformats.org/officeDocument/2006/relationships/tags" Target="../tags/tag509.xml"/><Relationship Id="rId35" Type="http://schemas.openxmlformats.org/officeDocument/2006/relationships/tags" Target="../tags/tag508.xml"/><Relationship Id="rId34" Type="http://schemas.openxmlformats.org/officeDocument/2006/relationships/tags" Target="../tags/tag507.xml"/><Relationship Id="rId33" Type="http://schemas.openxmlformats.org/officeDocument/2006/relationships/tags" Target="../tags/tag506.xml"/><Relationship Id="rId32" Type="http://schemas.openxmlformats.org/officeDocument/2006/relationships/tags" Target="../tags/tag505.xml"/><Relationship Id="rId31" Type="http://schemas.openxmlformats.org/officeDocument/2006/relationships/tags" Target="../tags/tag504.xml"/><Relationship Id="rId30" Type="http://schemas.openxmlformats.org/officeDocument/2006/relationships/tags" Target="../tags/tag503.xml"/><Relationship Id="rId3" Type="http://schemas.openxmlformats.org/officeDocument/2006/relationships/tags" Target="../tags/tag476.xml"/><Relationship Id="rId29" Type="http://schemas.openxmlformats.org/officeDocument/2006/relationships/tags" Target="../tags/tag502.xml"/><Relationship Id="rId28" Type="http://schemas.openxmlformats.org/officeDocument/2006/relationships/tags" Target="../tags/tag501.xml"/><Relationship Id="rId27" Type="http://schemas.openxmlformats.org/officeDocument/2006/relationships/tags" Target="../tags/tag500.xml"/><Relationship Id="rId26" Type="http://schemas.openxmlformats.org/officeDocument/2006/relationships/tags" Target="../tags/tag499.xml"/><Relationship Id="rId25" Type="http://schemas.openxmlformats.org/officeDocument/2006/relationships/tags" Target="../tags/tag498.xml"/><Relationship Id="rId24" Type="http://schemas.openxmlformats.org/officeDocument/2006/relationships/tags" Target="../tags/tag497.xml"/><Relationship Id="rId23" Type="http://schemas.openxmlformats.org/officeDocument/2006/relationships/tags" Target="../tags/tag496.xml"/><Relationship Id="rId22" Type="http://schemas.openxmlformats.org/officeDocument/2006/relationships/tags" Target="../tags/tag495.xml"/><Relationship Id="rId21" Type="http://schemas.openxmlformats.org/officeDocument/2006/relationships/tags" Target="../tags/tag494.xml"/><Relationship Id="rId20" Type="http://schemas.openxmlformats.org/officeDocument/2006/relationships/tags" Target="../tags/tag493.xml"/><Relationship Id="rId2" Type="http://schemas.openxmlformats.org/officeDocument/2006/relationships/tags" Target="../tags/tag475.xml"/><Relationship Id="rId19" Type="http://schemas.openxmlformats.org/officeDocument/2006/relationships/tags" Target="../tags/tag492.xml"/><Relationship Id="rId18" Type="http://schemas.openxmlformats.org/officeDocument/2006/relationships/tags" Target="../tags/tag491.xml"/><Relationship Id="rId17" Type="http://schemas.openxmlformats.org/officeDocument/2006/relationships/tags" Target="../tags/tag490.xml"/><Relationship Id="rId16" Type="http://schemas.openxmlformats.org/officeDocument/2006/relationships/tags" Target="../tags/tag489.xml"/><Relationship Id="rId15" Type="http://schemas.openxmlformats.org/officeDocument/2006/relationships/tags" Target="../tags/tag488.xml"/><Relationship Id="rId14" Type="http://schemas.openxmlformats.org/officeDocument/2006/relationships/tags" Target="../tags/tag487.xml"/><Relationship Id="rId13" Type="http://schemas.openxmlformats.org/officeDocument/2006/relationships/tags" Target="../tags/tag486.xml"/><Relationship Id="rId12" Type="http://schemas.openxmlformats.org/officeDocument/2006/relationships/tags" Target="../tags/tag485.xml"/><Relationship Id="rId11" Type="http://schemas.openxmlformats.org/officeDocument/2006/relationships/tags" Target="../tags/tag484.xml"/><Relationship Id="rId10" Type="http://schemas.openxmlformats.org/officeDocument/2006/relationships/tags" Target="../tags/tag483.xml"/><Relationship Id="rId1" Type="http://schemas.openxmlformats.org/officeDocument/2006/relationships/tags" Target="../tags/tag474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576.xml"/><Relationship Id="rId8" Type="http://schemas.openxmlformats.org/officeDocument/2006/relationships/tags" Target="../tags/tag575.xml"/><Relationship Id="rId7" Type="http://schemas.openxmlformats.org/officeDocument/2006/relationships/tags" Target="../tags/tag574.xml"/><Relationship Id="rId6" Type="http://schemas.openxmlformats.org/officeDocument/2006/relationships/tags" Target="../tags/tag573.xml"/><Relationship Id="rId58" Type="http://schemas.openxmlformats.org/officeDocument/2006/relationships/notesSlide" Target="../notesSlides/notesSlide2.xml"/><Relationship Id="rId57" Type="http://schemas.openxmlformats.org/officeDocument/2006/relationships/slideLayout" Target="../slideLayouts/slideLayout12.xml"/><Relationship Id="rId56" Type="http://schemas.openxmlformats.org/officeDocument/2006/relationships/tags" Target="../tags/tag623.xml"/><Relationship Id="rId55" Type="http://schemas.openxmlformats.org/officeDocument/2006/relationships/tags" Target="../tags/tag622.xml"/><Relationship Id="rId54" Type="http://schemas.openxmlformats.org/officeDocument/2006/relationships/tags" Target="../tags/tag621.xml"/><Relationship Id="rId53" Type="http://schemas.openxmlformats.org/officeDocument/2006/relationships/tags" Target="../tags/tag620.xml"/><Relationship Id="rId52" Type="http://schemas.openxmlformats.org/officeDocument/2006/relationships/tags" Target="../tags/tag619.xml"/><Relationship Id="rId51" Type="http://schemas.openxmlformats.org/officeDocument/2006/relationships/tags" Target="../tags/tag618.xml"/><Relationship Id="rId50" Type="http://schemas.openxmlformats.org/officeDocument/2006/relationships/tags" Target="../tags/tag617.xml"/><Relationship Id="rId5" Type="http://schemas.openxmlformats.org/officeDocument/2006/relationships/tags" Target="../tags/tag572.xml"/><Relationship Id="rId49" Type="http://schemas.openxmlformats.org/officeDocument/2006/relationships/tags" Target="../tags/tag616.xml"/><Relationship Id="rId48" Type="http://schemas.openxmlformats.org/officeDocument/2006/relationships/tags" Target="../tags/tag615.xml"/><Relationship Id="rId47" Type="http://schemas.openxmlformats.org/officeDocument/2006/relationships/tags" Target="../tags/tag614.xml"/><Relationship Id="rId46" Type="http://schemas.openxmlformats.org/officeDocument/2006/relationships/tags" Target="../tags/tag613.xml"/><Relationship Id="rId45" Type="http://schemas.openxmlformats.org/officeDocument/2006/relationships/tags" Target="../tags/tag612.xml"/><Relationship Id="rId44" Type="http://schemas.openxmlformats.org/officeDocument/2006/relationships/tags" Target="../tags/tag611.xml"/><Relationship Id="rId43" Type="http://schemas.openxmlformats.org/officeDocument/2006/relationships/tags" Target="../tags/tag610.xml"/><Relationship Id="rId42" Type="http://schemas.openxmlformats.org/officeDocument/2006/relationships/tags" Target="../tags/tag609.xml"/><Relationship Id="rId41" Type="http://schemas.openxmlformats.org/officeDocument/2006/relationships/tags" Target="../tags/tag608.xml"/><Relationship Id="rId40" Type="http://schemas.openxmlformats.org/officeDocument/2006/relationships/tags" Target="../tags/tag607.xml"/><Relationship Id="rId4" Type="http://schemas.openxmlformats.org/officeDocument/2006/relationships/tags" Target="../tags/tag571.xml"/><Relationship Id="rId39" Type="http://schemas.openxmlformats.org/officeDocument/2006/relationships/tags" Target="../tags/tag606.xml"/><Relationship Id="rId38" Type="http://schemas.openxmlformats.org/officeDocument/2006/relationships/tags" Target="../tags/tag605.xml"/><Relationship Id="rId37" Type="http://schemas.openxmlformats.org/officeDocument/2006/relationships/tags" Target="../tags/tag604.xml"/><Relationship Id="rId36" Type="http://schemas.openxmlformats.org/officeDocument/2006/relationships/tags" Target="../tags/tag603.xml"/><Relationship Id="rId35" Type="http://schemas.openxmlformats.org/officeDocument/2006/relationships/tags" Target="../tags/tag602.xml"/><Relationship Id="rId34" Type="http://schemas.openxmlformats.org/officeDocument/2006/relationships/tags" Target="../tags/tag601.xml"/><Relationship Id="rId33" Type="http://schemas.openxmlformats.org/officeDocument/2006/relationships/tags" Target="../tags/tag600.xml"/><Relationship Id="rId32" Type="http://schemas.openxmlformats.org/officeDocument/2006/relationships/tags" Target="../tags/tag599.xml"/><Relationship Id="rId31" Type="http://schemas.openxmlformats.org/officeDocument/2006/relationships/tags" Target="../tags/tag598.xml"/><Relationship Id="rId30" Type="http://schemas.openxmlformats.org/officeDocument/2006/relationships/tags" Target="../tags/tag597.xml"/><Relationship Id="rId3" Type="http://schemas.openxmlformats.org/officeDocument/2006/relationships/tags" Target="../tags/tag570.xml"/><Relationship Id="rId29" Type="http://schemas.openxmlformats.org/officeDocument/2006/relationships/tags" Target="../tags/tag596.xml"/><Relationship Id="rId28" Type="http://schemas.openxmlformats.org/officeDocument/2006/relationships/tags" Target="../tags/tag595.xml"/><Relationship Id="rId27" Type="http://schemas.openxmlformats.org/officeDocument/2006/relationships/tags" Target="../tags/tag594.xml"/><Relationship Id="rId26" Type="http://schemas.openxmlformats.org/officeDocument/2006/relationships/tags" Target="../tags/tag593.xml"/><Relationship Id="rId25" Type="http://schemas.openxmlformats.org/officeDocument/2006/relationships/tags" Target="../tags/tag592.xml"/><Relationship Id="rId24" Type="http://schemas.openxmlformats.org/officeDocument/2006/relationships/tags" Target="../tags/tag591.xml"/><Relationship Id="rId23" Type="http://schemas.openxmlformats.org/officeDocument/2006/relationships/tags" Target="../tags/tag590.xml"/><Relationship Id="rId22" Type="http://schemas.openxmlformats.org/officeDocument/2006/relationships/tags" Target="../tags/tag589.xml"/><Relationship Id="rId21" Type="http://schemas.openxmlformats.org/officeDocument/2006/relationships/tags" Target="../tags/tag588.xml"/><Relationship Id="rId20" Type="http://schemas.openxmlformats.org/officeDocument/2006/relationships/tags" Target="../tags/tag587.xml"/><Relationship Id="rId2" Type="http://schemas.openxmlformats.org/officeDocument/2006/relationships/tags" Target="../tags/tag569.xml"/><Relationship Id="rId19" Type="http://schemas.openxmlformats.org/officeDocument/2006/relationships/tags" Target="../tags/tag586.xml"/><Relationship Id="rId18" Type="http://schemas.openxmlformats.org/officeDocument/2006/relationships/tags" Target="../tags/tag585.xml"/><Relationship Id="rId17" Type="http://schemas.openxmlformats.org/officeDocument/2006/relationships/tags" Target="../tags/tag584.xml"/><Relationship Id="rId16" Type="http://schemas.openxmlformats.org/officeDocument/2006/relationships/tags" Target="../tags/tag583.xml"/><Relationship Id="rId15" Type="http://schemas.openxmlformats.org/officeDocument/2006/relationships/tags" Target="../tags/tag582.xml"/><Relationship Id="rId14" Type="http://schemas.openxmlformats.org/officeDocument/2006/relationships/tags" Target="../tags/tag581.xml"/><Relationship Id="rId13" Type="http://schemas.openxmlformats.org/officeDocument/2006/relationships/tags" Target="../tags/tag580.xml"/><Relationship Id="rId12" Type="http://schemas.openxmlformats.org/officeDocument/2006/relationships/tags" Target="../tags/tag579.xml"/><Relationship Id="rId11" Type="http://schemas.openxmlformats.org/officeDocument/2006/relationships/tags" Target="../tags/tag578.xml"/><Relationship Id="rId10" Type="http://schemas.openxmlformats.org/officeDocument/2006/relationships/tags" Target="../tags/tag577.xml"/><Relationship Id="rId1" Type="http://schemas.openxmlformats.org/officeDocument/2006/relationships/tags" Target="../tags/tag568.xml"/></Relationships>
</file>

<file path=ppt/slides/_rels/slide14.xml.rels><?xml version="1.0" encoding="UTF-8" standalone="yes"?>
<Relationships xmlns="http://schemas.openxmlformats.org/package/2006/relationships"><Relationship Id="rId93" Type="http://schemas.openxmlformats.org/officeDocument/2006/relationships/notesSlide" Target="../notesSlides/notesSlide3.xml"/><Relationship Id="rId92" Type="http://schemas.openxmlformats.org/officeDocument/2006/relationships/slideLayout" Target="../slideLayouts/slideLayout12.xml"/><Relationship Id="rId91" Type="http://schemas.openxmlformats.org/officeDocument/2006/relationships/tags" Target="../tags/tag714.xml"/><Relationship Id="rId90" Type="http://schemas.openxmlformats.org/officeDocument/2006/relationships/tags" Target="../tags/tag713.xml"/><Relationship Id="rId9" Type="http://schemas.openxmlformats.org/officeDocument/2006/relationships/tags" Target="../tags/tag632.xml"/><Relationship Id="rId89" Type="http://schemas.openxmlformats.org/officeDocument/2006/relationships/tags" Target="../tags/tag712.xml"/><Relationship Id="rId88" Type="http://schemas.openxmlformats.org/officeDocument/2006/relationships/tags" Target="../tags/tag711.xml"/><Relationship Id="rId87" Type="http://schemas.openxmlformats.org/officeDocument/2006/relationships/tags" Target="../tags/tag710.xml"/><Relationship Id="rId86" Type="http://schemas.openxmlformats.org/officeDocument/2006/relationships/tags" Target="../tags/tag709.xml"/><Relationship Id="rId85" Type="http://schemas.openxmlformats.org/officeDocument/2006/relationships/tags" Target="../tags/tag708.xml"/><Relationship Id="rId84" Type="http://schemas.openxmlformats.org/officeDocument/2006/relationships/tags" Target="../tags/tag707.xml"/><Relationship Id="rId83" Type="http://schemas.openxmlformats.org/officeDocument/2006/relationships/tags" Target="../tags/tag706.xml"/><Relationship Id="rId82" Type="http://schemas.openxmlformats.org/officeDocument/2006/relationships/tags" Target="../tags/tag705.xml"/><Relationship Id="rId81" Type="http://schemas.openxmlformats.org/officeDocument/2006/relationships/tags" Target="../tags/tag704.xml"/><Relationship Id="rId80" Type="http://schemas.openxmlformats.org/officeDocument/2006/relationships/tags" Target="../tags/tag703.xml"/><Relationship Id="rId8" Type="http://schemas.openxmlformats.org/officeDocument/2006/relationships/tags" Target="../tags/tag631.xml"/><Relationship Id="rId79" Type="http://schemas.openxmlformats.org/officeDocument/2006/relationships/tags" Target="../tags/tag702.xml"/><Relationship Id="rId78" Type="http://schemas.openxmlformats.org/officeDocument/2006/relationships/tags" Target="../tags/tag701.xml"/><Relationship Id="rId77" Type="http://schemas.openxmlformats.org/officeDocument/2006/relationships/tags" Target="../tags/tag700.xml"/><Relationship Id="rId76" Type="http://schemas.openxmlformats.org/officeDocument/2006/relationships/tags" Target="../tags/tag699.xml"/><Relationship Id="rId75" Type="http://schemas.openxmlformats.org/officeDocument/2006/relationships/tags" Target="../tags/tag698.xml"/><Relationship Id="rId74" Type="http://schemas.openxmlformats.org/officeDocument/2006/relationships/tags" Target="../tags/tag697.xml"/><Relationship Id="rId73" Type="http://schemas.openxmlformats.org/officeDocument/2006/relationships/tags" Target="../tags/tag696.xml"/><Relationship Id="rId72" Type="http://schemas.openxmlformats.org/officeDocument/2006/relationships/tags" Target="../tags/tag695.xml"/><Relationship Id="rId71" Type="http://schemas.openxmlformats.org/officeDocument/2006/relationships/tags" Target="../tags/tag694.xml"/><Relationship Id="rId70" Type="http://schemas.openxmlformats.org/officeDocument/2006/relationships/tags" Target="../tags/tag693.xml"/><Relationship Id="rId7" Type="http://schemas.openxmlformats.org/officeDocument/2006/relationships/tags" Target="../tags/tag630.xml"/><Relationship Id="rId69" Type="http://schemas.openxmlformats.org/officeDocument/2006/relationships/tags" Target="../tags/tag692.xml"/><Relationship Id="rId68" Type="http://schemas.openxmlformats.org/officeDocument/2006/relationships/tags" Target="../tags/tag691.xml"/><Relationship Id="rId67" Type="http://schemas.openxmlformats.org/officeDocument/2006/relationships/tags" Target="../tags/tag690.xml"/><Relationship Id="rId66" Type="http://schemas.openxmlformats.org/officeDocument/2006/relationships/tags" Target="../tags/tag689.xml"/><Relationship Id="rId65" Type="http://schemas.openxmlformats.org/officeDocument/2006/relationships/tags" Target="../tags/tag688.xml"/><Relationship Id="rId64" Type="http://schemas.openxmlformats.org/officeDocument/2006/relationships/tags" Target="../tags/tag687.xml"/><Relationship Id="rId63" Type="http://schemas.openxmlformats.org/officeDocument/2006/relationships/tags" Target="../tags/tag686.xml"/><Relationship Id="rId62" Type="http://schemas.openxmlformats.org/officeDocument/2006/relationships/tags" Target="../tags/tag685.xml"/><Relationship Id="rId61" Type="http://schemas.openxmlformats.org/officeDocument/2006/relationships/tags" Target="../tags/tag684.xml"/><Relationship Id="rId60" Type="http://schemas.openxmlformats.org/officeDocument/2006/relationships/tags" Target="../tags/tag683.xml"/><Relationship Id="rId6" Type="http://schemas.openxmlformats.org/officeDocument/2006/relationships/tags" Target="../tags/tag629.xml"/><Relationship Id="rId59" Type="http://schemas.openxmlformats.org/officeDocument/2006/relationships/tags" Target="../tags/tag682.xml"/><Relationship Id="rId58" Type="http://schemas.openxmlformats.org/officeDocument/2006/relationships/tags" Target="../tags/tag681.xml"/><Relationship Id="rId57" Type="http://schemas.openxmlformats.org/officeDocument/2006/relationships/tags" Target="../tags/tag680.xml"/><Relationship Id="rId56" Type="http://schemas.openxmlformats.org/officeDocument/2006/relationships/tags" Target="../tags/tag679.xml"/><Relationship Id="rId55" Type="http://schemas.openxmlformats.org/officeDocument/2006/relationships/tags" Target="../tags/tag678.xml"/><Relationship Id="rId54" Type="http://schemas.openxmlformats.org/officeDocument/2006/relationships/tags" Target="../tags/tag677.xml"/><Relationship Id="rId53" Type="http://schemas.openxmlformats.org/officeDocument/2006/relationships/tags" Target="../tags/tag676.xml"/><Relationship Id="rId52" Type="http://schemas.openxmlformats.org/officeDocument/2006/relationships/tags" Target="../tags/tag675.xml"/><Relationship Id="rId51" Type="http://schemas.openxmlformats.org/officeDocument/2006/relationships/tags" Target="../tags/tag674.xml"/><Relationship Id="rId50" Type="http://schemas.openxmlformats.org/officeDocument/2006/relationships/tags" Target="../tags/tag673.xml"/><Relationship Id="rId5" Type="http://schemas.openxmlformats.org/officeDocument/2006/relationships/tags" Target="../tags/tag628.xml"/><Relationship Id="rId49" Type="http://schemas.openxmlformats.org/officeDocument/2006/relationships/tags" Target="../tags/tag672.xml"/><Relationship Id="rId48" Type="http://schemas.openxmlformats.org/officeDocument/2006/relationships/tags" Target="../tags/tag671.xml"/><Relationship Id="rId47" Type="http://schemas.openxmlformats.org/officeDocument/2006/relationships/tags" Target="../tags/tag670.xml"/><Relationship Id="rId46" Type="http://schemas.openxmlformats.org/officeDocument/2006/relationships/tags" Target="../tags/tag669.xml"/><Relationship Id="rId45" Type="http://schemas.openxmlformats.org/officeDocument/2006/relationships/tags" Target="../tags/tag668.xml"/><Relationship Id="rId44" Type="http://schemas.openxmlformats.org/officeDocument/2006/relationships/tags" Target="../tags/tag667.xml"/><Relationship Id="rId43" Type="http://schemas.openxmlformats.org/officeDocument/2006/relationships/tags" Target="../tags/tag666.xml"/><Relationship Id="rId42" Type="http://schemas.openxmlformats.org/officeDocument/2006/relationships/tags" Target="../tags/tag665.xml"/><Relationship Id="rId41" Type="http://schemas.openxmlformats.org/officeDocument/2006/relationships/tags" Target="../tags/tag664.xml"/><Relationship Id="rId40" Type="http://schemas.openxmlformats.org/officeDocument/2006/relationships/tags" Target="../tags/tag663.xml"/><Relationship Id="rId4" Type="http://schemas.openxmlformats.org/officeDocument/2006/relationships/tags" Target="../tags/tag627.xml"/><Relationship Id="rId39" Type="http://schemas.openxmlformats.org/officeDocument/2006/relationships/tags" Target="../tags/tag662.xml"/><Relationship Id="rId38" Type="http://schemas.openxmlformats.org/officeDocument/2006/relationships/tags" Target="../tags/tag661.xml"/><Relationship Id="rId37" Type="http://schemas.openxmlformats.org/officeDocument/2006/relationships/tags" Target="../tags/tag660.xml"/><Relationship Id="rId36" Type="http://schemas.openxmlformats.org/officeDocument/2006/relationships/tags" Target="../tags/tag659.xml"/><Relationship Id="rId35" Type="http://schemas.openxmlformats.org/officeDocument/2006/relationships/tags" Target="../tags/tag658.xml"/><Relationship Id="rId34" Type="http://schemas.openxmlformats.org/officeDocument/2006/relationships/tags" Target="../tags/tag657.xml"/><Relationship Id="rId33" Type="http://schemas.openxmlformats.org/officeDocument/2006/relationships/tags" Target="../tags/tag656.xml"/><Relationship Id="rId32" Type="http://schemas.openxmlformats.org/officeDocument/2006/relationships/tags" Target="../tags/tag655.xml"/><Relationship Id="rId31" Type="http://schemas.openxmlformats.org/officeDocument/2006/relationships/tags" Target="../tags/tag654.xml"/><Relationship Id="rId30" Type="http://schemas.openxmlformats.org/officeDocument/2006/relationships/tags" Target="../tags/tag653.xml"/><Relationship Id="rId3" Type="http://schemas.openxmlformats.org/officeDocument/2006/relationships/tags" Target="../tags/tag626.xml"/><Relationship Id="rId29" Type="http://schemas.openxmlformats.org/officeDocument/2006/relationships/tags" Target="../tags/tag652.xml"/><Relationship Id="rId28" Type="http://schemas.openxmlformats.org/officeDocument/2006/relationships/tags" Target="../tags/tag651.xml"/><Relationship Id="rId27" Type="http://schemas.openxmlformats.org/officeDocument/2006/relationships/tags" Target="../tags/tag650.xml"/><Relationship Id="rId26" Type="http://schemas.openxmlformats.org/officeDocument/2006/relationships/tags" Target="../tags/tag649.xml"/><Relationship Id="rId25" Type="http://schemas.openxmlformats.org/officeDocument/2006/relationships/tags" Target="../tags/tag648.xml"/><Relationship Id="rId24" Type="http://schemas.openxmlformats.org/officeDocument/2006/relationships/tags" Target="../tags/tag647.xml"/><Relationship Id="rId23" Type="http://schemas.openxmlformats.org/officeDocument/2006/relationships/tags" Target="../tags/tag646.xml"/><Relationship Id="rId22" Type="http://schemas.openxmlformats.org/officeDocument/2006/relationships/tags" Target="../tags/tag645.xml"/><Relationship Id="rId21" Type="http://schemas.openxmlformats.org/officeDocument/2006/relationships/tags" Target="../tags/tag644.xml"/><Relationship Id="rId20" Type="http://schemas.openxmlformats.org/officeDocument/2006/relationships/tags" Target="../tags/tag643.xml"/><Relationship Id="rId2" Type="http://schemas.openxmlformats.org/officeDocument/2006/relationships/tags" Target="../tags/tag625.xml"/><Relationship Id="rId19" Type="http://schemas.openxmlformats.org/officeDocument/2006/relationships/tags" Target="../tags/tag642.xml"/><Relationship Id="rId18" Type="http://schemas.openxmlformats.org/officeDocument/2006/relationships/tags" Target="../tags/tag641.xml"/><Relationship Id="rId17" Type="http://schemas.openxmlformats.org/officeDocument/2006/relationships/tags" Target="../tags/tag640.xml"/><Relationship Id="rId16" Type="http://schemas.openxmlformats.org/officeDocument/2006/relationships/tags" Target="../tags/tag639.xml"/><Relationship Id="rId15" Type="http://schemas.openxmlformats.org/officeDocument/2006/relationships/tags" Target="../tags/tag638.xml"/><Relationship Id="rId14" Type="http://schemas.openxmlformats.org/officeDocument/2006/relationships/tags" Target="../tags/tag637.xml"/><Relationship Id="rId13" Type="http://schemas.openxmlformats.org/officeDocument/2006/relationships/tags" Target="../tags/tag636.xml"/><Relationship Id="rId12" Type="http://schemas.openxmlformats.org/officeDocument/2006/relationships/tags" Target="../tags/tag635.xml"/><Relationship Id="rId11" Type="http://schemas.openxmlformats.org/officeDocument/2006/relationships/tags" Target="../tags/tag634.xml"/><Relationship Id="rId10" Type="http://schemas.openxmlformats.org/officeDocument/2006/relationships/tags" Target="../tags/tag633.xml"/><Relationship Id="rId1" Type="http://schemas.openxmlformats.org/officeDocument/2006/relationships/tags" Target="../tags/tag624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723.xml"/><Relationship Id="rId8" Type="http://schemas.openxmlformats.org/officeDocument/2006/relationships/tags" Target="../tags/tag722.xml"/><Relationship Id="rId7" Type="http://schemas.openxmlformats.org/officeDocument/2006/relationships/tags" Target="../tags/tag721.xml"/><Relationship Id="rId6" Type="http://schemas.openxmlformats.org/officeDocument/2006/relationships/tags" Target="../tags/tag720.xml"/><Relationship Id="rId5" Type="http://schemas.openxmlformats.org/officeDocument/2006/relationships/tags" Target="../tags/tag719.xml"/><Relationship Id="rId4" Type="http://schemas.openxmlformats.org/officeDocument/2006/relationships/tags" Target="../tags/tag718.xml"/><Relationship Id="rId3" Type="http://schemas.openxmlformats.org/officeDocument/2006/relationships/tags" Target="../tags/tag717.xml"/><Relationship Id="rId2" Type="http://schemas.openxmlformats.org/officeDocument/2006/relationships/tags" Target="../tags/tag716.xml"/><Relationship Id="rId13" Type="http://schemas.openxmlformats.org/officeDocument/2006/relationships/slideLayout" Target="../slideLayouts/slideLayout12.xml"/><Relationship Id="rId12" Type="http://schemas.openxmlformats.org/officeDocument/2006/relationships/tags" Target="../tags/tag726.xml"/><Relationship Id="rId11" Type="http://schemas.openxmlformats.org/officeDocument/2006/relationships/tags" Target="../tags/tag725.xml"/><Relationship Id="rId10" Type="http://schemas.openxmlformats.org/officeDocument/2006/relationships/tags" Target="../tags/tag724.xml"/><Relationship Id="rId1" Type="http://schemas.openxmlformats.org/officeDocument/2006/relationships/tags" Target="../tags/tag715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735.xml"/><Relationship Id="rId8" Type="http://schemas.openxmlformats.org/officeDocument/2006/relationships/tags" Target="../tags/tag734.xml"/><Relationship Id="rId7" Type="http://schemas.openxmlformats.org/officeDocument/2006/relationships/tags" Target="../tags/tag733.xml"/><Relationship Id="rId6" Type="http://schemas.openxmlformats.org/officeDocument/2006/relationships/tags" Target="../tags/tag732.xml"/><Relationship Id="rId5" Type="http://schemas.openxmlformats.org/officeDocument/2006/relationships/tags" Target="../tags/tag731.xml"/><Relationship Id="rId4" Type="http://schemas.openxmlformats.org/officeDocument/2006/relationships/tags" Target="../tags/tag730.xml"/><Relationship Id="rId3" Type="http://schemas.openxmlformats.org/officeDocument/2006/relationships/tags" Target="../tags/tag729.xml"/><Relationship Id="rId23" Type="http://schemas.openxmlformats.org/officeDocument/2006/relationships/slideLayout" Target="../slideLayouts/slideLayout12.xml"/><Relationship Id="rId22" Type="http://schemas.openxmlformats.org/officeDocument/2006/relationships/tags" Target="../tags/tag748.xml"/><Relationship Id="rId21" Type="http://schemas.openxmlformats.org/officeDocument/2006/relationships/tags" Target="../tags/tag747.xml"/><Relationship Id="rId20" Type="http://schemas.openxmlformats.org/officeDocument/2006/relationships/tags" Target="../tags/tag746.xml"/><Relationship Id="rId2" Type="http://schemas.openxmlformats.org/officeDocument/2006/relationships/tags" Target="../tags/tag728.xml"/><Relationship Id="rId19" Type="http://schemas.openxmlformats.org/officeDocument/2006/relationships/tags" Target="../tags/tag745.xml"/><Relationship Id="rId18" Type="http://schemas.openxmlformats.org/officeDocument/2006/relationships/tags" Target="../tags/tag744.xml"/><Relationship Id="rId17" Type="http://schemas.openxmlformats.org/officeDocument/2006/relationships/tags" Target="../tags/tag743.xml"/><Relationship Id="rId16" Type="http://schemas.openxmlformats.org/officeDocument/2006/relationships/tags" Target="../tags/tag742.xml"/><Relationship Id="rId15" Type="http://schemas.openxmlformats.org/officeDocument/2006/relationships/tags" Target="../tags/tag741.xml"/><Relationship Id="rId14" Type="http://schemas.openxmlformats.org/officeDocument/2006/relationships/tags" Target="../tags/tag740.xml"/><Relationship Id="rId13" Type="http://schemas.openxmlformats.org/officeDocument/2006/relationships/tags" Target="../tags/tag739.xml"/><Relationship Id="rId12" Type="http://schemas.openxmlformats.org/officeDocument/2006/relationships/tags" Target="../tags/tag738.xml"/><Relationship Id="rId11" Type="http://schemas.openxmlformats.org/officeDocument/2006/relationships/tags" Target="../tags/tag737.xml"/><Relationship Id="rId10" Type="http://schemas.openxmlformats.org/officeDocument/2006/relationships/tags" Target="../tags/tag736.xml"/><Relationship Id="rId1" Type="http://schemas.openxmlformats.org/officeDocument/2006/relationships/tags" Target="../tags/tag727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757.xml"/><Relationship Id="rId8" Type="http://schemas.openxmlformats.org/officeDocument/2006/relationships/tags" Target="../tags/tag756.xml"/><Relationship Id="rId7" Type="http://schemas.openxmlformats.org/officeDocument/2006/relationships/tags" Target="../tags/tag755.xml"/><Relationship Id="rId6" Type="http://schemas.openxmlformats.org/officeDocument/2006/relationships/tags" Target="../tags/tag754.xml"/><Relationship Id="rId5" Type="http://schemas.openxmlformats.org/officeDocument/2006/relationships/tags" Target="../tags/tag753.xml"/><Relationship Id="rId4" Type="http://schemas.openxmlformats.org/officeDocument/2006/relationships/tags" Target="../tags/tag752.xml"/><Relationship Id="rId3" Type="http://schemas.openxmlformats.org/officeDocument/2006/relationships/tags" Target="../tags/tag751.xml"/><Relationship Id="rId22" Type="http://schemas.openxmlformats.org/officeDocument/2006/relationships/slideLayout" Target="../slideLayouts/slideLayout12.xml"/><Relationship Id="rId21" Type="http://schemas.openxmlformats.org/officeDocument/2006/relationships/tags" Target="../tags/tag769.xml"/><Relationship Id="rId20" Type="http://schemas.openxmlformats.org/officeDocument/2006/relationships/tags" Target="../tags/tag768.xml"/><Relationship Id="rId2" Type="http://schemas.openxmlformats.org/officeDocument/2006/relationships/tags" Target="../tags/tag750.xml"/><Relationship Id="rId19" Type="http://schemas.openxmlformats.org/officeDocument/2006/relationships/tags" Target="../tags/tag767.xml"/><Relationship Id="rId18" Type="http://schemas.openxmlformats.org/officeDocument/2006/relationships/tags" Target="../tags/tag766.xml"/><Relationship Id="rId17" Type="http://schemas.openxmlformats.org/officeDocument/2006/relationships/tags" Target="../tags/tag765.xml"/><Relationship Id="rId16" Type="http://schemas.openxmlformats.org/officeDocument/2006/relationships/tags" Target="../tags/tag764.xml"/><Relationship Id="rId15" Type="http://schemas.openxmlformats.org/officeDocument/2006/relationships/tags" Target="../tags/tag763.xml"/><Relationship Id="rId14" Type="http://schemas.openxmlformats.org/officeDocument/2006/relationships/tags" Target="../tags/tag762.xml"/><Relationship Id="rId13" Type="http://schemas.openxmlformats.org/officeDocument/2006/relationships/tags" Target="../tags/tag761.xml"/><Relationship Id="rId12" Type="http://schemas.openxmlformats.org/officeDocument/2006/relationships/tags" Target="../tags/tag760.xml"/><Relationship Id="rId11" Type="http://schemas.openxmlformats.org/officeDocument/2006/relationships/tags" Target="../tags/tag759.xml"/><Relationship Id="rId10" Type="http://schemas.openxmlformats.org/officeDocument/2006/relationships/tags" Target="../tags/tag758.xml"/><Relationship Id="rId1" Type="http://schemas.openxmlformats.org/officeDocument/2006/relationships/tags" Target="../tags/tag749.xml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tags" Target="../tags/tag778.xml"/><Relationship Id="rId8" Type="http://schemas.openxmlformats.org/officeDocument/2006/relationships/tags" Target="../tags/tag777.xml"/><Relationship Id="rId7" Type="http://schemas.openxmlformats.org/officeDocument/2006/relationships/tags" Target="../tags/tag776.xml"/><Relationship Id="rId6" Type="http://schemas.openxmlformats.org/officeDocument/2006/relationships/tags" Target="../tags/tag775.xml"/><Relationship Id="rId5" Type="http://schemas.openxmlformats.org/officeDocument/2006/relationships/tags" Target="../tags/tag774.xml"/><Relationship Id="rId4" Type="http://schemas.openxmlformats.org/officeDocument/2006/relationships/tags" Target="../tags/tag773.xml"/><Relationship Id="rId39" Type="http://schemas.openxmlformats.org/officeDocument/2006/relationships/slideLayout" Target="../slideLayouts/slideLayout12.xml"/><Relationship Id="rId38" Type="http://schemas.openxmlformats.org/officeDocument/2006/relationships/tags" Target="../tags/tag807.xml"/><Relationship Id="rId37" Type="http://schemas.openxmlformats.org/officeDocument/2006/relationships/tags" Target="../tags/tag806.xml"/><Relationship Id="rId36" Type="http://schemas.openxmlformats.org/officeDocument/2006/relationships/tags" Target="../tags/tag805.xml"/><Relationship Id="rId35" Type="http://schemas.openxmlformats.org/officeDocument/2006/relationships/tags" Target="../tags/tag804.xml"/><Relationship Id="rId34" Type="http://schemas.openxmlformats.org/officeDocument/2006/relationships/tags" Target="../tags/tag803.xml"/><Relationship Id="rId33" Type="http://schemas.openxmlformats.org/officeDocument/2006/relationships/tags" Target="../tags/tag802.xml"/><Relationship Id="rId32" Type="http://schemas.openxmlformats.org/officeDocument/2006/relationships/tags" Target="../tags/tag801.xml"/><Relationship Id="rId31" Type="http://schemas.openxmlformats.org/officeDocument/2006/relationships/tags" Target="../tags/tag800.xml"/><Relationship Id="rId30" Type="http://schemas.openxmlformats.org/officeDocument/2006/relationships/tags" Target="../tags/tag799.xml"/><Relationship Id="rId3" Type="http://schemas.openxmlformats.org/officeDocument/2006/relationships/tags" Target="../tags/tag772.xml"/><Relationship Id="rId29" Type="http://schemas.openxmlformats.org/officeDocument/2006/relationships/tags" Target="../tags/tag798.xml"/><Relationship Id="rId28" Type="http://schemas.openxmlformats.org/officeDocument/2006/relationships/tags" Target="../tags/tag797.xml"/><Relationship Id="rId27" Type="http://schemas.openxmlformats.org/officeDocument/2006/relationships/tags" Target="../tags/tag796.xml"/><Relationship Id="rId26" Type="http://schemas.openxmlformats.org/officeDocument/2006/relationships/tags" Target="../tags/tag795.xml"/><Relationship Id="rId25" Type="http://schemas.openxmlformats.org/officeDocument/2006/relationships/tags" Target="../tags/tag794.xml"/><Relationship Id="rId24" Type="http://schemas.openxmlformats.org/officeDocument/2006/relationships/tags" Target="../tags/tag793.xml"/><Relationship Id="rId23" Type="http://schemas.openxmlformats.org/officeDocument/2006/relationships/tags" Target="../tags/tag792.xml"/><Relationship Id="rId22" Type="http://schemas.openxmlformats.org/officeDocument/2006/relationships/tags" Target="../tags/tag791.xml"/><Relationship Id="rId21" Type="http://schemas.openxmlformats.org/officeDocument/2006/relationships/tags" Target="../tags/tag790.xml"/><Relationship Id="rId20" Type="http://schemas.openxmlformats.org/officeDocument/2006/relationships/tags" Target="../tags/tag789.xml"/><Relationship Id="rId2" Type="http://schemas.openxmlformats.org/officeDocument/2006/relationships/tags" Target="../tags/tag771.xml"/><Relationship Id="rId19" Type="http://schemas.openxmlformats.org/officeDocument/2006/relationships/tags" Target="../tags/tag788.xml"/><Relationship Id="rId18" Type="http://schemas.openxmlformats.org/officeDocument/2006/relationships/tags" Target="../tags/tag787.xml"/><Relationship Id="rId17" Type="http://schemas.openxmlformats.org/officeDocument/2006/relationships/tags" Target="../tags/tag786.xml"/><Relationship Id="rId16" Type="http://schemas.openxmlformats.org/officeDocument/2006/relationships/tags" Target="../tags/tag785.xml"/><Relationship Id="rId15" Type="http://schemas.openxmlformats.org/officeDocument/2006/relationships/tags" Target="../tags/tag784.xml"/><Relationship Id="rId14" Type="http://schemas.openxmlformats.org/officeDocument/2006/relationships/tags" Target="../tags/tag783.xml"/><Relationship Id="rId13" Type="http://schemas.openxmlformats.org/officeDocument/2006/relationships/tags" Target="../tags/tag782.xml"/><Relationship Id="rId12" Type="http://schemas.openxmlformats.org/officeDocument/2006/relationships/tags" Target="../tags/tag781.xml"/><Relationship Id="rId11" Type="http://schemas.openxmlformats.org/officeDocument/2006/relationships/tags" Target="../tags/tag780.xml"/><Relationship Id="rId10" Type="http://schemas.openxmlformats.org/officeDocument/2006/relationships/tags" Target="../tags/tag779.xml"/><Relationship Id="rId1" Type="http://schemas.openxmlformats.org/officeDocument/2006/relationships/tags" Target="../tags/tag77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80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椭圆 6"/>
          <p:cNvSpPr/>
          <p:nvPr/>
        </p:nvSpPr>
        <p:spPr>
          <a:xfrm>
            <a:off x="1848464" y="845575"/>
            <a:ext cx="2212258" cy="2212258"/>
          </a:xfrm>
          <a:prstGeom prst="ellipse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算法设计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" name="椭圆 7"/>
          <p:cNvSpPr/>
          <p:nvPr/>
        </p:nvSpPr>
        <p:spPr>
          <a:xfrm>
            <a:off x="8131278" y="845575"/>
            <a:ext cx="2212258" cy="2212258"/>
          </a:xfrm>
          <a:prstGeom prst="ellipse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与分析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1" name="弧形 10"/>
          <p:cNvSpPr/>
          <p:nvPr/>
        </p:nvSpPr>
        <p:spPr>
          <a:xfrm rot="7802901">
            <a:off x="4557251" y="3429000"/>
            <a:ext cx="3077497" cy="2008239"/>
          </a:xfrm>
          <a:prstGeom prst="arc">
            <a:avLst>
              <a:gd name="adj1" fmla="val 12116962"/>
              <a:gd name="adj2" fmla="val 0"/>
            </a:avLst>
          </a:prstGeom>
          <a:noFill/>
          <a:ln w="63500">
            <a:solidFill>
              <a:srgbClr val="FFC000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8761095" y="3057525"/>
            <a:ext cx="3055620" cy="380047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342900" indent="-342900" algn="l">
              <a:buFont typeface="Wingdings" panose="05000000000000000000" charset="0"/>
              <a:buChar char="p"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深度优先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遍历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l">
              <a:buFont typeface="Wingdings" panose="05000000000000000000" charset="0"/>
              <a:buChar char="p"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广度优先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遍历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l">
              <a:buFont typeface="Wingdings" panose="05000000000000000000" charset="0"/>
              <a:buChar char="p"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回溯算法基本思想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l">
              <a:buFont typeface="Wingdings" panose="05000000000000000000" charset="0"/>
              <a:buChar char="p"/>
            </a:pP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皇后问题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l">
              <a:buFont typeface="Wingdings" panose="05000000000000000000" charset="0"/>
              <a:buChar char="p"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子集树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l">
              <a:buFont typeface="Wingdings" panose="05000000000000000000" charset="0"/>
              <a:buChar char="p"/>
            </a:pP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0-1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背包问题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l">
              <a:buFont typeface="Wingdings" panose="05000000000000000000" charset="0"/>
              <a:buChar char="p"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最大团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l">
              <a:buFont typeface="Wingdings" panose="05000000000000000000" charset="0"/>
              <a:buChar char="p"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排列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树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l">
              <a:buFont typeface="Wingdings" panose="05000000000000000000" charset="0"/>
              <a:buChar char="p"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旅行售货员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问题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342900" indent="-342900" algn="l">
              <a:buFont typeface="Wingdings" panose="05000000000000000000" charset="0"/>
              <a:buChar char="p"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图的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着色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问题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algn="l">
              <a:buFont typeface="Wingdings" panose="05000000000000000000" charset="0"/>
              <a:buNone/>
            </a:pP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椭圆 6"/>
          <p:cNvSpPr/>
          <p:nvPr/>
        </p:nvSpPr>
        <p:spPr>
          <a:xfrm>
            <a:off x="1848464" y="845575"/>
            <a:ext cx="2212258" cy="2212258"/>
          </a:xfrm>
          <a:prstGeom prst="ellipse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算法设计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" name="椭圆 7"/>
          <p:cNvSpPr/>
          <p:nvPr/>
        </p:nvSpPr>
        <p:spPr>
          <a:xfrm>
            <a:off x="8131278" y="845575"/>
            <a:ext cx="2212258" cy="2212258"/>
          </a:xfrm>
          <a:prstGeom prst="ellipse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与分析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1" name="弧形 10"/>
          <p:cNvSpPr/>
          <p:nvPr/>
        </p:nvSpPr>
        <p:spPr>
          <a:xfrm rot="7802901">
            <a:off x="4557251" y="3429000"/>
            <a:ext cx="3077497" cy="2008239"/>
          </a:xfrm>
          <a:prstGeom prst="arc">
            <a:avLst>
              <a:gd name="adj1" fmla="val 12116962"/>
              <a:gd name="adj2" fmla="val 0"/>
            </a:avLst>
          </a:prstGeom>
          <a:noFill/>
          <a:ln w="63500">
            <a:solidFill>
              <a:srgbClr val="FFC000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8761095" y="3057525"/>
            <a:ext cx="3055620" cy="380047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342900" indent="-342900" algn="l">
              <a:buFont typeface="Wingdings" panose="05000000000000000000" charset="0"/>
              <a:buChar char="n"/>
            </a:pPr>
            <a:r>
              <a:rPr lang="zh-CN" altLang="en-US" sz="2400" b="1" dirty="0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深度优先遍历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l">
              <a:buFont typeface="Wingdings" panose="05000000000000000000" charset="0"/>
              <a:buChar char="p"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广度优先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遍历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l">
              <a:buFont typeface="Wingdings" panose="05000000000000000000" charset="0"/>
              <a:buChar char="p"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回溯算法基本思想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l">
              <a:buFont typeface="Wingdings" panose="05000000000000000000" charset="0"/>
              <a:buChar char="p"/>
            </a:pP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皇后问题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l">
              <a:buFont typeface="Wingdings" panose="05000000000000000000" charset="0"/>
              <a:buChar char="p"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子集树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l">
              <a:buFont typeface="Wingdings" panose="05000000000000000000" charset="0"/>
              <a:buChar char="p"/>
            </a:pP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0-1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背包问题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l">
              <a:buFont typeface="Wingdings" panose="05000000000000000000" charset="0"/>
              <a:buChar char="p"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最大团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l">
              <a:buFont typeface="Wingdings" panose="05000000000000000000" charset="0"/>
              <a:buChar char="p"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排列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树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l">
              <a:buFont typeface="Wingdings" panose="05000000000000000000" charset="0"/>
              <a:buChar char="p"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旅行售货员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问题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342900" indent="-342900" algn="l">
              <a:buFont typeface="Wingdings" panose="05000000000000000000" charset="0"/>
              <a:buChar char="p"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图的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着色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问题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algn="l">
              <a:buFont typeface="Wingdings" panose="05000000000000000000" charset="0"/>
              <a:buNone/>
            </a:pP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960120" y="75730"/>
            <a:ext cx="3230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深度优先</a:t>
            </a:r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遍历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1" y="721781"/>
            <a:ext cx="4948517" cy="1763111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lnSpc>
                <a:spcPct val="120000"/>
              </a:lnSpc>
            </a:pPr>
            <a:r>
              <a:rPr lang="zh-CN" altLang="en-US" sz="2000" b="1" dirty="0">
                <a:solidFill>
                  <a:srgbClr val="7030A0"/>
                </a:solidFill>
              </a:rPr>
              <a:t>深度优先遍历</a:t>
            </a:r>
            <a:r>
              <a:rPr lang="en-US" altLang="zh-CN" sz="2000" b="1" dirty="0">
                <a:solidFill>
                  <a:srgbClr val="7030A0"/>
                </a:solidFill>
              </a:rPr>
              <a:t>(DFS)</a:t>
            </a:r>
            <a:r>
              <a:rPr lang="zh-CN" altLang="en-US" sz="2000" b="1" dirty="0">
                <a:solidFill>
                  <a:srgbClr val="0099BC"/>
                </a:solidFill>
              </a:rPr>
              <a:t>过程</a:t>
            </a:r>
            <a:endParaRPr lang="en-US" altLang="zh-CN" sz="2000" b="1" dirty="0">
              <a:solidFill>
                <a:srgbClr val="0099BC"/>
              </a:solidFill>
            </a:endParaRP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zh-CN" altLang="en-US" b="1" dirty="0"/>
              <a:t>从图中初始</a:t>
            </a:r>
            <a:r>
              <a:rPr lang="zh-CN" altLang="en-US" b="1" dirty="0">
                <a:solidFill>
                  <a:srgbClr val="B50988"/>
                </a:solidFill>
              </a:rPr>
              <a:t>顶点</a:t>
            </a:r>
            <a:r>
              <a:rPr lang="en-US" altLang="zh-CN" b="1" dirty="0">
                <a:solidFill>
                  <a:srgbClr val="B50988"/>
                </a:solidFill>
              </a:rPr>
              <a:t>v</a:t>
            </a:r>
            <a:r>
              <a:rPr lang="zh-CN" altLang="en-US" b="1" dirty="0"/>
              <a:t>出发，先访问初始</a:t>
            </a:r>
            <a:r>
              <a:rPr lang="zh-CN" altLang="en-US" b="1" dirty="0">
                <a:solidFill>
                  <a:srgbClr val="B50988"/>
                </a:solidFill>
              </a:rPr>
              <a:t>顶点</a:t>
            </a:r>
            <a:r>
              <a:rPr lang="en-US" altLang="zh-CN" b="1" dirty="0">
                <a:solidFill>
                  <a:srgbClr val="B50988"/>
                </a:solidFill>
              </a:rPr>
              <a:t>v</a:t>
            </a:r>
            <a:endParaRPr lang="zh-CN" altLang="en-US" b="1" dirty="0"/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zh-CN" altLang="en-US" b="1" dirty="0"/>
              <a:t>选择一个与</a:t>
            </a:r>
            <a:r>
              <a:rPr lang="zh-CN" altLang="en-US" b="1" dirty="0">
                <a:solidFill>
                  <a:srgbClr val="B50988"/>
                </a:solidFill>
              </a:rPr>
              <a:t>顶点</a:t>
            </a:r>
            <a:r>
              <a:rPr lang="en-US" altLang="zh-CN" b="1" dirty="0">
                <a:solidFill>
                  <a:srgbClr val="B50988"/>
                </a:solidFill>
              </a:rPr>
              <a:t>v</a:t>
            </a:r>
            <a:r>
              <a:rPr lang="zh-CN" altLang="en-US" b="1" dirty="0"/>
              <a:t>相邻且没被访问过的</a:t>
            </a:r>
            <a:r>
              <a:rPr lang="zh-CN" altLang="en-US" b="1" dirty="0">
                <a:solidFill>
                  <a:srgbClr val="B50988"/>
                </a:solidFill>
              </a:rPr>
              <a:t>顶点</a:t>
            </a:r>
            <a:r>
              <a:rPr lang="en-US" altLang="zh-CN" b="1" dirty="0">
                <a:solidFill>
                  <a:srgbClr val="B50988"/>
                </a:solidFill>
              </a:rPr>
              <a:t>w</a:t>
            </a:r>
            <a:r>
              <a:rPr lang="zh-CN" altLang="en-US" b="1" dirty="0"/>
              <a:t>，再从</a:t>
            </a:r>
            <a:r>
              <a:rPr lang="zh-CN" altLang="en-US" b="1" dirty="0">
                <a:solidFill>
                  <a:srgbClr val="B50988"/>
                </a:solidFill>
              </a:rPr>
              <a:t>顶点</a:t>
            </a:r>
            <a:r>
              <a:rPr lang="en-US" altLang="zh-CN" b="1" dirty="0">
                <a:solidFill>
                  <a:srgbClr val="B50988"/>
                </a:solidFill>
              </a:rPr>
              <a:t>w</a:t>
            </a:r>
            <a:r>
              <a:rPr lang="zh-CN" altLang="en-US" b="1" dirty="0"/>
              <a:t>进行</a:t>
            </a:r>
            <a:r>
              <a:rPr lang="zh-CN" altLang="en-US" b="1" dirty="0">
                <a:solidFill>
                  <a:srgbClr val="7030A0"/>
                </a:solidFill>
              </a:rPr>
              <a:t>深度优先遍历</a:t>
            </a:r>
            <a:r>
              <a:rPr lang="zh-CN" altLang="en-US" b="1" dirty="0"/>
              <a:t>，直到图中与</a:t>
            </a:r>
            <a:r>
              <a:rPr lang="zh-CN" altLang="en-US" b="1" dirty="0">
                <a:solidFill>
                  <a:srgbClr val="B50988"/>
                </a:solidFill>
              </a:rPr>
              <a:t>顶点</a:t>
            </a:r>
            <a:r>
              <a:rPr lang="en-US" altLang="zh-CN" b="1" dirty="0">
                <a:solidFill>
                  <a:srgbClr val="B50988"/>
                </a:solidFill>
              </a:rPr>
              <a:t>v</a:t>
            </a:r>
            <a:r>
              <a:rPr lang="zh-CN" altLang="en-US" b="1" dirty="0"/>
              <a:t>邻接的所有顶点都被访问过为止</a:t>
            </a:r>
            <a:endParaRPr lang="en-US" altLang="zh-CN" b="1" dirty="0"/>
          </a:p>
        </p:txBody>
      </p:sp>
      <p:sp>
        <p:nvSpPr>
          <p:cNvPr id="6" name="矩形 5"/>
          <p:cNvSpPr/>
          <p:nvPr>
            <p:custDataLst>
              <p:tags r:id="rId3"/>
            </p:custDataLst>
          </p:nvPr>
        </p:nvSpPr>
        <p:spPr bwMode="auto">
          <a:xfrm>
            <a:off x="6870617" y="444465"/>
            <a:ext cx="324000" cy="35719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 cap="flat" cmpd="sng" algn="ctr">
            <a:solidFill>
              <a:srgbClr val="0070C0">
                <a:alpha val="54000"/>
              </a:srgbClr>
            </a:solidFill>
            <a:prstDash val="solid"/>
            <a:headEnd type="stealth" w="med" len="lg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ea"/>
                <a:cs typeface="Consolas" panose="020B0609020204030204" pitchFamily="49" charset="0"/>
              </a:rPr>
              <a:t>1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7" name="矩形 6"/>
          <p:cNvSpPr/>
          <p:nvPr>
            <p:custDataLst>
              <p:tags r:id="rId4"/>
            </p:custDataLst>
          </p:nvPr>
        </p:nvSpPr>
        <p:spPr bwMode="auto">
          <a:xfrm>
            <a:off x="7192566" y="444465"/>
            <a:ext cx="252000" cy="35719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19050" cap="flat" cmpd="sng" algn="ctr">
            <a:solidFill>
              <a:srgbClr val="0070C0">
                <a:alpha val="54000"/>
              </a:srgbClr>
            </a:solidFill>
            <a:prstDash val="solid"/>
            <a:headEnd type="stealth" w="med" len="lg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9" name="矩形 8"/>
          <p:cNvSpPr/>
          <p:nvPr>
            <p:custDataLst>
              <p:tags r:id="rId5"/>
            </p:custDataLst>
          </p:nvPr>
        </p:nvSpPr>
        <p:spPr bwMode="auto">
          <a:xfrm>
            <a:off x="7615422" y="444465"/>
            <a:ext cx="324000" cy="35719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 cap="flat" cmpd="sng" algn="ctr">
            <a:solidFill>
              <a:srgbClr val="0070C0">
                <a:alpha val="54000"/>
              </a:srgbClr>
            </a:solidFill>
            <a:prstDash val="solid"/>
            <a:headEnd type="stealth" w="med" len="lg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ea"/>
                <a:cs typeface="Consolas" panose="020B0609020204030204" pitchFamily="49" charset="0"/>
              </a:rPr>
              <a:t>3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10" name="矩形 9"/>
          <p:cNvSpPr/>
          <p:nvPr>
            <p:custDataLst>
              <p:tags r:id="rId6"/>
            </p:custDataLst>
          </p:nvPr>
        </p:nvSpPr>
        <p:spPr bwMode="auto">
          <a:xfrm>
            <a:off x="7937371" y="444465"/>
            <a:ext cx="252000" cy="35719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19050" cap="flat" cmpd="sng" algn="ctr">
            <a:solidFill>
              <a:srgbClr val="0070C0">
                <a:alpha val="54000"/>
              </a:srgbClr>
            </a:solidFill>
            <a:prstDash val="solid"/>
            <a:headEnd type="stealth" w="med" len="lg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13" name="矩形 12"/>
          <p:cNvSpPr/>
          <p:nvPr>
            <p:custDataLst>
              <p:tags r:id="rId7"/>
            </p:custDataLst>
          </p:nvPr>
        </p:nvSpPr>
        <p:spPr bwMode="auto">
          <a:xfrm>
            <a:off x="8369977" y="444465"/>
            <a:ext cx="324000" cy="35719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 cap="flat" cmpd="sng" algn="ctr">
            <a:solidFill>
              <a:srgbClr val="0070C0">
                <a:alpha val="54000"/>
              </a:srgbClr>
            </a:solidFill>
            <a:prstDash val="solid"/>
            <a:headEnd type="stealth" w="med" len="lg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ea"/>
                <a:cs typeface="Consolas" panose="020B0609020204030204" pitchFamily="49" charset="0"/>
              </a:rPr>
              <a:t>4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14" name="矩形 13"/>
          <p:cNvSpPr/>
          <p:nvPr>
            <p:custDataLst>
              <p:tags r:id="rId8"/>
            </p:custDataLst>
          </p:nvPr>
        </p:nvSpPr>
        <p:spPr bwMode="auto">
          <a:xfrm>
            <a:off x="8691926" y="444465"/>
            <a:ext cx="252000" cy="35719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19050" cap="flat" cmpd="sng" algn="ctr">
            <a:solidFill>
              <a:srgbClr val="0070C0">
                <a:alpha val="54000"/>
              </a:srgbClr>
            </a:solidFill>
            <a:prstDash val="solid"/>
            <a:headEnd type="stealth" w="med" len="lg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Consolas" panose="020B0609020204030204" pitchFamily="49" charset="0"/>
              </a:rPr>
              <a:t>∧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cxnSp>
        <p:nvCxnSpPr>
          <p:cNvPr id="15" name="直接箭头连接符 14"/>
          <p:cNvCxnSpPr/>
          <p:nvPr>
            <p:custDataLst>
              <p:tags r:id="rId9"/>
            </p:custDataLst>
          </p:nvPr>
        </p:nvCxnSpPr>
        <p:spPr>
          <a:xfrm>
            <a:off x="7311630" y="625441"/>
            <a:ext cx="324000" cy="0"/>
          </a:xfrm>
          <a:prstGeom prst="straightConnector1">
            <a:avLst/>
          </a:prstGeom>
          <a:noFill/>
          <a:ln w="38100" cap="flat" cmpd="sng" algn="ctr">
            <a:solidFill>
              <a:srgbClr val="0000FF"/>
            </a:solidFill>
            <a:prstDash val="solid"/>
            <a:tailEnd type="arrow"/>
          </a:ln>
          <a:effectLst/>
        </p:spPr>
      </p:cxnSp>
      <p:cxnSp>
        <p:nvCxnSpPr>
          <p:cNvPr id="16" name="直接箭头连接符 15"/>
          <p:cNvCxnSpPr/>
          <p:nvPr>
            <p:custDataLst>
              <p:tags r:id="rId10"/>
            </p:custDataLst>
          </p:nvPr>
        </p:nvCxnSpPr>
        <p:spPr>
          <a:xfrm>
            <a:off x="8056435" y="633379"/>
            <a:ext cx="324000" cy="0"/>
          </a:xfrm>
          <a:prstGeom prst="straightConnector1">
            <a:avLst/>
          </a:prstGeom>
          <a:noFill/>
          <a:ln w="38100" cap="flat" cmpd="sng" algn="ctr">
            <a:solidFill>
              <a:srgbClr val="0000FF"/>
            </a:solidFill>
            <a:prstDash val="solid"/>
            <a:tailEnd type="arrow"/>
          </a:ln>
          <a:effectLst/>
        </p:spPr>
      </p:cxnSp>
      <p:sp>
        <p:nvSpPr>
          <p:cNvPr id="19" name="矩形 18"/>
          <p:cNvSpPr/>
          <p:nvPr>
            <p:custDataLst>
              <p:tags r:id="rId11"/>
            </p:custDataLst>
          </p:nvPr>
        </p:nvSpPr>
        <p:spPr bwMode="auto">
          <a:xfrm>
            <a:off x="6870617" y="1032090"/>
            <a:ext cx="324000" cy="35719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 cap="flat" cmpd="sng" algn="ctr">
            <a:solidFill>
              <a:srgbClr val="0070C0">
                <a:alpha val="54000"/>
              </a:srgbClr>
            </a:solidFill>
            <a:prstDash val="solid"/>
            <a:headEnd type="stealth" w="med" len="lg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ea"/>
                <a:cs typeface="Consolas" panose="020B0609020204030204" pitchFamily="49" charset="0"/>
              </a:rPr>
              <a:t>0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20" name="矩形 19"/>
          <p:cNvSpPr/>
          <p:nvPr>
            <p:custDataLst>
              <p:tags r:id="rId12"/>
            </p:custDataLst>
          </p:nvPr>
        </p:nvSpPr>
        <p:spPr bwMode="auto">
          <a:xfrm>
            <a:off x="7192566" y="1032090"/>
            <a:ext cx="252000" cy="35719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19050" cap="flat" cmpd="sng" algn="ctr">
            <a:solidFill>
              <a:srgbClr val="0070C0">
                <a:alpha val="54000"/>
              </a:srgbClr>
            </a:solidFill>
            <a:prstDash val="solid"/>
            <a:headEnd type="stealth" w="med" len="lg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22" name="矩形 21"/>
          <p:cNvSpPr/>
          <p:nvPr>
            <p:custDataLst>
              <p:tags r:id="rId13"/>
            </p:custDataLst>
          </p:nvPr>
        </p:nvSpPr>
        <p:spPr bwMode="auto">
          <a:xfrm>
            <a:off x="7615422" y="1032090"/>
            <a:ext cx="324000" cy="35719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 cap="flat" cmpd="sng" algn="ctr">
            <a:solidFill>
              <a:srgbClr val="0070C0">
                <a:alpha val="54000"/>
              </a:srgbClr>
            </a:solidFill>
            <a:prstDash val="solid"/>
            <a:headEnd type="stealth" w="med" len="lg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ea"/>
                <a:cs typeface="Consolas" panose="020B0609020204030204" pitchFamily="49" charset="0"/>
              </a:rPr>
              <a:t>2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23" name="矩形 22"/>
          <p:cNvSpPr/>
          <p:nvPr>
            <p:custDataLst>
              <p:tags r:id="rId14"/>
            </p:custDataLst>
          </p:nvPr>
        </p:nvSpPr>
        <p:spPr bwMode="auto">
          <a:xfrm>
            <a:off x="7937371" y="1032090"/>
            <a:ext cx="252000" cy="35719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19050" cap="flat" cmpd="sng" algn="ctr">
            <a:solidFill>
              <a:srgbClr val="0070C0">
                <a:alpha val="54000"/>
              </a:srgbClr>
            </a:solidFill>
            <a:prstDash val="solid"/>
            <a:headEnd type="stealth" w="med" len="lg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25" name="矩形 24"/>
          <p:cNvSpPr/>
          <p:nvPr>
            <p:custDataLst>
              <p:tags r:id="rId15"/>
            </p:custDataLst>
          </p:nvPr>
        </p:nvSpPr>
        <p:spPr bwMode="auto">
          <a:xfrm>
            <a:off x="8369977" y="1032090"/>
            <a:ext cx="324000" cy="35719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 cap="flat" cmpd="sng" algn="ctr">
            <a:solidFill>
              <a:srgbClr val="0070C0">
                <a:alpha val="54000"/>
              </a:srgbClr>
            </a:solidFill>
            <a:prstDash val="solid"/>
            <a:headEnd type="stealth" w="med" len="lg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ea"/>
                <a:cs typeface="Consolas" panose="020B0609020204030204" pitchFamily="49" charset="0"/>
              </a:rPr>
              <a:t>3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26" name="矩形 25"/>
          <p:cNvSpPr/>
          <p:nvPr>
            <p:custDataLst>
              <p:tags r:id="rId16"/>
            </p:custDataLst>
          </p:nvPr>
        </p:nvSpPr>
        <p:spPr bwMode="auto">
          <a:xfrm>
            <a:off x="8691926" y="1032090"/>
            <a:ext cx="252000" cy="35719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19050" cap="flat" cmpd="sng" algn="ctr">
            <a:solidFill>
              <a:schemeClr val="accent5">
                <a:lumMod val="75000"/>
                <a:alpha val="54000"/>
              </a:schemeClr>
            </a:solidFill>
            <a:prstDash val="solid"/>
            <a:headEnd type="stealth" w="med" len="lg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Consolas" panose="020B0609020204030204" pitchFamily="49" charset="0"/>
              </a:rPr>
              <a:t>∧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cxnSp>
        <p:nvCxnSpPr>
          <p:cNvPr id="27" name="直接箭头连接符 26"/>
          <p:cNvCxnSpPr/>
          <p:nvPr>
            <p:custDataLst>
              <p:tags r:id="rId17"/>
            </p:custDataLst>
          </p:nvPr>
        </p:nvCxnSpPr>
        <p:spPr>
          <a:xfrm>
            <a:off x="7311630" y="1213066"/>
            <a:ext cx="324000" cy="0"/>
          </a:xfrm>
          <a:prstGeom prst="straightConnector1">
            <a:avLst/>
          </a:prstGeom>
          <a:noFill/>
          <a:ln w="38100" cap="flat" cmpd="sng" algn="ctr">
            <a:solidFill>
              <a:srgbClr val="0000FF"/>
            </a:solidFill>
            <a:prstDash val="solid"/>
            <a:tailEnd type="arrow"/>
          </a:ln>
          <a:effectLst/>
        </p:spPr>
      </p:cxnSp>
      <p:cxnSp>
        <p:nvCxnSpPr>
          <p:cNvPr id="28" name="直接箭头连接符 27"/>
          <p:cNvCxnSpPr/>
          <p:nvPr>
            <p:custDataLst>
              <p:tags r:id="rId18"/>
            </p:custDataLst>
          </p:nvPr>
        </p:nvCxnSpPr>
        <p:spPr>
          <a:xfrm>
            <a:off x="8056435" y="1221004"/>
            <a:ext cx="324000" cy="0"/>
          </a:xfrm>
          <a:prstGeom prst="straightConnector1">
            <a:avLst/>
          </a:prstGeom>
          <a:noFill/>
          <a:ln w="38100" cap="flat" cmpd="sng" algn="ctr">
            <a:solidFill>
              <a:srgbClr val="0000FF"/>
            </a:solidFill>
            <a:prstDash val="solid"/>
            <a:tailEnd type="arrow"/>
          </a:ln>
          <a:effectLst/>
        </p:spPr>
      </p:cxnSp>
      <p:sp>
        <p:nvSpPr>
          <p:cNvPr id="31" name="矩形 30"/>
          <p:cNvSpPr/>
          <p:nvPr>
            <p:custDataLst>
              <p:tags r:id="rId19"/>
            </p:custDataLst>
          </p:nvPr>
        </p:nvSpPr>
        <p:spPr bwMode="auto">
          <a:xfrm>
            <a:off x="6870617" y="1619714"/>
            <a:ext cx="324000" cy="35719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 cap="flat" cmpd="sng" algn="ctr">
            <a:solidFill>
              <a:srgbClr val="0070C0">
                <a:alpha val="54000"/>
              </a:srgbClr>
            </a:solidFill>
            <a:prstDash val="solid"/>
            <a:headEnd type="stealth" w="med" len="lg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ea"/>
                <a:cs typeface="Consolas" panose="020B0609020204030204" pitchFamily="49" charset="0"/>
              </a:rPr>
              <a:t>1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32" name="矩形 31"/>
          <p:cNvSpPr/>
          <p:nvPr>
            <p:custDataLst>
              <p:tags r:id="rId20"/>
            </p:custDataLst>
          </p:nvPr>
        </p:nvSpPr>
        <p:spPr bwMode="auto">
          <a:xfrm>
            <a:off x="7192566" y="1619714"/>
            <a:ext cx="252000" cy="35719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19050" cap="flat" cmpd="sng" algn="ctr">
            <a:solidFill>
              <a:srgbClr val="0070C0">
                <a:alpha val="54000"/>
              </a:srgbClr>
            </a:solidFill>
            <a:prstDash val="solid"/>
            <a:headEnd type="stealth" w="med" len="lg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34" name="矩形 33"/>
          <p:cNvSpPr/>
          <p:nvPr>
            <p:custDataLst>
              <p:tags r:id="rId21"/>
            </p:custDataLst>
          </p:nvPr>
        </p:nvSpPr>
        <p:spPr bwMode="auto">
          <a:xfrm>
            <a:off x="7615422" y="1619714"/>
            <a:ext cx="324000" cy="35719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 cap="flat" cmpd="sng" algn="ctr">
            <a:solidFill>
              <a:srgbClr val="0070C0">
                <a:alpha val="54000"/>
              </a:srgbClr>
            </a:solidFill>
            <a:prstDash val="solid"/>
            <a:headEnd type="stealth" w="med" len="lg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ea"/>
                <a:cs typeface="Consolas" panose="020B0609020204030204" pitchFamily="49" charset="0"/>
              </a:rPr>
              <a:t>3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35" name="矩形 34"/>
          <p:cNvSpPr/>
          <p:nvPr>
            <p:custDataLst>
              <p:tags r:id="rId22"/>
            </p:custDataLst>
          </p:nvPr>
        </p:nvSpPr>
        <p:spPr bwMode="auto">
          <a:xfrm>
            <a:off x="7937371" y="1619714"/>
            <a:ext cx="252000" cy="35719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19050" cap="flat" cmpd="sng" algn="ctr">
            <a:solidFill>
              <a:srgbClr val="0070C0">
                <a:alpha val="54000"/>
              </a:srgbClr>
            </a:solidFill>
            <a:prstDash val="solid"/>
            <a:headEnd type="stealth" w="med" len="lg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37" name="矩形 36"/>
          <p:cNvSpPr/>
          <p:nvPr>
            <p:custDataLst>
              <p:tags r:id="rId23"/>
            </p:custDataLst>
          </p:nvPr>
        </p:nvSpPr>
        <p:spPr bwMode="auto">
          <a:xfrm>
            <a:off x="8369977" y="1619714"/>
            <a:ext cx="324000" cy="35719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 cap="flat" cmpd="sng" algn="ctr">
            <a:solidFill>
              <a:srgbClr val="0070C0">
                <a:alpha val="54000"/>
              </a:srgbClr>
            </a:solidFill>
            <a:prstDash val="solid"/>
            <a:headEnd type="stealth" w="med" len="lg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ea"/>
                <a:cs typeface="Consolas" panose="020B0609020204030204" pitchFamily="49" charset="0"/>
              </a:rPr>
              <a:t>4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38" name="矩形 37"/>
          <p:cNvSpPr/>
          <p:nvPr>
            <p:custDataLst>
              <p:tags r:id="rId24"/>
            </p:custDataLst>
          </p:nvPr>
        </p:nvSpPr>
        <p:spPr bwMode="auto">
          <a:xfrm>
            <a:off x="8691926" y="1619714"/>
            <a:ext cx="252000" cy="35719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19050" cap="flat" cmpd="sng" algn="ctr">
            <a:solidFill>
              <a:srgbClr val="0070C0">
                <a:alpha val="54000"/>
              </a:srgbClr>
            </a:solidFill>
            <a:prstDash val="solid"/>
            <a:headEnd type="stealth" w="med" len="lg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Consolas" panose="020B0609020204030204" pitchFamily="49" charset="0"/>
              </a:rPr>
              <a:t>∧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cxnSp>
        <p:nvCxnSpPr>
          <p:cNvPr id="39" name="直接箭头连接符 38"/>
          <p:cNvCxnSpPr/>
          <p:nvPr>
            <p:custDataLst>
              <p:tags r:id="rId25"/>
            </p:custDataLst>
          </p:nvPr>
        </p:nvCxnSpPr>
        <p:spPr>
          <a:xfrm>
            <a:off x="7311630" y="1800690"/>
            <a:ext cx="324000" cy="0"/>
          </a:xfrm>
          <a:prstGeom prst="straightConnector1">
            <a:avLst/>
          </a:prstGeom>
          <a:noFill/>
          <a:ln w="38100" cap="flat" cmpd="sng" algn="ctr">
            <a:solidFill>
              <a:srgbClr val="0000FF"/>
            </a:solidFill>
            <a:prstDash val="solid"/>
            <a:tailEnd type="arrow"/>
          </a:ln>
          <a:effectLst/>
        </p:spPr>
      </p:cxnSp>
      <p:cxnSp>
        <p:nvCxnSpPr>
          <p:cNvPr id="40" name="直接箭头连接符 39"/>
          <p:cNvCxnSpPr/>
          <p:nvPr>
            <p:custDataLst>
              <p:tags r:id="rId26"/>
            </p:custDataLst>
          </p:nvPr>
        </p:nvCxnSpPr>
        <p:spPr>
          <a:xfrm>
            <a:off x="8056435" y="1808628"/>
            <a:ext cx="324000" cy="0"/>
          </a:xfrm>
          <a:prstGeom prst="straightConnector1">
            <a:avLst/>
          </a:prstGeom>
          <a:noFill/>
          <a:ln w="38100" cap="flat" cmpd="sng" algn="ctr">
            <a:solidFill>
              <a:srgbClr val="0000FF"/>
            </a:solidFill>
            <a:prstDash val="solid"/>
            <a:tailEnd type="arrow"/>
          </a:ln>
          <a:effectLst/>
        </p:spPr>
      </p:cxnSp>
      <p:sp>
        <p:nvSpPr>
          <p:cNvPr id="43" name="矩形 42"/>
          <p:cNvSpPr/>
          <p:nvPr>
            <p:custDataLst>
              <p:tags r:id="rId27"/>
            </p:custDataLst>
          </p:nvPr>
        </p:nvSpPr>
        <p:spPr bwMode="auto">
          <a:xfrm>
            <a:off x="6870617" y="2789466"/>
            <a:ext cx="324000" cy="35719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 cap="flat" cmpd="sng" algn="ctr">
            <a:solidFill>
              <a:srgbClr val="0070C0">
                <a:alpha val="54000"/>
              </a:srgbClr>
            </a:solidFill>
            <a:prstDash val="solid"/>
            <a:headEnd type="stealth" w="med" len="lg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ea"/>
                <a:cs typeface="Consolas" panose="020B0609020204030204" pitchFamily="49" charset="0"/>
              </a:rPr>
              <a:t>0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44" name="矩形 43"/>
          <p:cNvSpPr/>
          <p:nvPr>
            <p:custDataLst>
              <p:tags r:id="rId28"/>
            </p:custDataLst>
          </p:nvPr>
        </p:nvSpPr>
        <p:spPr bwMode="auto">
          <a:xfrm>
            <a:off x="7192566" y="2789466"/>
            <a:ext cx="252000" cy="35719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19050" cap="flat" cmpd="sng" algn="ctr">
            <a:solidFill>
              <a:srgbClr val="0070C0">
                <a:alpha val="54000"/>
              </a:srgbClr>
            </a:solidFill>
            <a:prstDash val="solid"/>
            <a:headEnd type="stealth" w="med" len="lg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46" name="矩形 45"/>
          <p:cNvSpPr/>
          <p:nvPr>
            <p:custDataLst>
              <p:tags r:id="rId29"/>
            </p:custDataLst>
          </p:nvPr>
        </p:nvSpPr>
        <p:spPr bwMode="auto">
          <a:xfrm>
            <a:off x="7615422" y="2789466"/>
            <a:ext cx="324000" cy="35719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 cap="flat" cmpd="sng" algn="ctr">
            <a:solidFill>
              <a:srgbClr val="0070C0">
                <a:alpha val="54000"/>
              </a:srgbClr>
            </a:solidFill>
            <a:prstDash val="solid"/>
            <a:headEnd type="stealth" w="med" len="lg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ea"/>
                <a:cs typeface="Consolas" panose="020B0609020204030204" pitchFamily="49" charset="0"/>
              </a:rPr>
              <a:t>2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47" name="矩形 46"/>
          <p:cNvSpPr/>
          <p:nvPr>
            <p:custDataLst>
              <p:tags r:id="rId30"/>
            </p:custDataLst>
          </p:nvPr>
        </p:nvSpPr>
        <p:spPr bwMode="auto">
          <a:xfrm>
            <a:off x="7937371" y="2789466"/>
            <a:ext cx="252000" cy="35719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19050" cap="flat" cmpd="sng" algn="ctr">
            <a:solidFill>
              <a:srgbClr val="0070C0">
                <a:alpha val="54000"/>
              </a:srgbClr>
            </a:solidFill>
            <a:prstDash val="solid"/>
            <a:headEnd type="stealth" w="med" len="lg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rtlCol="0" anchor="ctr"/>
          <a:p>
            <a:pPr algn="ctr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3200" b="1" kern="0" dirty="0">
                <a:solidFill>
                  <a:schemeClr val="bg1"/>
                </a:solidFill>
                <a:latin typeface="+mn-ea"/>
                <a:cs typeface="Consolas" panose="020B0609020204030204" pitchFamily="49" charset="0"/>
              </a:rPr>
              <a:t>∧</a:t>
            </a:r>
            <a:endParaRPr lang="zh-CN" altLang="en-US" sz="3200" b="1" kern="0" dirty="0">
              <a:solidFill>
                <a:schemeClr val="bg1"/>
              </a:solidFill>
              <a:latin typeface="+mn-ea"/>
              <a:cs typeface="Consolas" panose="020B0609020204030204" pitchFamily="49" charset="0"/>
            </a:endParaRPr>
          </a:p>
        </p:txBody>
      </p:sp>
      <p:cxnSp>
        <p:nvCxnSpPr>
          <p:cNvPr id="51" name="直接箭头连接符 50"/>
          <p:cNvCxnSpPr/>
          <p:nvPr>
            <p:custDataLst>
              <p:tags r:id="rId31"/>
            </p:custDataLst>
          </p:nvPr>
        </p:nvCxnSpPr>
        <p:spPr>
          <a:xfrm>
            <a:off x="7311630" y="2970442"/>
            <a:ext cx="324000" cy="0"/>
          </a:xfrm>
          <a:prstGeom prst="straightConnector1">
            <a:avLst/>
          </a:prstGeom>
          <a:noFill/>
          <a:ln w="38100" cap="flat" cmpd="sng" algn="ctr">
            <a:solidFill>
              <a:srgbClr val="0000FF"/>
            </a:solidFill>
            <a:prstDash val="solid"/>
            <a:tailEnd type="arrow"/>
          </a:ln>
          <a:effectLst/>
        </p:spPr>
      </p:cxnSp>
      <p:sp>
        <p:nvSpPr>
          <p:cNvPr id="55" name="矩形 54"/>
          <p:cNvSpPr/>
          <p:nvPr>
            <p:custDataLst>
              <p:tags r:id="rId32"/>
            </p:custDataLst>
          </p:nvPr>
        </p:nvSpPr>
        <p:spPr bwMode="auto">
          <a:xfrm>
            <a:off x="6870617" y="2204590"/>
            <a:ext cx="324000" cy="35719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 cap="flat" cmpd="sng" algn="ctr">
            <a:solidFill>
              <a:srgbClr val="0070C0">
                <a:alpha val="54000"/>
              </a:srgbClr>
            </a:solidFill>
            <a:prstDash val="solid"/>
            <a:headEnd type="stealth" w="med" len="lg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ea"/>
                <a:cs typeface="Consolas" panose="020B0609020204030204" pitchFamily="49" charset="0"/>
              </a:rPr>
              <a:t>0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56" name="矩形 55"/>
          <p:cNvSpPr/>
          <p:nvPr>
            <p:custDataLst>
              <p:tags r:id="rId33"/>
            </p:custDataLst>
          </p:nvPr>
        </p:nvSpPr>
        <p:spPr bwMode="auto">
          <a:xfrm>
            <a:off x="7192566" y="2204590"/>
            <a:ext cx="252000" cy="35719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19050" cap="flat" cmpd="sng" algn="ctr">
            <a:solidFill>
              <a:srgbClr val="0070C0">
                <a:alpha val="54000"/>
              </a:srgbClr>
            </a:solidFill>
            <a:prstDash val="solid"/>
            <a:headEnd type="stealth" w="med" len="lg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58" name="矩形 57"/>
          <p:cNvSpPr/>
          <p:nvPr>
            <p:custDataLst>
              <p:tags r:id="rId34"/>
            </p:custDataLst>
          </p:nvPr>
        </p:nvSpPr>
        <p:spPr bwMode="auto">
          <a:xfrm>
            <a:off x="7615422" y="2204590"/>
            <a:ext cx="324000" cy="35719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 cap="flat" cmpd="sng" algn="ctr">
            <a:solidFill>
              <a:srgbClr val="0070C0">
                <a:alpha val="54000"/>
              </a:srgbClr>
            </a:solidFill>
            <a:prstDash val="solid"/>
            <a:headEnd type="stealth" w="med" len="lg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ea"/>
                <a:cs typeface="Consolas" panose="020B0609020204030204" pitchFamily="49" charset="0"/>
              </a:rPr>
              <a:t>1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59" name="矩形 58"/>
          <p:cNvSpPr/>
          <p:nvPr>
            <p:custDataLst>
              <p:tags r:id="rId35"/>
            </p:custDataLst>
          </p:nvPr>
        </p:nvSpPr>
        <p:spPr bwMode="auto">
          <a:xfrm>
            <a:off x="7937371" y="2204590"/>
            <a:ext cx="252000" cy="35719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19050" cap="flat" cmpd="sng" algn="ctr">
            <a:solidFill>
              <a:srgbClr val="0070C0">
                <a:alpha val="54000"/>
              </a:srgbClr>
            </a:solidFill>
            <a:prstDash val="solid"/>
            <a:headEnd type="stealth" w="med" len="lg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61" name="矩形 60"/>
          <p:cNvSpPr/>
          <p:nvPr>
            <p:custDataLst>
              <p:tags r:id="rId36"/>
            </p:custDataLst>
          </p:nvPr>
        </p:nvSpPr>
        <p:spPr bwMode="auto">
          <a:xfrm>
            <a:off x="8369977" y="2204590"/>
            <a:ext cx="324000" cy="35719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 cap="flat" cmpd="sng" algn="ctr">
            <a:solidFill>
              <a:srgbClr val="0070C0">
                <a:alpha val="54000"/>
              </a:srgbClr>
            </a:solidFill>
            <a:prstDash val="solid"/>
            <a:headEnd type="stealth" w="med" len="lg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ea"/>
                <a:cs typeface="Consolas" panose="020B0609020204030204" pitchFamily="49" charset="0"/>
              </a:rPr>
              <a:t>2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62" name="矩形 61"/>
          <p:cNvSpPr/>
          <p:nvPr>
            <p:custDataLst>
              <p:tags r:id="rId37"/>
            </p:custDataLst>
          </p:nvPr>
        </p:nvSpPr>
        <p:spPr bwMode="auto">
          <a:xfrm>
            <a:off x="8691926" y="2204590"/>
            <a:ext cx="252000" cy="35719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19050" cap="flat" cmpd="sng" algn="ctr">
            <a:solidFill>
              <a:srgbClr val="0070C0">
                <a:alpha val="54000"/>
              </a:srgbClr>
            </a:solidFill>
            <a:prstDash val="solid"/>
            <a:headEnd type="stealth" w="med" len="lg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rtlCol="0" anchor="ctr"/>
          <a:p>
            <a:pPr algn="ctr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3200" b="1" kern="0" dirty="0">
                <a:solidFill>
                  <a:schemeClr val="bg1"/>
                </a:solidFill>
                <a:latin typeface="+mn-ea"/>
                <a:cs typeface="Consolas" panose="020B0609020204030204" pitchFamily="49" charset="0"/>
              </a:rPr>
              <a:t>∧</a:t>
            </a:r>
            <a:endParaRPr lang="zh-CN" altLang="en-US" sz="3200" b="1" kern="0" dirty="0">
              <a:solidFill>
                <a:schemeClr val="bg1"/>
              </a:solidFill>
              <a:latin typeface="+mn-ea"/>
              <a:cs typeface="Consolas" panose="020B0609020204030204" pitchFamily="49" charset="0"/>
            </a:endParaRPr>
          </a:p>
        </p:txBody>
      </p:sp>
      <p:cxnSp>
        <p:nvCxnSpPr>
          <p:cNvPr id="63" name="直接箭头连接符 62"/>
          <p:cNvCxnSpPr/>
          <p:nvPr>
            <p:custDataLst>
              <p:tags r:id="rId38"/>
            </p:custDataLst>
          </p:nvPr>
        </p:nvCxnSpPr>
        <p:spPr>
          <a:xfrm>
            <a:off x="7311630" y="2385566"/>
            <a:ext cx="324000" cy="0"/>
          </a:xfrm>
          <a:prstGeom prst="straightConnector1">
            <a:avLst/>
          </a:prstGeom>
          <a:noFill/>
          <a:ln w="38100" cap="flat" cmpd="sng" algn="ctr">
            <a:solidFill>
              <a:srgbClr val="0000FF"/>
            </a:solidFill>
            <a:prstDash val="solid"/>
            <a:tailEnd type="arrow"/>
          </a:ln>
          <a:effectLst/>
        </p:spPr>
      </p:cxnSp>
      <p:cxnSp>
        <p:nvCxnSpPr>
          <p:cNvPr id="64" name="直接箭头连接符 63"/>
          <p:cNvCxnSpPr/>
          <p:nvPr>
            <p:custDataLst>
              <p:tags r:id="rId39"/>
            </p:custDataLst>
          </p:nvPr>
        </p:nvCxnSpPr>
        <p:spPr>
          <a:xfrm>
            <a:off x="8056435" y="2393504"/>
            <a:ext cx="324000" cy="0"/>
          </a:xfrm>
          <a:prstGeom prst="straightConnector1">
            <a:avLst/>
          </a:prstGeom>
          <a:noFill/>
          <a:ln w="38100" cap="flat" cmpd="sng" algn="ctr">
            <a:solidFill>
              <a:srgbClr val="0000FF"/>
            </a:solidFill>
            <a:prstDash val="solid"/>
            <a:tailEnd type="arrow"/>
          </a:ln>
          <a:effectLst/>
        </p:spPr>
      </p:cxnSp>
      <p:sp>
        <p:nvSpPr>
          <p:cNvPr id="70" name="矩形 69"/>
          <p:cNvSpPr/>
          <p:nvPr>
            <p:custDataLst>
              <p:tags r:id="rId40"/>
            </p:custDataLst>
          </p:nvPr>
        </p:nvSpPr>
        <p:spPr bwMode="auto">
          <a:xfrm>
            <a:off x="5954940" y="323524"/>
            <a:ext cx="450319" cy="576000"/>
          </a:xfrm>
          <a:prstGeom prst="rect">
            <a:avLst/>
          </a:prstGeom>
          <a:solidFill>
            <a:srgbClr val="F3D5EB"/>
          </a:solidFill>
          <a:ln w="25400" cap="flat" cmpd="sng" algn="ctr">
            <a:solidFill>
              <a:srgbClr val="B50988"/>
            </a:solidFill>
            <a:prstDash val="solid"/>
            <a:headEnd type="stealth" w="med" len="lg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u="none" strike="noStrike" kern="0" cap="none" spc="0" normalizeH="0" baseline="0" noProof="0" dirty="0" err="1">
                <a:ln>
                  <a:noFill/>
                </a:ln>
                <a:solidFill>
                  <a:srgbClr val="B50988"/>
                </a:solidFill>
                <a:effectLst/>
                <a:uLnTx/>
                <a:uFillTx/>
                <a:latin typeface="+mn-ea"/>
                <a:cs typeface="Consolas" panose="020B0609020204030204" pitchFamily="49" charset="0"/>
              </a:rPr>
              <a:t>v</a:t>
            </a:r>
            <a:r>
              <a:rPr kumimoji="0" lang="en-US" altLang="zh-CN" sz="2400" b="1" u="none" strike="noStrike" kern="0" cap="none" spc="0" normalizeH="0" baseline="-25000" noProof="0" dirty="0" err="1">
                <a:ln>
                  <a:noFill/>
                </a:ln>
                <a:solidFill>
                  <a:srgbClr val="B50988"/>
                </a:solidFill>
                <a:effectLst/>
                <a:uLnTx/>
                <a:uFillTx/>
                <a:latin typeface="+mn-ea"/>
                <a:cs typeface="Consolas" panose="020B0609020204030204" pitchFamily="49" charset="0"/>
              </a:rPr>
              <a:t>0</a:t>
            </a:r>
            <a:endParaRPr kumimoji="0" lang="zh-CN" altLang="en-US" sz="2400" b="1" u="none" strike="noStrike" kern="0" cap="none" spc="0" normalizeH="0" baseline="-25000" noProof="0" dirty="0">
              <a:ln>
                <a:noFill/>
              </a:ln>
              <a:solidFill>
                <a:srgbClr val="B50988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71" name="矩形 70"/>
          <p:cNvSpPr/>
          <p:nvPr>
            <p:custDataLst>
              <p:tags r:id="rId41"/>
            </p:custDataLst>
          </p:nvPr>
        </p:nvSpPr>
        <p:spPr bwMode="auto">
          <a:xfrm>
            <a:off x="6401108" y="323524"/>
            <a:ext cx="288000" cy="576000"/>
          </a:xfrm>
          <a:prstGeom prst="rect">
            <a:avLst/>
          </a:prstGeom>
          <a:solidFill>
            <a:srgbClr val="B74F9C"/>
          </a:solidFill>
          <a:ln w="25400" cap="flat" cmpd="sng" algn="ctr">
            <a:solidFill>
              <a:srgbClr val="B50988"/>
            </a:solidFill>
            <a:prstDash val="solid"/>
            <a:headEnd type="stealth" w="med" len="lg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u="none" strike="noStrike" kern="0" cap="none" spc="0" normalizeH="0" baseline="-25000" noProof="0" dirty="0">
              <a:ln>
                <a:noFill/>
              </a:ln>
              <a:solidFill>
                <a:srgbClr val="B50988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72" name="TextBox 56"/>
          <p:cNvSpPr txBox="1"/>
          <p:nvPr>
            <p:custDataLst>
              <p:tags r:id="rId42"/>
            </p:custDataLst>
          </p:nvPr>
        </p:nvSpPr>
        <p:spPr>
          <a:xfrm>
            <a:off x="5627559" y="437207"/>
            <a:ext cx="35719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u="none" strike="noStrike" kern="0" cap="none" spc="0" normalizeH="0" baseline="0" noProof="0" dirty="0">
                <a:ln>
                  <a:noFill/>
                </a:ln>
                <a:solidFill>
                  <a:srgbClr val="B50988"/>
                </a:solidFill>
                <a:effectLst/>
                <a:uLnTx/>
                <a:uFillTx/>
                <a:latin typeface="+mn-ea"/>
                <a:cs typeface="Consolas" panose="020B0609020204030204" pitchFamily="49" charset="0"/>
              </a:rPr>
              <a:t>0</a:t>
            </a:r>
            <a:endParaRPr kumimoji="0" lang="zh-CN" altLang="en-US" sz="2400" b="1" u="none" strike="noStrike" kern="0" cap="none" spc="0" normalizeH="0" baseline="0" noProof="0" dirty="0">
              <a:ln>
                <a:noFill/>
              </a:ln>
              <a:solidFill>
                <a:srgbClr val="B50988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cxnSp>
        <p:nvCxnSpPr>
          <p:cNvPr id="73" name="直接箭头连接符 72"/>
          <p:cNvCxnSpPr/>
          <p:nvPr>
            <p:custDataLst>
              <p:tags r:id="rId43"/>
            </p:custDataLst>
          </p:nvPr>
        </p:nvCxnSpPr>
        <p:spPr>
          <a:xfrm>
            <a:off x="6551305" y="640557"/>
            <a:ext cx="324000" cy="0"/>
          </a:xfrm>
          <a:prstGeom prst="straightConnector1">
            <a:avLst/>
          </a:prstGeom>
          <a:noFill/>
          <a:ln w="38100" cap="flat" cmpd="sng" algn="ctr">
            <a:solidFill>
              <a:srgbClr val="0000FF"/>
            </a:solidFill>
            <a:prstDash val="solid"/>
            <a:tailEnd type="arrow"/>
          </a:ln>
          <a:effectLst/>
        </p:spPr>
      </p:cxnSp>
      <p:sp>
        <p:nvSpPr>
          <p:cNvPr id="74" name="矩形 73"/>
          <p:cNvSpPr/>
          <p:nvPr>
            <p:custDataLst>
              <p:tags r:id="rId44"/>
            </p:custDataLst>
          </p:nvPr>
        </p:nvSpPr>
        <p:spPr bwMode="auto">
          <a:xfrm>
            <a:off x="5954940" y="913375"/>
            <a:ext cx="450319" cy="576000"/>
          </a:xfrm>
          <a:prstGeom prst="rect">
            <a:avLst/>
          </a:prstGeom>
          <a:solidFill>
            <a:srgbClr val="F3D5EB"/>
          </a:solidFill>
          <a:ln w="25400" cap="flat" cmpd="sng" algn="ctr">
            <a:solidFill>
              <a:srgbClr val="B50988"/>
            </a:solidFill>
            <a:prstDash val="solid"/>
            <a:headEnd type="stealth" w="med" len="lg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u="none" strike="noStrike" kern="0" cap="none" spc="0" normalizeH="0" baseline="0" noProof="0" dirty="0" err="1">
                <a:ln>
                  <a:noFill/>
                </a:ln>
                <a:solidFill>
                  <a:srgbClr val="B50988"/>
                </a:solidFill>
                <a:effectLst/>
                <a:uLnTx/>
                <a:uFillTx/>
                <a:latin typeface="+mn-ea"/>
                <a:cs typeface="Consolas" panose="020B0609020204030204" pitchFamily="49" charset="0"/>
              </a:rPr>
              <a:t>v</a:t>
            </a:r>
            <a:r>
              <a:rPr kumimoji="0" lang="en-US" altLang="zh-CN" sz="2400" b="1" u="none" strike="noStrike" kern="0" cap="none" spc="0" normalizeH="0" baseline="-25000" noProof="0" dirty="0" err="1">
                <a:ln>
                  <a:noFill/>
                </a:ln>
                <a:solidFill>
                  <a:srgbClr val="B50988"/>
                </a:solidFill>
                <a:effectLst/>
                <a:uLnTx/>
                <a:uFillTx/>
                <a:latin typeface="+mn-ea"/>
                <a:cs typeface="Consolas" panose="020B0609020204030204" pitchFamily="49" charset="0"/>
              </a:rPr>
              <a:t>1</a:t>
            </a:r>
            <a:endParaRPr kumimoji="0" lang="zh-CN" altLang="en-US" sz="2400" b="1" u="none" strike="noStrike" kern="0" cap="none" spc="0" normalizeH="0" baseline="-25000" noProof="0" dirty="0">
              <a:ln>
                <a:noFill/>
              </a:ln>
              <a:solidFill>
                <a:srgbClr val="B50988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75" name="矩形 74"/>
          <p:cNvSpPr/>
          <p:nvPr>
            <p:custDataLst>
              <p:tags r:id="rId45"/>
            </p:custDataLst>
          </p:nvPr>
        </p:nvSpPr>
        <p:spPr bwMode="auto">
          <a:xfrm>
            <a:off x="6401108" y="913375"/>
            <a:ext cx="288000" cy="576000"/>
          </a:xfrm>
          <a:prstGeom prst="rect">
            <a:avLst/>
          </a:prstGeom>
          <a:solidFill>
            <a:srgbClr val="B74F9C"/>
          </a:solidFill>
          <a:ln w="25400" cap="flat" cmpd="sng" algn="ctr">
            <a:solidFill>
              <a:srgbClr val="B50988"/>
            </a:solidFill>
            <a:prstDash val="solid"/>
            <a:headEnd type="stealth" w="med" len="lg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u="none" strike="noStrike" kern="0" cap="none" spc="0" normalizeH="0" baseline="-25000" noProof="0" dirty="0">
              <a:ln>
                <a:noFill/>
              </a:ln>
              <a:solidFill>
                <a:srgbClr val="B50988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76" name="TextBox 60"/>
          <p:cNvSpPr txBox="1"/>
          <p:nvPr>
            <p:custDataLst>
              <p:tags r:id="rId46"/>
            </p:custDataLst>
          </p:nvPr>
        </p:nvSpPr>
        <p:spPr>
          <a:xfrm>
            <a:off x="5627559" y="1035378"/>
            <a:ext cx="35719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u="none" strike="noStrike" kern="0" cap="none" spc="0" normalizeH="0" baseline="0" noProof="0" dirty="0">
                <a:ln>
                  <a:noFill/>
                </a:ln>
                <a:solidFill>
                  <a:srgbClr val="B50988"/>
                </a:solidFill>
                <a:effectLst/>
                <a:uLnTx/>
                <a:uFillTx/>
                <a:latin typeface="+mn-ea"/>
                <a:cs typeface="Consolas" panose="020B0609020204030204" pitchFamily="49" charset="0"/>
              </a:rPr>
              <a:t>1</a:t>
            </a:r>
            <a:endParaRPr kumimoji="0" lang="zh-CN" altLang="en-US" sz="2400" b="1" u="none" strike="noStrike" kern="0" cap="none" spc="0" normalizeH="0" baseline="0" noProof="0" dirty="0">
              <a:ln>
                <a:noFill/>
              </a:ln>
              <a:solidFill>
                <a:srgbClr val="B50988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cxnSp>
        <p:nvCxnSpPr>
          <p:cNvPr id="77" name="直接箭头连接符 76"/>
          <p:cNvCxnSpPr/>
          <p:nvPr>
            <p:custDataLst>
              <p:tags r:id="rId47"/>
            </p:custDataLst>
          </p:nvPr>
        </p:nvCxnSpPr>
        <p:spPr>
          <a:xfrm>
            <a:off x="6551305" y="1227757"/>
            <a:ext cx="324000" cy="0"/>
          </a:xfrm>
          <a:prstGeom prst="straightConnector1">
            <a:avLst/>
          </a:prstGeom>
          <a:noFill/>
          <a:ln w="38100" cap="flat" cmpd="sng" algn="ctr">
            <a:solidFill>
              <a:srgbClr val="0000FF"/>
            </a:solidFill>
            <a:prstDash val="solid"/>
            <a:tailEnd type="arrow"/>
          </a:ln>
          <a:effectLst/>
        </p:spPr>
      </p:cxnSp>
      <p:sp>
        <p:nvSpPr>
          <p:cNvPr id="78" name="矩形 77"/>
          <p:cNvSpPr/>
          <p:nvPr>
            <p:custDataLst>
              <p:tags r:id="rId48"/>
            </p:custDataLst>
          </p:nvPr>
        </p:nvSpPr>
        <p:spPr bwMode="auto">
          <a:xfrm>
            <a:off x="5954940" y="1497735"/>
            <a:ext cx="450319" cy="576000"/>
          </a:xfrm>
          <a:prstGeom prst="rect">
            <a:avLst/>
          </a:prstGeom>
          <a:solidFill>
            <a:srgbClr val="F3D5EB"/>
          </a:solidFill>
          <a:ln w="25400" cap="flat" cmpd="sng" algn="ctr">
            <a:solidFill>
              <a:srgbClr val="B50988"/>
            </a:solidFill>
            <a:prstDash val="solid"/>
            <a:headEnd type="stealth" w="med" len="lg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u="none" strike="noStrike" kern="0" cap="none" spc="0" normalizeH="0" baseline="0" noProof="0" dirty="0" err="1">
                <a:ln>
                  <a:noFill/>
                </a:ln>
                <a:solidFill>
                  <a:srgbClr val="B50988"/>
                </a:solidFill>
                <a:effectLst/>
                <a:uLnTx/>
                <a:uFillTx/>
                <a:latin typeface="+mn-ea"/>
                <a:cs typeface="Consolas" panose="020B0609020204030204" pitchFamily="49" charset="0"/>
              </a:rPr>
              <a:t>v</a:t>
            </a:r>
            <a:r>
              <a:rPr kumimoji="0" lang="en-US" altLang="zh-CN" sz="2400" b="1" u="none" strike="noStrike" kern="0" cap="none" spc="0" normalizeH="0" baseline="-25000" noProof="0" dirty="0" err="1">
                <a:ln>
                  <a:noFill/>
                </a:ln>
                <a:solidFill>
                  <a:srgbClr val="B50988"/>
                </a:solidFill>
                <a:effectLst/>
                <a:uLnTx/>
                <a:uFillTx/>
                <a:latin typeface="+mn-ea"/>
                <a:cs typeface="Consolas" panose="020B0609020204030204" pitchFamily="49" charset="0"/>
              </a:rPr>
              <a:t>2</a:t>
            </a:r>
            <a:endParaRPr kumimoji="0" lang="zh-CN" altLang="en-US" sz="2400" b="1" u="none" strike="noStrike" kern="0" cap="none" spc="0" normalizeH="0" baseline="-25000" noProof="0" dirty="0">
              <a:ln>
                <a:noFill/>
              </a:ln>
              <a:solidFill>
                <a:srgbClr val="B50988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79" name="矩形 78"/>
          <p:cNvSpPr/>
          <p:nvPr>
            <p:custDataLst>
              <p:tags r:id="rId49"/>
            </p:custDataLst>
          </p:nvPr>
        </p:nvSpPr>
        <p:spPr bwMode="auto">
          <a:xfrm>
            <a:off x="6401108" y="1497735"/>
            <a:ext cx="288000" cy="576000"/>
          </a:xfrm>
          <a:prstGeom prst="rect">
            <a:avLst/>
          </a:prstGeom>
          <a:solidFill>
            <a:srgbClr val="B74F9C"/>
          </a:solidFill>
          <a:ln w="25400" cap="flat" cmpd="sng" algn="ctr">
            <a:solidFill>
              <a:srgbClr val="B50988"/>
            </a:solidFill>
            <a:prstDash val="solid"/>
            <a:headEnd type="stealth" w="med" len="lg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u="none" strike="noStrike" kern="0" cap="none" spc="0" normalizeH="0" baseline="-25000" noProof="0" dirty="0">
              <a:ln>
                <a:noFill/>
              </a:ln>
              <a:solidFill>
                <a:srgbClr val="B50988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80" name="TextBox 64"/>
          <p:cNvSpPr txBox="1"/>
          <p:nvPr>
            <p:custDataLst>
              <p:tags r:id="rId50"/>
            </p:custDataLst>
          </p:nvPr>
        </p:nvSpPr>
        <p:spPr>
          <a:xfrm>
            <a:off x="5627559" y="1589129"/>
            <a:ext cx="35719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u="none" strike="noStrike" kern="0" cap="none" spc="0" normalizeH="0" baseline="0" noProof="0" dirty="0">
                <a:ln>
                  <a:noFill/>
                </a:ln>
                <a:solidFill>
                  <a:srgbClr val="B50988"/>
                </a:solidFill>
                <a:effectLst/>
                <a:uLnTx/>
                <a:uFillTx/>
                <a:latin typeface="+mn-ea"/>
                <a:cs typeface="Consolas" panose="020B0609020204030204" pitchFamily="49" charset="0"/>
              </a:rPr>
              <a:t>2</a:t>
            </a:r>
            <a:endParaRPr kumimoji="0" lang="zh-CN" altLang="en-US" sz="2400" b="1" u="none" strike="noStrike" kern="0" cap="none" spc="0" normalizeH="0" baseline="0" noProof="0" dirty="0">
              <a:ln>
                <a:noFill/>
              </a:ln>
              <a:solidFill>
                <a:srgbClr val="B50988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81" name="矩形 80"/>
          <p:cNvSpPr/>
          <p:nvPr>
            <p:custDataLst>
              <p:tags r:id="rId51"/>
            </p:custDataLst>
          </p:nvPr>
        </p:nvSpPr>
        <p:spPr bwMode="auto">
          <a:xfrm>
            <a:off x="5954940" y="2085373"/>
            <a:ext cx="450319" cy="576000"/>
          </a:xfrm>
          <a:prstGeom prst="rect">
            <a:avLst/>
          </a:prstGeom>
          <a:solidFill>
            <a:srgbClr val="F3D5EB"/>
          </a:solidFill>
          <a:ln w="25400" cap="flat" cmpd="sng" algn="ctr">
            <a:solidFill>
              <a:srgbClr val="B50988"/>
            </a:solidFill>
            <a:prstDash val="solid"/>
            <a:headEnd type="stealth" w="med" len="lg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u="none" strike="noStrike" kern="0" cap="none" spc="0" normalizeH="0" baseline="0" noProof="0" dirty="0" err="1">
                <a:ln>
                  <a:noFill/>
                </a:ln>
                <a:solidFill>
                  <a:srgbClr val="B50988"/>
                </a:solidFill>
                <a:effectLst/>
                <a:uLnTx/>
                <a:uFillTx/>
                <a:latin typeface="+mn-ea"/>
                <a:cs typeface="Consolas" panose="020B0609020204030204" pitchFamily="49" charset="0"/>
              </a:rPr>
              <a:t>v</a:t>
            </a:r>
            <a:r>
              <a:rPr kumimoji="0" lang="en-US" altLang="zh-CN" sz="2400" b="1" u="none" strike="noStrike" kern="0" cap="none" spc="0" normalizeH="0" baseline="-25000" noProof="0" dirty="0" err="1">
                <a:ln>
                  <a:noFill/>
                </a:ln>
                <a:solidFill>
                  <a:srgbClr val="B50988"/>
                </a:solidFill>
                <a:effectLst/>
                <a:uLnTx/>
                <a:uFillTx/>
                <a:latin typeface="+mn-ea"/>
                <a:cs typeface="Consolas" panose="020B0609020204030204" pitchFamily="49" charset="0"/>
              </a:rPr>
              <a:t>3</a:t>
            </a:r>
            <a:endParaRPr kumimoji="0" lang="zh-CN" altLang="en-US" sz="2400" b="1" u="none" strike="noStrike" kern="0" cap="none" spc="0" normalizeH="0" baseline="-25000" noProof="0" dirty="0">
              <a:ln>
                <a:noFill/>
              </a:ln>
              <a:solidFill>
                <a:srgbClr val="B50988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82" name="矩形 81"/>
          <p:cNvSpPr/>
          <p:nvPr>
            <p:custDataLst>
              <p:tags r:id="rId52"/>
            </p:custDataLst>
          </p:nvPr>
        </p:nvSpPr>
        <p:spPr bwMode="auto">
          <a:xfrm>
            <a:off x="6401108" y="2085373"/>
            <a:ext cx="288000" cy="576000"/>
          </a:xfrm>
          <a:prstGeom prst="rect">
            <a:avLst/>
          </a:prstGeom>
          <a:solidFill>
            <a:srgbClr val="B74F9C"/>
          </a:solidFill>
          <a:ln w="25400" cap="flat" cmpd="sng" algn="ctr">
            <a:solidFill>
              <a:srgbClr val="B50988"/>
            </a:solidFill>
            <a:prstDash val="solid"/>
            <a:headEnd type="stealth" w="med" len="lg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u="none" strike="noStrike" kern="0" cap="none" spc="0" normalizeH="0" baseline="-25000" noProof="0" dirty="0">
              <a:ln>
                <a:noFill/>
              </a:ln>
              <a:solidFill>
                <a:srgbClr val="B50988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83" name="TextBox 68"/>
          <p:cNvSpPr txBox="1"/>
          <p:nvPr>
            <p:custDataLst>
              <p:tags r:id="rId53"/>
            </p:custDataLst>
          </p:nvPr>
        </p:nvSpPr>
        <p:spPr>
          <a:xfrm>
            <a:off x="5623378" y="2172804"/>
            <a:ext cx="35719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u="none" strike="noStrike" kern="0" cap="none" spc="0" normalizeH="0" baseline="0" noProof="0" dirty="0">
                <a:ln>
                  <a:noFill/>
                </a:ln>
                <a:solidFill>
                  <a:srgbClr val="B50988"/>
                </a:solidFill>
                <a:effectLst/>
                <a:uLnTx/>
                <a:uFillTx/>
                <a:latin typeface="+mn-ea"/>
                <a:cs typeface="Consolas" panose="020B0609020204030204" pitchFamily="49" charset="0"/>
              </a:rPr>
              <a:t>3</a:t>
            </a:r>
            <a:endParaRPr kumimoji="0" lang="zh-CN" altLang="en-US" sz="2400" b="1" u="none" strike="noStrike" kern="0" cap="none" spc="0" normalizeH="0" baseline="0" noProof="0" dirty="0">
              <a:ln>
                <a:noFill/>
              </a:ln>
              <a:solidFill>
                <a:srgbClr val="B50988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cxnSp>
        <p:nvCxnSpPr>
          <p:cNvPr id="84" name="直接箭头连接符 83"/>
          <p:cNvCxnSpPr/>
          <p:nvPr>
            <p:custDataLst>
              <p:tags r:id="rId54"/>
            </p:custDataLst>
          </p:nvPr>
        </p:nvCxnSpPr>
        <p:spPr>
          <a:xfrm>
            <a:off x="6551305" y="2400937"/>
            <a:ext cx="324000" cy="0"/>
          </a:xfrm>
          <a:prstGeom prst="straightConnector1">
            <a:avLst/>
          </a:prstGeom>
          <a:noFill/>
          <a:ln w="38100" cap="flat" cmpd="sng" algn="ctr">
            <a:solidFill>
              <a:srgbClr val="0000FF"/>
            </a:solidFill>
            <a:prstDash val="solid"/>
            <a:tailEnd type="arrow"/>
          </a:ln>
          <a:effectLst/>
        </p:spPr>
      </p:cxnSp>
      <p:sp>
        <p:nvSpPr>
          <p:cNvPr id="85" name="矩形 84"/>
          <p:cNvSpPr/>
          <p:nvPr>
            <p:custDataLst>
              <p:tags r:id="rId55"/>
            </p:custDataLst>
          </p:nvPr>
        </p:nvSpPr>
        <p:spPr bwMode="auto">
          <a:xfrm>
            <a:off x="5954940" y="2665074"/>
            <a:ext cx="450319" cy="576000"/>
          </a:xfrm>
          <a:prstGeom prst="rect">
            <a:avLst/>
          </a:prstGeom>
          <a:solidFill>
            <a:srgbClr val="F3D5EB"/>
          </a:solidFill>
          <a:ln w="25400" cap="flat" cmpd="sng" algn="ctr">
            <a:solidFill>
              <a:srgbClr val="B50988"/>
            </a:solidFill>
            <a:prstDash val="solid"/>
            <a:headEnd type="stealth" w="med" len="lg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u="none" strike="noStrike" kern="0" cap="none" spc="0" normalizeH="0" baseline="0" noProof="0" dirty="0" err="1">
                <a:ln>
                  <a:noFill/>
                </a:ln>
                <a:solidFill>
                  <a:srgbClr val="B50988"/>
                </a:solidFill>
                <a:effectLst/>
                <a:uLnTx/>
                <a:uFillTx/>
                <a:latin typeface="+mn-ea"/>
                <a:cs typeface="Consolas" panose="020B0609020204030204" pitchFamily="49" charset="0"/>
              </a:rPr>
              <a:t>v</a:t>
            </a:r>
            <a:r>
              <a:rPr kumimoji="0" lang="en-US" altLang="zh-CN" sz="2400" b="1" u="none" strike="noStrike" kern="0" cap="none" spc="0" normalizeH="0" baseline="-25000" noProof="0" dirty="0" err="1">
                <a:ln>
                  <a:noFill/>
                </a:ln>
                <a:solidFill>
                  <a:srgbClr val="B50988"/>
                </a:solidFill>
                <a:effectLst/>
                <a:uLnTx/>
                <a:uFillTx/>
                <a:latin typeface="+mn-ea"/>
                <a:cs typeface="Consolas" panose="020B0609020204030204" pitchFamily="49" charset="0"/>
              </a:rPr>
              <a:t>4</a:t>
            </a:r>
            <a:endParaRPr kumimoji="0" lang="zh-CN" altLang="en-US" sz="2400" b="1" u="none" strike="noStrike" kern="0" cap="none" spc="0" normalizeH="0" baseline="-25000" noProof="0" dirty="0">
              <a:ln>
                <a:noFill/>
              </a:ln>
              <a:solidFill>
                <a:srgbClr val="B50988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86" name="矩形 85"/>
          <p:cNvSpPr/>
          <p:nvPr>
            <p:custDataLst>
              <p:tags r:id="rId56"/>
            </p:custDataLst>
          </p:nvPr>
        </p:nvSpPr>
        <p:spPr bwMode="auto">
          <a:xfrm>
            <a:off x="6401108" y="2665074"/>
            <a:ext cx="288000" cy="576000"/>
          </a:xfrm>
          <a:prstGeom prst="rect">
            <a:avLst/>
          </a:prstGeom>
          <a:solidFill>
            <a:srgbClr val="B74F9C"/>
          </a:solidFill>
          <a:ln w="25400" cap="flat" cmpd="sng" algn="ctr">
            <a:solidFill>
              <a:srgbClr val="B50988"/>
            </a:solidFill>
            <a:prstDash val="solid"/>
            <a:headEnd type="stealth" w="med" len="lg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u="none" strike="noStrike" kern="0" cap="none" spc="0" normalizeH="0" baseline="-25000" noProof="0" dirty="0">
              <a:ln>
                <a:noFill/>
              </a:ln>
              <a:solidFill>
                <a:srgbClr val="B50988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87" name="TextBox 72"/>
          <p:cNvSpPr txBox="1"/>
          <p:nvPr>
            <p:custDataLst>
              <p:tags r:id="rId57"/>
            </p:custDataLst>
          </p:nvPr>
        </p:nvSpPr>
        <p:spPr>
          <a:xfrm>
            <a:off x="5627559" y="2778278"/>
            <a:ext cx="35719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u="none" strike="noStrike" kern="0" cap="none" spc="0" normalizeH="0" baseline="0" noProof="0" dirty="0">
                <a:ln>
                  <a:noFill/>
                </a:ln>
                <a:solidFill>
                  <a:srgbClr val="B50988"/>
                </a:solidFill>
                <a:effectLst/>
                <a:uLnTx/>
                <a:uFillTx/>
                <a:latin typeface="+mn-ea"/>
                <a:cs typeface="Consolas" panose="020B0609020204030204" pitchFamily="49" charset="0"/>
              </a:rPr>
              <a:t>4</a:t>
            </a:r>
            <a:endParaRPr kumimoji="0" lang="zh-CN" altLang="en-US" sz="2400" b="1" u="none" strike="noStrike" kern="0" cap="none" spc="0" normalizeH="0" baseline="0" noProof="0" dirty="0">
              <a:ln>
                <a:noFill/>
              </a:ln>
              <a:solidFill>
                <a:srgbClr val="B50988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cxnSp>
        <p:nvCxnSpPr>
          <p:cNvPr id="88" name="直接箭头连接符 87"/>
          <p:cNvCxnSpPr/>
          <p:nvPr>
            <p:custDataLst>
              <p:tags r:id="rId58"/>
            </p:custDataLst>
          </p:nvPr>
        </p:nvCxnSpPr>
        <p:spPr>
          <a:xfrm>
            <a:off x="6551305" y="1808628"/>
            <a:ext cx="324000" cy="0"/>
          </a:xfrm>
          <a:prstGeom prst="straightConnector1">
            <a:avLst/>
          </a:prstGeom>
          <a:noFill/>
          <a:ln w="38100" cap="flat" cmpd="sng" algn="ctr">
            <a:solidFill>
              <a:srgbClr val="0000FF"/>
            </a:solidFill>
            <a:prstDash val="solid"/>
            <a:tailEnd type="arrow"/>
          </a:ln>
          <a:effectLst/>
        </p:spPr>
      </p:cxnSp>
      <p:cxnSp>
        <p:nvCxnSpPr>
          <p:cNvPr id="89" name="直接箭头连接符 88"/>
          <p:cNvCxnSpPr/>
          <p:nvPr>
            <p:custDataLst>
              <p:tags r:id="rId59"/>
            </p:custDataLst>
          </p:nvPr>
        </p:nvCxnSpPr>
        <p:spPr>
          <a:xfrm>
            <a:off x="6559298" y="2978380"/>
            <a:ext cx="324000" cy="0"/>
          </a:xfrm>
          <a:prstGeom prst="straightConnector1">
            <a:avLst/>
          </a:prstGeom>
          <a:noFill/>
          <a:ln w="38100" cap="flat" cmpd="sng" algn="ctr">
            <a:solidFill>
              <a:srgbClr val="0000FF"/>
            </a:solidFill>
            <a:prstDash val="solid"/>
            <a:tailEnd type="arrow"/>
          </a:ln>
          <a:effectLst/>
        </p:spPr>
      </p:cxnSp>
      <p:sp>
        <p:nvSpPr>
          <p:cNvPr id="111" name="Oval 31"/>
          <p:cNvSpPr>
            <a:spLocks noChangeArrowheads="1"/>
          </p:cNvSpPr>
          <p:nvPr>
            <p:custDataLst>
              <p:tags r:id="rId60"/>
            </p:custDataLst>
          </p:nvPr>
        </p:nvSpPr>
        <p:spPr bwMode="auto">
          <a:xfrm>
            <a:off x="7162819" y="3691859"/>
            <a:ext cx="452705" cy="452705"/>
          </a:xfrm>
          <a:prstGeom prst="ellipse">
            <a:avLst/>
          </a:prstGeom>
          <a:solidFill>
            <a:srgbClr val="0070C0">
              <a:alpha val="63000"/>
            </a:srgbClr>
          </a:solidFill>
          <a:ln w="9525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/>
        </p:spPr>
        <p:txBody>
          <a:bodyPr wrap="none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Consolas" panose="020B0609020204030204" pitchFamily="49" charset="0"/>
              </a:rPr>
              <a:t>v</a:t>
            </a:r>
            <a:r>
              <a:rPr kumimoji="0" lang="en-US" altLang="zh-CN" sz="2000" b="1" u="none" strike="noStrike" kern="0" cap="none" spc="0" normalizeH="0" baseline="-2500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Consolas" panose="020B0609020204030204" pitchFamily="49" charset="0"/>
              </a:rPr>
              <a:t>1</a:t>
            </a:r>
            <a:endParaRPr kumimoji="0" lang="en-US" altLang="zh-CN" sz="2000" b="1" u="none" strike="noStrike" kern="0" cap="none" spc="0" normalizeH="0" baseline="-2500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112" name="Oval 31"/>
          <p:cNvSpPr>
            <a:spLocks noChangeArrowheads="1"/>
          </p:cNvSpPr>
          <p:nvPr>
            <p:custDataLst>
              <p:tags r:id="rId61"/>
            </p:custDataLst>
          </p:nvPr>
        </p:nvSpPr>
        <p:spPr bwMode="auto">
          <a:xfrm>
            <a:off x="7162819" y="4380704"/>
            <a:ext cx="452705" cy="452705"/>
          </a:xfrm>
          <a:prstGeom prst="ellipse">
            <a:avLst/>
          </a:prstGeom>
          <a:solidFill>
            <a:srgbClr val="0070C0">
              <a:alpha val="63000"/>
            </a:srgbClr>
          </a:solidFill>
          <a:ln w="9525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/>
        </p:spPr>
        <p:txBody>
          <a:bodyPr wrap="none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Consolas" panose="020B0609020204030204" pitchFamily="49" charset="0"/>
              </a:rPr>
              <a:t>v</a:t>
            </a:r>
            <a:r>
              <a:rPr kumimoji="0" lang="en-US" altLang="zh-CN" sz="2000" b="1" u="none" strike="noStrike" kern="0" cap="none" spc="0" normalizeH="0" baseline="-2500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Consolas" panose="020B0609020204030204" pitchFamily="49" charset="0"/>
              </a:rPr>
              <a:t>3</a:t>
            </a:r>
            <a:endParaRPr kumimoji="0" lang="en-US" altLang="zh-CN" sz="2000" b="1" u="none" strike="noStrike" kern="0" cap="none" spc="0" normalizeH="0" baseline="-2500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113" name="Oval 31"/>
          <p:cNvSpPr>
            <a:spLocks noChangeArrowheads="1"/>
          </p:cNvSpPr>
          <p:nvPr>
            <p:custDataLst>
              <p:tags r:id="rId62"/>
            </p:custDataLst>
          </p:nvPr>
        </p:nvSpPr>
        <p:spPr bwMode="auto">
          <a:xfrm>
            <a:off x="7162819" y="5069549"/>
            <a:ext cx="452705" cy="452705"/>
          </a:xfrm>
          <a:prstGeom prst="ellipse">
            <a:avLst/>
          </a:prstGeom>
          <a:solidFill>
            <a:srgbClr val="0070C0">
              <a:alpha val="63000"/>
            </a:srgbClr>
          </a:solidFill>
          <a:ln w="9525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/>
        </p:spPr>
        <p:txBody>
          <a:bodyPr wrap="none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Consolas" panose="020B0609020204030204" pitchFamily="49" charset="0"/>
              </a:rPr>
              <a:t>v</a:t>
            </a:r>
            <a:r>
              <a:rPr kumimoji="0" lang="en-US" altLang="zh-CN" sz="2000" b="1" u="none" strike="noStrike" kern="0" cap="none" spc="0" normalizeH="0" baseline="-2500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Consolas" panose="020B0609020204030204" pitchFamily="49" charset="0"/>
              </a:rPr>
              <a:t>4</a:t>
            </a:r>
            <a:endParaRPr kumimoji="0" lang="en-US" altLang="zh-CN" sz="2000" b="1" u="none" strike="noStrike" kern="0" cap="none" spc="0" normalizeH="0" baseline="-2500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114" name="Oval 31"/>
          <p:cNvSpPr>
            <a:spLocks noChangeArrowheads="1"/>
          </p:cNvSpPr>
          <p:nvPr>
            <p:custDataLst>
              <p:tags r:id="rId63"/>
            </p:custDataLst>
          </p:nvPr>
        </p:nvSpPr>
        <p:spPr bwMode="auto">
          <a:xfrm>
            <a:off x="6408379" y="4380704"/>
            <a:ext cx="452705" cy="452705"/>
          </a:xfrm>
          <a:prstGeom prst="ellipse">
            <a:avLst/>
          </a:prstGeom>
          <a:solidFill>
            <a:srgbClr val="0070C0">
              <a:alpha val="63000"/>
            </a:srgbClr>
          </a:solidFill>
          <a:ln w="9525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/>
        </p:spPr>
        <p:txBody>
          <a:bodyPr wrap="none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Consolas" panose="020B0609020204030204" pitchFamily="49" charset="0"/>
              </a:rPr>
              <a:t>v</a:t>
            </a:r>
            <a:r>
              <a:rPr kumimoji="0" lang="en-US" altLang="zh-CN" sz="2000" b="1" u="none" strike="noStrike" kern="0" cap="none" spc="0" normalizeH="0" baseline="-2500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Consolas" panose="020B0609020204030204" pitchFamily="49" charset="0"/>
              </a:rPr>
              <a:t>2</a:t>
            </a:r>
            <a:endParaRPr kumimoji="0" lang="en-US" altLang="zh-CN" sz="2000" b="1" u="none" strike="noStrike" kern="0" cap="none" spc="0" normalizeH="0" baseline="-2500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115" name="Oval 31"/>
          <p:cNvSpPr>
            <a:spLocks noChangeArrowheads="1"/>
          </p:cNvSpPr>
          <p:nvPr>
            <p:custDataLst>
              <p:tags r:id="rId64"/>
            </p:custDataLst>
          </p:nvPr>
        </p:nvSpPr>
        <p:spPr bwMode="auto">
          <a:xfrm>
            <a:off x="7917259" y="4380704"/>
            <a:ext cx="452705" cy="452705"/>
          </a:xfrm>
          <a:prstGeom prst="ellipse">
            <a:avLst/>
          </a:prstGeom>
          <a:solidFill>
            <a:srgbClr val="0070C0">
              <a:alpha val="63000"/>
            </a:srgbClr>
          </a:solidFill>
          <a:ln w="9525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/>
        </p:spPr>
        <p:txBody>
          <a:bodyPr wrap="none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Consolas" panose="020B0609020204030204" pitchFamily="49" charset="0"/>
              </a:rPr>
              <a:t>v</a:t>
            </a:r>
            <a:r>
              <a:rPr kumimoji="0" lang="en-US" altLang="zh-CN" sz="2000" b="1" u="none" strike="noStrike" kern="0" cap="none" spc="0" normalizeH="0" baseline="-2500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Consolas" panose="020B0609020204030204" pitchFamily="49" charset="0"/>
              </a:rPr>
              <a:t>0</a:t>
            </a:r>
            <a:endParaRPr kumimoji="0" lang="en-US" altLang="zh-CN" sz="2000" b="1" u="none" strike="noStrike" kern="0" cap="none" spc="0" normalizeH="0" baseline="-2500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cxnSp>
        <p:nvCxnSpPr>
          <p:cNvPr id="116" name="直接连接符 115"/>
          <p:cNvCxnSpPr>
            <a:stCxn id="111" idx="2"/>
            <a:endCxn id="114" idx="0"/>
          </p:cNvCxnSpPr>
          <p:nvPr>
            <p:custDataLst>
              <p:tags r:id="rId65"/>
            </p:custDataLst>
          </p:nvPr>
        </p:nvCxnSpPr>
        <p:spPr>
          <a:xfrm flipH="1">
            <a:off x="6634732" y="3918212"/>
            <a:ext cx="528087" cy="462492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直接连接符 116"/>
          <p:cNvCxnSpPr>
            <a:endCxn id="115" idx="0"/>
          </p:cNvCxnSpPr>
          <p:nvPr>
            <p:custDataLst>
              <p:tags r:id="rId66"/>
            </p:custDataLst>
          </p:nvPr>
        </p:nvCxnSpPr>
        <p:spPr>
          <a:xfrm>
            <a:off x="7615524" y="3918212"/>
            <a:ext cx="528087" cy="462492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直接连接符 117"/>
          <p:cNvCxnSpPr>
            <a:stCxn id="114" idx="4"/>
            <a:endCxn id="113" idx="2"/>
          </p:cNvCxnSpPr>
          <p:nvPr>
            <p:custDataLst>
              <p:tags r:id="rId67"/>
            </p:custDataLst>
          </p:nvPr>
        </p:nvCxnSpPr>
        <p:spPr>
          <a:xfrm>
            <a:off x="6634732" y="4833409"/>
            <a:ext cx="528087" cy="462492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直接连接符 118"/>
          <p:cNvCxnSpPr>
            <a:stCxn id="115" idx="4"/>
            <a:endCxn id="113" idx="6"/>
          </p:cNvCxnSpPr>
          <p:nvPr>
            <p:custDataLst>
              <p:tags r:id="rId68"/>
            </p:custDataLst>
          </p:nvPr>
        </p:nvCxnSpPr>
        <p:spPr>
          <a:xfrm flipH="1">
            <a:off x="7615524" y="4833409"/>
            <a:ext cx="528087" cy="462492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直接连接符 119"/>
          <p:cNvCxnSpPr>
            <a:stCxn id="111" idx="4"/>
            <a:endCxn id="112" idx="0"/>
          </p:cNvCxnSpPr>
          <p:nvPr>
            <p:custDataLst>
              <p:tags r:id="rId69"/>
            </p:custDataLst>
          </p:nvPr>
        </p:nvCxnSpPr>
        <p:spPr>
          <a:xfrm>
            <a:off x="7389171" y="4144564"/>
            <a:ext cx="0" cy="23614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直接连接符 121"/>
          <p:cNvCxnSpPr>
            <a:stCxn id="114" idx="6"/>
            <a:endCxn id="112" idx="2"/>
          </p:cNvCxnSpPr>
          <p:nvPr>
            <p:custDataLst>
              <p:tags r:id="rId70"/>
            </p:custDataLst>
          </p:nvPr>
        </p:nvCxnSpPr>
        <p:spPr>
          <a:xfrm>
            <a:off x="6861084" y="4607057"/>
            <a:ext cx="301735" cy="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直接连接符 122"/>
          <p:cNvCxnSpPr>
            <a:stCxn id="112" idx="6"/>
            <a:endCxn id="115" idx="2"/>
          </p:cNvCxnSpPr>
          <p:nvPr>
            <p:custDataLst>
              <p:tags r:id="rId71"/>
            </p:custDataLst>
          </p:nvPr>
        </p:nvCxnSpPr>
        <p:spPr>
          <a:xfrm>
            <a:off x="7615524" y="4607057"/>
            <a:ext cx="301735" cy="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文本框 123"/>
          <p:cNvSpPr txBox="1"/>
          <p:nvPr>
            <p:custDataLst>
              <p:tags r:id="rId72"/>
            </p:custDataLst>
          </p:nvPr>
        </p:nvSpPr>
        <p:spPr>
          <a:xfrm>
            <a:off x="8265208" y="4434055"/>
            <a:ext cx="392353" cy="369332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b="1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ea"/>
                <a:cs typeface="Consolas" panose="020B0609020204030204" pitchFamily="49" charset="0"/>
              </a:rPr>
              <a:t>0</a:t>
            </a:r>
            <a:endParaRPr kumimoji="0" lang="zh-CN" altLang="en-US" b="1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125" name="文本框 124"/>
          <p:cNvSpPr txBox="1"/>
          <p:nvPr>
            <p:custDataLst>
              <p:tags r:id="rId73"/>
            </p:custDataLst>
          </p:nvPr>
        </p:nvSpPr>
        <p:spPr>
          <a:xfrm>
            <a:off x="7200309" y="3411641"/>
            <a:ext cx="392353" cy="369332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b="1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ea"/>
                <a:cs typeface="Consolas" panose="020B0609020204030204" pitchFamily="49" charset="0"/>
              </a:rPr>
              <a:t>1</a:t>
            </a:r>
            <a:endParaRPr kumimoji="0" lang="zh-CN" altLang="en-US" b="1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126" name="文本框 125"/>
          <p:cNvSpPr txBox="1"/>
          <p:nvPr>
            <p:custDataLst>
              <p:tags r:id="rId74"/>
            </p:custDataLst>
          </p:nvPr>
        </p:nvSpPr>
        <p:spPr>
          <a:xfrm>
            <a:off x="6124595" y="4438745"/>
            <a:ext cx="392353" cy="369332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b="1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ea"/>
                <a:cs typeface="Consolas" panose="020B0609020204030204" pitchFamily="49" charset="0"/>
              </a:rPr>
              <a:t>2</a:t>
            </a:r>
            <a:endParaRPr kumimoji="0" lang="zh-CN" altLang="en-US" b="1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127" name="文本框 126"/>
          <p:cNvSpPr txBox="1"/>
          <p:nvPr>
            <p:custDataLst>
              <p:tags r:id="rId75"/>
            </p:custDataLst>
          </p:nvPr>
        </p:nvSpPr>
        <p:spPr>
          <a:xfrm>
            <a:off x="7191607" y="5474992"/>
            <a:ext cx="392353" cy="369332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b="1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ea"/>
                <a:cs typeface="Consolas" panose="020B0609020204030204" pitchFamily="49" charset="0"/>
              </a:rPr>
              <a:t>4</a:t>
            </a:r>
            <a:endParaRPr kumimoji="0" lang="zh-CN" altLang="en-US" b="1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128" name="文本框 127"/>
          <p:cNvSpPr txBox="1"/>
          <p:nvPr>
            <p:custDataLst>
              <p:tags r:id="rId76"/>
            </p:custDataLst>
          </p:nvPr>
        </p:nvSpPr>
        <p:spPr>
          <a:xfrm>
            <a:off x="7400379" y="4189426"/>
            <a:ext cx="392353" cy="369332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b="1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ea"/>
                <a:cs typeface="Consolas" panose="020B0609020204030204" pitchFamily="49" charset="0"/>
              </a:rPr>
              <a:t>3</a:t>
            </a:r>
            <a:endParaRPr kumimoji="0" lang="zh-CN" altLang="en-US" b="1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141" name="矩形 140"/>
          <p:cNvSpPr/>
          <p:nvPr>
            <p:custDataLst>
              <p:tags r:id="rId77"/>
            </p:custDataLst>
          </p:nvPr>
        </p:nvSpPr>
        <p:spPr>
          <a:xfrm>
            <a:off x="414338" y="3279937"/>
            <a:ext cx="252000" cy="347134"/>
          </a:xfrm>
          <a:prstGeom prst="rect">
            <a:avLst/>
          </a:prstGeom>
          <a:solidFill>
            <a:srgbClr val="B50988">
              <a:alpha val="68000"/>
            </a:srgbClr>
          </a:solidFill>
          <a:ln w="19050">
            <a:solidFill>
              <a:srgbClr val="B50988"/>
            </a:solidFill>
          </a:ln>
          <a:effec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en-US" altLang="zh-CN" sz="2000" b="1" dirty="0">
                <a:solidFill>
                  <a:schemeClr val="bg1"/>
                </a:solidFill>
              </a:rPr>
              <a:t>2</a:t>
            </a:r>
            <a:endParaRPr kumimoji="1" lang="zh-CN" altLang="en-US" sz="2000" b="1" dirty="0">
              <a:solidFill>
                <a:schemeClr val="bg1"/>
              </a:solidFill>
            </a:endParaRPr>
          </a:p>
        </p:txBody>
      </p:sp>
      <p:sp>
        <p:nvSpPr>
          <p:cNvPr id="142" name="矩形 141"/>
          <p:cNvSpPr/>
          <p:nvPr>
            <p:custDataLst>
              <p:tags r:id="rId78"/>
            </p:custDataLst>
          </p:nvPr>
        </p:nvSpPr>
        <p:spPr>
          <a:xfrm>
            <a:off x="666338" y="3279937"/>
            <a:ext cx="252000" cy="34713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rgbClr val="B50988"/>
            </a:solidFill>
          </a:ln>
          <a:effec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en-US" altLang="zh-CN" sz="2000" b="1" dirty="0">
                <a:solidFill>
                  <a:schemeClr val="tx1"/>
                </a:solidFill>
              </a:rPr>
              <a:t>1</a:t>
            </a:r>
            <a:endParaRPr kumimoji="1" lang="zh-CN" altLang="en-US" sz="2000" b="1" dirty="0">
              <a:solidFill>
                <a:schemeClr val="tx1"/>
              </a:solidFill>
            </a:endParaRPr>
          </a:p>
        </p:txBody>
      </p:sp>
      <p:sp>
        <p:nvSpPr>
          <p:cNvPr id="143" name="矩形 142"/>
          <p:cNvSpPr/>
          <p:nvPr>
            <p:custDataLst>
              <p:tags r:id="rId79"/>
            </p:custDataLst>
          </p:nvPr>
        </p:nvSpPr>
        <p:spPr>
          <a:xfrm>
            <a:off x="918338" y="3279937"/>
            <a:ext cx="252000" cy="34713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rgbClr val="B50988"/>
            </a:solidFill>
          </a:ln>
          <a:effec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en-US" altLang="zh-CN" sz="2000" b="1" dirty="0">
                <a:solidFill>
                  <a:schemeClr val="tx1"/>
                </a:solidFill>
              </a:rPr>
              <a:t>3</a:t>
            </a:r>
            <a:endParaRPr kumimoji="1" lang="zh-CN" altLang="en-US" sz="2000" b="1" dirty="0">
              <a:solidFill>
                <a:schemeClr val="tx1"/>
              </a:solidFill>
            </a:endParaRPr>
          </a:p>
        </p:txBody>
      </p:sp>
      <p:sp>
        <p:nvSpPr>
          <p:cNvPr id="144" name="矩形 143"/>
          <p:cNvSpPr/>
          <p:nvPr>
            <p:custDataLst>
              <p:tags r:id="rId80"/>
            </p:custDataLst>
          </p:nvPr>
        </p:nvSpPr>
        <p:spPr>
          <a:xfrm>
            <a:off x="1170338" y="3279937"/>
            <a:ext cx="252000" cy="34713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rgbClr val="B50988"/>
            </a:solidFill>
          </a:ln>
          <a:effec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en-US" altLang="zh-CN" sz="2000" b="1" dirty="0">
                <a:solidFill>
                  <a:schemeClr val="tx1"/>
                </a:solidFill>
              </a:rPr>
              <a:t>4</a:t>
            </a:r>
            <a:endParaRPr kumimoji="1" lang="zh-CN" altLang="en-US" sz="2000" b="1" dirty="0">
              <a:solidFill>
                <a:schemeClr val="tx1"/>
              </a:solidFill>
            </a:endParaRPr>
          </a:p>
        </p:txBody>
      </p:sp>
      <p:sp>
        <p:nvSpPr>
          <p:cNvPr id="145" name="文本框 144"/>
          <p:cNvSpPr txBox="1"/>
          <p:nvPr>
            <p:custDataLst>
              <p:tags r:id="rId81"/>
            </p:custDataLst>
          </p:nvPr>
        </p:nvSpPr>
        <p:spPr>
          <a:xfrm>
            <a:off x="-10456" y="2586757"/>
            <a:ext cx="4134395" cy="40011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zh-CN" altLang="en-US" sz="2000" b="1" dirty="0">
                <a:solidFill>
                  <a:srgbClr val="0099BC"/>
                </a:solidFill>
              </a:rPr>
              <a:t>从顶点</a:t>
            </a:r>
            <a:r>
              <a:rPr lang="en-US" altLang="zh-CN" sz="2000" b="1" dirty="0">
                <a:solidFill>
                  <a:srgbClr val="B50988"/>
                </a:solidFill>
              </a:rPr>
              <a:t>v</a:t>
            </a:r>
            <a:r>
              <a:rPr lang="en-US" altLang="zh-CN" sz="2000" b="1" baseline="-25000" dirty="0">
                <a:solidFill>
                  <a:srgbClr val="B50988"/>
                </a:solidFill>
              </a:rPr>
              <a:t>2</a:t>
            </a:r>
            <a:r>
              <a:rPr lang="zh-CN" altLang="en-US" sz="2000" b="1" dirty="0">
                <a:solidFill>
                  <a:srgbClr val="0099BC"/>
                </a:solidFill>
              </a:rPr>
              <a:t>开始的</a:t>
            </a:r>
            <a:r>
              <a:rPr lang="zh-CN" altLang="en-US" sz="2000" b="1" dirty="0">
                <a:solidFill>
                  <a:srgbClr val="7030A0"/>
                </a:solidFill>
              </a:rPr>
              <a:t>深度优先遍历</a:t>
            </a:r>
            <a:r>
              <a:rPr lang="en-US" altLang="zh-CN" sz="2000" b="1" dirty="0">
                <a:solidFill>
                  <a:srgbClr val="7030A0"/>
                </a:solidFill>
              </a:rPr>
              <a:t>(DFS)</a:t>
            </a:r>
            <a:endParaRPr lang="zh-CN" altLang="en-US" sz="2000" dirty="0">
              <a:solidFill>
                <a:srgbClr val="7030A0"/>
              </a:solidFill>
            </a:endParaRPr>
          </a:p>
        </p:txBody>
      </p:sp>
      <p:sp>
        <p:nvSpPr>
          <p:cNvPr id="146" name="Text Box 26"/>
          <p:cNvSpPr txBox="1">
            <a:spLocks noChangeArrowheads="1"/>
          </p:cNvSpPr>
          <p:nvPr>
            <p:custDataLst>
              <p:tags r:id="rId82"/>
            </p:custDataLst>
          </p:nvPr>
        </p:nvSpPr>
        <p:spPr bwMode="auto">
          <a:xfrm>
            <a:off x="0" y="6082203"/>
            <a:ext cx="3719932" cy="40011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p>
            <a:pPr marL="284480" indent="-284480" algn="l">
              <a:buFont typeface="Wingdings" panose="05000000000000000000" pitchFamily="2" charset="2"/>
              <a:buChar char="n"/>
            </a:pPr>
            <a:r>
              <a:rPr lang="zh-CN" altLang="en-US" sz="2000" b="1" dirty="0">
                <a:solidFill>
                  <a:srgbClr val="7030A0"/>
                </a:solidFill>
              </a:rPr>
              <a:t>深度优先遍历</a:t>
            </a:r>
            <a:r>
              <a:rPr lang="en-US" altLang="zh-CN" sz="2000" b="1" dirty="0">
                <a:solidFill>
                  <a:srgbClr val="7030A0"/>
                </a:solidFill>
              </a:rPr>
              <a:t>(DFS)</a:t>
            </a:r>
            <a:r>
              <a:rPr lang="zh-CN" altLang="en-US" sz="2000" b="1" dirty="0">
                <a:solidFill>
                  <a:srgbClr val="7030A0"/>
                </a:solidFill>
              </a:rPr>
              <a:t>序列：</a:t>
            </a:r>
            <a:endParaRPr kumimoji="1" lang="zh-CN" altLang="en-US" sz="2000" b="1" dirty="0">
              <a:solidFill>
                <a:srgbClr val="7030A0"/>
              </a:solidFill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148" name="Text Box 26"/>
          <p:cNvSpPr txBox="1">
            <a:spLocks noChangeArrowheads="1"/>
          </p:cNvSpPr>
          <p:nvPr>
            <p:custDataLst>
              <p:tags r:id="rId83"/>
            </p:custDataLst>
          </p:nvPr>
        </p:nvSpPr>
        <p:spPr bwMode="auto">
          <a:xfrm>
            <a:off x="3292019" y="6082203"/>
            <a:ext cx="625557" cy="40011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p>
            <a:pPr algn="l"/>
            <a:r>
              <a:rPr kumimoji="1" lang="en-US" altLang="zh-CN" sz="2000" b="1" dirty="0">
                <a:solidFill>
                  <a:srgbClr val="B50988"/>
                </a:solidFill>
                <a:latin typeface="+mn-ea"/>
                <a:cs typeface="Consolas" panose="020B0609020204030204" pitchFamily="49" charset="0"/>
              </a:rPr>
              <a:t>2</a:t>
            </a:r>
            <a:r>
              <a:rPr kumimoji="1" lang="en-US" altLang="zh-CN" sz="2000" b="1" dirty="0"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</a:t>
            </a:r>
            <a:endParaRPr kumimoji="1" lang="zh-CN" altLang="en-US" sz="2000" b="1" dirty="0"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149" name="矩形 148"/>
          <p:cNvSpPr/>
          <p:nvPr>
            <p:custDataLst>
              <p:tags r:id="rId84"/>
            </p:custDataLst>
          </p:nvPr>
        </p:nvSpPr>
        <p:spPr>
          <a:xfrm>
            <a:off x="666338" y="3922802"/>
            <a:ext cx="252000" cy="347134"/>
          </a:xfrm>
          <a:prstGeom prst="rect">
            <a:avLst/>
          </a:prstGeom>
          <a:solidFill>
            <a:srgbClr val="B50988">
              <a:alpha val="68000"/>
            </a:srgbClr>
          </a:solidFill>
          <a:ln w="19050">
            <a:solidFill>
              <a:srgbClr val="B50988"/>
            </a:solidFill>
          </a:ln>
          <a:effec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en-US" altLang="zh-CN" sz="2000" b="1" dirty="0">
                <a:solidFill>
                  <a:schemeClr val="bg1"/>
                </a:solidFill>
              </a:rPr>
              <a:t>1</a:t>
            </a:r>
            <a:endParaRPr kumimoji="1" lang="zh-CN" altLang="en-US" sz="2000" b="1" dirty="0">
              <a:solidFill>
                <a:schemeClr val="bg1"/>
              </a:solidFill>
            </a:endParaRPr>
          </a:p>
        </p:txBody>
      </p:sp>
      <p:sp>
        <p:nvSpPr>
          <p:cNvPr id="150" name="矩形 149"/>
          <p:cNvSpPr/>
          <p:nvPr>
            <p:custDataLst>
              <p:tags r:id="rId85"/>
            </p:custDataLst>
          </p:nvPr>
        </p:nvSpPr>
        <p:spPr>
          <a:xfrm>
            <a:off x="918338" y="3922802"/>
            <a:ext cx="252000" cy="34713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rgbClr val="B50988"/>
            </a:solidFill>
          </a:ln>
          <a:effec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en-US" altLang="zh-CN" sz="2000" b="1" dirty="0">
                <a:solidFill>
                  <a:schemeClr val="tx1"/>
                </a:solidFill>
              </a:rPr>
              <a:t>0</a:t>
            </a:r>
            <a:endParaRPr kumimoji="1" lang="zh-CN" altLang="en-US" sz="2000" b="1" dirty="0">
              <a:solidFill>
                <a:schemeClr val="tx1"/>
              </a:solidFill>
            </a:endParaRPr>
          </a:p>
        </p:txBody>
      </p:sp>
      <p:sp>
        <p:nvSpPr>
          <p:cNvPr id="151" name="矩形 150"/>
          <p:cNvSpPr/>
          <p:nvPr>
            <p:custDataLst>
              <p:tags r:id="rId86"/>
            </p:custDataLst>
          </p:nvPr>
        </p:nvSpPr>
        <p:spPr>
          <a:xfrm>
            <a:off x="1170338" y="3922802"/>
            <a:ext cx="252000" cy="34713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rgbClr val="B50988"/>
            </a:solidFill>
          </a:ln>
          <a:effec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en-US" altLang="zh-CN" sz="2000" b="1" dirty="0">
                <a:solidFill>
                  <a:schemeClr val="bg1">
                    <a:lumMod val="50000"/>
                  </a:schemeClr>
                </a:solidFill>
              </a:rPr>
              <a:t>2</a:t>
            </a:r>
            <a:endParaRPr kumimoji="1" lang="zh-CN" altLang="en-US" sz="20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52" name="矩形 151"/>
          <p:cNvSpPr/>
          <p:nvPr>
            <p:custDataLst>
              <p:tags r:id="rId87"/>
            </p:custDataLst>
          </p:nvPr>
        </p:nvSpPr>
        <p:spPr>
          <a:xfrm>
            <a:off x="1422338" y="3922802"/>
            <a:ext cx="252000" cy="34713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rgbClr val="B50988"/>
            </a:solidFill>
          </a:ln>
          <a:effec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en-US" altLang="zh-CN" sz="2000" b="1" dirty="0">
                <a:solidFill>
                  <a:schemeClr val="tx1"/>
                </a:solidFill>
              </a:rPr>
              <a:t>3</a:t>
            </a:r>
            <a:endParaRPr kumimoji="1" lang="zh-CN" altLang="en-US" sz="2000" b="1" dirty="0">
              <a:solidFill>
                <a:schemeClr val="tx1"/>
              </a:solidFill>
            </a:endParaRPr>
          </a:p>
        </p:txBody>
      </p:sp>
      <p:cxnSp>
        <p:nvCxnSpPr>
          <p:cNvPr id="153" name="直接箭头连接符 152"/>
          <p:cNvCxnSpPr/>
          <p:nvPr>
            <p:custDataLst>
              <p:tags r:id="rId88"/>
            </p:custDataLst>
          </p:nvPr>
        </p:nvCxnSpPr>
        <p:spPr>
          <a:xfrm>
            <a:off x="792431" y="3627071"/>
            <a:ext cx="0" cy="288000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直接箭头连接符 153"/>
          <p:cNvCxnSpPr/>
          <p:nvPr>
            <p:custDataLst>
              <p:tags r:id="rId89"/>
            </p:custDataLst>
          </p:nvPr>
        </p:nvCxnSpPr>
        <p:spPr>
          <a:xfrm flipV="1">
            <a:off x="6567104" y="3795828"/>
            <a:ext cx="571628" cy="500169"/>
          </a:xfrm>
          <a:prstGeom prst="straightConnector1">
            <a:avLst/>
          </a:prstGeom>
          <a:ln w="38100">
            <a:solidFill>
              <a:srgbClr val="B5098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" name="Text Box 26"/>
          <p:cNvSpPr txBox="1">
            <a:spLocks noChangeArrowheads="1"/>
          </p:cNvSpPr>
          <p:nvPr>
            <p:custDataLst>
              <p:tags r:id="rId90"/>
            </p:custDataLst>
          </p:nvPr>
        </p:nvSpPr>
        <p:spPr bwMode="auto">
          <a:xfrm>
            <a:off x="3749616" y="6082203"/>
            <a:ext cx="625557" cy="40011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p>
            <a:pPr algn="l"/>
            <a:r>
              <a:rPr kumimoji="1" lang="en-US" altLang="zh-CN" sz="2000" b="1" dirty="0">
                <a:solidFill>
                  <a:srgbClr val="B50988"/>
                </a:solidFill>
                <a:latin typeface="+mn-ea"/>
                <a:cs typeface="Consolas" panose="020B0609020204030204" pitchFamily="49" charset="0"/>
              </a:rPr>
              <a:t>1</a:t>
            </a:r>
            <a:r>
              <a:rPr kumimoji="1" lang="en-US" altLang="zh-CN" sz="2000" b="1" dirty="0"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</a:t>
            </a:r>
            <a:endParaRPr kumimoji="1" lang="zh-CN" altLang="en-US" sz="2000" b="1" dirty="0">
              <a:latin typeface="+mn-ea"/>
              <a:cs typeface="Consolas" panose="020B0609020204030204" pitchFamily="49" charset="0"/>
            </a:endParaRPr>
          </a:p>
        </p:txBody>
      </p:sp>
      <p:cxnSp>
        <p:nvCxnSpPr>
          <p:cNvPr id="157" name="直接箭头连接符 156"/>
          <p:cNvCxnSpPr/>
          <p:nvPr>
            <p:custDataLst>
              <p:tags r:id="rId91"/>
            </p:custDataLst>
          </p:nvPr>
        </p:nvCxnSpPr>
        <p:spPr>
          <a:xfrm>
            <a:off x="1044338" y="4269936"/>
            <a:ext cx="0" cy="288000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矩形 157"/>
          <p:cNvSpPr/>
          <p:nvPr>
            <p:custDataLst>
              <p:tags r:id="rId92"/>
            </p:custDataLst>
          </p:nvPr>
        </p:nvSpPr>
        <p:spPr>
          <a:xfrm>
            <a:off x="918338" y="4567995"/>
            <a:ext cx="252000" cy="347134"/>
          </a:xfrm>
          <a:prstGeom prst="rect">
            <a:avLst/>
          </a:prstGeom>
          <a:solidFill>
            <a:srgbClr val="B50988">
              <a:alpha val="68000"/>
            </a:srgbClr>
          </a:solidFill>
          <a:ln w="19050">
            <a:solidFill>
              <a:srgbClr val="B50988"/>
            </a:solidFill>
          </a:ln>
          <a:effec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en-US" altLang="zh-CN" sz="2000" b="1" dirty="0">
                <a:solidFill>
                  <a:schemeClr val="bg1"/>
                </a:solidFill>
              </a:rPr>
              <a:t>0</a:t>
            </a:r>
            <a:endParaRPr kumimoji="1" lang="zh-CN" altLang="en-US" sz="2000" b="1" dirty="0">
              <a:solidFill>
                <a:schemeClr val="bg1"/>
              </a:solidFill>
            </a:endParaRPr>
          </a:p>
        </p:txBody>
      </p:sp>
      <p:sp>
        <p:nvSpPr>
          <p:cNvPr id="159" name="矩形 158"/>
          <p:cNvSpPr/>
          <p:nvPr>
            <p:custDataLst>
              <p:tags r:id="rId93"/>
            </p:custDataLst>
          </p:nvPr>
        </p:nvSpPr>
        <p:spPr>
          <a:xfrm>
            <a:off x="1170338" y="4567995"/>
            <a:ext cx="252000" cy="34713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rgbClr val="B50988"/>
            </a:solidFill>
          </a:ln>
          <a:effec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en-US" altLang="zh-CN" sz="2000" b="1" dirty="0">
                <a:solidFill>
                  <a:schemeClr val="bg1">
                    <a:lumMod val="50000"/>
                  </a:schemeClr>
                </a:solidFill>
              </a:rPr>
              <a:t>1</a:t>
            </a:r>
            <a:endParaRPr kumimoji="1" lang="zh-CN" altLang="en-US" sz="20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0" name="矩形 159"/>
          <p:cNvSpPr/>
          <p:nvPr>
            <p:custDataLst>
              <p:tags r:id="rId94"/>
            </p:custDataLst>
          </p:nvPr>
        </p:nvSpPr>
        <p:spPr>
          <a:xfrm>
            <a:off x="1422338" y="4567995"/>
            <a:ext cx="252000" cy="34713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rgbClr val="B50988"/>
            </a:solidFill>
          </a:ln>
          <a:effec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en-US" altLang="zh-CN" sz="2000" b="1" dirty="0">
                <a:solidFill>
                  <a:schemeClr val="tx1"/>
                </a:solidFill>
              </a:rPr>
              <a:t>3</a:t>
            </a:r>
            <a:endParaRPr kumimoji="1" lang="zh-CN" altLang="en-US" sz="2000" b="1" dirty="0">
              <a:solidFill>
                <a:schemeClr val="tx1"/>
              </a:solidFill>
            </a:endParaRPr>
          </a:p>
        </p:txBody>
      </p:sp>
      <p:sp>
        <p:nvSpPr>
          <p:cNvPr id="161" name="矩形 160"/>
          <p:cNvSpPr/>
          <p:nvPr>
            <p:custDataLst>
              <p:tags r:id="rId95"/>
            </p:custDataLst>
          </p:nvPr>
        </p:nvSpPr>
        <p:spPr>
          <a:xfrm>
            <a:off x="1674338" y="4567995"/>
            <a:ext cx="252000" cy="34713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rgbClr val="B50988"/>
            </a:solidFill>
          </a:ln>
          <a:effec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en-US" altLang="zh-CN" sz="2000" b="1" dirty="0">
                <a:solidFill>
                  <a:schemeClr val="tx1"/>
                </a:solidFill>
              </a:rPr>
              <a:t>4</a:t>
            </a:r>
            <a:endParaRPr kumimoji="1" lang="zh-CN" altLang="en-US" sz="2000" b="1" dirty="0">
              <a:solidFill>
                <a:schemeClr val="tx1"/>
              </a:solidFill>
            </a:endParaRPr>
          </a:p>
        </p:txBody>
      </p:sp>
      <p:sp>
        <p:nvSpPr>
          <p:cNvPr id="162" name="Text Box 26"/>
          <p:cNvSpPr txBox="1">
            <a:spLocks noChangeArrowheads="1"/>
          </p:cNvSpPr>
          <p:nvPr>
            <p:custDataLst>
              <p:tags r:id="rId96"/>
            </p:custDataLst>
          </p:nvPr>
        </p:nvSpPr>
        <p:spPr bwMode="auto">
          <a:xfrm>
            <a:off x="4241291" y="6082203"/>
            <a:ext cx="625557" cy="40011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p>
            <a:pPr algn="l"/>
            <a:r>
              <a:rPr kumimoji="1" lang="en-US" altLang="zh-CN" sz="2000" b="1" dirty="0">
                <a:solidFill>
                  <a:srgbClr val="B50988"/>
                </a:solidFill>
                <a:latin typeface="+mn-ea"/>
                <a:cs typeface="Consolas" panose="020B0609020204030204" pitchFamily="49" charset="0"/>
              </a:rPr>
              <a:t>0</a:t>
            </a:r>
            <a:r>
              <a:rPr kumimoji="1" lang="en-US" altLang="zh-CN" sz="2000" b="1" dirty="0"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</a:t>
            </a:r>
            <a:endParaRPr kumimoji="1" lang="zh-CN" altLang="en-US" sz="2000" b="1" dirty="0">
              <a:latin typeface="+mn-ea"/>
              <a:cs typeface="Consolas" panose="020B0609020204030204" pitchFamily="49" charset="0"/>
            </a:endParaRPr>
          </a:p>
        </p:txBody>
      </p:sp>
      <p:cxnSp>
        <p:nvCxnSpPr>
          <p:cNvPr id="163" name="直接箭头连接符 162"/>
          <p:cNvCxnSpPr/>
          <p:nvPr>
            <p:custDataLst>
              <p:tags r:id="rId97"/>
            </p:custDataLst>
          </p:nvPr>
        </p:nvCxnSpPr>
        <p:spPr>
          <a:xfrm>
            <a:off x="7677295" y="3820514"/>
            <a:ext cx="568142" cy="475483"/>
          </a:xfrm>
          <a:prstGeom prst="straightConnector1">
            <a:avLst/>
          </a:prstGeom>
          <a:ln w="38100">
            <a:solidFill>
              <a:srgbClr val="B5098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7" name="文本框 166"/>
          <p:cNvSpPr txBox="1"/>
          <p:nvPr>
            <p:custDataLst>
              <p:tags r:id="rId98"/>
            </p:custDataLst>
          </p:nvPr>
        </p:nvSpPr>
        <p:spPr>
          <a:xfrm>
            <a:off x="1454088" y="3279843"/>
            <a:ext cx="2274429" cy="33855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p>
            <a:r>
              <a:rPr lang="zh-CN" altLang="en-US" sz="1600" b="1" dirty="0">
                <a:solidFill>
                  <a:srgbClr val="0070C0"/>
                </a:solidFill>
              </a:rPr>
              <a:t>编号为</a:t>
            </a:r>
            <a:r>
              <a:rPr lang="en-US" altLang="zh-CN" sz="1600" b="1" dirty="0">
                <a:solidFill>
                  <a:srgbClr val="0070C0"/>
                </a:solidFill>
              </a:rPr>
              <a:t>1</a:t>
            </a:r>
            <a:r>
              <a:rPr lang="zh-CN" altLang="en-US" sz="1600" b="1" dirty="0">
                <a:solidFill>
                  <a:srgbClr val="0070C0"/>
                </a:solidFill>
              </a:rPr>
              <a:t>的顶点未访问</a:t>
            </a:r>
            <a:endParaRPr lang="zh-CN" altLang="en-US" sz="1600" dirty="0">
              <a:solidFill>
                <a:srgbClr val="0070C0"/>
              </a:solidFill>
            </a:endParaRPr>
          </a:p>
        </p:txBody>
      </p:sp>
      <p:sp>
        <p:nvSpPr>
          <p:cNvPr id="168" name="文本框 167"/>
          <p:cNvSpPr txBox="1"/>
          <p:nvPr>
            <p:custDataLst>
              <p:tags r:id="rId99"/>
            </p:custDataLst>
          </p:nvPr>
        </p:nvSpPr>
        <p:spPr>
          <a:xfrm>
            <a:off x="1711847" y="3929691"/>
            <a:ext cx="2274429" cy="33855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p>
            <a:r>
              <a:rPr lang="zh-CN" altLang="en-US" sz="1600" b="1" dirty="0">
                <a:solidFill>
                  <a:srgbClr val="0070C0"/>
                </a:solidFill>
              </a:rPr>
              <a:t>编号为</a:t>
            </a:r>
            <a:r>
              <a:rPr lang="en-US" altLang="zh-CN" sz="1600" b="1" dirty="0">
                <a:solidFill>
                  <a:srgbClr val="0070C0"/>
                </a:solidFill>
              </a:rPr>
              <a:t>0</a:t>
            </a:r>
            <a:r>
              <a:rPr lang="zh-CN" altLang="en-US" sz="1600" b="1" dirty="0">
                <a:solidFill>
                  <a:srgbClr val="0070C0"/>
                </a:solidFill>
              </a:rPr>
              <a:t>的顶点未访问</a:t>
            </a:r>
            <a:endParaRPr lang="zh-CN" altLang="en-US" sz="1600" dirty="0">
              <a:solidFill>
                <a:srgbClr val="0070C0"/>
              </a:solidFill>
            </a:endParaRPr>
          </a:p>
        </p:txBody>
      </p:sp>
      <p:sp>
        <p:nvSpPr>
          <p:cNvPr id="169" name="文本框 168"/>
          <p:cNvSpPr txBox="1"/>
          <p:nvPr>
            <p:custDataLst>
              <p:tags r:id="rId100"/>
            </p:custDataLst>
          </p:nvPr>
        </p:nvSpPr>
        <p:spPr>
          <a:xfrm>
            <a:off x="1964438" y="4576575"/>
            <a:ext cx="2274429" cy="33855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p>
            <a:r>
              <a:rPr lang="zh-CN" altLang="en-US" sz="1600" b="1" dirty="0">
                <a:solidFill>
                  <a:srgbClr val="FF0000"/>
                </a:solidFill>
              </a:rPr>
              <a:t>编号为</a:t>
            </a:r>
            <a:r>
              <a:rPr lang="en-US" altLang="zh-CN" sz="1600" b="1" dirty="0">
                <a:solidFill>
                  <a:srgbClr val="FF0000"/>
                </a:solidFill>
              </a:rPr>
              <a:t>1</a:t>
            </a:r>
            <a:r>
              <a:rPr lang="zh-CN" altLang="en-US" sz="1600" b="1" dirty="0">
                <a:solidFill>
                  <a:srgbClr val="FF0000"/>
                </a:solidFill>
              </a:rPr>
              <a:t>的顶点已访问</a:t>
            </a:r>
            <a:endParaRPr lang="zh-CN" altLang="en-US" sz="1600" dirty="0">
              <a:solidFill>
                <a:srgbClr val="FF0000"/>
              </a:solidFill>
            </a:endParaRPr>
          </a:p>
        </p:txBody>
      </p:sp>
      <p:sp>
        <p:nvSpPr>
          <p:cNvPr id="170" name="文本框 169"/>
          <p:cNvSpPr txBox="1"/>
          <p:nvPr>
            <p:custDataLst>
              <p:tags r:id="rId101"/>
            </p:custDataLst>
          </p:nvPr>
        </p:nvSpPr>
        <p:spPr>
          <a:xfrm>
            <a:off x="1964438" y="4576575"/>
            <a:ext cx="2274429" cy="33855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p>
            <a:r>
              <a:rPr lang="zh-CN" altLang="en-US" sz="1600" b="1" dirty="0">
                <a:solidFill>
                  <a:srgbClr val="0070C0"/>
                </a:solidFill>
              </a:rPr>
              <a:t>编号为</a:t>
            </a:r>
            <a:r>
              <a:rPr lang="en-US" altLang="zh-CN" sz="1600" b="1" dirty="0">
                <a:solidFill>
                  <a:srgbClr val="0070C0"/>
                </a:solidFill>
              </a:rPr>
              <a:t>3</a:t>
            </a:r>
            <a:r>
              <a:rPr lang="zh-CN" altLang="en-US" sz="1600" b="1" dirty="0">
                <a:solidFill>
                  <a:srgbClr val="0070C0"/>
                </a:solidFill>
              </a:rPr>
              <a:t>的顶点未访问</a:t>
            </a:r>
            <a:endParaRPr lang="zh-CN" altLang="en-US" sz="1600" dirty="0">
              <a:solidFill>
                <a:srgbClr val="0070C0"/>
              </a:solidFill>
            </a:endParaRPr>
          </a:p>
        </p:txBody>
      </p:sp>
      <p:cxnSp>
        <p:nvCxnSpPr>
          <p:cNvPr id="171" name="直接箭头连接符 170"/>
          <p:cNvCxnSpPr/>
          <p:nvPr>
            <p:custDataLst>
              <p:tags r:id="rId102"/>
            </p:custDataLst>
          </p:nvPr>
        </p:nvCxnSpPr>
        <p:spPr>
          <a:xfrm>
            <a:off x="1548338" y="4922776"/>
            <a:ext cx="0" cy="288000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矩形 171"/>
          <p:cNvSpPr/>
          <p:nvPr>
            <p:custDataLst>
              <p:tags r:id="rId103"/>
            </p:custDataLst>
          </p:nvPr>
        </p:nvSpPr>
        <p:spPr>
          <a:xfrm>
            <a:off x="1422338" y="5221768"/>
            <a:ext cx="252000" cy="347134"/>
          </a:xfrm>
          <a:prstGeom prst="rect">
            <a:avLst/>
          </a:prstGeom>
          <a:solidFill>
            <a:srgbClr val="B50988">
              <a:alpha val="68000"/>
            </a:srgbClr>
          </a:solidFill>
          <a:ln w="19050">
            <a:solidFill>
              <a:srgbClr val="B50988"/>
            </a:solidFill>
          </a:ln>
          <a:effec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en-US" altLang="zh-CN" sz="2000" b="1" dirty="0">
                <a:solidFill>
                  <a:schemeClr val="bg1"/>
                </a:solidFill>
              </a:rPr>
              <a:t>3</a:t>
            </a:r>
            <a:endParaRPr kumimoji="1" lang="zh-CN" altLang="en-US" sz="2000" b="1" dirty="0">
              <a:solidFill>
                <a:schemeClr val="bg1"/>
              </a:solidFill>
            </a:endParaRPr>
          </a:p>
        </p:txBody>
      </p:sp>
      <p:sp>
        <p:nvSpPr>
          <p:cNvPr id="173" name="矩形 172"/>
          <p:cNvSpPr/>
          <p:nvPr>
            <p:custDataLst>
              <p:tags r:id="rId104"/>
            </p:custDataLst>
          </p:nvPr>
        </p:nvSpPr>
        <p:spPr>
          <a:xfrm>
            <a:off x="1674338" y="5221768"/>
            <a:ext cx="252000" cy="34713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rgbClr val="B50988"/>
            </a:solidFill>
          </a:ln>
          <a:effec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en-US" altLang="zh-CN" sz="2000" b="1" dirty="0">
                <a:solidFill>
                  <a:schemeClr val="bg1">
                    <a:lumMod val="50000"/>
                  </a:schemeClr>
                </a:solidFill>
              </a:rPr>
              <a:t>0</a:t>
            </a:r>
            <a:endParaRPr kumimoji="1" lang="zh-CN" altLang="en-US" sz="20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74" name="矩形 173"/>
          <p:cNvSpPr/>
          <p:nvPr>
            <p:custDataLst>
              <p:tags r:id="rId105"/>
            </p:custDataLst>
          </p:nvPr>
        </p:nvSpPr>
        <p:spPr>
          <a:xfrm>
            <a:off x="1926338" y="5221768"/>
            <a:ext cx="252000" cy="34713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rgbClr val="B50988"/>
            </a:solidFill>
          </a:ln>
          <a:effec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en-US" altLang="zh-CN" sz="2000" b="1" dirty="0">
                <a:solidFill>
                  <a:schemeClr val="bg1">
                    <a:lumMod val="50000"/>
                  </a:schemeClr>
                </a:solidFill>
              </a:rPr>
              <a:t>1</a:t>
            </a:r>
            <a:endParaRPr kumimoji="1" lang="zh-CN" altLang="en-US" sz="20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75" name="矩形 174"/>
          <p:cNvSpPr/>
          <p:nvPr>
            <p:custDataLst>
              <p:tags r:id="rId106"/>
            </p:custDataLst>
          </p:nvPr>
        </p:nvSpPr>
        <p:spPr>
          <a:xfrm>
            <a:off x="2178338" y="5221768"/>
            <a:ext cx="252000" cy="34713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rgbClr val="B50988"/>
            </a:solidFill>
          </a:ln>
          <a:effec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en-US" altLang="zh-CN" sz="2000" b="1" dirty="0">
                <a:solidFill>
                  <a:schemeClr val="bg1">
                    <a:lumMod val="50000"/>
                  </a:schemeClr>
                </a:solidFill>
              </a:rPr>
              <a:t>2</a:t>
            </a:r>
            <a:endParaRPr kumimoji="1" lang="zh-CN" altLang="en-US" sz="20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77" name="Text Box 26"/>
          <p:cNvSpPr txBox="1">
            <a:spLocks noChangeArrowheads="1"/>
          </p:cNvSpPr>
          <p:nvPr>
            <p:custDataLst>
              <p:tags r:id="rId107"/>
            </p:custDataLst>
          </p:nvPr>
        </p:nvSpPr>
        <p:spPr bwMode="auto">
          <a:xfrm>
            <a:off x="4770240" y="6082203"/>
            <a:ext cx="625557" cy="40011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p>
            <a:pPr algn="l"/>
            <a:r>
              <a:rPr kumimoji="1" lang="en-US" altLang="zh-CN" sz="2000" b="1" dirty="0">
                <a:solidFill>
                  <a:srgbClr val="B50988"/>
                </a:solidFill>
                <a:latin typeface="+mn-ea"/>
                <a:cs typeface="Consolas" panose="020B0609020204030204" pitchFamily="49" charset="0"/>
              </a:rPr>
              <a:t>3</a:t>
            </a:r>
            <a:r>
              <a:rPr kumimoji="1" lang="en-US" altLang="zh-CN" sz="2000" b="1" dirty="0"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</a:t>
            </a:r>
            <a:endParaRPr kumimoji="1" lang="zh-CN" altLang="en-US" sz="2000" b="1" dirty="0">
              <a:latin typeface="+mn-ea"/>
              <a:cs typeface="Consolas" panose="020B0609020204030204" pitchFamily="49" charset="0"/>
            </a:endParaRPr>
          </a:p>
        </p:txBody>
      </p:sp>
      <p:cxnSp>
        <p:nvCxnSpPr>
          <p:cNvPr id="178" name="直接箭头连接符 177"/>
          <p:cNvCxnSpPr/>
          <p:nvPr>
            <p:custDataLst>
              <p:tags r:id="rId108"/>
            </p:custDataLst>
          </p:nvPr>
        </p:nvCxnSpPr>
        <p:spPr>
          <a:xfrm flipH="1">
            <a:off x="7615524" y="4507028"/>
            <a:ext cx="275517" cy="0"/>
          </a:xfrm>
          <a:prstGeom prst="straightConnector1">
            <a:avLst/>
          </a:prstGeom>
          <a:ln w="38100">
            <a:solidFill>
              <a:srgbClr val="B5098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0" name="文本框 179"/>
          <p:cNvSpPr txBox="1"/>
          <p:nvPr>
            <p:custDataLst>
              <p:tags r:id="rId109"/>
            </p:custDataLst>
          </p:nvPr>
        </p:nvSpPr>
        <p:spPr>
          <a:xfrm>
            <a:off x="2532852" y="5230348"/>
            <a:ext cx="2508234" cy="338554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zh-CN" altLang="en-US" sz="1600" b="1" dirty="0">
                <a:solidFill>
                  <a:srgbClr val="FF0000"/>
                </a:solidFill>
              </a:rPr>
              <a:t>编号为</a:t>
            </a:r>
            <a:r>
              <a:rPr lang="en-US" altLang="zh-CN" sz="1600" b="1" dirty="0">
                <a:solidFill>
                  <a:srgbClr val="FF0000"/>
                </a:solidFill>
              </a:rPr>
              <a:t>0,1,2</a:t>
            </a:r>
            <a:r>
              <a:rPr lang="zh-CN" altLang="en-US" sz="1600" b="1" dirty="0">
                <a:solidFill>
                  <a:srgbClr val="FF0000"/>
                </a:solidFill>
              </a:rPr>
              <a:t>的顶点已访问</a:t>
            </a:r>
            <a:endParaRPr lang="zh-CN" altLang="en-US" sz="1600" dirty="0">
              <a:solidFill>
                <a:srgbClr val="FF0000"/>
              </a:solidFill>
            </a:endParaRPr>
          </a:p>
        </p:txBody>
      </p:sp>
      <p:sp>
        <p:nvSpPr>
          <p:cNvPr id="187" name="Text Box 26"/>
          <p:cNvSpPr txBox="1">
            <a:spLocks noChangeArrowheads="1"/>
          </p:cNvSpPr>
          <p:nvPr>
            <p:custDataLst>
              <p:tags r:id="rId110"/>
            </p:custDataLst>
          </p:nvPr>
        </p:nvSpPr>
        <p:spPr bwMode="auto">
          <a:xfrm>
            <a:off x="5273635" y="6082203"/>
            <a:ext cx="439752" cy="40011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p>
            <a:pPr algn="l"/>
            <a:r>
              <a:rPr kumimoji="1" lang="en-US" altLang="zh-CN" sz="2000" b="1" dirty="0">
                <a:solidFill>
                  <a:srgbClr val="B50988"/>
                </a:solidFill>
                <a:latin typeface="+mn-ea"/>
                <a:cs typeface="Consolas" panose="020B0609020204030204" pitchFamily="49" charset="0"/>
              </a:rPr>
              <a:t>4</a:t>
            </a:r>
            <a:endParaRPr kumimoji="1" lang="zh-CN" altLang="en-US" sz="2000" b="1" dirty="0"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192" name="文本框 191"/>
          <p:cNvSpPr txBox="1"/>
          <p:nvPr>
            <p:custDataLst>
              <p:tags r:id="rId111"/>
            </p:custDataLst>
          </p:nvPr>
        </p:nvSpPr>
        <p:spPr>
          <a:xfrm>
            <a:off x="1454088" y="3279843"/>
            <a:ext cx="4570149" cy="33855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p>
            <a:r>
              <a:rPr lang="zh-CN" altLang="en-US" sz="1600" b="1" dirty="0">
                <a:solidFill>
                  <a:srgbClr val="B50988"/>
                </a:solidFill>
              </a:rPr>
              <a:t>初始顶点的所有邻接点都被访问，遍历结束</a:t>
            </a:r>
            <a:endParaRPr lang="zh-CN" altLang="en-US" sz="1600" dirty="0">
              <a:solidFill>
                <a:srgbClr val="B50988"/>
              </a:solidFill>
            </a:endParaRPr>
          </a:p>
        </p:txBody>
      </p:sp>
      <p:cxnSp>
        <p:nvCxnSpPr>
          <p:cNvPr id="129" name="连接符: 曲线 128"/>
          <p:cNvCxnSpPr>
            <a:stCxn id="172" idx="1"/>
            <a:endCxn id="158" idx="2"/>
          </p:cNvCxnSpPr>
          <p:nvPr>
            <p:custDataLst>
              <p:tags r:id="rId112"/>
            </p:custDataLst>
          </p:nvPr>
        </p:nvCxnSpPr>
        <p:spPr>
          <a:xfrm rot="10800000">
            <a:off x="1044338" y="4915129"/>
            <a:ext cx="378000" cy="480206"/>
          </a:xfrm>
          <a:prstGeom prst="curvedConnector2">
            <a:avLst/>
          </a:prstGeom>
          <a:ln w="38100">
            <a:solidFill>
              <a:srgbClr val="FF0000">
                <a:alpha val="55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文本框 130"/>
          <p:cNvSpPr txBox="1"/>
          <p:nvPr>
            <p:custDataLst>
              <p:tags r:id="rId113"/>
            </p:custDataLst>
          </p:nvPr>
        </p:nvSpPr>
        <p:spPr>
          <a:xfrm>
            <a:off x="2527766" y="5510641"/>
            <a:ext cx="3502211" cy="338554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zh-CN" altLang="en-US" sz="1600" b="1" dirty="0">
                <a:solidFill>
                  <a:srgbClr val="FF0000"/>
                </a:solidFill>
              </a:rPr>
              <a:t>回退到上一个节点</a:t>
            </a:r>
            <a:r>
              <a:rPr lang="en-US" altLang="zh-CN" sz="1600" b="1" dirty="0">
                <a:solidFill>
                  <a:srgbClr val="FF0000"/>
                </a:solidFill>
              </a:rPr>
              <a:t>(3</a:t>
            </a:r>
            <a:r>
              <a:rPr lang="en-US" altLang="zh-CN" sz="1600" b="1" dirty="0">
                <a:solidFill>
                  <a:srgbClr val="FF0000"/>
                </a:solidFill>
                <a:sym typeface="Wingdings" panose="05000000000000000000" pitchFamily="2" charset="2"/>
              </a:rPr>
              <a:t>0</a:t>
            </a:r>
            <a:r>
              <a:rPr lang="en-US" altLang="zh-CN" sz="1600" b="1" dirty="0">
                <a:solidFill>
                  <a:srgbClr val="FF0000"/>
                </a:solidFill>
              </a:rPr>
              <a:t>) (</a:t>
            </a:r>
            <a:r>
              <a:rPr lang="zh-CN" altLang="en-US" sz="1600" b="1" dirty="0">
                <a:solidFill>
                  <a:srgbClr val="FF0000"/>
                </a:solidFill>
              </a:rPr>
              <a:t>原路返回</a:t>
            </a:r>
            <a:r>
              <a:rPr lang="en-US" altLang="zh-CN" sz="1600" b="1" dirty="0">
                <a:solidFill>
                  <a:srgbClr val="FF0000"/>
                </a:solidFill>
              </a:rPr>
              <a:t>)</a:t>
            </a:r>
            <a:endParaRPr lang="zh-CN" altLang="en-US" sz="1600" dirty="0">
              <a:solidFill>
                <a:srgbClr val="FF0000"/>
              </a:solidFill>
            </a:endParaRPr>
          </a:p>
        </p:txBody>
      </p:sp>
      <p:cxnSp>
        <p:nvCxnSpPr>
          <p:cNvPr id="132" name="直接箭头连接符 131"/>
          <p:cNvCxnSpPr/>
          <p:nvPr>
            <p:custDataLst>
              <p:tags r:id="rId114"/>
            </p:custDataLst>
          </p:nvPr>
        </p:nvCxnSpPr>
        <p:spPr>
          <a:xfrm>
            <a:off x="7646420" y="4684828"/>
            <a:ext cx="270839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文本框 133"/>
          <p:cNvSpPr txBox="1"/>
          <p:nvPr>
            <p:custDataLst>
              <p:tags r:id="rId115"/>
            </p:custDataLst>
          </p:nvPr>
        </p:nvSpPr>
        <p:spPr>
          <a:xfrm>
            <a:off x="1964438" y="4576575"/>
            <a:ext cx="2274429" cy="33855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p>
            <a:r>
              <a:rPr lang="zh-CN" altLang="en-US" sz="1600" b="1" dirty="0">
                <a:solidFill>
                  <a:srgbClr val="0070C0"/>
                </a:solidFill>
              </a:rPr>
              <a:t>编号为</a:t>
            </a:r>
            <a:r>
              <a:rPr lang="en-US" altLang="zh-CN" sz="1600" b="1" dirty="0">
                <a:solidFill>
                  <a:srgbClr val="0070C0"/>
                </a:solidFill>
              </a:rPr>
              <a:t>4</a:t>
            </a:r>
            <a:r>
              <a:rPr lang="zh-CN" altLang="en-US" sz="1600" b="1" dirty="0">
                <a:solidFill>
                  <a:srgbClr val="0070C0"/>
                </a:solidFill>
              </a:rPr>
              <a:t>的顶点未访问</a:t>
            </a:r>
            <a:endParaRPr lang="zh-CN" altLang="en-US" sz="1600" dirty="0">
              <a:solidFill>
                <a:srgbClr val="0070C0"/>
              </a:solidFill>
            </a:endParaRPr>
          </a:p>
        </p:txBody>
      </p:sp>
      <p:cxnSp>
        <p:nvCxnSpPr>
          <p:cNvPr id="135" name="直接箭头连接符 134"/>
          <p:cNvCxnSpPr/>
          <p:nvPr>
            <p:custDataLst>
              <p:tags r:id="rId116"/>
            </p:custDataLst>
          </p:nvPr>
        </p:nvCxnSpPr>
        <p:spPr>
          <a:xfrm flipH="1">
            <a:off x="7655532" y="4918116"/>
            <a:ext cx="550256" cy="490961"/>
          </a:xfrm>
          <a:prstGeom prst="straightConnector1">
            <a:avLst/>
          </a:prstGeom>
          <a:ln w="38100">
            <a:solidFill>
              <a:srgbClr val="B5098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Box 3"/>
          <p:cNvSpPr txBox="1">
            <a:spLocks noChangeArrowheads="1"/>
          </p:cNvSpPr>
          <p:nvPr>
            <p:custDataLst>
              <p:tags r:id="rId117"/>
            </p:custDataLst>
          </p:nvPr>
        </p:nvSpPr>
        <p:spPr bwMode="auto">
          <a:xfrm>
            <a:off x="0" y="6489037"/>
            <a:ext cx="2492657" cy="369332"/>
          </a:xfrm>
          <a:prstGeom prst="rect">
            <a:avLst/>
          </a:prstGeom>
          <a:noFill/>
          <a:ln w="19050" algn="ctr">
            <a:noFill/>
            <a:miter lim="800000"/>
            <a:tailEnd type="none" w="med" len="lg"/>
          </a:ln>
        </p:spPr>
        <p:txBody>
          <a:bodyPr wrap="square">
            <a:spAutoFit/>
          </a:bodyPr>
          <a:p>
            <a:pPr algn="l">
              <a:spcBef>
                <a:spcPct val="50000"/>
              </a:spcBef>
            </a:pPr>
            <a:r>
              <a:rPr lang="en-US" altLang="zh-CN" sz="1800" b="1" dirty="0">
                <a:solidFill>
                  <a:schemeClr val="accent2">
                    <a:lumMod val="75000"/>
                  </a:schemeClr>
                </a:solidFill>
                <a:latin typeface="+mn-ea"/>
                <a:cs typeface="Consolas" panose="020B0609020204030204" pitchFamily="49" charset="0"/>
              </a:rPr>
              <a:t>DFS</a:t>
            </a:r>
            <a:r>
              <a:rPr lang="zh-CN" altLang="en-US" sz="1800" b="1" dirty="0">
                <a:solidFill>
                  <a:schemeClr val="accent2">
                    <a:lumMod val="75000"/>
                  </a:schemeClr>
                </a:solidFill>
                <a:latin typeface="+mn-ea"/>
                <a:cs typeface="Consolas" panose="020B0609020204030204" pitchFamily="49" charset="0"/>
              </a:rPr>
              <a:t>的时间复杂度 </a:t>
            </a:r>
            <a:r>
              <a:rPr lang="en-US" altLang="zh-CN" sz="1800" b="1" dirty="0"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-&gt;</a:t>
            </a:r>
            <a:endParaRPr lang="zh-CN" altLang="en-US" sz="1800" b="1" dirty="0"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181" name="Text Box 3"/>
          <p:cNvSpPr txBox="1">
            <a:spLocks noChangeArrowheads="1"/>
          </p:cNvSpPr>
          <p:nvPr>
            <p:custDataLst>
              <p:tags r:id="rId118"/>
            </p:custDataLst>
          </p:nvPr>
        </p:nvSpPr>
        <p:spPr bwMode="auto">
          <a:xfrm>
            <a:off x="2209761" y="6488387"/>
            <a:ext cx="2331027" cy="369332"/>
          </a:xfrm>
          <a:prstGeom prst="rect">
            <a:avLst/>
          </a:prstGeom>
          <a:noFill/>
          <a:ln w="19050" algn="ctr">
            <a:noFill/>
            <a:miter lim="800000"/>
            <a:tailEnd type="none" w="med" len="lg"/>
          </a:ln>
        </p:spPr>
        <p:txBody>
          <a:bodyPr wrap="square">
            <a:spAutoFit/>
          </a:bodyPr>
          <a:p>
            <a:pPr algn="l">
              <a:spcBef>
                <a:spcPct val="50000"/>
              </a:spcBef>
            </a:pPr>
            <a:r>
              <a:rPr lang="en-US" altLang="zh-CN" b="1" dirty="0">
                <a:solidFill>
                  <a:srgbClr val="B50988"/>
                </a:solidFill>
                <a:latin typeface="+mn-ea"/>
                <a:cs typeface="Consolas" panose="020B0609020204030204" pitchFamily="49" charset="0"/>
              </a:rPr>
              <a:t>O(</a:t>
            </a:r>
            <a:r>
              <a:rPr lang="en-US" altLang="zh-CN" b="1" dirty="0" err="1">
                <a:solidFill>
                  <a:srgbClr val="B50988"/>
                </a:solidFill>
                <a:latin typeface="+mn-ea"/>
                <a:cs typeface="Consolas" panose="020B0609020204030204" pitchFamily="49" charset="0"/>
              </a:rPr>
              <a:t>n+e</a:t>
            </a:r>
            <a:r>
              <a:rPr lang="en-US" altLang="zh-CN" b="1" dirty="0">
                <a:solidFill>
                  <a:srgbClr val="B50988"/>
                </a:solidFill>
                <a:latin typeface="+mn-ea"/>
                <a:cs typeface="Consolas" panose="020B0609020204030204" pitchFamily="49" charset="0"/>
              </a:rPr>
              <a:t>)</a:t>
            </a:r>
            <a:endParaRPr lang="zh-CN" altLang="en-US" sz="1800" b="1" dirty="0">
              <a:solidFill>
                <a:srgbClr val="B50988"/>
              </a:solidFill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11" name="Text Box 3"/>
          <p:cNvSpPr txBox="1">
            <a:spLocks noChangeArrowheads="1"/>
          </p:cNvSpPr>
          <p:nvPr>
            <p:custDataLst>
              <p:tags r:id="rId119"/>
            </p:custDataLst>
          </p:nvPr>
        </p:nvSpPr>
        <p:spPr bwMode="auto">
          <a:xfrm>
            <a:off x="3470910" y="6490335"/>
            <a:ext cx="2553970" cy="368300"/>
          </a:xfrm>
          <a:prstGeom prst="rect">
            <a:avLst/>
          </a:prstGeom>
          <a:noFill/>
          <a:ln w="19050" algn="ctr">
            <a:noFill/>
            <a:miter lim="800000"/>
            <a:tailEnd type="none" w="med" len="lg"/>
          </a:ln>
        </p:spPr>
        <p:txBody>
          <a:bodyPr wrap="square">
            <a:spAutoFit/>
          </a:bodyPr>
          <a:p>
            <a:pPr algn="l">
              <a:spcBef>
                <a:spcPct val="50000"/>
              </a:spcBef>
            </a:pPr>
            <a:r>
              <a:rPr lang="en-US" altLang="zh-CN" sz="1800" b="1" dirty="0">
                <a:solidFill>
                  <a:srgbClr val="B50988"/>
                </a:solidFill>
                <a:latin typeface="+mn-ea"/>
                <a:cs typeface="Consolas" panose="020B0609020204030204" pitchFamily="49" charset="0"/>
              </a:rPr>
              <a:t>n</a:t>
            </a:r>
            <a:r>
              <a:rPr lang="zh-CN" altLang="en-US" sz="1800" b="1" dirty="0">
                <a:solidFill>
                  <a:srgbClr val="B50988"/>
                </a:solidFill>
                <a:latin typeface="+mn-ea"/>
                <a:cs typeface="Consolas" panose="020B0609020204030204" pitchFamily="49" charset="0"/>
              </a:rPr>
              <a:t>是顶点个数，</a:t>
            </a:r>
            <a:r>
              <a:rPr lang="en-US" altLang="zh-CN" sz="1800" b="1" dirty="0">
                <a:solidFill>
                  <a:srgbClr val="B50988"/>
                </a:solidFill>
                <a:latin typeface="+mn-ea"/>
                <a:cs typeface="Consolas" panose="020B0609020204030204" pitchFamily="49" charset="0"/>
              </a:rPr>
              <a:t>e</a:t>
            </a:r>
            <a:r>
              <a:rPr lang="zh-CN" altLang="en-US" sz="1800" b="1" dirty="0">
                <a:solidFill>
                  <a:srgbClr val="B50988"/>
                </a:solidFill>
                <a:latin typeface="+mn-ea"/>
                <a:cs typeface="Consolas" panose="020B0609020204030204" pitchFamily="49" charset="0"/>
              </a:rPr>
              <a:t>是边</a:t>
            </a:r>
            <a:r>
              <a:rPr lang="zh-CN" altLang="en-US" sz="1800" b="1" dirty="0">
                <a:solidFill>
                  <a:srgbClr val="B50988"/>
                </a:solidFill>
                <a:latin typeface="+mn-ea"/>
                <a:cs typeface="Consolas" panose="020B0609020204030204" pitchFamily="49" charset="0"/>
              </a:rPr>
              <a:t>数</a:t>
            </a:r>
            <a:endParaRPr lang="zh-CN" altLang="en-US" sz="1800" b="1" dirty="0">
              <a:solidFill>
                <a:srgbClr val="B50988"/>
              </a:solidFill>
              <a:latin typeface="+mn-ea"/>
              <a:cs typeface="Consolas" panose="020B06090202040302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8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4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0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3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6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9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2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5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8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1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4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7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0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3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4" fill="hold">
                      <p:stCondLst>
                        <p:cond delay="indefinite"/>
                      </p:stCondLst>
                      <p:childTnLst>
                        <p:par>
                          <p:cTn id="245" fill="hold">
                            <p:stCondLst>
                              <p:cond delay="0"/>
                            </p:stCondLst>
                            <p:childTnLst>
                              <p:par>
                                <p:cTn id="2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8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1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2" fill="hold">
                            <p:stCondLst>
                              <p:cond delay="500"/>
                            </p:stCondLst>
                            <p:childTnLst>
                              <p:par>
                                <p:cTn id="2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5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6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7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B50988"/>
                                      </p:to>
                                    </p:animClr>
                                    <p:set>
                                      <p:cBhvr>
                                        <p:cTn id="258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59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0" presetID="3" presetClass="emph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1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B50988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2" fill="hold">
                      <p:stCondLst>
                        <p:cond delay="indefinite"/>
                      </p:stCondLst>
                      <p:childTnLst>
                        <p:par>
                          <p:cTn id="263" fill="hold">
                            <p:stCondLst>
                              <p:cond delay="0"/>
                            </p:stCondLst>
                            <p:childTnLst>
                              <p:par>
                                <p:cTn id="2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6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9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2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5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6" fill="hold">
                      <p:stCondLst>
                        <p:cond delay="indefinite"/>
                      </p:stCondLst>
                      <p:childTnLst>
                        <p:par>
                          <p:cTn id="277" fill="hold">
                            <p:stCondLst>
                              <p:cond delay="0"/>
                            </p:stCondLst>
                            <p:childTnLst>
                              <p:par>
                                <p:cTn id="278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9" dur="500" tmFilter="0, 0; .2, .5; .8, .5; 1, 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80" dur="250" autoRev="1" fill="hold"/>
                                        <p:tgtEl>
                                          <p:spTgt spid="14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81" presetID="3" presetClass="emph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2" dur="5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3" fill="hold">
                      <p:stCondLst>
                        <p:cond delay="indefinite"/>
                      </p:stCondLst>
                      <p:childTnLst>
                        <p:par>
                          <p:cTn id="284" fill="hold">
                            <p:stCondLst>
                              <p:cond delay="0"/>
                            </p:stCondLst>
                            <p:childTnLst>
                              <p:par>
                                <p:cTn id="2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7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8" fill="hold">
                      <p:stCondLst>
                        <p:cond delay="indefinite"/>
                      </p:stCondLst>
                      <p:childTnLst>
                        <p:par>
                          <p:cTn id="289" fill="hold">
                            <p:stCondLst>
                              <p:cond delay="0"/>
                            </p:stCondLst>
                            <p:childTnLst>
                              <p:par>
                                <p:cTn id="2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2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4" dur="1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F7F7F"/>
                                      </p:to>
                                    </p:animClr>
                                    <p:set>
                                      <p:cBhvr>
                                        <p:cTn id="295" dur="1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6" dur="1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7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98" dur="1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7F7F7F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99" presetID="3" presetClass="emph" presetSubtype="2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0" dur="1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7F7F7F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0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5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6" fill="hold">
                            <p:stCondLst>
                              <p:cond delay="500"/>
                            </p:stCondLst>
                            <p:childTnLst>
                              <p:par>
                                <p:cTn id="30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9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2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5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8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0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B50988"/>
                                      </p:to>
                                    </p:animClr>
                                    <p:set>
                                      <p:cBhvr>
                                        <p:cTn id="321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2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3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24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B50988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7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8" fill="hold">
                      <p:stCondLst>
                        <p:cond delay="indefinite"/>
                      </p:stCondLst>
                      <p:childTnLst>
                        <p:par>
                          <p:cTn id="329" fill="hold">
                            <p:stCondLst>
                              <p:cond delay="0"/>
                            </p:stCondLst>
                            <p:childTnLst>
                              <p:par>
                                <p:cTn id="330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1" dur="500" tmFilter="0, 0; .2, .5; .8, .5; 1, 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32" dur="250" autoRev="1" fill="hold"/>
                                        <p:tgtEl>
                                          <p:spTgt spid="15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33" presetID="3" presetClass="emph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34" dur="5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5" fill="hold">
                      <p:stCondLst>
                        <p:cond delay="indefinite"/>
                      </p:stCondLst>
                      <p:childTnLst>
                        <p:par>
                          <p:cTn id="336" fill="hold">
                            <p:stCondLst>
                              <p:cond delay="0"/>
                            </p:stCondLst>
                            <p:childTnLst>
                              <p:par>
                                <p:cTn id="3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9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0" fill="hold">
                      <p:stCondLst>
                        <p:cond delay="indefinite"/>
                      </p:stCondLst>
                      <p:childTnLst>
                        <p:par>
                          <p:cTn id="341" fill="hold">
                            <p:stCondLst>
                              <p:cond delay="0"/>
                            </p:stCondLst>
                            <p:childTnLst>
                              <p:par>
                                <p:cTn id="342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3" dur="1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F7F7F"/>
                                      </p:to>
                                    </p:animClr>
                                    <p:set>
                                      <p:cBhvr>
                                        <p:cTn id="344" dur="1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45" dur="1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8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9" presetID="3" presetClass="emph" presetSubtype="2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50" dur="1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7F7F7F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51" presetID="3" presetClass="emph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52" dur="1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7F7F7F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5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5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8" fill="hold">
                            <p:stCondLst>
                              <p:cond delay="500"/>
                            </p:stCondLst>
                            <p:childTnLst>
                              <p:par>
                                <p:cTn id="35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1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4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7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0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3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4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75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B50988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76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7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B50988"/>
                                      </p:to>
                                    </p:animClr>
                                    <p:set>
                                      <p:cBhvr>
                                        <p:cTn id="378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79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0" fill="hold">
                      <p:stCondLst>
                        <p:cond delay="indefinite"/>
                      </p:stCondLst>
                      <p:childTnLst>
                        <p:par>
                          <p:cTn id="381" fill="hold">
                            <p:stCondLst>
                              <p:cond delay="0"/>
                            </p:stCondLst>
                            <p:childTnLst>
                              <p:par>
                                <p:cTn id="382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3" dur="500" tmFilter="0, 0; .2, .5; .8, .5; 1, 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84" dur="250" autoRev="1" fill="hold"/>
                                        <p:tgtEl>
                                          <p:spTgt spid="15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5" fill="hold">
                      <p:stCondLst>
                        <p:cond delay="indefinite"/>
                      </p:stCondLst>
                      <p:childTnLst>
                        <p:par>
                          <p:cTn id="386" fill="hold">
                            <p:stCondLst>
                              <p:cond delay="0"/>
                            </p:stCondLst>
                            <p:childTnLst>
                              <p:par>
                                <p:cTn id="38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9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0" fill="hold">
                      <p:stCondLst>
                        <p:cond delay="indefinite"/>
                      </p:stCondLst>
                      <p:childTnLst>
                        <p:par>
                          <p:cTn id="391" fill="hold">
                            <p:stCondLst>
                              <p:cond delay="0"/>
                            </p:stCondLst>
                            <p:childTnLst>
                              <p:par>
                                <p:cTn id="392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3" dur="500" tmFilter="0, 0; .2, .5; .8, .5; 1, 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94" dur="250" autoRev="1" fill="hold"/>
                                        <p:tgtEl>
                                          <p:spTgt spid="16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95" presetID="3" presetClass="emph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96" dur="5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9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9" fill="hold">
                      <p:stCondLst>
                        <p:cond delay="indefinite"/>
                      </p:stCondLst>
                      <p:childTnLst>
                        <p:par>
                          <p:cTn id="400" fill="hold">
                            <p:stCondLst>
                              <p:cond delay="0"/>
                            </p:stCondLst>
                            <p:childTnLst>
                              <p:par>
                                <p:cTn id="40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3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4" fill="hold">
                      <p:stCondLst>
                        <p:cond delay="indefinite"/>
                      </p:stCondLst>
                      <p:childTnLst>
                        <p:par>
                          <p:cTn id="405" fill="hold">
                            <p:stCondLst>
                              <p:cond delay="0"/>
                            </p:stCondLst>
                            <p:childTnLst>
                              <p:par>
                                <p:cTn id="40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0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1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3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4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15" dur="1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F7F7F"/>
                                      </p:to>
                                    </p:animClr>
                                    <p:set>
                                      <p:cBhvr>
                                        <p:cTn id="416" dur="1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17" dur="1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8" presetID="3" presetClass="emph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19" dur="1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7F7F7F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20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21" dur="1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7F7F7F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22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23" dur="1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7F7F7F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24" presetID="3" presetClass="emph" presetSubtype="2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25" dur="1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7F7F7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6" fill="hold">
                            <p:stCondLst>
                              <p:cond delay="0"/>
                            </p:stCondLst>
                            <p:childTnLst>
                              <p:par>
                                <p:cTn id="4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9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2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5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8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1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2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43" dur="5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B50988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44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45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B50988"/>
                                      </p:to>
                                    </p:animClr>
                                    <p:set>
                                      <p:cBhvr>
                                        <p:cTn id="446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7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8" fill="hold">
                      <p:stCondLst>
                        <p:cond delay="indefinite"/>
                      </p:stCondLst>
                      <p:childTnLst>
                        <p:par>
                          <p:cTn id="449" fill="hold">
                            <p:stCondLst>
                              <p:cond delay="0"/>
                            </p:stCondLst>
                            <p:childTnLst>
                              <p:par>
                                <p:cTn id="450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1" dur="500" tmFilter="0, 0; .2, .5; .8, .5; 1, 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52" dur="250" autoRev="1" fill="hold"/>
                                        <p:tgtEl>
                                          <p:spTgt spid="17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53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4" dur="500" tmFilter="0, 0; .2, .5; .8, .5; 1, 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55" dur="250" autoRev="1" fill="hold"/>
                                        <p:tgtEl>
                                          <p:spTgt spid="17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56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7" dur="500" tmFilter="0, 0; .2, .5; .8, .5; 1, 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58" dur="250" autoRev="1" fill="hold"/>
                                        <p:tgtEl>
                                          <p:spTgt spid="17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9" fill="hold">
                      <p:stCondLst>
                        <p:cond delay="indefinite"/>
                      </p:stCondLst>
                      <p:childTnLst>
                        <p:par>
                          <p:cTn id="460" fill="hold">
                            <p:stCondLst>
                              <p:cond delay="0"/>
                            </p:stCondLst>
                            <p:childTnLst>
                              <p:par>
                                <p:cTn id="4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3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4" fill="hold">
                      <p:stCondLst>
                        <p:cond delay="indefinite"/>
                      </p:stCondLst>
                      <p:childTnLst>
                        <p:par>
                          <p:cTn id="465" fill="hold">
                            <p:stCondLst>
                              <p:cond delay="0"/>
                            </p:stCondLst>
                            <p:childTnLst>
                              <p:par>
                                <p:cTn id="4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8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9" fill="hold">
                      <p:stCondLst>
                        <p:cond delay="indefinite"/>
                      </p:stCondLst>
                      <p:childTnLst>
                        <p:par>
                          <p:cTn id="470" fill="hold">
                            <p:stCondLst>
                              <p:cond delay="0"/>
                            </p:stCondLst>
                            <p:childTnLst>
                              <p:par>
                                <p:cTn id="47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72" dur="1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F7F7F"/>
                                      </p:to>
                                    </p:animClr>
                                    <p:set>
                                      <p:cBhvr>
                                        <p:cTn id="473" dur="1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74" dur="1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5" presetID="3" presetClass="emph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76" dur="1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7F7F7F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7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9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2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3" fill="hold">
                            <p:stCondLst>
                              <p:cond delay="500"/>
                            </p:stCondLst>
                            <p:childTnLst>
                              <p:par>
                                <p:cTn id="484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5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B50988"/>
                                      </p:to>
                                    </p:animClr>
                                    <p:set>
                                      <p:cBhvr>
                                        <p:cTn id="486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87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8" presetID="3" presetClass="emph" presetSubtype="2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89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B50988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0" fill="hold">
                      <p:stCondLst>
                        <p:cond delay="indefinite"/>
                      </p:stCondLst>
                      <p:childTnLst>
                        <p:par>
                          <p:cTn id="491" fill="hold">
                            <p:stCondLst>
                              <p:cond delay="0"/>
                            </p:stCondLst>
                            <p:childTnLst>
                              <p:par>
                                <p:cTn id="492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493" dur="500" tmFilter="0, 0; .2, .5; .8, .5; 1, 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94" dur="250" autoRev="1" fill="hold"/>
                                        <p:tgtEl>
                                          <p:spTgt spid="16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95" presetID="3" presetClass="emph" presetSubtype="2" fill="hold" grpId="2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496" dur="5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9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1" fill="hold">
                      <p:stCondLst>
                        <p:cond delay="indefinite"/>
                      </p:stCondLst>
                      <p:childTnLst>
                        <p:par>
                          <p:cTn id="502" fill="hold">
                            <p:stCondLst>
                              <p:cond delay="0"/>
                            </p:stCondLst>
                            <p:childTnLst>
                              <p:par>
                                <p:cTn id="50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5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6" fill="hold">
                      <p:stCondLst>
                        <p:cond delay="indefinite"/>
                      </p:stCondLst>
                      <p:childTnLst>
                        <p:par>
                          <p:cTn id="507" fill="hold">
                            <p:stCondLst>
                              <p:cond delay="0"/>
                            </p:stCondLst>
                            <p:childTnLst>
                              <p:par>
                                <p:cTn id="508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09" dur="1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F7F7F"/>
                                      </p:to>
                                    </p:animClr>
                                    <p:set>
                                      <p:cBhvr>
                                        <p:cTn id="510" dur="1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11" dur="1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2" presetID="3" presetClass="emph" presetSubtype="2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13" dur="1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7F7F7F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1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6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18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9" fill="hold">
                            <p:stCondLst>
                              <p:cond delay="500"/>
                            </p:stCondLst>
                            <p:childTnLst>
                              <p:par>
                                <p:cTn id="520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21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B50988"/>
                                      </p:to>
                                    </p:animClr>
                                    <p:set>
                                      <p:cBhvr>
                                        <p:cTn id="522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23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4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25" dur="5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B50988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26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27" dur="5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7F7F7F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28" presetID="3" presetClass="emph" presetSubtype="2" fill="hold" grpId="3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529" dur="5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7F7F7F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3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2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3" fill="hold">
                      <p:stCondLst>
                        <p:cond delay="indefinite"/>
                      </p:stCondLst>
                      <p:childTnLst>
                        <p:par>
                          <p:cTn id="534" fill="hold">
                            <p:stCondLst>
                              <p:cond delay="0"/>
                            </p:stCondLst>
                            <p:childTnLst>
                              <p:par>
                                <p:cTn id="5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7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8" fill="hold">
                      <p:stCondLst>
                        <p:cond delay="indefinite"/>
                      </p:stCondLst>
                      <p:childTnLst>
                        <p:par>
                          <p:cTn id="539" fill="hold">
                            <p:stCondLst>
                              <p:cond delay="0"/>
                            </p:stCondLst>
                            <p:childTnLst>
                              <p:par>
                                <p:cTn id="5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3" fill="hold">
                      <p:stCondLst>
                        <p:cond delay="indefinite"/>
                      </p:stCondLst>
                      <p:childTnLst>
                        <p:par>
                          <p:cTn id="544" fill="hold">
                            <p:stCondLst>
                              <p:cond delay="0"/>
                            </p:stCondLst>
                            <p:childTnLst>
                              <p:par>
                                <p:cTn id="5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7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8" fill="hold">
                      <p:stCondLst>
                        <p:cond delay="indefinite"/>
                      </p:stCondLst>
                      <p:childTnLst>
                        <p:par>
                          <p:cTn id="549" fill="hold">
                            <p:stCondLst>
                              <p:cond delay="0"/>
                            </p:stCondLst>
                            <p:childTnLst>
                              <p:par>
                                <p:cTn id="5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  <p:bldP spid="7" grpId="0" bldLvl="0" animBg="1"/>
      <p:bldP spid="9" grpId="0" bldLvl="0" animBg="1"/>
      <p:bldP spid="10" grpId="0" bldLvl="0" animBg="1"/>
      <p:bldP spid="13" grpId="0" bldLvl="0" animBg="1"/>
      <p:bldP spid="14" grpId="0" bldLvl="0" animBg="1"/>
      <p:bldP spid="19" grpId="0" bldLvl="0" animBg="1"/>
      <p:bldP spid="20" grpId="0" bldLvl="0" animBg="1"/>
      <p:bldP spid="22" grpId="0" bldLvl="0" animBg="1"/>
      <p:bldP spid="23" grpId="0" bldLvl="0" animBg="1"/>
      <p:bldP spid="25" grpId="0" bldLvl="0" animBg="1"/>
      <p:bldP spid="26" grpId="0" bldLvl="0" animBg="1"/>
      <p:bldP spid="31" grpId="0" bldLvl="0" animBg="1"/>
      <p:bldP spid="32" grpId="0" bldLvl="0" animBg="1"/>
      <p:bldP spid="34" grpId="0" bldLvl="0" animBg="1"/>
      <p:bldP spid="35" grpId="0" bldLvl="0" animBg="1"/>
      <p:bldP spid="37" grpId="0" bldLvl="0" animBg="1"/>
      <p:bldP spid="38" grpId="0" bldLvl="0" animBg="1"/>
      <p:bldP spid="43" grpId="0" bldLvl="0" animBg="1"/>
      <p:bldP spid="44" grpId="0" bldLvl="0" animBg="1"/>
      <p:bldP spid="46" grpId="0" bldLvl="0" animBg="1"/>
      <p:bldP spid="47" grpId="0" bldLvl="0" animBg="1"/>
      <p:bldP spid="55" grpId="0" bldLvl="0" animBg="1"/>
      <p:bldP spid="56" grpId="0" bldLvl="0" animBg="1"/>
      <p:bldP spid="58" grpId="0" bldLvl="0" animBg="1"/>
      <p:bldP spid="59" grpId="0" bldLvl="0" animBg="1"/>
      <p:bldP spid="61" grpId="0" bldLvl="0" animBg="1"/>
      <p:bldP spid="62" grpId="0" bldLvl="0" animBg="1"/>
      <p:bldP spid="70" grpId="0" bldLvl="0" animBg="1"/>
      <p:bldP spid="71" grpId="0" bldLvl="0" animBg="1"/>
      <p:bldP spid="72" grpId="0"/>
      <p:bldP spid="74" grpId="0" bldLvl="0" animBg="1"/>
      <p:bldP spid="75" grpId="0" bldLvl="0" animBg="1"/>
      <p:bldP spid="76" grpId="0"/>
      <p:bldP spid="78" grpId="0" bldLvl="0" animBg="1"/>
      <p:bldP spid="79" grpId="0" bldLvl="0" animBg="1"/>
      <p:bldP spid="80" grpId="0"/>
      <p:bldP spid="81" grpId="0" bldLvl="0" animBg="1"/>
      <p:bldP spid="82" grpId="0" bldLvl="0" animBg="1"/>
      <p:bldP spid="83" grpId="0"/>
      <p:bldP spid="85" grpId="0" bldLvl="0" animBg="1"/>
      <p:bldP spid="86" grpId="0" bldLvl="0" animBg="1"/>
      <p:bldP spid="87" grpId="0"/>
      <p:bldP spid="111" grpId="0" bldLvl="0" animBg="1"/>
      <p:bldP spid="112" grpId="0" bldLvl="0" animBg="1"/>
      <p:bldP spid="113" grpId="0" bldLvl="0" animBg="1"/>
      <p:bldP spid="114" grpId="0" bldLvl="0" animBg="1"/>
      <p:bldP spid="115" grpId="0" bldLvl="0" animBg="1"/>
      <p:bldP spid="124" grpId="0"/>
      <p:bldP spid="124" grpId="1"/>
      <p:bldP spid="124" grpId="2"/>
      <p:bldP spid="124" grpId="3"/>
      <p:bldP spid="124" grpId="4"/>
      <p:bldP spid="125" grpId="0"/>
      <p:bldP spid="125" grpId="1"/>
      <p:bldP spid="125" grpId="2"/>
      <p:bldP spid="126" grpId="0"/>
      <p:bldP spid="126" grpId="1"/>
      <p:bldP spid="126" grpId="2"/>
      <p:bldP spid="127" grpId="0"/>
      <p:bldP spid="127" grpId="1"/>
      <p:bldP spid="128" grpId="0"/>
      <p:bldP spid="128" grpId="1"/>
      <p:bldP spid="128" grpId="2"/>
      <p:bldP spid="141" grpId="0" bldLvl="0" animBg="1"/>
      <p:bldP spid="142" grpId="0" bldLvl="0" animBg="1"/>
      <p:bldP spid="142" grpId="1" bldLvl="0" animBg="1"/>
      <p:bldP spid="142" grpId="2" animBg="1"/>
      <p:bldP spid="142" grpId="3" animBg="1"/>
      <p:bldP spid="143" grpId="0" bldLvl="0" animBg="1"/>
      <p:bldP spid="143" grpId="1" animBg="1"/>
      <p:bldP spid="144" grpId="0" bldLvl="0" animBg="1"/>
      <p:bldP spid="144" grpId="1" animBg="1"/>
      <p:bldP spid="145" grpId="0"/>
      <p:bldP spid="146" grpId="0" bldLvl="0" animBg="1"/>
      <p:bldP spid="148" grpId="0" bldLvl="0" animBg="1"/>
      <p:bldP spid="149" grpId="0" bldLvl="0" animBg="1"/>
      <p:bldP spid="150" grpId="0" bldLvl="0" animBg="1"/>
      <p:bldP spid="150" grpId="1" bldLvl="0" animBg="1"/>
      <p:bldP spid="150" grpId="2" animBg="1"/>
      <p:bldP spid="150" grpId="3" animBg="1"/>
      <p:bldP spid="151" grpId="0" bldLvl="0" animBg="1"/>
      <p:bldP spid="152" grpId="0" bldLvl="0" animBg="1"/>
      <p:bldP spid="152" grpId="1" animBg="1"/>
      <p:bldP spid="156" grpId="0" bldLvl="0" animBg="1"/>
      <p:bldP spid="158" grpId="0" bldLvl="0" animBg="1"/>
      <p:bldP spid="159" grpId="0" bldLvl="0" animBg="1"/>
      <p:bldP spid="159" grpId="1" bldLvl="0" animBg="1"/>
      <p:bldP spid="160" grpId="0" bldLvl="0" animBg="1"/>
      <p:bldP spid="160" grpId="1" bldLvl="0" animBg="1"/>
      <p:bldP spid="160" grpId="2" animBg="1"/>
      <p:bldP spid="160" grpId="3" animBg="1"/>
      <p:bldP spid="161" grpId="0" bldLvl="0" animBg="1"/>
      <p:bldP spid="161" grpId="1" bldLvl="0" animBg="1"/>
      <p:bldP spid="161" grpId="2" animBg="1"/>
      <p:bldP spid="161" grpId="3" animBg="1"/>
      <p:bldP spid="162" grpId="0" bldLvl="0" animBg="1"/>
      <p:bldP spid="167" grpId="0" bldLvl="0" animBg="1"/>
      <p:bldP spid="167" grpId="1" bldLvl="0" animBg="1"/>
      <p:bldP spid="168" grpId="0" bldLvl="0" animBg="1"/>
      <p:bldP spid="168" grpId="1" bldLvl="0" animBg="1"/>
      <p:bldP spid="169" grpId="0" bldLvl="0" animBg="1"/>
      <p:bldP spid="169" grpId="1" bldLvl="0" animBg="1"/>
      <p:bldP spid="170" grpId="0" bldLvl="0" animBg="1"/>
      <p:bldP spid="170" grpId="1" bldLvl="0" animBg="1"/>
      <p:bldP spid="172" grpId="0" bldLvl="0" animBg="1"/>
      <p:bldP spid="173" grpId="0" bldLvl="0" animBg="1"/>
      <p:bldP spid="173" grpId="1" bldLvl="0" animBg="1"/>
      <p:bldP spid="174" grpId="0" bldLvl="0" animBg="1"/>
      <p:bldP spid="174" grpId="1" bldLvl="0" animBg="1"/>
      <p:bldP spid="175" grpId="0" bldLvl="0" animBg="1"/>
      <p:bldP spid="175" grpId="1" bldLvl="0" animBg="1"/>
      <p:bldP spid="177" grpId="0" bldLvl="0" animBg="1"/>
      <p:bldP spid="180" grpId="0"/>
      <p:bldP spid="180" grpId="1"/>
      <p:bldP spid="187" grpId="0" bldLvl="0" animBg="1"/>
      <p:bldP spid="192" grpId="0" bldLvl="0" animBg="1"/>
      <p:bldP spid="131" grpId="0"/>
      <p:bldP spid="131" grpId="1"/>
      <p:bldP spid="134" grpId="0" bldLvl="0" animBg="1"/>
      <p:bldP spid="134" grpId="1" bldLvl="0" animBg="1"/>
      <p:bldP spid="8" grpId="0"/>
      <p:bldP spid="181" grpId="0"/>
      <p:bldP spid="1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960120" y="75730"/>
            <a:ext cx="3230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深度优先</a:t>
            </a:r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遍历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0" y="734503"/>
            <a:ext cx="9144000" cy="139333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>
              <a:lnSpc>
                <a:spcPct val="120000"/>
              </a:lnSpc>
            </a:pPr>
            <a:r>
              <a:rPr lang="en-US" altLang="zh-CN" sz="1800" b="1" dirty="0">
                <a:solidFill>
                  <a:srgbClr val="FF0000"/>
                </a:solidFill>
                <a:latin typeface="+mn-ea"/>
                <a:cs typeface="Consolas" panose="020B0609020204030204" pitchFamily="49" charset="0"/>
              </a:rPr>
              <a:t>[</a:t>
            </a:r>
            <a:r>
              <a:rPr lang="zh-CN" altLang="en-US" sz="1800" b="1" dirty="0">
                <a:solidFill>
                  <a:srgbClr val="FF0000"/>
                </a:solidFill>
                <a:latin typeface="+mn-ea"/>
                <a:cs typeface="Consolas" panose="020B0609020204030204" pitchFamily="49" charset="0"/>
              </a:rPr>
              <a:t>例</a:t>
            </a:r>
            <a:r>
              <a:rPr lang="en-US" altLang="zh-CN" sz="1800" b="1" dirty="0">
                <a:solidFill>
                  <a:srgbClr val="FF0000"/>
                </a:solidFill>
                <a:latin typeface="+mn-ea"/>
                <a:cs typeface="Consolas" panose="020B0609020204030204" pitchFamily="49" charset="0"/>
              </a:rPr>
              <a:t>] </a:t>
            </a:r>
            <a:r>
              <a:rPr lang="zh-CN" altLang="en-US" sz="1800" b="1" dirty="0">
                <a:latin typeface="+mn-ea"/>
                <a:cs typeface="Consolas" panose="020B0609020204030204" pitchFamily="49" charset="0"/>
              </a:rPr>
              <a:t>无向图</a:t>
            </a:r>
            <a:r>
              <a:rPr lang="en-US" altLang="zh-CN" sz="1800" b="1" dirty="0">
                <a:latin typeface="+mn-ea"/>
                <a:cs typeface="Consolas" panose="020B0609020204030204" pitchFamily="49" charset="0"/>
              </a:rPr>
              <a:t>G=(V, E)</a:t>
            </a:r>
            <a:r>
              <a:rPr lang="zh-CN" altLang="en-US" sz="1800" b="1" dirty="0">
                <a:latin typeface="+mn-ea"/>
                <a:cs typeface="Consolas" panose="020B0609020204030204" pitchFamily="49" charset="0"/>
              </a:rPr>
              <a:t>其中</a:t>
            </a:r>
            <a:r>
              <a:rPr lang="en-US" altLang="zh-CN" sz="1800" b="1" dirty="0">
                <a:latin typeface="+mn-ea"/>
                <a:cs typeface="Consolas" panose="020B0609020204030204" pitchFamily="49" charset="0"/>
              </a:rPr>
              <a:t>V={</a:t>
            </a:r>
            <a:r>
              <a:rPr lang="en-US" altLang="zh-CN" sz="1800" b="1" dirty="0" err="1">
                <a:latin typeface="+mn-ea"/>
                <a:cs typeface="Consolas" panose="020B0609020204030204" pitchFamily="49" charset="0"/>
              </a:rPr>
              <a:t>a,b,c,d,e,f</a:t>
            </a:r>
            <a:r>
              <a:rPr lang="en-US" altLang="zh-CN" sz="1800" b="1" dirty="0">
                <a:latin typeface="+mn-ea"/>
                <a:cs typeface="Consolas" panose="020B0609020204030204" pitchFamily="49" charset="0"/>
              </a:rPr>
              <a:t>}</a:t>
            </a:r>
            <a:r>
              <a:rPr lang="zh-CN" altLang="en-US" sz="1800" b="1" dirty="0">
                <a:latin typeface="+mn-ea"/>
                <a:cs typeface="Consolas" panose="020B0609020204030204" pitchFamily="49" charset="0"/>
              </a:rPr>
              <a:t>，</a:t>
            </a:r>
            <a:r>
              <a:rPr lang="en-US" altLang="zh-CN" sz="1800" b="1" dirty="0">
                <a:latin typeface="+mn-ea"/>
                <a:cs typeface="Consolas" panose="020B0609020204030204" pitchFamily="49" charset="0"/>
              </a:rPr>
              <a:t>E={(</a:t>
            </a:r>
            <a:r>
              <a:rPr lang="en-US" altLang="zh-CN" sz="1800" b="1" dirty="0" err="1">
                <a:latin typeface="+mn-ea"/>
                <a:cs typeface="Consolas" panose="020B0609020204030204" pitchFamily="49" charset="0"/>
              </a:rPr>
              <a:t>a,b</a:t>
            </a:r>
            <a:r>
              <a:rPr lang="en-US" altLang="zh-CN" sz="1800" b="1" dirty="0">
                <a:latin typeface="+mn-ea"/>
                <a:cs typeface="Consolas" panose="020B0609020204030204" pitchFamily="49" charset="0"/>
              </a:rPr>
              <a:t>),(</a:t>
            </a:r>
            <a:r>
              <a:rPr lang="en-US" altLang="zh-CN" sz="1800" b="1" dirty="0" err="1">
                <a:latin typeface="+mn-ea"/>
                <a:cs typeface="Consolas" panose="020B0609020204030204" pitchFamily="49" charset="0"/>
              </a:rPr>
              <a:t>a,e</a:t>
            </a:r>
            <a:r>
              <a:rPr lang="en-US" altLang="zh-CN" sz="1800" b="1" dirty="0">
                <a:latin typeface="+mn-ea"/>
                <a:cs typeface="Consolas" panose="020B0609020204030204" pitchFamily="49" charset="0"/>
              </a:rPr>
              <a:t>),(</a:t>
            </a:r>
            <a:r>
              <a:rPr lang="en-US" altLang="zh-CN" sz="1800" b="1" dirty="0" err="1">
                <a:latin typeface="+mn-ea"/>
                <a:cs typeface="Consolas" panose="020B0609020204030204" pitchFamily="49" charset="0"/>
              </a:rPr>
              <a:t>a,c</a:t>
            </a:r>
            <a:r>
              <a:rPr lang="en-US" altLang="zh-CN" sz="1800" b="1" dirty="0">
                <a:latin typeface="+mn-ea"/>
                <a:cs typeface="Consolas" panose="020B0609020204030204" pitchFamily="49" charset="0"/>
              </a:rPr>
              <a:t>),(</a:t>
            </a:r>
            <a:r>
              <a:rPr lang="en-US" altLang="zh-CN" sz="1800" b="1" dirty="0" err="1">
                <a:latin typeface="+mn-ea"/>
                <a:cs typeface="Consolas" panose="020B0609020204030204" pitchFamily="49" charset="0"/>
              </a:rPr>
              <a:t>b,e</a:t>
            </a:r>
            <a:r>
              <a:rPr lang="en-US" altLang="zh-CN" sz="1800" b="1" dirty="0">
                <a:latin typeface="+mn-ea"/>
                <a:cs typeface="Consolas" panose="020B0609020204030204" pitchFamily="49" charset="0"/>
              </a:rPr>
              <a:t>),(</a:t>
            </a:r>
            <a:r>
              <a:rPr lang="en-US" altLang="zh-CN" sz="1800" b="1" dirty="0" err="1">
                <a:latin typeface="+mn-ea"/>
                <a:cs typeface="Consolas" panose="020B0609020204030204" pitchFamily="49" charset="0"/>
              </a:rPr>
              <a:t>c,f</a:t>
            </a:r>
            <a:r>
              <a:rPr lang="en-US" altLang="zh-CN" sz="1800" b="1" dirty="0">
                <a:latin typeface="+mn-ea"/>
                <a:cs typeface="Consolas" panose="020B0609020204030204" pitchFamily="49" charset="0"/>
              </a:rPr>
              <a:t>),(</a:t>
            </a:r>
            <a:r>
              <a:rPr lang="en-US" altLang="zh-CN" sz="1800" b="1" dirty="0" err="1">
                <a:latin typeface="+mn-ea"/>
                <a:cs typeface="Consolas" panose="020B0609020204030204" pitchFamily="49" charset="0"/>
              </a:rPr>
              <a:t>f,d</a:t>
            </a:r>
            <a:r>
              <a:rPr lang="en-US" altLang="zh-CN" sz="1800" b="1" dirty="0">
                <a:latin typeface="+mn-ea"/>
                <a:cs typeface="Consolas" panose="020B0609020204030204" pitchFamily="49" charset="0"/>
              </a:rPr>
              <a:t>),(</a:t>
            </a:r>
            <a:r>
              <a:rPr lang="en-US" altLang="zh-CN" sz="1800" b="1" dirty="0" err="1">
                <a:latin typeface="+mn-ea"/>
                <a:cs typeface="Consolas" panose="020B0609020204030204" pitchFamily="49" charset="0"/>
              </a:rPr>
              <a:t>e,d</a:t>
            </a:r>
            <a:r>
              <a:rPr lang="en-US" altLang="zh-CN" sz="1800" b="1" dirty="0">
                <a:latin typeface="+mn-ea"/>
                <a:cs typeface="Consolas" panose="020B0609020204030204" pitchFamily="49" charset="0"/>
              </a:rPr>
              <a:t>)}</a:t>
            </a:r>
            <a:endParaRPr lang="en-US" altLang="zh-CN" sz="1800" b="1" dirty="0">
              <a:latin typeface="+mn-ea"/>
              <a:cs typeface="Consolas" panose="020B0609020204030204" pitchFamily="49" charset="0"/>
            </a:endParaRPr>
          </a:p>
          <a:p>
            <a:pPr algn="l">
              <a:lnSpc>
                <a:spcPct val="120000"/>
              </a:lnSpc>
            </a:pPr>
            <a:r>
              <a:rPr lang="zh-CN" altLang="en-US" sz="1800" b="1" dirty="0">
                <a:latin typeface="+mn-ea"/>
                <a:cs typeface="Consolas" panose="020B0609020204030204" pitchFamily="49" charset="0"/>
              </a:rPr>
              <a:t>对该图进行深度优先排序，得到的顶点序列正确的是</a:t>
            </a:r>
            <a:r>
              <a:rPr lang="en-US" altLang="zh-CN" b="1" dirty="0">
                <a:latin typeface="+mn-ea"/>
                <a:cs typeface="Consolas" panose="020B0609020204030204" pitchFamily="49" charset="0"/>
              </a:rPr>
              <a:t>()</a:t>
            </a:r>
            <a:br>
              <a:rPr lang="zh-CN" altLang="en-US" sz="1800" b="1" dirty="0">
                <a:latin typeface="+mn-ea"/>
                <a:cs typeface="Consolas" panose="020B0609020204030204" pitchFamily="49" charset="0"/>
              </a:rPr>
            </a:br>
            <a:r>
              <a:rPr lang="en-US" altLang="zh-CN" sz="1800" b="1" dirty="0">
                <a:latin typeface="+mn-ea"/>
                <a:cs typeface="Consolas" panose="020B0609020204030204" pitchFamily="49" charset="0"/>
              </a:rPr>
              <a:t>A. </a:t>
            </a:r>
            <a:r>
              <a:rPr lang="en-US" altLang="zh-CN" sz="1800" dirty="0">
                <a:latin typeface="+mn-ea"/>
                <a:cs typeface="Consolas" panose="020B0609020204030204" pitchFamily="49" charset="0"/>
              </a:rPr>
              <a:t>a </a:t>
            </a:r>
            <a:r>
              <a:rPr lang="en-US" altLang="zh-CN" sz="1800" dirty="0"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 </a:t>
            </a:r>
            <a:r>
              <a:rPr lang="en-US" altLang="zh-CN" sz="1800" dirty="0">
                <a:latin typeface="+mn-ea"/>
                <a:cs typeface="Consolas" panose="020B0609020204030204" pitchFamily="49" charset="0"/>
              </a:rPr>
              <a:t>b </a:t>
            </a:r>
            <a:r>
              <a:rPr lang="en-US" altLang="zh-CN" sz="1800" dirty="0"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 </a:t>
            </a:r>
            <a:r>
              <a:rPr lang="en-US" altLang="zh-CN" sz="1800" dirty="0">
                <a:latin typeface="+mn-ea"/>
                <a:cs typeface="Consolas" panose="020B0609020204030204" pitchFamily="49" charset="0"/>
              </a:rPr>
              <a:t>e </a:t>
            </a:r>
            <a:r>
              <a:rPr lang="en-US" altLang="zh-CN" dirty="0"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 </a:t>
            </a:r>
            <a:r>
              <a:rPr lang="en-US" altLang="zh-CN" sz="1800" dirty="0">
                <a:latin typeface="+mn-ea"/>
                <a:cs typeface="Consolas" panose="020B0609020204030204" pitchFamily="49" charset="0"/>
              </a:rPr>
              <a:t>c </a:t>
            </a:r>
            <a:r>
              <a:rPr lang="en-US" altLang="zh-CN" dirty="0"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 </a:t>
            </a:r>
            <a:r>
              <a:rPr lang="en-US" altLang="zh-CN" sz="1800" dirty="0">
                <a:latin typeface="+mn-ea"/>
                <a:cs typeface="Consolas" panose="020B0609020204030204" pitchFamily="49" charset="0"/>
              </a:rPr>
              <a:t>d </a:t>
            </a:r>
            <a:r>
              <a:rPr lang="en-US" altLang="zh-CN" sz="1800" dirty="0"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 </a:t>
            </a:r>
            <a:r>
              <a:rPr lang="en-US" altLang="zh-CN" sz="1800" dirty="0">
                <a:latin typeface="+mn-ea"/>
                <a:cs typeface="Consolas" panose="020B0609020204030204" pitchFamily="49" charset="0"/>
              </a:rPr>
              <a:t>f</a:t>
            </a:r>
            <a:r>
              <a:rPr lang="en-US" altLang="zh-CN" dirty="0">
                <a:latin typeface="+mn-ea"/>
                <a:cs typeface="Consolas" panose="020B0609020204030204" pitchFamily="49" charset="0"/>
              </a:rPr>
              <a:t>		</a:t>
            </a:r>
            <a:r>
              <a:rPr lang="en-US" altLang="zh-CN" sz="1800" b="1" dirty="0">
                <a:latin typeface="+mn-ea"/>
                <a:cs typeface="Consolas" panose="020B0609020204030204" pitchFamily="49" charset="0"/>
              </a:rPr>
              <a:t>B. </a:t>
            </a:r>
            <a:r>
              <a:rPr lang="en-US" altLang="zh-CN" sz="1800" dirty="0">
                <a:latin typeface="+mn-ea"/>
                <a:cs typeface="Consolas" panose="020B0609020204030204" pitchFamily="49" charset="0"/>
              </a:rPr>
              <a:t>a </a:t>
            </a:r>
            <a:r>
              <a:rPr lang="en-US" altLang="zh-CN" sz="1800" dirty="0"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 </a:t>
            </a:r>
            <a:r>
              <a:rPr lang="en-US" altLang="zh-CN" sz="1800" dirty="0">
                <a:latin typeface="+mn-ea"/>
                <a:cs typeface="Consolas" panose="020B0609020204030204" pitchFamily="49" charset="0"/>
              </a:rPr>
              <a:t>c</a:t>
            </a:r>
            <a:r>
              <a:rPr lang="en-US" altLang="zh-CN" dirty="0">
                <a:latin typeface="+mn-ea"/>
                <a:cs typeface="Consolas" panose="020B0609020204030204" pitchFamily="49" charset="0"/>
              </a:rPr>
              <a:t> </a:t>
            </a:r>
            <a:r>
              <a:rPr lang="en-US" altLang="zh-CN" dirty="0"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 </a:t>
            </a:r>
            <a:r>
              <a:rPr lang="en-US" altLang="zh-CN" sz="1800" dirty="0">
                <a:latin typeface="+mn-ea"/>
                <a:cs typeface="Consolas" panose="020B0609020204030204" pitchFamily="49" charset="0"/>
              </a:rPr>
              <a:t>f</a:t>
            </a:r>
            <a:r>
              <a:rPr lang="en-US" altLang="zh-CN" dirty="0">
                <a:latin typeface="+mn-ea"/>
                <a:cs typeface="Consolas" panose="020B0609020204030204" pitchFamily="49" charset="0"/>
              </a:rPr>
              <a:t> </a:t>
            </a:r>
            <a:r>
              <a:rPr lang="en-US" altLang="zh-CN" dirty="0"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 </a:t>
            </a:r>
            <a:r>
              <a:rPr lang="en-US" altLang="zh-CN" sz="1800" dirty="0">
                <a:latin typeface="+mn-ea"/>
                <a:cs typeface="Consolas" panose="020B0609020204030204" pitchFamily="49" charset="0"/>
              </a:rPr>
              <a:t>e</a:t>
            </a:r>
            <a:r>
              <a:rPr lang="en-US" altLang="zh-CN" dirty="0">
                <a:latin typeface="+mn-ea"/>
                <a:cs typeface="Consolas" panose="020B0609020204030204" pitchFamily="49" charset="0"/>
              </a:rPr>
              <a:t> </a:t>
            </a:r>
            <a:r>
              <a:rPr lang="en-US" altLang="zh-CN" dirty="0"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 </a:t>
            </a:r>
            <a:r>
              <a:rPr lang="en-US" altLang="zh-CN" sz="1800" dirty="0">
                <a:latin typeface="+mn-ea"/>
                <a:cs typeface="Consolas" panose="020B0609020204030204" pitchFamily="49" charset="0"/>
              </a:rPr>
              <a:t>b</a:t>
            </a:r>
            <a:r>
              <a:rPr lang="en-US" altLang="zh-CN" dirty="0">
                <a:latin typeface="+mn-ea"/>
                <a:cs typeface="Consolas" panose="020B0609020204030204" pitchFamily="49" charset="0"/>
              </a:rPr>
              <a:t> </a:t>
            </a:r>
            <a:r>
              <a:rPr lang="en-US" altLang="zh-CN" dirty="0"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 </a:t>
            </a:r>
            <a:r>
              <a:rPr lang="en-US" altLang="zh-CN" sz="1800" dirty="0">
                <a:latin typeface="+mn-ea"/>
                <a:cs typeface="Consolas" panose="020B0609020204030204" pitchFamily="49" charset="0"/>
              </a:rPr>
              <a:t>d</a:t>
            </a:r>
            <a:endParaRPr lang="en-US" altLang="zh-CN" sz="1800" dirty="0">
              <a:latin typeface="+mn-ea"/>
              <a:cs typeface="Consolas" panose="020B0609020204030204" pitchFamily="49" charset="0"/>
            </a:endParaRPr>
          </a:p>
          <a:p>
            <a:pPr>
              <a:lnSpc>
                <a:spcPct val="120000"/>
              </a:lnSpc>
            </a:pPr>
            <a:r>
              <a:rPr lang="en-US" altLang="zh-CN" b="1" dirty="0">
                <a:latin typeface="+mn-ea"/>
                <a:cs typeface="Consolas" panose="020B0609020204030204" pitchFamily="49" charset="0"/>
              </a:rPr>
              <a:t>C. </a:t>
            </a:r>
            <a:r>
              <a:rPr lang="en-US" altLang="zh-CN" dirty="0">
                <a:latin typeface="+mn-ea"/>
                <a:cs typeface="Consolas" panose="020B0609020204030204" pitchFamily="49" charset="0"/>
              </a:rPr>
              <a:t>a </a:t>
            </a:r>
            <a:r>
              <a:rPr lang="en-US" altLang="zh-CN" dirty="0"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 </a:t>
            </a:r>
            <a:r>
              <a:rPr lang="en-US" altLang="zh-CN" dirty="0">
                <a:latin typeface="+mn-ea"/>
                <a:cs typeface="Consolas" panose="020B0609020204030204" pitchFamily="49" charset="0"/>
              </a:rPr>
              <a:t>e </a:t>
            </a:r>
            <a:r>
              <a:rPr lang="en-US" altLang="zh-CN" dirty="0"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 </a:t>
            </a:r>
            <a:r>
              <a:rPr lang="en-US" altLang="zh-CN" dirty="0">
                <a:latin typeface="+mn-ea"/>
                <a:cs typeface="Consolas" panose="020B0609020204030204" pitchFamily="49" charset="0"/>
              </a:rPr>
              <a:t>b </a:t>
            </a:r>
            <a:r>
              <a:rPr lang="en-US" altLang="zh-CN" dirty="0"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 </a:t>
            </a:r>
            <a:r>
              <a:rPr lang="en-US" altLang="zh-CN" dirty="0">
                <a:latin typeface="+mn-ea"/>
                <a:cs typeface="Consolas" panose="020B0609020204030204" pitchFamily="49" charset="0"/>
              </a:rPr>
              <a:t>c </a:t>
            </a:r>
            <a:r>
              <a:rPr lang="en-US" altLang="zh-CN" dirty="0"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 </a:t>
            </a:r>
            <a:r>
              <a:rPr lang="en-US" altLang="zh-CN" dirty="0">
                <a:latin typeface="+mn-ea"/>
                <a:cs typeface="Consolas" panose="020B0609020204030204" pitchFamily="49" charset="0"/>
              </a:rPr>
              <a:t>f </a:t>
            </a:r>
            <a:r>
              <a:rPr lang="en-US" altLang="zh-CN" dirty="0"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 </a:t>
            </a:r>
            <a:r>
              <a:rPr lang="en-US" altLang="zh-CN" dirty="0">
                <a:latin typeface="+mn-ea"/>
                <a:cs typeface="Consolas" panose="020B0609020204030204" pitchFamily="49" charset="0"/>
              </a:rPr>
              <a:t>d 		</a:t>
            </a:r>
            <a:r>
              <a:rPr lang="en-US" altLang="zh-CN" sz="1800" b="1" dirty="0">
                <a:latin typeface="+mn-ea"/>
                <a:cs typeface="Consolas" panose="020B0609020204030204" pitchFamily="49" charset="0"/>
              </a:rPr>
              <a:t>D. </a:t>
            </a:r>
            <a:r>
              <a:rPr lang="en-US" altLang="zh-CN" sz="1800" dirty="0">
                <a:latin typeface="+mn-ea"/>
                <a:cs typeface="Consolas" panose="020B0609020204030204" pitchFamily="49" charset="0"/>
              </a:rPr>
              <a:t>a </a:t>
            </a:r>
            <a:r>
              <a:rPr lang="en-US" altLang="zh-CN" sz="1800" dirty="0"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 </a:t>
            </a:r>
            <a:r>
              <a:rPr lang="en-US" altLang="zh-CN" sz="1800" dirty="0">
                <a:latin typeface="+mn-ea"/>
                <a:cs typeface="Consolas" panose="020B0609020204030204" pitchFamily="49" charset="0"/>
              </a:rPr>
              <a:t>e</a:t>
            </a:r>
            <a:r>
              <a:rPr lang="en-US" altLang="zh-CN" dirty="0">
                <a:latin typeface="+mn-ea"/>
                <a:cs typeface="Consolas" panose="020B0609020204030204" pitchFamily="49" charset="0"/>
              </a:rPr>
              <a:t> </a:t>
            </a:r>
            <a:r>
              <a:rPr lang="en-US" altLang="zh-CN" dirty="0"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 </a:t>
            </a:r>
            <a:r>
              <a:rPr lang="en-US" altLang="zh-CN" sz="1800" dirty="0">
                <a:latin typeface="+mn-ea"/>
                <a:cs typeface="Consolas" panose="020B0609020204030204" pitchFamily="49" charset="0"/>
              </a:rPr>
              <a:t>d</a:t>
            </a:r>
            <a:r>
              <a:rPr lang="en-US" altLang="zh-CN" dirty="0">
                <a:latin typeface="+mn-ea"/>
                <a:cs typeface="Consolas" panose="020B0609020204030204" pitchFamily="49" charset="0"/>
              </a:rPr>
              <a:t> </a:t>
            </a:r>
            <a:r>
              <a:rPr lang="en-US" altLang="zh-CN" dirty="0"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 </a:t>
            </a:r>
            <a:r>
              <a:rPr lang="en-US" altLang="zh-CN" sz="1800" dirty="0">
                <a:latin typeface="+mn-ea"/>
                <a:cs typeface="Consolas" panose="020B0609020204030204" pitchFamily="49" charset="0"/>
              </a:rPr>
              <a:t>f</a:t>
            </a:r>
            <a:r>
              <a:rPr lang="en-US" altLang="zh-CN" dirty="0">
                <a:latin typeface="+mn-ea"/>
                <a:cs typeface="Consolas" panose="020B0609020204030204" pitchFamily="49" charset="0"/>
              </a:rPr>
              <a:t> </a:t>
            </a:r>
            <a:r>
              <a:rPr lang="en-US" altLang="zh-CN" dirty="0"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 </a:t>
            </a:r>
            <a:r>
              <a:rPr lang="en-US" altLang="zh-CN" sz="1800" dirty="0">
                <a:latin typeface="+mn-ea"/>
                <a:cs typeface="Consolas" panose="020B0609020204030204" pitchFamily="49" charset="0"/>
              </a:rPr>
              <a:t>c</a:t>
            </a:r>
            <a:r>
              <a:rPr lang="en-US" altLang="zh-CN" dirty="0">
                <a:latin typeface="+mn-ea"/>
                <a:cs typeface="Consolas" panose="020B0609020204030204" pitchFamily="49" charset="0"/>
              </a:rPr>
              <a:t> </a:t>
            </a:r>
            <a:r>
              <a:rPr lang="en-US" altLang="zh-CN" dirty="0"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 </a:t>
            </a:r>
            <a:r>
              <a:rPr lang="en-US" altLang="zh-CN" sz="1800" dirty="0">
                <a:latin typeface="+mn-ea"/>
                <a:cs typeface="Consolas" panose="020B0609020204030204" pitchFamily="49" charset="0"/>
              </a:rPr>
              <a:t>b</a:t>
            </a:r>
            <a:endParaRPr lang="zh-CN" altLang="en-US" dirty="0">
              <a:latin typeface="+mn-ea"/>
            </a:endParaRPr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0" y="2127833"/>
            <a:ext cx="1400176" cy="396583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lnSpc>
                <a:spcPct val="120000"/>
              </a:lnSpc>
            </a:pPr>
            <a:r>
              <a:rPr lang="zh-CN" altLang="en-US" b="1" dirty="0">
                <a:solidFill>
                  <a:schemeClr val="accent2">
                    <a:lumMod val="75000"/>
                  </a:schemeClr>
                </a:solidFill>
              </a:rPr>
              <a:t>解：先画图</a:t>
            </a:r>
            <a:endParaRPr lang="zh-CN" altLang="en-US" dirty="0"/>
          </a:p>
        </p:txBody>
      </p:sp>
      <p:sp>
        <p:nvSpPr>
          <p:cNvPr id="7" name="Oval 31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877916" y="2696384"/>
            <a:ext cx="452705" cy="452705"/>
          </a:xfrm>
          <a:prstGeom prst="ellipse">
            <a:avLst/>
          </a:prstGeom>
          <a:solidFill>
            <a:srgbClr val="0070C0">
              <a:alpha val="63000"/>
            </a:srgbClr>
          </a:solidFill>
          <a:ln w="9525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/>
        </p:spPr>
        <p:txBody>
          <a:bodyPr wrap="none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Consolas" panose="020B0609020204030204" pitchFamily="49" charset="0"/>
              </a:rPr>
              <a:t>b</a:t>
            </a:r>
            <a:endParaRPr kumimoji="0" lang="en-US" altLang="zh-CN" sz="20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8" name="Oval 31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205800" y="3348414"/>
            <a:ext cx="452705" cy="452705"/>
          </a:xfrm>
          <a:prstGeom prst="ellipse">
            <a:avLst/>
          </a:prstGeom>
          <a:solidFill>
            <a:srgbClr val="B50988">
              <a:alpha val="63000"/>
            </a:srgbClr>
          </a:solidFill>
          <a:ln w="9525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/>
        </p:spPr>
        <p:txBody>
          <a:bodyPr wrap="none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kern="0" dirty="0">
                <a:solidFill>
                  <a:schemeClr val="bg1"/>
                </a:solidFill>
                <a:latin typeface="+mn-ea"/>
                <a:cs typeface="Consolas" panose="020B0609020204030204" pitchFamily="49" charset="0"/>
              </a:rPr>
              <a:t>a</a:t>
            </a:r>
            <a:endParaRPr kumimoji="0" lang="en-US" altLang="zh-CN" sz="20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cxnSp>
        <p:nvCxnSpPr>
          <p:cNvPr id="9" name="直接连接符 8"/>
          <p:cNvCxnSpPr>
            <a:stCxn id="7" idx="2"/>
            <a:endCxn id="8" idx="0"/>
          </p:cNvCxnSpPr>
          <p:nvPr>
            <p:custDataLst>
              <p:tags r:id="rId6"/>
            </p:custDataLst>
          </p:nvPr>
        </p:nvCxnSpPr>
        <p:spPr>
          <a:xfrm flipH="1">
            <a:off x="432153" y="2922737"/>
            <a:ext cx="445763" cy="425677"/>
          </a:xfrm>
          <a:prstGeom prst="line">
            <a:avLst/>
          </a:prstGeom>
          <a:ln w="317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31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877916" y="3348414"/>
            <a:ext cx="452705" cy="452705"/>
          </a:xfrm>
          <a:prstGeom prst="ellipse">
            <a:avLst/>
          </a:prstGeom>
          <a:solidFill>
            <a:srgbClr val="0070C0">
              <a:alpha val="63000"/>
            </a:srgbClr>
          </a:solidFill>
          <a:ln w="9525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/>
        </p:spPr>
        <p:txBody>
          <a:bodyPr wrap="none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kern="0" dirty="0">
                <a:solidFill>
                  <a:schemeClr val="bg1"/>
                </a:solidFill>
                <a:latin typeface="+mn-ea"/>
                <a:cs typeface="Consolas" panose="020B0609020204030204" pitchFamily="49" charset="0"/>
              </a:rPr>
              <a:t>e</a:t>
            </a:r>
            <a:endParaRPr kumimoji="0" lang="en-US" altLang="zh-CN" sz="20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11" name="Oval 31"/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877916" y="3936470"/>
            <a:ext cx="452705" cy="452705"/>
          </a:xfrm>
          <a:prstGeom prst="ellipse">
            <a:avLst/>
          </a:prstGeom>
          <a:solidFill>
            <a:srgbClr val="0070C0">
              <a:alpha val="63000"/>
            </a:srgbClr>
          </a:solidFill>
          <a:ln w="9525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/>
        </p:spPr>
        <p:txBody>
          <a:bodyPr wrap="none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kern="0" dirty="0">
                <a:solidFill>
                  <a:schemeClr val="bg1"/>
                </a:solidFill>
                <a:latin typeface="+mn-ea"/>
                <a:cs typeface="Consolas" panose="020B0609020204030204" pitchFamily="49" charset="0"/>
              </a:rPr>
              <a:t>c</a:t>
            </a:r>
            <a:endParaRPr kumimoji="0" lang="en-US" altLang="zh-CN" sz="20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13" name="Oval 31"/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1512973" y="3936470"/>
            <a:ext cx="452705" cy="452705"/>
          </a:xfrm>
          <a:prstGeom prst="ellipse">
            <a:avLst/>
          </a:prstGeom>
          <a:solidFill>
            <a:srgbClr val="0070C0">
              <a:alpha val="63000"/>
            </a:srgbClr>
          </a:solidFill>
          <a:ln w="9525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/>
        </p:spPr>
        <p:txBody>
          <a:bodyPr wrap="none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kern="0" dirty="0">
                <a:solidFill>
                  <a:schemeClr val="bg1"/>
                </a:solidFill>
                <a:latin typeface="+mn-ea"/>
                <a:cs typeface="Consolas" panose="020B0609020204030204" pitchFamily="49" charset="0"/>
              </a:rPr>
              <a:t>f</a:t>
            </a:r>
            <a:endParaRPr kumimoji="0" lang="en-US" altLang="zh-CN" sz="20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14" name="Oval 31"/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2148030" y="3936470"/>
            <a:ext cx="452705" cy="452705"/>
          </a:xfrm>
          <a:prstGeom prst="ellipse">
            <a:avLst/>
          </a:prstGeom>
          <a:solidFill>
            <a:srgbClr val="0070C0">
              <a:alpha val="63000"/>
            </a:srgbClr>
          </a:solidFill>
          <a:ln w="9525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/>
        </p:spPr>
        <p:txBody>
          <a:bodyPr wrap="none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kern="0" dirty="0">
                <a:solidFill>
                  <a:schemeClr val="bg1"/>
                </a:solidFill>
                <a:latin typeface="+mn-ea"/>
                <a:cs typeface="Consolas" panose="020B0609020204030204" pitchFamily="49" charset="0"/>
              </a:rPr>
              <a:t>d</a:t>
            </a:r>
            <a:endParaRPr kumimoji="0" lang="en-US" altLang="zh-CN" sz="20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cxnSp>
        <p:nvCxnSpPr>
          <p:cNvPr id="16" name="直接连接符 15"/>
          <p:cNvCxnSpPr>
            <a:stCxn id="7" idx="4"/>
            <a:endCxn id="10" idx="0"/>
          </p:cNvCxnSpPr>
          <p:nvPr>
            <p:custDataLst>
              <p:tags r:id="rId11"/>
            </p:custDataLst>
          </p:nvPr>
        </p:nvCxnSpPr>
        <p:spPr>
          <a:xfrm>
            <a:off x="1104269" y="3149089"/>
            <a:ext cx="0" cy="199325"/>
          </a:xfrm>
          <a:prstGeom prst="line">
            <a:avLst/>
          </a:prstGeom>
          <a:ln w="317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>
            <a:stCxn id="10" idx="2"/>
            <a:endCxn id="8" idx="6"/>
          </p:cNvCxnSpPr>
          <p:nvPr>
            <p:custDataLst>
              <p:tags r:id="rId12"/>
            </p:custDataLst>
          </p:nvPr>
        </p:nvCxnSpPr>
        <p:spPr>
          <a:xfrm flipH="1">
            <a:off x="658505" y="3574767"/>
            <a:ext cx="219411" cy="0"/>
          </a:xfrm>
          <a:prstGeom prst="line">
            <a:avLst/>
          </a:prstGeom>
          <a:ln w="317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>
            <a:stCxn id="11" idx="2"/>
            <a:endCxn id="8" idx="4"/>
          </p:cNvCxnSpPr>
          <p:nvPr>
            <p:custDataLst>
              <p:tags r:id="rId13"/>
            </p:custDataLst>
          </p:nvPr>
        </p:nvCxnSpPr>
        <p:spPr>
          <a:xfrm flipH="1" flipV="1">
            <a:off x="432153" y="3801119"/>
            <a:ext cx="445763" cy="361704"/>
          </a:xfrm>
          <a:prstGeom prst="line">
            <a:avLst/>
          </a:prstGeom>
          <a:ln w="317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>
            <a:stCxn id="10" idx="6"/>
            <a:endCxn id="14" idx="0"/>
          </p:cNvCxnSpPr>
          <p:nvPr>
            <p:custDataLst>
              <p:tags r:id="rId14"/>
            </p:custDataLst>
          </p:nvPr>
        </p:nvCxnSpPr>
        <p:spPr>
          <a:xfrm>
            <a:off x="1330621" y="3574767"/>
            <a:ext cx="1043762" cy="361703"/>
          </a:xfrm>
          <a:prstGeom prst="line">
            <a:avLst/>
          </a:prstGeom>
          <a:ln w="317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>
            <a:stCxn id="13" idx="2"/>
            <a:endCxn id="11" idx="6"/>
          </p:cNvCxnSpPr>
          <p:nvPr>
            <p:custDataLst>
              <p:tags r:id="rId15"/>
            </p:custDataLst>
          </p:nvPr>
        </p:nvCxnSpPr>
        <p:spPr>
          <a:xfrm flipH="1">
            <a:off x="1330621" y="4162823"/>
            <a:ext cx="182352" cy="0"/>
          </a:xfrm>
          <a:prstGeom prst="line">
            <a:avLst/>
          </a:prstGeom>
          <a:ln w="317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>
            <a:stCxn id="14" idx="2"/>
            <a:endCxn id="13" idx="6"/>
          </p:cNvCxnSpPr>
          <p:nvPr>
            <p:custDataLst>
              <p:tags r:id="rId16"/>
            </p:custDataLst>
          </p:nvPr>
        </p:nvCxnSpPr>
        <p:spPr>
          <a:xfrm flipH="1">
            <a:off x="1965678" y="4162823"/>
            <a:ext cx="182352" cy="0"/>
          </a:xfrm>
          <a:prstGeom prst="line">
            <a:avLst/>
          </a:prstGeom>
          <a:ln w="317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>
            <p:custDataLst>
              <p:tags r:id="rId17"/>
            </p:custDataLst>
          </p:nvPr>
        </p:nvSpPr>
        <p:spPr>
          <a:xfrm>
            <a:off x="3593500" y="2122014"/>
            <a:ext cx="3969350" cy="369332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en-US" altLang="zh-CN" sz="1800" b="1" dirty="0">
                <a:latin typeface="+mn-ea"/>
                <a:cs typeface="Consolas" panose="020B0609020204030204" pitchFamily="49" charset="0"/>
              </a:rPr>
              <a:t>A. a</a:t>
            </a:r>
            <a:r>
              <a:rPr lang="en-US" altLang="zh-CN" sz="1800" b="1" dirty="0">
                <a:solidFill>
                  <a:srgbClr val="B50988"/>
                </a:solidFill>
                <a:latin typeface="+mn-ea"/>
                <a:cs typeface="Consolas" panose="020B0609020204030204" pitchFamily="49" charset="0"/>
              </a:rPr>
              <a:t> </a:t>
            </a:r>
            <a:r>
              <a:rPr lang="en-US" altLang="zh-CN" sz="1800" b="1" dirty="0"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 </a:t>
            </a:r>
            <a:r>
              <a:rPr lang="en-US" altLang="zh-CN" sz="1800" b="1" dirty="0">
                <a:latin typeface="+mn-ea"/>
                <a:cs typeface="Consolas" panose="020B0609020204030204" pitchFamily="49" charset="0"/>
              </a:rPr>
              <a:t>b </a:t>
            </a:r>
            <a:r>
              <a:rPr lang="en-US" altLang="zh-CN" sz="1800" b="1" dirty="0"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 </a:t>
            </a:r>
            <a:r>
              <a:rPr lang="en-US" altLang="zh-CN" sz="1800" b="1" dirty="0">
                <a:latin typeface="+mn-ea"/>
                <a:cs typeface="Consolas" panose="020B0609020204030204" pitchFamily="49" charset="0"/>
              </a:rPr>
              <a:t>e </a:t>
            </a:r>
            <a:r>
              <a:rPr lang="en-US" altLang="zh-CN" b="1" dirty="0"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 </a:t>
            </a:r>
            <a:r>
              <a:rPr lang="en-US" altLang="zh-CN" sz="1800" b="1" dirty="0">
                <a:latin typeface="+mn-ea"/>
                <a:cs typeface="Consolas" panose="020B0609020204030204" pitchFamily="49" charset="0"/>
              </a:rPr>
              <a:t>c </a:t>
            </a:r>
            <a:r>
              <a:rPr lang="en-US" altLang="zh-CN" b="1" dirty="0"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 </a:t>
            </a:r>
            <a:r>
              <a:rPr lang="en-US" altLang="zh-CN" sz="1800" b="1" dirty="0">
                <a:latin typeface="+mn-ea"/>
                <a:cs typeface="Consolas" panose="020B0609020204030204" pitchFamily="49" charset="0"/>
              </a:rPr>
              <a:t>d </a:t>
            </a:r>
            <a:r>
              <a:rPr lang="en-US" altLang="zh-CN" sz="1800" b="1" dirty="0"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 </a:t>
            </a:r>
            <a:r>
              <a:rPr lang="en-US" altLang="zh-CN" sz="1800" b="1" dirty="0">
                <a:latin typeface="+mn-ea"/>
                <a:cs typeface="Consolas" panose="020B0609020204030204" pitchFamily="49" charset="0"/>
              </a:rPr>
              <a:t>f</a:t>
            </a:r>
            <a:endParaRPr lang="zh-CN" altLang="en-US" b="1" dirty="0"/>
          </a:p>
        </p:txBody>
      </p:sp>
      <p:sp>
        <p:nvSpPr>
          <p:cNvPr id="30" name="Oval 31"/>
          <p:cNvSpPr>
            <a:spLocks noChangeArrowheads="1"/>
          </p:cNvSpPr>
          <p:nvPr>
            <p:custDataLst>
              <p:tags r:id="rId18"/>
            </p:custDataLst>
          </p:nvPr>
        </p:nvSpPr>
        <p:spPr bwMode="auto">
          <a:xfrm>
            <a:off x="4656348" y="2696384"/>
            <a:ext cx="452705" cy="452705"/>
          </a:xfrm>
          <a:prstGeom prst="ellipse">
            <a:avLst/>
          </a:prstGeom>
          <a:solidFill>
            <a:srgbClr val="0070C0">
              <a:alpha val="63000"/>
            </a:srgbClr>
          </a:solidFill>
          <a:ln w="9525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/>
        </p:spPr>
        <p:txBody>
          <a:bodyPr wrap="none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Consolas" panose="020B0609020204030204" pitchFamily="49" charset="0"/>
              </a:rPr>
              <a:t>b</a:t>
            </a:r>
            <a:endParaRPr kumimoji="0" lang="en-US" altLang="zh-CN" sz="20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31" name="Oval 31"/>
          <p:cNvSpPr>
            <a:spLocks noChangeArrowheads="1"/>
          </p:cNvSpPr>
          <p:nvPr>
            <p:custDataLst>
              <p:tags r:id="rId19"/>
            </p:custDataLst>
          </p:nvPr>
        </p:nvSpPr>
        <p:spPr bwMode="auto">
          <a:xfrm>
            <a:off x="3984232" y="3348414"/>
            <a:ext cx="452705" cy="452705"/>
          </a:xfrm>
          <a:prstGeom prst="ellipse">
            <a:avLst/>
          </a:prstGeom>
          <a:solidFill>
            <a:srgbClr val="B50988">
              <a:alpha val="63000"/>
            </a:srgbClr>
          </a:solidFill>
          <a:ln w="9525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/>
        </p:spPr>
        <p:txBody>
          <a:bodyPr wrap="none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kern="0" dirty="0">
                <a:solidFill>
                  <a:schemeClr val="bg1"/>
                </a:solidFill>
                <a:latin typeface="+mn-ea"/>
                <a:cs typeface="Consolas" panose="020B0609020204030204" pitchFamily="49" charset="0"/>
              </a:rPr>
              <a:t>a</a:t>
            </a:r>
            <a:endParaRPr kumimoji="0" lang="en-US" altLang="zh-CN" sz="20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cxnSp>
        <p:nvCxnSpPr>
          <p:cNvPr id="33" name="直接连接符 32"/>
          <p:cNvCxnSpPr>
            <a:stCxn id="30" idx="2"/>
            <a:endCxn id="31" idx="0"/>
          </p:cNvCxnSpPr>
          <p:nvPr>
            <p:custDataLst>
              <p:tags r:id="rId20"/>
            </p:custDataLst>
          </p:nvPr>
        </p:nvCxnSpPr>
        <p:spPr>
          <a:xfrm flipH="1">
            <a:off x="4210585" y="2922737"/>
            <a:ext cx="445763" cy="425677"/>
          </a:xfrm>
          <a:prstGeom prst="line">
            <a:avLst/>
          </a:prstGeom>
          <a:ln w="317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Oval 31"/>
          <p:cNvSpPr>
            <a:spLocks noChangeArrowheads="1"/>
          </p:cNvSpPr>
          <p:nvPr>
            <p:custDataLst>
              <p:tags r:id="rId21"/>
            </p:custDataLst>
          </p:nvPr>
        </p:nvSpPr>
        <p:spPr bwMode="auto">
          <a:xfrm>
            <a:off x="4656348" y="3348414"/>
            <a:ext cx="452705" cy="452705"/>
          </a:xfrm>
          <a:prstGeom prst="ellipse">
            <a:avLst/>
          </a:prstGeom>
          <a:solidFill>
            <a:srgbClr val="0070C0">
              <a:alpha val="63000"/>
            </a:srgbClr>
          </a:solidFill>
          <a:ln w="9525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/>
        </p:spPr>
        <p:txBody>
          <a:bodyPr wrap="none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kern="0" dirty="0">
                <a:solidFill>
                  <a:schemeClr val="bg1"/>
                </a:solidFill>
                <a:latin typeface="+mn-ea"/>
                <a:cs typeface="Consolas" panose="020B0609020204030204" pitchFamily="49" charset="0"/>
              </a:rPr>
              <a:t>e</a:t>
            </a:r>
            <a:endParaRPr kumimoji="0" lang="en-US" altLang="zh-CN" sz="20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35" name="Oval 31"/>
          <p:cNvSpPr>
            <a:spLocks noChangeArrowheads="1"/>
          </p:cNvSpPr>
          <p:nvPr>
            <p:custDataLst>
              <p:tags r:id="rId22"/>
            </p:custDataLst>
          </p:nvPr>
        </p:nvSpPr>
        <p:spPr bwMode="auto">
          <a:xfrm>
            <a:off x="4656348" y="3936470"/>
            <a:ext cx="452705" cy="452705"/>
          </a:xfrm>
          <a:prstGeom prst="ellipse">
            <a:avLst/>
          </a:prstGeom>
          <a:solidFill>
            <a:srgbClr val="0070C0">
              <a:alpha val="63000"/>
            </a:srgbClr>
          </a:solidFill>
          <a:ln w="9525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/>
        </p:spPr>
        <p:txBody>
          <a:bodyPr wrap="none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kern="0" dirty="0">
                <a:solidFill>
                  <a:schemeClr val="bg1"/>
                </a:solidFill>
                <a:latin typeface="+mn-ea"/>
                <a:cs typeface="Consolas" panose="020B0609020204030204" pitchFamily="49" charset="0"/>
              </a:rPr>
              <a:t>c</a:t>
            </a:r>
            <a:endParaRPr kumimoji="0" lang="en-US" altLang="zh-CN" sz="20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36" name="Oval 31"/>
          <p:cNvSpPr>
            <a:spLocks noChangeArrowheads="1"/>
          </p:cNvSpPr>
          <p:nvPr>
            <p:custDataLst>
              <p:tags r:id="rId23"/>
            </p:custDataLst>
          </p:nvPr>
        </p:nvSpPr>
        <p:spPr bwMode="auto">
          <a:xfrm>
            <a:off x="5291405" y="3936470"/>
            <a:ext cx="452705" cy="452705"/>
          </a:xfrm>
          <a:prstGeom prst="ellipse">
            <a:avLst/>
          </a:prstGeom>
          <a:solidFill>
            <a:srgbClr val="0070C0">
              <a:alpha val="63000"/>
            </a:srgbClr>
          </a:solidFill>
          <a:ln w="9525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/>
        </p:spPr>
        <p:txBody>
          <a:bodyPr wrap="none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kern="0" dirty="0">
                <a:solidFill>
                  <a:schemeClr val="bg1"/>
                </a:solidFill>
                <a:latin typeface="+mn-ea"/>
                <a:cs typeface="Consolas" panose="020B0609020204030204" pitchFamily="49" charset="0"/>
              </a:rPr>
              <a:t>f</a:t>
            </a:r>
            <a:endParaRPr kumimoji="0" lang="en-US" altLang="zh-CN" sz="20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37" name="Oval 31"/>
          <p:cNvSpPr>
            <a:spLocks noChangeArrowheads="1"/>
          </p:cNvSpPr>
          <p:nvPr>
            <p:custDataLst>
              <p:tags r:id="rId24"/>
            </p:custDataLst>
          </p:nvPr>
        </p:nvSpPr>
        <p:spPr bwMode="auto">
          <a:xfrm>
            <a:off x="5926462" y="3936470"/>
            <a:ext cx="452705" cy="452705"/>
          </a:xfrm>
          <a:prstGeom prst="ellipse">
            <a:avLst/>
          </a:prstGeom>
          <a:solidFill>
            <a:srgbClr val="0070C0">
              <a:alpha val="63000"/>
            </a:srgbClr>
          </a:solidFill>
          <a:ln w="9525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/>
        </p:spPr>
        <p:txBody>
          <a:bodyPr wrap="none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kern="0" dirty="0">
                <a:solidFill>
                  <a:schemeClr val="bg1"/>
                </a:solidFill>
                <a:latin typeface="+mn-ea"/>
                <a:cs typeface="Consolas" panose="020B0609020204030204" pitchFamily="49" charset="0"/>
              </a:rPr>
              <a:t>d</a:t>
            </a:r>
            <a:endParaRPr kumimoji="0" lang="en-US" altLang="zh-CN" sz="20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cxnSp>
        <p:nvCxnSpPr>
          <p:cNvPr id="38" name="直接连接符 37"/>
          <p:cNvCxnSpPr>
            <a:stCxn id="30" idx="4"/>
            <a:endCxn id="34" idx="0"/>
          </p:cNvCxnSpPr>
          <p:nvPr>
            <p:custDataLst>
              <p:tags r:id="rId25"/>
            </p:custDataLst>
          </p:nvPr>
        </p:nvCxnSpPr>
        <p:spPr>
          <a:xfrm>
            <a:off x="4882701" y="3149089"/>
            <a:ext cx="0" cy="199325"/>
          </a:xfrm>
          <a:prstGeom prst="line">
            <a:avLst/>
          </a:prstGeom>
          <a:ln w="317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/>
          <p:cNvCxnSpPr>
            <a:stCxn id="34" idx="2"/>
            <a:endCxn id="31" idx="6"/>
          </p:cNvCxnSpPr>
          <p:nvPr>
            <p:custDataLst>
              <p:tags r:id="rId26"/>
            </p:custDataLst>
          </p:nvPr>
        </p:nvCxnSpPr>
        <p:spPr>
          <a:xfrm flipH="1">
            <a:off x="4436937" y="3574767"/>
            <a:ext cx="219411" cy="0"/>
          </a:xfrm>
          <a:prstGeom prst="line">
            <a:avLst/>
          </a:prstGeom>
          <a:ln w="317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/>
          <p:cNvCxnSpPr>
            <a:stCxn id="35" idx="2"/>
            <a:endCxn id="31" idx="4"/>
          </p:cNvCxnSpPr>
          <p:nvPr>
            <p:custDataLst>
              <p:tags r:id="rId27"/>
            </p:custDataLst>
          </p:nvPr>
        </p:nvCxnSpPr>
        <p:spPr>
          <a:xfrm flipH="1" flipV="1">
            <a:off x="4210585" y="3801119"/>
            <a:ext cx="445763" cy="361704"/>
          </a:xfrm>
          <a:prstGeom prst="line">
            <a:avLst/>
          </a:prstGeom>
          <a:ln w="317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/>
          <p:cNvCxnSpPr>
            <a:stCxn id="34" idx="6"/>
            <a:endCxn id="37" idx="0"/>
          </p:cNvCxnSpPr>
          <p:nvPr>
            <p:custDataLst>
              <p:tags r:id="rId28"/>
            </p:custDataLst>
          </p:nvPr>
        </p:nvCxnSpPr>
        <p:spPr>
          <a:xfrm>
            <a:off x="5109053" y="3574767"/>
            <a:ext cx="1043762" cy="361703"/>
          </a:xfrm>
          <a:prstGeom prst="line">
            <a:avLst/>
          </a:prstGeom>
          <a:ln w="317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/>
          <p:cNvCxnSpPr>
            <a:stCxn id="36" idx="2"/>
            <a:endCxn id="35" idx="6"/>
          </p:cNvCxnSpPr>
          <p:nvPr>
            <p:custDataLst>
              <p:tags r:id="rId29"/>
            </p:custDataLst>
          </p:nvPr>
        </p:nvCxnSpPr>
        <p:spPr>
          <a:xfrm flipH="1">
            <a:off x="5109053" y="4162823"/>
            <a:ext cx="182352" cy="0"/>
          </a:xfrm>
          <a:prstGeom prst="line">
            <a:avLst/>
          </a:prstGeom>
          <a:ln w="317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/>
          <p:cNvCxnSpPr>
            <a:stCxn id="37" idx="2"/>
            <a:endCxn id="36" idx="6"/>
          </p:cNvCxnSpPr>
          <p:nvPr>
            <p:custDataLst>
              <p:tags r:id="rId30"/>
            </p:custDataLst>
          </p:nvPr>
        </p:nvCxnSpPr>
        <p:spPr>
          <a:xfrm flipH="1">
            <a:off x="5744110" y="4162823"/>
            <a:ext cx="182352" cy="0"/>
          </a:xfrm>
          <a:prstGeom prst="line">
            <a:avLst/>
          </a:prstGeom>
          <a:ln w="317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箭头连接符 43"/>
          <p:cNvCxnSpPr/>
          <p:nvPr>
            <p:custDataLst>
              <p:tags r:id="rId31"/>
            </p:custDataLst>
          </p:nvPr>
        </p:nvCxnSpPr>
        <p:spPr>
          <a:xfrm flipV="1">
            <a:off x="4203643" y="2895709"/>
            <a:ext cx="277814" cy="271130"/>
          </a:xfrm>
          <a:prstGeom prst="straightConnector1">
            <a:avLst/>
          </a:prstGeom>
          <a:ln w="38100">
            <a:solidFill>
              <a:srgbClr val="B5098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箭头: 下 47"/>
          <p:cNvSpPr/>
          <p:nvPr>
            <p:custDataLst>
              <p:tags r:id="rId32"/>
            </p:custDataLst>
          </p:nvPr>
        </p:nvSpPr>
        <p:spPr>
          <a:xfrm rot="10800000">
            <a:off x="3966442" y="2428555"/>
            <a:ext cx="202607" cy="180000"/>
          </a:xfrm>
          <a:prstGeom prst="downArrow">
            <a:avLst>
              <a:gd name="adj1" fmla="val 50000"/>
              <a:gd name="adj2" fmla="val 59402"/>
            </a:avLst>
          </a:prstGeom>
          <a:solidFill>
            <a:schemeClr val="accent6">
              <a:lumMod val="40000"/>
              <a:lumOff val="60000"/>
              <a:alpha val="71000"/>
            </a:schemeClr>
          </a:solidFill>
          <a:ln>
            <a:solidFill>
              <a:srgbClr val="01A48D">
                <a:alpha val="46000"/>
              </a:srgb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" name="箭头: 下 48"/>
          <p:cNvSpPr/>
          <p:nvPr>
            <p:custDataLst>
              <p:tags r:id="rId33"/>
            </p:custDataLst>
          </p:nvPr>
        </p:nvSpPr>
        <p:spPr>
          <a:xfrm rot="10800000">
            <a:off x="4453741" y="2428555"/>
            <a:ext cx="202607" cy="180000"/>
          </a:xfrm>
          <a:prstGeom prst="downArrow">
            <a:avLst>
              <a:gd name="adj1" fmla="val 50000"/>
              <a:gd name="adj2" fmla="val 59402"/>
            </a:avLst>
          </a:prstGeom>
          <a:solidFill>
            <a:schemeClr val="accent6">
              <a:lumMod val="40000"/>
              <a:lumOff val="60000"/>
              <a:alpha val="71000"/>
            </a:schemeClr>
          </a:solidFill>
          <a:ln>
            <a:solidFill>
              <a:srgbClr val="01A48D">
                <a:alpha val="46000"/>
              </a:srgb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50" name="直接箭头连接符 49"/>
          <p:cNvCxnSpPr/>
          <p:nvPr>
            <p:custDataLst>
              <p:tags r:id="rId34"/>
            </p:custDataLst>
          </p:nvPr>
        </p:nvCxnSpPr>
        <p:spPr>
          <a:xfrm>
            <a:off x="4775596" y="3163249"/>
            <a:ext cx="0" cy="185165"/>
          </a:xfrm>
          <a:prstGeom prst="straightConnector1">
            <a:avLst/>
          </a:prstGeom>
          <a:ln w="38100">
            <a:solidFill>
              <a:srgbClr val="B5098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箭头: 下 53"/>
          <p:cNvSpPr/>
          <p:nvPr>
            <p:custDataLst>
              <p:tags r:id="rId35"/>
            </p:custDataLst>
          </p:nvPr>
        </p:nvSpPr>
        <p:spPr>
          <a:xfrm rot="10800000">
            <a:off x="4957846" y="2428555"/>
            <a:ext cx="202607" cy="180000"/>
          </a:xfrm>
          <a:prstGeom prst="downArrow">
            <a:avLst>
              <a:gd name="adj1" fmla="val 50000"/>
              <a:gd name="adj2" fmla="val 59402"/>
            </a:avLst>
          </a:prstGeom>
          <a:solidFill>
            <a:schemeClr val="accent6">
              <a:lumMod val="40000"/>
              <a:lumOff val="60000"/>
              <a:alpha val="71000"/>
            </a:schemeClr>
          </a:solidFill>
          <a:ln>
            <a:solidFill>
              <a:srgbClr val="01A48D">
                <a:alpha val="46000"/>
              </a:srgb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56" name="直接箭头连接符 55"/>
          <p:cNvCxnSpPr/>
          <p:nvPr>
            <p:custDataLst>
              <p:tags r:id="rId36"/>
            </p:custDataLst>
          </p:nvPr>
        </p:nvCxnSpPr>
        <p:spPr>
          <a:xfrm>
            <a:off x="5242219" y="3524164"/>
            <a:ext cx="777430" cy="266840"/>
          </a:xfrm>
          <a:prstGeom prst="straightConnector1">
            <a:avLst/>
          </a:prstGeom>
          <a:ln w="38100">
            <a:solidFill>
              <a:srgbClr val="B5098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箭头: 下 59"/>
          <p:cNvSpPr/>
          <p:nvPr>
            <p:custDataLst>
              <p:tags r:id="rId37"/>
            </p:custDataLst>
          </p:nvPr>
        </p:nvSpPr>
        <p:spPr>
          <a:xfrm rot="10800000">
            <a:off x="5446853" y="2428555"/>
            <a:ext cx="202607" cy="180000"/>
          </a:xfrm>
          <a:prstGeom prst="downArrow">
            <a:avLst>
              <a:gd name="adj1" fmla="val 50000"/>
              <a:gd name="adj2" fmla="val 59402"/>
            </a:avLst>
          </a:prstGeom>
          <a:solidFill>
            <a:schemeClr val="accent6">
              <a:lumMod val="40000"/>
              <a:lumOff val="60000"/>
              <a:alpha val="71000"/>
            </a:schemeClr>
          </a:solidFill>
          <a:ln>
            <a:solidFill>
              <a:srgbClr val="01A48D">
                <a:alpha val="46000"/>
              </a:srgb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1" name="文本框 60"/>
          <p:cNvSpPr txBox="1"/>
          <p:nvPr>
            <p:custDataLst>
              <p:tags r:id="rId38"/>
            </p:custDataLst>
          </p:nvPr>
        </p:nvSpPr>
        <p:spPr>
          <a:xfrm>
            <a:off x="-2909" y="4426711"/>
            <a:ext cx="3194344" cy="396134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lnSpc>
                <a:spcPct val="120000"/>
              </a:lnSpc>
            </a:pPr>
            <a:r>
              <a:rPr lang="en-US" altLang="zh-CN" b="1" dirty="0">
                <a:latin typeface="+mn-ea"/>
                <a:cs typeface="Consolas" panose="020B0609020204030204" pitchFamily="49" charset="0"/>
              </a:rPr>
              <a:t>B. a </a:t>
            </a:r>
            <a:r>
              <a:rPr lang="en-US" altLang="zh-CN" b="1" dirty="0"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 </a:t>
            </a:r>
            <a:r>
              <a:rPr lang="en-US" altLang="zh-CN" b="1" dirty="0">
                <a:latin typeface="+mn-ea"/>
                <a:cs typeface="Consolas" panose="020B0609020204030204" pitchFamily="49" charset="0"/>
              </a:rPr>
              <a:t>c </a:t>
            </a:r>
            <a:r>
              <a:rPr lang="en-US" altLang="zh-CN" b="1" dirty="0"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 </a:t>
            </a:r>
            <a:r>
              <a:rPr lang="en-US" altLang="zh-CN" b="1" dirty="0">
                <a:latin typeface="+mn-ea"/>
                <a:cs typeface="Consolas" panose="020B0609020204030204" pitchFamily="49" charset="0"/>
              </a:rPr>
              <a:t>f </a:t>
            </a:r>
            <a:r>
              <a:rPr lang="en-US" altLang="zh-CN" b="1" dirty="0"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 </a:t>
            </a:r>
            <a:r>
              <a:rPr lang="en-US" altLang="zh-CN" b="1" dirty="0">
                <a:latin typeface="+mn-ea"/>
                <a:cs typeface="Consolas" panose="020B0609020204030204" pitchFamily="49" charset="0"/>
              </a:rPr>
              <a:t>e </a:t>
            </a:r>
            <a:r>
              <a:rPr lang="en-US" altLang="zh-CN" b="1" dirty="0"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 </a:t>
            </a:r>
            <a:r>
              <a:rPr lang="en-US" altLang="zh-CN" b="1" dirty="0">
                <a:latin typeface="+mn-ea"/>
                <a:cs typeface="Consolas" panose="020B0609020204030204" pitchFamily="49" charset="0"/>
              </a:rPr>
              <a:t>b </a:t>
            </a:r>
            <a:r>
              <a:rPr lang="en-US" altLang="zh-CN" b="1" dirty="0"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 </a:t>
            </a:r>
            <a:r>
              <a:rPr lang="en-US" altLang="zh-CN" b="1" dirty="0">
                <a:latin typeface="+mn-ea"/>
                <a:cs typeface="Consolas" panose="020B0609020204030204" pitchFamily="49" charset="0"/>
              </a:rPr>
              <a:t>d</a:t>
            </a:r>
            <a:endParaRPr lang="en-US" altLang="zh-CN" b="1" dirty="0"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62" name="乘号 61"/>
          <p:cNvSpPr/>
          <p:nvPr>
            <p:custDataLst>
              <p:tags r:id="rId39"/>
            </p:custDataLst>
          </p:nvPr>
        </p:nvSpPr>
        <p:spPr>
          <a:xfrm>
            <a:off x="-77414" y="1346770"/>
            <a:ext cx="491186" cy="491186"/>
          </a:xfrm>
          <a:prstGeom prst="mathMultiply">
            <a:avLst>
              <a:gd name="adj1" fmla="val 11139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3" name="乘号 62"/>
          <p:cNvSpPr/>
          <p:nvPr>
            <p:custDataLst>
              <p:tags r:id="rId40"/>
            </p:custDataLst>
          </p:nvPr>
        </p:nvSpPr>
        <p:spPr>
          <a:xfrm>
            <a:off x="3533463" y="2060792"/>
            <a:ext cx="491186" cy="491186"/>
          </a:xfrm>
          <a:prstGeom prst="mathMultiply">
            <a:avLst>
              <a:gd name="adj1" fmla="val 11139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4" name="箭头: 下 63"/>
          <p:cNvSpPr/>
          <p:nvPr>
            <p:custDataLst>
              <p:tags r:id="rId41"/>
            </p:custDataLst>
          </p:nvPr>
        </p:nvSpPr>
        <p:spPr>
          <a:xfrm rot="10800000">
            <a:off x="344220" y="4751966"/>
            <a:ext cx="202607" cy="180000"/>
          </a:xfrm>
          <a:prstGeom prst="downArrow">
            <a:avLst>
              <a:gd name="adj1" fmla="val 50000"/>
              <a:gd name="adj2" fmla="val 59402"/>
            </a:avLst>
          </a:prstGeom>
          <a:solidFill>
            <a:schemeClr val="accent6">
              <a:lumMod val="40000"/>
              <a:lumOff val="60000"/>
              <a:alpha val="71000"/>
            </a:schemeClr>
          </a:solidFill>
          <a:ln>
            <a:solidFill>
              <a:srgbClr val="01A48D">
                <a:alpha val="46000"/>
              </a:srgb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5" name="Oval 31"/>
          <p:cNvSpPr>
            <a:spLocks noChangeArrowheads="1"/>
          </p:cNvSpPr>
          <p:nvPr>
            <p:custDataLst>
              <p:tags r:id="rId42"/>
            </p:custDataLst>
          </p:nvPr>
        </p:nvSpPr>
        <p:spPr bwMode="auto">
          <a:xfrm>
            <a:off x="1014706" y="5020481"/>
            <a:ext cx="452705" cy="452705"/>
          </a:xfrm>
          <a:prstGeom prst="ellipse">
            <a:avLst/>
          </a:prstGeom>
          <a:solidFill>
            <a:srgbClr val="0070C0">
              <a:alpha val="63000"/>
            </a:srgbClr>
          </a:solidFill>
          <a:ln w="9525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/>
        </p:spPr>
        <p:txBody>
          <a:bodyPr wrap="none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Consolas" panose="020B0609020204030204" pitchFamily="49" charset="0"/>
              </a:rPr>
              <a:t>b</a:t>
            </a:r>
            <a:endParaRPr kumimoji="0" lang="en-US" altLang="zh-CN" sz="20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66" name="Oval 31"/>
          <p:cNvSpPr>
            <a:spLocks noChangeArrowheads="1"/>
          </p:cNvSpPr>
          <p:nvPr>
            <p:custDataLst>
              <p:tags r:id="rId43"/>
            </p:custDataLst>
          </p:nvPr>
        </p:nvSpPr>
        <p:spPr bwMode="auto">
          <a:xfrm>
            <a:off x="342590" y="5672511"/>
            <a:ext cx="452705" cy="452705"/>
          </a:xfrm>
          <a:prstGeom prst="ellipse">
            <a:avLst/>
          </a:prstGeom>
          <a:solidFill>
            <a:srgbClr val="B50988">
              <a:alpha val="63000"/>
            </a:srgbClr>
          </a:solidFill>
          <a:ln w="9525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/>
        </p:spPr>
        <p:txBody>
          <a:bodyPr wrap="none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kern="0" dirty="0">
                <a:solidFill>
                  <a:schemeClr val="bg1"/>
                </a:solidFill>
                <a:latin typeface="+mn-ea"/>
                <a:cs typeface="Consolas" panose="020B0609020204030204" pitchFamily="49" charset="0"/>
              </a:rPr>
              <a:t>a</a:t>
            </a:r>
            <a:endParaRPr kumimoji="0" lang="en-US" altLang="zh-CN" sz="20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cxnSp>
        <p:nvCxnSpPr>
          <p:cNvPr id="67" name="直接连接符 66"/>
          <p:cNvCxnSpPr>
            <a:stCxn id="65" idx="2"/>
            <a:endCxn id="66" idx="0"/>
          </p:cNvCxnSpPr>
          <p:nvPr>
            <p:custDataLst>
              <p:tags r:id="rId44"/>
            </p:custDataLst>
          </p:nvPr>
        </p:nvCxnSpPr>
        <p:spPr>
          <a:xfrm flipH="1">
            <a:off x="568943" y="5246834"/>
            <a:ext cx="445763" cy="425677"/>
          </a:xfrm>
          <a:prstGeom prst="line">
            <a:avLst/>
          </a:prstGeom>
          <a:ln w="317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Oval 31"/>
          <p:cNvSpPr>
            <a:spLocks noChangeArrowheads="1"/>
          </p:cNvSpPr>
          <p:nvPr>
            <p:custDataLst>
              <p:tags r:id="rId45"/>
            </p:custDataLst>
          </p:nvPr>
        </p:nvSpPr>
        <p:spPr bwMode="auto">
          <a:xfrm>
            <a:off x="1014706" y="5672511"/>
            <a:ext cx="452705" cy="452705"/>
          </a:xfrm>
          <a:prstGeom prst="ellipse">
            <a:avLst/>
          </a:prstGeom>
          <a:solidFill>
            <a:srgbClr val="0070C0">
              <a:alpha val="63000"/>
            </a:srgbClr>
          </a:solidFill>
          <a:ln w="9525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/>
        </p:spPr>
        <p:txBody>
          <a:bodyPr wrap="none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kern="0" dirty="0">
                <a:solidFill>
                  <a:schemeClr val="bg1"/>
                </a:solidFill>
                <a:latin typeface="+mn-ea"/>
                <a:cs typeface="Consolas" panose="020B0609020204030204" pitchFamily="49" charset="0"/>
              </a:rPr>
              <a:t>e</a:t>
            </a:r>
            <a:endParaRPr kumimoji="0" lang="en-US" altLang="zh-CN" sz="20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69" name="Oval 31"/>
          <p:cNvSpPr>
            <a:spLocks noChangeArrowheads="1"/>
          </p:cNvSpPr>
          <p:nvPr>
            <p:custDataLst>
              <p:tags r:id="rId46"/>
            </p:custDataLst>
          </p:nvPr>
        </p:nvSpPr>
        <p:spPr bwMode="auto">
          <a:xfrm>
            <a:off x="1014706" y="6260567"/>
            <a:ext cx="452705" cy="452705"/>
          </a:xfrm>
          <a:prstGeom prst="ellipse">
            <a:avLst/>
          </a:prstGeom>
          <a:solidFill>
            <a:srgbClr val="0070C0">
              <a:alpha val="63000"/>
            </a:srgbClr>
          </a:solidFill>
          <a:ln w="9525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/>
        </p:spPr>
        <p:txBody>
          <a:bodyPr wrap="none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kern="0" dirty="0">
                <a:solidFill>
                  <a:schemeClr val="bg1"/>
                </a:solidFill>
                <a:latin typeface="+mn-ea"/>
                <a:cs typeface="Consolas" panose="020B0609020204030204" pitchFamily="49" charset="0"/>
              </a:rPr>
              <a:t>c</a:t>
            </a:r>
            <a:endParaRPr kumimoji="0" lang="en-US" altLang="zh-CN" sz="20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70" name="Oval 31"/>
          <p:cNvSpPr>
            <a:spLocks noChangeArrowheads="1"/>
          </p:cNvSpPr>
          <p:nvPr>
            <p:custDataLst>
              <p:tags r:id="rId47"/>
            </p:custDataLst>
          </p:nvPr>
        </p:nvSpPr>
        <p:spPr bwMode="auto">
          <a:xfrm>
            <a:off x="1649763" y="6260567"/>
            <a:ext cx="452705" cy="452705"/>
          </a:xfrm>
          <a:prstGeom prst="ellipse">
            <a:avLst/>
          </a:prstGeom>
          <a:solidFill>
            <a:srgbClr val="0070C0">
              <a:alpha val="63000"/>
            </a:srgbClr>
          </a:solidFill>
          <a:ln w="9525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/>
        </p:spPr>
        <p:txBody>
          <a:bodyPr wrap="none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kern="0" dirty="0">
                <a:solidFill>
                  <a:schemeClr val="bg1"/>
                </a:solidFill>
                <a:latin typeface="+mn-ea"/>
                <a:cs typeface="Consolas" panose="020B0609020204030204" pitchFamily="49" charset="0"/>
              </a:rPr>
              <a:t>f</a:t>
            </a:r>
            <a:endParaRPr kumimoji="0" lang="en-US" altLang="zh-CN" sz="20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71" name="Oval 31"/>
          <p:cNvSpPr>
            <a:spLocks noChangeArrowheads="1"/>
          </p:cNvSpPr>
          <p:nvPr>
            <p:custDataLst>
              <p:tags r:id="rId48"/>
            </p:custDataLst>
          </p:nvPr>
        </p:nvSpPr>
        <p:spPr bwMode="auto">
          <a:xfrm>
            <a:off x="2284820" y="6260567"/>
            <a:ext cx="452705" cy="452705"/>
          </a:xfrm>
          <a:prstGeom prst="ellipse">
            <a:avLst/>
          </a:prstGeom>
          <a:solidFill>
            <a:srgbClr val="0070C0">
              <a:alpha val="63000"/>
            </a:srgbClr>
          </a:solidFill>
          <a:ln w="9525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/>
        </p:spPr>
        <p:txBody>
          <a:bodyPr wrap="none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kern="0" dirty="0">
                <a:solidFill>
                  <a:schemeClr val="bg1"/>
                </a:solidFill>
                <a:latin typeface="+mn-ea"/>
                <a:cs typeface="Consolas" panose="020B0609020204030204" pitchFamily="49" charset="0"/>
              </a:rPr>
              <a:t>d</a:t>
            </a:r>
            <a:endParaRPr kumimoji="0" lang="en-US" altLang="zh-CN" sz="20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cxnSp>
        <p:nvCxnSpPr>
          <p:cNvPr id="72" name="直接连接符 71"/>
          <p:cNvCxnSpPr>
            <a:stCxn id="65" idx="4"/>
            <a:endCxn id="68" idx="0"/>
          </p:cNvCxnSpPr>
          <p:nvPr>
            <p:custDataLst>
              <p:tags r:id="rId49"/>
            </p:custDataLst>
          </p:nvPr>
        </p:nvCxnSpPr>
        <p:spPr>
          <a:xfrm>
            <a:off x="1241059" y="5473186"/>
            <a:ext cx="0" cy="199325"/>
          </a:xfrm>
          <a:prstGeom prst="line">
            <a:avLst/>
          </a:prstGeom>
          <a:ln w="317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接连接符 72"/>
          <p:cNvCxnSpPr>
            <a:stCxn id="68" idx="2"/>
            <a:endCxn id="66" idx="6"/>
          </p:cNvCxnSpPr>
          <p:nvPr>
            <p:custDataLst>
              <p:tags r:id="rId50"/>
            </p:custDataLst>
          </p:nvPr>
        </p:nvCxnSpPr>
        <p:spPr>
          <a:xfrm flipH="1">
            <a:off x="795295" y="5898864"/>
            <a:ext cx="219411" cy="0"/>
          </a:xfrm>
          <a:prstGeom prst="line">
            <a:avLst/>
          </a:prstGeom>
          <a:ln w="317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接连接符 73"/>
          <p:cNvCxnSpPr>
            <a:stCxn id="69" idx="2"/>
            <a:endCxn id="66" idx="4"/>
          </p:cNvCxnSpPr>
          <p:nvPr>
            <p:custDataLst>
              <p:tags r:id="rId51"/>
            </p:custDataLst>
          </p:nvPr>
        </p:nvCxnSpPr>
        <p:spPr>
          <a:xfrm flipH="1" flipV="1">
            <a:off x="568943" y="6125216"/>
            <a:ext cx="445763" cy="361704"/>
          </a:xfrm>
          <a:prstGeom prst="line">
            <a:avLst/>
          </a:prstGeom>
          <a:ln w="317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连接符 74"/>
          <p:cNvCxnSpPr>
            <a:stCxn id="68" idx="6"/>
            <a:endCxn id="71" idx="0"/>
          </p:cNvCxnSpPr>
          <p:nvPr>
            <p:custDataLst>
              <p:tags r:id="rId52"/>
            </p:custDataLst>
          </p:nvPr>
        </p:nvCxnSpPr>
        <p:spPr>
          <a:xfrm>
            <a:off x="1467411" y="5898864"/>
            <a:ext cx="1043762" cy="361703"/>
          </a:xfrm>
          <a:prstGeom prst="line">
            <a:avLst/>
          </a:prstGeom>
          <a:ln w="317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接连接符 75"/>
          <p:cNvCxnSpPr>
            <a:stCxn id="70" idx="2"/>
            <a:endCxn id="69" idx="6"/>
          </p:cNvCxnSpPr>
          <p:nvPr>
            <p:custDataLst>
              <p:tags r:id="rId53"/>
            </p:custDataLst>
          </p:nvPr>
        </p:nvCxnSpPr>
        <p:spPr>
          <a:xfrm flipH="1">
            <a:off x="1467411" y="6486920"/>
            <a:ext cx="182352" cy="0"/>
          </a:xfrm>
          <a:prstGeom prst="line">
            <a:avLst/>
          </a:prstGeom>
          <a:ln w="317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接连接符 76"/>
          <p:cNvCxnSpPr>
            <a:stCxn id="71" idx="2"/>
            <a:endCxn id="70" idx="6"/>
          </p:cNvCxnSpPr>
          <p:nvPr>
            <p:custDataLst>
              <p:tags r:id="rId54"/>
            </p:custDataLst>
          </p:nvPr>
        </p:nvCxnSpPr>
        <p:spPr>
          <a:xfrm flipH="1">
            <a:off x="2102468" y="6486920"/>
            <a:ext cx="182352" cy="0"/>
          </a:xfrm>
          <a:prstGeom prst="line">
            <a:avLst/>
          </a:prstGeom>
          <a:ln w="317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接箭头连接符 77"/>
          <p:cNvCxnSpPr/>
          <p:nvPr>
            <p:custDataLst>
              <p:tags r:id="rId55"/>
            </p:custDataLst>
          </p:nvPr>
        </p:nvCxnSpPr>
        <p:spPr>
          <a:xfrm>
            <a:off x="534127" y="6239947"/>
            <a:ext cx="313017" cy="254678"/>
          </a:xfrm>
          <a:prstGeom prst="straightConnector1">
            <a:avLst/>
          </a:prstGeom>
          <a:ln w="38100">
            <a:solidFill>
              <a:srgbClr val="B5098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箭头: 下 80"/>
          <p:cNvSpPr/>
          <p:nvPr>
            <p:custDataLst>
              <p:tags r:id="rId56"/>
            </p:custDataLst>
          </p:nvPr>
        </p:nvSpPr>
        <p:spPr>
          <a:xfrm rot="10800000">
            <a:off x="827762" y="4751966"/>
            <a:ext cx="202607" cy="180000"/>
          </a:xfrm>
          <a:prstGeom prst="downArrow">
            <a:avLst>
              <a:gd name="adj1" fmla="val 50000"/>
              <a:gd name="adj2" fmla="val 59402"/>
            </a:avLst>
          </a:prstGeom>
          <a:solidFill>
            <a:schemeClr val="accent6">
              <a:lumMod val="40000"/>
              <a:lumOff val="60000"/>
              <a:alpha val="71000"/>
            </a:schemeClr>
          </a:solidFill>
          <a:ln>
            <a:solidFill>
              <a:srgbClr val="01A48D">
                <a:alpha val="46000"/>
              </a:srgb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82" name="直接箭头连接符 81"/>
          <p:cNvCxnSpPr/>
          <p:nvPr>
            <p:custDataLst>
              <p:tags r:id="rId57"/>
            </p:custDataLst>
          </p:nvPr>
        </p:nvCxnSpPr>
        <p:spPr>
          <a:xfrm>
            <a:off x="1459447" y="6411033"/>
            <a:ext cx="190316" cy="0"/>
          </a:xfrm>
          <a:prstGeom prst="straightConnector1">
            <a:avLst/>
          </a:prstGeom>
          <a:ln w="38100">
            <a:solidFill>
              <a:srgbClr val="B5098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箭头: 下 84"/>
          <p:cNvSpPr/>
          <p:nvPr>
            <p:custDataLst>
              <p:tags r:id="rId58"/>
            </p:custDataLst>
          </p:nvPr>
        </p:nvSpPr>
        <p:spPr>
          <a:xfrm rot="10800000">
            <a:off x="1281214" y="4751966"/>
            <a:ext cx="202607" cy="180000"/>
          </a:xfrm>
          <a:prstGeom prst="downArrow">
            <a:avLst>
              <a:gd name="adj1" fmla="val 50000"/>
              <a:gd name="adj2" fmla="val 59402"/>
            </a:avLst>
          </a:prstGeom>
          <a:solidFill>
            <a:schemeClr val="accent6">
              <a:lumMod val="40000"/>
              <a:lumOff val="60000"/>
              <a:alpha val="71000"/>
            </a:schemeClr>
          </a:solidFill>
          <a:ln>
            <a:solidFill>
              <a:srgbClr val="01A48D">
                <a:alpha val="46000"/>
              </a:srgb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88" name="直接箭头连接符 87"/>
          <p:cNvCxnSpPr/>
          <p:nvPr>
            <p:custDataLst>
              <p:tags r:id="rId59"/>
            </p:custDataLst>
          </p:nvPr>
        </p:nvCxnSpPr>
        <p:spPr>
          <a:xfrm>
            <a:off x="2098486" y="6404597"/>
            <a:ext cx="190316" cy="0"/>
          </a:xfrm>
          <a:prstGeom prst="straightConnector1">
            <a:avLst/>
          </a:prstGeom>
          <a:ln w="38100">
            <a:solidFill>
              <a:srgbClr val="B5098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箭头: 下 88"/>
          <p:cNvSpPr/>
          <p:nvPr>
            <p:custDataLst>
              <p:tags r:id="rId60"/>
            </p:custDataLst>
          </p:nvPr>
        </p:nvSpPr>
        <p:spPr>
          <a:xfrm rot="10800000">
            <a:off x="1763898" y="4751966"/>
            <a:ext cx="202607" cy="180000"/>
          </a:xfrm>
          <a:prstGeom prst="downArrow">
            <a:avLst>
              <a:gd name="adj1" fmla="val 50000"/>
              <a:gd name="adj2" fmla="val 59402"/>
            </a:avLst>
          </a:prstGeom>
          <a:solidFill>
            <a:schemeClr val="accent6">
              <a:lumMod val="40000"/>
              <a:lumOff val="60000"/>
              <a:alpha val="71000"/>
            </a:schemeClr>
          </a:solidFill>
          <a:ln>
            <a:solidFill>
              <a:srgbClr val="01A48D">
                <a:alpha val="46000"/>
              </a:srgb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0" name="乘号 89"/>
          <p:cNvSpPr/>
          <p:nvPr>
            <p:custDataLst>
              <p:tags r:id="rId61"/>
            </p:custDataLst>
          </p:nvPr>
        </p:nvSpPr>
        <p:spPr>
          <a:xfrm>
            <a:off x="-91545" y="4379185"/>
            <a:ext cx="491186" cy="491186"/>
          </a:xfrm>
          <a:prstGeom prst="mathMultiply">
            <a:avLst>
              <a:gd name="adj1" fmla="val 11139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1" name="乘号 90"/>
          <p:cNvSpPr/>
          <p:nvPr>
            <p:custDataLst>
              <p:tags r:id="rId62"/>
            </p:custDataLst>
          </p:nvPr>
        </p:nvSpPr>
        <p:spPr>
          <a:xfrm>
            <a:off x="3572804" y="1349298"/>
            <a:ext cx="491186" cy="491186"/>
          </a:xfrm>
          <a:prstGeom prst="mathMultiply">
            <a:avLst>
              <a:gd name="adj1" fmla="val 11139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3" name="文本框 92"/>
          <p:cNvSpPr txBox="1"/>
          <p:nvPr>
            <p:custDataLst>
              <p:tags r:id="rId63"/>
            </p:custDataLst>
          </p:nvPr>
        </p:nvSpPr>
        <p:spPr>
          <a:xfrm>
            <a:off x="2981559" y="4426711"/>
            <a:ext cx="3171256" cy="396134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lnSpc>
                <a:spcPct val="120000"/>
              </a:lnSpc>
            </a:pPr>
            <a:r>
              <a:rPr lang="en-US" altLang="zh-CN" sz="1800" b="1" dirty="0">
                <a:latin typeface="+mn-ea"/>
                <a:cs typeface="Consolas" panose="020B0609020204030204" pitchFamily="49" charset="0"/>
              </a:rPr>
              <a:t>C. a </a:t>
            </a:r>
            <a:r>
              <a:rPr lang="en-US" altLang="zh-CN" sz="1800" b="1" dirty="0"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 </a:t>
            </a:r>
            <a:r>
              <a:rPr lang="en-US" altLang="zh-CN" sz="1800" b="1" dirty="0">
                <a:latin typeface="+mn-ea"/>
                <a:cs typeface="Consolas" panose="020B0609020204030204" pitchFamily="49" charset="0"/>
              </a:rPr>
              <a:t>e</a:t>
            </a:r>
            <a:r>
              <a:rPr lang="en-US" altLang="zh-CN" b="1" dirty="0">
                <a:latin typeface="+mn-ea"/>
                <a:cs typeface="Consolas" panose="020B0609020204030204" pitchFamily="49" charset="0"/>
              </a:rPr>
              <a:t> </a:t>
            </a:r>
            <a:r>
              <a:rPr lang="en-US" altLang="zh-CN" b="1" dirty="0"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 </a:t>
            </a:r>
            <a:r>
              <a:rPr lang="en-US" altLang="zh-CN" sz="1800" b="1" dirty="0">
                <a:latin typeface="+mn-ea"/>
                <a:cs typeface="Consolas" panose="020B0609020204030204" pitchFamily="49" charset="0"/>
              </a:rPr>
              <a:t>b</a:t>
            </a:r>
            <a:r>
              <a:rPr lang="en-US" altLang="zh-CN" b="1" dirty="0">
                <a:latin typeface="+mn-ea"/>
                <a:cs typeface="Consolas" panose="020B0609020204030204" pitchFamily="49" charset="0"/>
              </a:rPr>
              <a:t> </a:t>
            </a:r>
            <a:r>
              <a:rPr lang="en-US" altLang="zh-CN" b="1" dirty="0"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 </a:t>
            </a:r>
            <a:r>
              <a:rPr lang="en-US" altLang="zh-CN" sz="1800" b="1" dirty="0">
                <a:latin typeface="+mn-ea"/>
                <a:cs typeface="Consolas" panose="020B0609020204030204" pitchFamily="49" charset="0"/>
              </a:rPr>
              <a:t>c</a:t>
            </a:r>
            <a:r>
              <a:rPr lang="en-US" altLang="zh-CN" b="1" dirty="0">
                <a:latin typeface="+mn-ea"/>
                <a:cs typeface="Consolas" panose="020B0609020204030204" pitchFamily="49" charset="0"/>
              </a:rPr>
              <a:t> </a:t>
            </a:r>
            <a:r>
              <a:rPr lang="en-US" altLang="zh-CN" b="1" dirty="0"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 </a:t>
            </a:r>
            <a:r>
              <a:rPr lang="en-US" altLang="zh-CN" sz="1800" b="1" dirty="0">
                <a:latin typeface="+mn-ea"/>
                <a:cs typeface="Consolas" panose="020B0609020204030204" pitchFamily="49" charset="0"/>
              </a:rPr>
              <a:t>f</a:t>
            </a:r>
            <a:r>
              <a:rPr lang="en-US" altLang="zh-CN" b="1" dirty="0">
                <a:latin typeface="+mn-ea"/>
                <a:cs typeface="Consolas" panose="020B0609020204030204" pitchFamily="49" charset="0"/>
              </a:rPr>
              <a:t> </a:t>
            </a:r>
            <a:r>
              <a:rPr lang="en-US" altLang="zh-CN" b="1" dirty="0"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 </a:t>
            </a:r>
            <a:r>
              <a:rPr lang="en-US" altLang="zh-CN" sz="1800" b="1" dirty="0">
                <a:latin typeface="+mn-ea"/>
                <a:cs typeface="Consolas" panose="020B0609020204030204" pitchFamily="49" charset="0"/>
              </a:rPr>
              <a:t>d</a:t>
            </a:r>
            <a:endParaRPr lang="zh-CN" altLang="en-US" b="1" dirty="0"/>
          </a:p>
        </p:txBody>
      </p:sp>
      <p:sp>
        <p:nvSpPr>
          <p:cNvPr id="94" name="箭头: 下 93"/>
          <p:cNvSpPr/>
          <p:nvPr>
            <p:custDataLst>
              <p:tags r:id="rId64"/>
            </p:custDataLst>
          </p:nvPr>
        </p:nvSpPr>
        <p:spPr>
          <a:xfrm rot="10800000">
            <a:off x="3333708" y="4751966"/>
            <a:ext cx="202607" cy="180000"/>
          </a:xfrm>
          <a:prstGeom prst="downArrow">
            <a:avLst>
              <a:gd name="adj1" fmla="val 50000"/>
              <a:gd name="adj2" fmla="val 59402"/>
            </a:avLst>
          </a:prstGeom>
          <a:solidFill>
            <a:schemeClr val="accent6">
              <a:lumMod val="40000"/>
              <a:lumOff val="60000"/>
              <a:alpha val="71000"/>
            </a:schemeClr>
          </a:solidFill>
          <a:ln>
            <a:solidFill>
              <a:srgbClr val="01A48D">
                <a:alpha val="46000"/>
              </a:srgb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5" name="Oval 31"/>
          <p:cNvSpPr>
            <a:spLocks noChangeArrowheads="1"/>
          </p:cNvSpPr>
          <p:nvPr>
            <p:custDataLst>
              <p:tags r:id="rId65"/>
            </p:custDataLst>
          </p:nvPr>
        </p:nvSpPr>
        <p:spPr bwMode="auto">
          <a:xfrm>
            <a:off x="4021291" y="5017701"/>
            <a:ext cx="452705" cy="452705"/>
          </a:xfrm>
          <a:prstGeom prst="ellipse">
            <a:avLst/>
          </a:prstGeom>
          <a:solidFill>
            <a:srgbClr val="0070C0">
              <a:alpha val="63000"/>
            </a:srgbClr>
          </a:solidFill>
          <a:ln w="9525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/>
        </p:spPr>
        <p:txBody>
          <a:bodyPr wrap="none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Consolas" panose="020B0609020204030204" pitchFamily="49" charset="0"/>
              </a:rPr>
              <a:t>b</a:t>
            </a:r>
            <a:endParaRPr kumimoji="0" lang="en-US" altLang="zh-CN" sz="20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96" name="Oval 31"/>
          <p:cNvSpPr>
            <a:spLocks noChangeArrowheads="1"/>
          </p:cNvSpPr>
          <p:nvPr>
            <p:custDataLst>
              <p:tags r:id="rId66"/>
            </p:custDataLst>
          </p:nvPr>
        </p:nvSpPr>
        <p:spPr bwMode="auto">
          <a:xfrm>
            <a:off x="3349175" y="5669731"/>
            <a:ext cx="452705" cy="452705"/>
          </a:xfrm>
          <a:prstGeom prst="ellipse">
            <a:avLst/>
          </a:prstGeom>
          <a:solidFill>
            <a:srgbClr val="B50988">
              <a:alpha val="63000"/>
            </a:srgbClr>
          </a:solidFill>
          <a:ln w="9525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/>
        </p:spPr>
        <p:txBody>
          <a:bodyPr wrap="none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kern="0" dirty="0">
                <a:solidFill>
                  <a:schemeClr val="bg1"/>
                </a:solidFill>
                <a:latin typeface="+mn-ea"/>
                <a:cs typeface="Consolas" panose="020B0609020204030204" pitchFamily="49" charset="0"/>
              </a:rPr>
              <a:t>a</a:t>
            </a:r>
            <a:endParaRPr kumimoji="0" lang="en-US" altLang="zh-CN" sz="20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cxnSp>
        <p:nvCxnSpPr>
          <p:cNvPr id="97" name="直接连接符 96"/>
          <p:cNvCxnSpPr>
            <a:stCxn id="95" idx="2"/>
            <a:endCxn id="96" idx="0"/>
          </p:cNvCxnSpPr>
          <p:nvPr>
            <p:custDataLst>
              <p:tags r:id="rId67"/>
            </p:custDataLst>
          </p:nvPr>
        </p:nvCxnSpPr>
        <p:spPr>
          <a:xfrm flipH="1">
            <a:off x="3575528" y="5244054"/>
            <a:ext cx="445763" cy="425677"/>
          </a:xfrm>
          <a:prstGeom prst="line">
            <a:avLst/>
          </a:prstGeom>
          <a:ln w="317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Oval 31"/>
          <p:cNvSpPr>
            <a:spLocks noChangeArrowheads="1"/>
          </p:cNvSpPr>
          <p:nvPr>
            <p:custDataLst>
              <p:tags r:id="rId68"/>
            </p:custDataLst>
          </p:nvPr>
        </p:nvSpPr>
        <p:spPr bwMode="auto">
          <a:xfrm>
            <a:off x="4021291" y="5669731"/>
            <a:ext cx="452705" cy="452705"/>
          </a:xfrm>
          <a:prstGeom prst="ellipse">
            <a:avLst/>
          </a:prstGeom>
          <a:solidFill>
            <a:srgbClr val="0070C0">
              <a:alpha val="63000"/>
            </a:srgbClr>
          </a:solidFill>
          <a:ln w="9525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/>
        </p:spPr>
        <p:txBody>
          <a:bodyPr wrap="none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kern="0" dirty="0">
                <a:solidFill>
                  <a:schemeClr val="bg1"/>
                </a:solidFill>
                <a:latin typeface="+mn-ea"/>
                <a:cs typeface="Consolas" panose="020B0609020204030204" pitchFamily="49" charset="0"/>
              </a:rPr>
              <a:t>e</a:t>
            </a:r>
            <a:endParaRPr kumimoji="0" lang="en-US" altLang="zh-CN" sz="20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99" name="Oval 31"/>
          <p:cNvSpPr>
            <a:spLocks noChangeArrowheads="1"/>
          </p:cNvSpPr>
          <p:nvPr>
            <p:custDataLst>
              <p:tags r:id="rId69"/>
            </p:custDataLst>
          </p:nvPr>
        </p:nvSpPr>
        <p:spPr bwMode="auto">
          <a:xfrm>
            <a:off x="4021291" y="6257787"/>
            <a:ext cx="452705" cy="452705"/>
          </a:xfrm>
          <a:prstGeom prst="ellipse">
            <a:avLst/>
          </a:prstGeom>
          <a:solidFill>
            <a:srgbClr val="0070C0">
              <a:alpha val="63000"/>
            </a:srgbClr>
          </a:solidFill>
          <a:ln w="9525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/>
        </p:spPr>
        <p:txBody>
          <a:bodyPr wrap="none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kern="0" dirty="0">
                <a:solidFill>
                  <a:schemeClr val="bg1"/>
                </a:solidFill>
                <a:latin typeface="+mn-ea"/>
                <a:cs typeface="Consolas" panose="020B0609020204030204" pitchFamily="49" charset="0"/>
              </a:rPr>
              <a:t>c</a:t>
            </a:r>
            <a:endParaRPr kumimoji="0" lang="en-US" altLang="zh-CN" sz="20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100" name="Oval 31"/>
          <p:cNvSpPr>
            <a:spLocks noChangeArrowheads="1"/>
          </p:cNvSpPr>
          <p:nvPr>
            <p:custDataLst>
              <p:tags r:id="rId70"/>
            </p:custDataLst>
          </p:nvPr>
        </p:nvSpPr>
        <p:spPr bwMode="auto">
          <a:xfrm>
            <a:off x="4656348" y="6257787"/>
            <a:ext cx="452705" cy="452705"/>
          </a:xfrm>
          <a:prstGeom prst="ellipse">
            <a:avLst/>
          </a:prstGeom>
          <a:solidFill>
            <a:srgbClr val="0070C0">
              <a:alpha val="63000"/>
            </a:srgbClr>
          </a:solidFill>
          <a:ln w="9525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/>
        </p:spPr>
        <p:txBody>
          <a:bodyPr wrap="none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kern="0" dirty="0">
                <a:solidFill>
                  <a:schemeClr val="bg1"/>
                </a:solidFill>
                <a:latin typeface="+mn-ea"/>
                <a:cs typeface="Consolas" panose="020B0609020204030204" pitchFamily="49" charset="0"/>
              </a:rPr>
              <a:t>f</a:t>
            </a:r>
            <a:endParaRPr kumimoji="0" lang="en-US" altLang="zh-CN" sz="20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101" name="Oval 31"/>
          <p:cNvSpPr>
            <a:spLocks noChangeArrowheads="1"/>
          </p:cNvSpPr>
          <p:nvPr>
            <p:custDataLst>
              <p:tags r:id="rId71"/>
            </p:custDataLst>
          </p:nvPr>
        </p:nvSpPr>
        <p:spPr bwMode="auto">
          <a:xfrm>
            <a:off x="5291405" y="6257787"/>
            <a:ext cx="452705" cy="452705"/>
          </a:xfrm>
          <a:prstGeom prst="ellipse">
            <a:avLst/>
          </a:prstGeom>
          <a:solidFill>
            <a:srgbClr val="0070C0">
              <a:alpha val="63000"/>
            </a:srgbClr>
          </a:solidFill>
          <a:ln w="9525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/>
        </p:spPr>
        <p:txBody>
          <a:bodyPr wrap="none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kern="0" dirty="0">
                <a:solidFill>
                  <a:schemeClr val="bg1"/>
                </a:solidFill>
                <a:latin typeface="+mn-ea"/>
                <a:cs typeface="Consolas" panose="020B0609020204030204" pitchFamily="49" charset="0"/>
              </a:rPr>
              <a:t>d</a:t>
            </a:r>
            <a:endParaRPr kumimoji="0" lang="en-US" altLang="zh-CN" sz="20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cxnSp>
        <p:nvCxnSpPr>
          <p:cNvPr id="102" name="直接连接符 101"/>
          <p:cNvCxnSpPr>
            <a:stCxn id="95" idx="4"/>
            <a:endCxn id="98" idx="0"/>
          </p:cNvCxnSpPr>
          <p:nvPr>
            <p:custDataLst>
              <p:tags r:id="rId72"/>
            </p:custDataLst>
          </p:nvPr>
        </p:nvCxnSpPr>
        <p:spPr>
          <a:xfrm>
            <a:off x="4247644" y="5470406"/>
            <a:ext cx="0" cy="199325"/>
          </a:xfrm>
          <a:prstGeom prst="line">
            <a:avLst/>
          </a:prstGeom>
          <a:ln w="317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接连接符 102"/>
          <p:cNvCxnSpPr>
            <a:stCxn id="98" idx="2"/>
            <a:endCxn id="96" idx="6"/>
          </p:cNvCxnSpPr>
          <p:nvPr>
            <p:custDataLst>
              <p:tags r:id="rId73"/>
            </p:custDataLst>
          </p:nvPr>
        </p:nvCxnSpPr>
        <p:spPr>
          <a:xfrm flipH="1">
            <a:off x="3801880" y="5896084"/>
            <a:ext cx="219411" cy="0"/>
          </a:xfrm>
          <a:prstGeom prst="line">
            <a:avLst/>
          </a:prstGeom>
          <a:ln w="317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接连接符 103"/>
          <p:cNvCxnSpPr>
            <a:stCxn id="99" idx="2"/>
            <a:endCxn id="96" idx="4"/>
          </p:cNvCxnSpPr>
          <p:nvPr>
            <p:custDataLst>
              <p:tags r:id="rId74"/>
            </p:custDataLst>
          </p:nvPr>
        </p:nvCxnSpPr>
        <p:spPr>
          <a:xfrm flipH="1" flipV="1">
            <a:off x="3575528" y="6122436"/>
            <a:ext cx="445763" cy="361704"/>
          </a:xfrm>
          <a:prstGeom prst="line">
            <a:avLst/>
          </a:prstGeom>
          <a:ln w="317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接连接符 104"/>
          <p:cNvCxnSpPr>
            <a:stCxn id="98" idx="6"/>
            <a:endCxn id="101" idx="0"/>
          </p:cNvCxnSpPr>
          <p:nvPr>
            <p:custDataLst>
              <p:tags r:id="rId75"/>
            </p:custDataLst>
          </p:nvPr>
        </p:nvCxnSpPr>
        <p:spPr>
          <a:xfrm>
            <a:off x="4473996" y="5896084"/>
            <a:ext cx="1043762" cy="361703"/>
          </a:xfrm>
          <a:prstGeom prst="line">
            <a:avLst/>
          </a:prstGeom>
          <a:ln w="317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直接连接符 105"/>
          <p:cNvCxnSpPr>
            <a:stCxn id="100" idx="2"/>
            <a:endCxn id="99" idx="6"/>
          </p:cNvCxnSpPr>
          <p:nvPr>
            <p:custDataLst>
              <p:tags r:id="rId76"/>
            </p:custDataLst>
          </p:nvPr>
        </p:nvCxnSpPr>
        <p:spPr>
          <a:xfrm flipH="1">
            <a:off x="4473996" y="6484140"/>
            <a:ext cx="182352" cy="0"/>
          </a:xfrm>
          <a:prstGeom prst="line">
            <a:avLst/>
          </a:prstGeom>
          <a:ln w="317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接连接符 106"/>
          <p:cNvCxnSpPr>
            <a:stCxn id="101" idx="2"/>
            <a:endCxn id="100" idx="6"/>
          </p:cNvCxnSpPr>
          <p:nvPr>
            <p:custDataLst>
              <p:tags r:id="rId77"/>
            </p:custDataLst>
          </p:nvPr>
        </p:nvCxnSpPr>
        <p:spPr>
          <a:xfrm flipH="1">
            <a:off x="5109053" y="6484140"/>
            <a:ext cx="182352" cy="0"/>
          </a:xfrm>
          <a:prstGeom prst="line">
            <a:avLst/>
          </a:prstGeom>
          <a:ln w="317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直接箭头连接符 107"/>
          <p:cNvCxnSpPr/>
          <p:nvPr>
            <p:custDataLst>
              <p:tags r:id="rId78"/>
            </p:custDataLst>
          </p:nvPr>
        </p:nvCxnSpPr>
        <p:spPr>
          <a:xfrm>
            <a:off x="3830975" y="5810237"/>
            <a:ext cx="190316" cy="0"/>
          </a:xfrm>
          <a:prstGeom prst="straightConnector1">
            <a:avLst/>
          </a:prstGeom>
          <a:ln w="38100">
            <a:solidFill>
              <a:srgbClr val="B5098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箭头: 下 108"/>
          <p:cNvSpPr/>
          <p:nvPr>
            <p:custDataLst>
              <p:tags r:id="rId79"/>
            </p:custDataLst>
          </p:nvPr>
        </p:nvSpPr>
        <p:spPr>
          <a:xfrm rot="10800000">
            <a:off x="3817250" y="4751966"/>
            <a:ext cx="202607" cy="180000"/>
          </a:xfrm>
          <a:prstGeom prst="downArrow">
            <a:avLst>
              <a:gd name="adj1" fmla="val 50000"/>
              <a:gd name="adj2" fmla="val 59402"/>
            </a:avLst>
          </a:prstGeom>
          <a:solidFill>
            <a:schemeClr val="accent6">
              <a:lumMod val="40000"/>
              <a:lumOff val="60000"/>
              <a:alpha val="71000"/>
            </a:schemeClr>
          </a:solidFill>
          <a:ln>
            <a:solidFill>
              <a:srgbClr val="01A48D">
                <a:alpha val="46000"/>
              </a:srgb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10" name="直接箭头连接符 109"/>
          <p:cNvCxnSpPr/>
          <p:nvPr>
            <p:custDataLst>
              <p:tags r:id="rId80"/>
            </p:custDataLst>
          </p:nvPr>
        </p:nvCxnSpPr>
        <p:spPr>
          <a:xfrm flipV="1">
            <a:off x="4157144" y="5447380"/>
            <a:ext cx="0" cy="222351"/>
          </a:xfrm>
          <a:prstGeom prst="straightConnector1">
            <a:avLst/>
          </a:prstGeom>
          <a:ln w="38100">
            <a:solidFill>
              <a:srgbClr val="B5098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箭头: 下 111"/>
          <p:cNvSpPr/>
          <p:nvPr>
            <p:custDataLst>
              <p:tags r:id="rId81"/>
            </p:custDataLst>
          </p:nvPr>
        </p:nvSpPr>
        <p:spPr>
          <a:xfrm rot="10800000">
            <a:off x="4309993" y="4751966"/>
            <a:ext cx="202607" cy="180000"/>
          </a:xfrm>
          <a:prstGeom prst="downArrow">
            <a:avLst>
              <a:gd name="adj1" fmla="val 50000"/>
              <a:gd name="adj2" fmla="val 59402"/>
            </a:avLst>
          </a:prstGeom>
          <a:solidFill>
            <a:schemeClr val="accent6">
              <a:lumMod val="40000"/>
              <a:lumOff val="60000"/>
              <a:alpha val="71000"/>
            </a:schemeClr>
          </a:solidFill>
          <a:ln>
            <a:solidFill>
              <a:srgbClr val="01A48D">
                <a:alpha val="46000"/>
              </a:srgb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13" name="直接箭头连接符 112"/>
          <p:cNvCxnSpPr/>
          <p:nvPr>
            <p:custDataLst>
              <p:tags r:id="rId82"/>
            </p:custDataLst>
          </p:nvPr>
        </p:nvCxnSpPr>
        <p:spPr>
          <a:xfrm>
            <a:off x="4342550" y="5456892"/>
            <a:ext cx="0" cy="228656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接箭头连接符 114"/>
          <p:cNvCxnSpPr/>
          <p:nvPr>
            <p:custDataLst>
              <p:tags r:id="rId83"/>
            </p:custDataLst>
          </p:nvPr>
        </p:nvCxnSpPr>
        <p:spPr>
          <a:xfrm>
            <a:off x="4583884" y="5855596"/>
            <a:ext cx="777430" cy="266840"/>
          </a:xfrm>
          <a:prstGeom prst="straightConnector1">
            <a:avLst/>
          </a:prstGeom>
          <a:ln w="38100">
            <a:solidFill>
              <a:srgbClr val="B5098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箭头: 下 115"/>
          <p:cNvSpPr/>
          <p:nvPr>
            <p:custDataLst>
              <p:tags r:id="rId84"/>
            </p:custDataLst>
          </p:nvPr>
        </p:nvSpPr>
        <p:spPr>
          <a:xfrm rot="10800000">
            <a:off x="4822455" y="4751966"/>
            <a:ext cx="202607" cy="180000"/>
          </a:xfrm>
          <a:prstGeom prst="downArrow">
            <a:avLst>
              <a:gd name="adj1" fmla="val 50000"/>
              <a:gd name="adj2" fmla="val 59402"/>
            </a:avLst>
          </a:prstGeom>
          <a:solidFill>
            <a:schemeClr val="accent6">
              <a:lumMod val="40000"/>
              <a:lumOff val="60000"/>
              <a:alpha val="71000"/>
            </a:schemeClr>
          </a:solidFill>
          <a:ln>
            <a:solidFill>
              <a:srgbClr val="01A48D">
                <a:alpha val="46000"/>
              </a:srgb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7" name="乘号 116"/>
          <p:cNvSpPr/>
          <p:nvPr>
            <p:custDataLst>
              <p:tags r:id="rId85"/>
            </p:custDataLst>
          </p:nvPr>
        </p:nvSpPr>
        <p:spPr>
          <a:xfrm>
            <a:off x="2924765" y="4389175"/>
            <a:ext cx="491186" cy="491186"/>
          </a:xfrm>
          <a:prstGeom prst="mathMultiply">
            <a:avLst>
              <a:gd name="adj1" fmla="val 11139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8" name="乘号 117"/>
          <p:cNvSpPr/>
          <p:nvPr>
            <p:custDataLst>
              <p:tags r:id="rId86"/>
            </p:custDataLst>
          </p:nvPr>
        </p:nvSpPr>
        <p:spPr>
          <a:xfrm>
            <a:off x="-77414" y="1684604"/>
            <a:ext cx="491186" cy="491186"/>
          </a:xfrm>
          <a:prstGeom prst="mathMultiply">
            <a:avLst>
              <a:gd name="adj1" fmla="val 11139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0" name="文本框 119"/>
          <p:cNvSpPr txBox="1"/>
          <p:nvPr>
            <p:custDataLst>
              <p:tags r:id="rId87"/>
            </p:custDataLst>
          </p:nvPr>
        </p:nvSpPr>
        <p:spPr>
          <a:xfrm>
            <a:off x="6049275" y="4426711"/>
            <a:ext cx="3197623" cy="396134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lnSpc>
                <a:spcPct val="120000"/>
              </a:lnSpc>
            </a:pPr>
            <a:r>
              <a:rPr lang="en-US" altLang="zh-CN" sz="1800" b="1" dirty="0">
                <a:latin typeface="+mn-ea"/>
                <a:cs typeface="Consolas" panose="020B0609020204030204" pitchFamily="49" charset="0"/>
              </a:rPr>
              <a:t>D. a </a:t>
            </a:r>
            <a:r>
              <a:rPr lang="en-US" altLang="zh-CN" sz="1800" b="1" dirty="0"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 </a:t>
            </a:r>
            <a:r>
              <a:rPr lang="en-US" altLang="zh-CN" sz="1800" b="1" dirty="0">
                <a:latin typeface="+mn-ea"/>
                <a:cs typeface="Consolas" panose="020B0609020204030204" pitchFamily="49" charset="0"/>
              </a:rPr>
              <a:t>e</a:t>
            </a:r>
            <a:r>
              <a:rPr lang="en-US" altLang="zh-CN" b="1" dirty="0">
                <a:latin typeface="+mn-ea"/>
                <a:cs typeface="Consolas" panose="020B0609020204030204" pitchFamily="49" charset="0"/>
              </a:rPr>
              <a:t> </a:t>
            </a:r>
            <a:r>
              <a:rPr lang="en-US" altLang="zh-CN" b="1" dirty="0"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 </a:t>
            </a:r>
            <a:r>
              <a:rPr lang="en-US" altLang="zh-CN" sz="1800" b="1" dirty="0">
                <a:latin typeface="+mn-ea"/>
                <a:cs typeface="Consolas" panose="020B0609020204030204" pitchFamily="49" charset="0"/>
              </a:rPr>
              <a:t>d</a:t>
            </a:r>
            <a:r>
              <a:rPr lang="en-US" altLang="zh-CN" b="1" dirty="0">
                <a:latin typeface="+mn-ea"/>
                <a:cs typeface="Consolas" panose="020B0609020204030204" pitchFamily="49" charset="0"/>
              </a:rPr>
              <a:t> </a:t>
            </a:r>
            <a:r>
              <a:rPr lang="en-US" altLang="zh-CN" b="1" dirty="0"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 </a:t>
            </a:r>
            <a:r>
              <a:rPr lang="en-US" altLang="zh-CN" sz="1800" b="1" dirty="0">
                <a:latin typeface="+mn-ea"/>
                <a:cs typeface="Consolas" panose="020B0609020204030204" pitchFamily="49" charset="0"/>
              </a:rPr>
              <a:t>f</a:t>
            </a:r>
            <a:r>
              <a:rPr lang="en-US" altLang="zh-CN" b="1" dirty="0">
                <a:latin typeface="+mn-ea"/>
                <a:cs typeface="Consolas" panose="020B0609020204030204" pitchFamily="49" charset="0"/>
              </a:rPr>
              <a:t> </a:t>
            </a:r>
            <a:r>
              <a:rPr lang="en-US" altLang="zh-CN" b="1" dirty="0"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 </a:t>
            </a:r>
            <a:r>
              <a:rPr lang="en-US" altLang="zh-CN" sz="1800" b="1" dirty="0">
                <a:latin typeface="+mn-ea"/>
                <a:cs typeface="Consolas" panose="020B0609020204030204" pitchFamily="49" charset="0"/>
              </a:rPr>
              <a:t>c</a:t>
            </a:r>
            <a:r>
              <a:rPr lang="en-US" altLang="zh-CN" b="1" dirty="0">
                <a:latin typeface="+mn-ea"/>
                <a:cs typeface="Consolas" panose="020B0609020204030204" pitchFamily="49" charset="0"/>
              </a:rPr>
              <a:t> </a:t>
            </a:r>
            <a:r>
              <a:rPr lang="en-US" altLang="zh-CN" b="1" dirty="0"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 </a:t>
            </a:r>
            <a:r>
              <a:rPr lang="en-US" altLang="zh-CN" sz="1800" b="1" dirty="0">
                <a:latin typeface="+mn-ea"/>
                <a:cs typeface="Consolas" panose="020B0609020204030204" pitchFamily="49" charset="0"/>
              </a:rPr>
              <a:t>b</a:t>
            </a:r>
            <a:endParaRPr lang="zh-CN" altLang="en-US" b="1" dirty="0"/>
          </a:p>
        </p:txBody>
      </p:sp>
      <p:sp>
        <p:nvSpPr>
          <p:cNvPr id="121" name="Oval 31"/>
          <p:cNvSpPr>
            <a:spLocks noChangeArrowheads="1"/>
          </p:cNvSpPr>
          <p:nvPr>
            <p:custDataLst>
              <p:tags r:id="rId88"/>
            </p:custDataLst>
          </p:nvPr>
        </p:nvSpPr>
        <p:spPr bwMode="auto">
          <a:xfrm>
            <a:off x="7185125" y="5017701"/>
            <a:ext cx="452705" cy="452705"/>
          </a:xfrm>
          <a:prstGeom prst="ellipse">
            <a:avLst/>
          </a:prstGeom>
          <a:solidFill>
            <a:srgbClr val="0070C0">
              <a:alpha val="63000"/>
            </a:srgbClr>
          </a:solidFill>
          <a:ln w="9525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/>
        </p:spPr>
        <p:txBody>
          <a:bodyPr wrap="none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Consolas" panose="020B0609020204030204" pitchFamily="49" charset="0"/>
              </a:rPr>
              <a:t>b</a:t>
            </a:r>
            <a:endParaRPr kumimoji="0" lang="en-US" altLang="zh-CN" sz="20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122" name="Oval 31"/>
          <p:cNvSpPr>
            <a:spLocks noChangeArrowheads="1"/>
          </p:cNvSpPr>
          <p:nvPr>
            <p:custDataLst>
              <p:tags r:id="rId89"/>
            </p:custDataLst>
          </p:nvPr>
        </p:nvSpPr>
        <p:spPr bwMode="auto">
          <a:xfrm>
            <a:off x="6513009" y="5669731"/>
            <a:ext cx="452705" cy="452705"/>
          </a:xfrm>
          <a:prstGeom prst="ellipse">
            <a:avLst/>
          </a:prstGeom>
          <a:solidFill>
            <a:srgbClr val="B50988">
              <a:alpha val="63000"/>
            </a:srgbClr>
          </a:solidFill>
          <a:ln w="9525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/>
        </p:spPr>
        <p:txBody>
          <a:bodyPr wrap="none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kern="0" dirty="0">
                <a:solidFill>
                  <a:schemeClr val="bg1"/>
                </a:solidFill>
                <a:latin typeface="+mn-ea"/>
                <a:cs typeface="Consolas" panose="020B0609020204030204" pitchFamily="49" charset="0"/>
              </a:rPr>
              <a:t>a</a:t>
            </a:r>
            <a:endParaRPr kumimoji="0" lang="en-US" altLang="zh-CN" sz="20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cxnSp>
        <p:nvCxnSpPr>
          <p:cNvPr id="123" name="直接连接符 122"/>
          <p:cNvCxnSpPr>
            <a:stCxn id="121" idx="2"/>
            <a:endCxn id="122" idx="0"/>
          </p:cNvCxnSpPr>
          <p:nvPr>
            <p:custDataLst>
              <p:tags r:id="rId90"/>
            </p:custDataLst>
          </p:nvPr>
        </p:nvCxnSpPr>
        <p:spPr>
          <a:xfrm flipH="1">
            <a:off x="6739362" y="5244054"/>
            <a:ext cx="445763" cy="425677"/>
          </a:xfrm>
          <a:prstGeom prst="line">
            <a:avLst/>
          </a:prstGeom>
          <a:ln w="317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Oval 31"/>
          <p:cNvSpPr>
            <a:spLocks noChangeArrowheads="1"/>
          </p:cNvSpPr>
          <p:nvPr>
            <p:custDataLst>
              <p:tags r:id="rId91"/>
            </p:custDataLst>
          </p:nvPr>
        </p:nvSpPr>
        <p:spPr bwMode="auto">
          <a:xfrm>
            <a:off x="7185125" y="5669731"/>
            <a:ext cx="452705" cy="452705"/>
          </a:xfrm>
          <a:prstGeom prst="ellipse">
            <a:avLst/>
          </a:prstGeom>
          <a:solidFill>
            <a:srgbClr val="0070C0">
              <a:alpha val="63000"/>
            </a:srgbClr>
          </a:solidFill>
          <a:ln w="9525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/>
        </p:spPr>
        <p:txBody>
          <a:bodyPr wrap="none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kern="0" dirty="0">
                <a:solidFill>
                  <a:schemeClr val="bg1"/>
                </a:solidFill>
                <a:latin typeface="+mn-ea"/>
                <a:cs typeface="Consolas" panose="020B0609020204030204" pitchFamily="49" charset="0"/>
              </a:rPr>
              <a:t>e</a:t>
            </a:r>
            <a:endParaRPr kumimoji="0" lang="en-US" altLang="zh-CN" sz="20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125" name="Oval 31"/>
          <p:cNvSpPr>
            <a:spLocks noChangeArrowheads="1"/>
          </p:cNvSpPr>
          <p:nvPr>
            <p:custDataLst>
              <p:tags r:id="rId92"/>
            </p:custDataLst>
          </p:nvPr>
        </p:nvSpPr>
        <p:spPr bwMode="auto">
          <a:xfrm>
            <a:off x="7185125" y="6257787"/>
            <a:ext cx="452705" cy="452705"/>
          </a:xfrm>
          <a:prstGeom prst="ellipse">
            <a:avLst/>
          </a:prstGeom>
          <a:solidFill>
            <a:srgbClr val="0070C0">
              <a:alpha val="63000"/>
            </a:srgbClr>
          </a:solidFill>
          <a:ln w="9525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/>
        </p:spPr>
        <p:txBody>
          <a:bodyPr wrap="none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kern="0" dirty="0">
                <a:solidFill>
                  <a:schemeClr val="bg1"/>
                </a:solidFill>
                <a:latin typeface="+mn-ea"/>
                <a:cs typeface="Consolas" panose="020B0609020204030204" pitchFamily="49" charset="0"/>
              </a:rPr>
              <a:t>c</a:t>
            </a:r>
            <a:endParaRPr kumimoji="0" lang="en-US" altLang="zh-CN" sz="20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126" name="Oval 31"/>
          <p:cNvSpPr>
            <a:spLocks noChangeArrowheads="1"/>
          </p:cNvSpPr>
          <p:nvPr>
            <p:custDataLst>
              <p:tags r:id="rId93"/>
            </p:custDataLst>
          </p:nvPr>
        </p:nvSpPr>
        <p:spPr bwMode="auto">
          <a:xfrm>
            <a:off x="7820182" y="6257787"/>
            <a:ext cx="452705" cy="452705"/>
          </a:xfrm>
          <a:prstGeom prst="ellipse">
            <a:avLst/>
          </a:prstGeom>
          <a:solidFill>
            <a:srgbClr val="0070C0">
              <a:alpha val="63000"/>
            </a:srgbClr>
          </a:solidFill>
          <a:ln w="9525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/>
        </p:spPr>
        <p:txBody>
          <a:bodyPr wrap="none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kern="0" dirty="0">
                <a:solidFill>
                  <a:schemeClr val="bg1"/>
                </a:solidFill>
                <a:latin typeface="+mn-ea"/>
                <a:cs typeface="Consolas" panose="020B0609020204030204" pitchFamily="49" charset="0"/>
              </a:rPr>
              <a:t>f</a:t>
            </a:r>
            <a:endParaRPr kumimoji="0" lang="en-US" altLang="zh-CN" sz="20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127" name="Oval 31"/>
          <p:cNvSpPr>
            <a:spLocks noChangeArrowheads="1"/>
          </p:cNvSpPr>
          <p:nvPr>
            <p:custDataLst>
              <p:tags r:id="rId94"/>
            </p:custDataLst>
          </p:nvPr>
        </p:nvSpPr>
        <p:spPr bwMode="auto">
          <a:xfrm>
            <a:off x="8455239" y="6257787"/>
            <a:ext cx="452705" cy="452705"/>
          </a:xfrm>
          <a:prstGeom prst="ellipse">
            <a:avLst/>
          </a:prstGeom>
          <a:solidFill>
            <a:srgbClr val="0070C0">
              <a:alpha val="63000"/>
            </a:srgbClr>
          </a:solidFill>
          <a:ln w="9525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/>
        </p:spPr>
        <p:txBody>
          <a:bodyPr wrap="none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kern="0" dirty="0">
                <a:solidFill>
                  <a:schemeClr val="bg1"/>
                </a:solidFill>
                <a:latin typeface="+mn-ea"/>
                <a:cs typeface="Consolas" panose="020B0609020204030204" pitchFamily="49" charset="0"/>
              </a:rPr>
              <a:t>d</a:t>
            </a:r>
            <a:endParaRPr kumimoji="0" lang="en-US" altLang="zh-CN" sz="20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cxnSp>
        <p:nvCxnSpPr>
          <p:cNvPr id="128" name="直接连接符 127"/>
          <p:cNvCxnSpPr>
            <a:stCxn id="121" idx="4"/>
            <a:endCxn id="124" idx="0"/>
          </p:cNvCxnSpPr>
          <p:nvPr>
            <p:custDataLst>
              <p:tags r:id="rId95"/>
            </p:custDataLst>
          </p:nvPr>
        </p:nvCxnSpPr>
        <p:spPr>
          <a:xfrm>
            <a:off x="7411478" y="5470406"/>
            <a:ext cx="0" cy="199325"/>
          </a:xfrm>
          <a:prstGeom prst="line">
            <a:avLst/>
          </a:prstGeom>
          <a:ln w="317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直接连接符 128"/>
          <p:cNvCxnSpPr>
            <a:stCxn id="124" idx="2"/>
            <a:endCxn id="122" idx="6"/>
          </p:cNvCxnSpPr>
          <p:nvPr>
            <p:custDataLst>
              <p:tags r:id="rId96"/>
            </p:custDataLst>
          </p:nvPr>
        </p:nvCxnSpPr>
        <p:spPr>
          <a:xfrm flipH="1">
            <a:off x="6965714" y="5896084"/>
            <a:ext cx="219411" cy="0"/>
          </a:xfrm>
          <a:prstGeom prst="line">
            <a:avLst/>
          </a:prstGeom>
          <a:ln w="317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直接连接符 129"/>
          <p:cNvCxnSpPr>
            <a:stCxn id="125" idx="2"/>
            <a:endCxn id="122" idx="4"/>
          </p:cNvCxnSpPr>
          <p:nvPr>
            <p:custDataLst>
              <p:tags r:id="rId97"/>
            </p:custDataLst>
          </p:nvPr>
        </p:nvCxnSpPr>
        <p:spPr>
          <a:xfrm flipH="1" flipV="1">
            <a:off x="6739362" y="6122436"/>
            <a:ext cx="445763" cy="361704"/>
          </a:xfrm>
          <a:prstGeom prst="line">
            <a:avLst/>
          </a:prstGeom>
          <a:ln w="317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直接连接符 130"/>
          <p:cNvCxnSpPr>
            <a:stCxn id="124" idx="6"/>
            <a:endCxn id="127" idx="0"/>
          </p:cNvCxnSpPr>
          <p:nvPr>
            <p:custDataLst>
              <p:tags r:id="rId98"/>
            </p:custDataLst>
          </p:nvPr>
        </p:nvCxnSpPr>
        <p:spPr>
          <a:xfrm>
            <a:off x="7637830" y="5896084"/>
            <a:ext cx="1043762" cy="361703"/>
          </a:xfrm>
          <a:prstGeom prst="line">
            <a:avLst/>
          </a:prstGeom>
          <a:ln w="317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直接连接符 131"/>
          <p:cNvCxnSpPr>
            <a:stCxn id="126" idx="2"/>
            <a:endCxn id="125" idx="6"/>
          </p:cNvCxnSpPr>
          <p:nvPr>
            <p:custDataLst>
              <p:tags r:id="rId99"/>
            </p:custDataLst>
          </p:nvPr>
        </p:nvCxnSpPr>
        <p:spPr>
          <a:xfrm flipH="1">
            <a:off x="7637830" y="6484140"/>
            <a:ext cx="182352" cy="0"/>
          </a:xfrm>
          <a:prstGeom prst="line">
            <a:avLst/>
          </a:prstGeom>
          <a:ln w="317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直接连接符 132"/>
          <p:cNvCxnSpPr>
            <a:stCxn id="127" idx="2"/>
            <a:endCxn id="126" idx="6"/>
          </p:cNvCxnSpPr>
          <p:nvPr>
            <p:custDataLst>
              <p:tags r:id="rId100"/>
            </p:custDataLst>
          </p:nvPr>
        </p:nvCxnSpPr>
        <p:spPr>
          <a:xfrm flipH="1">
            <a:off x="8272887" y="6484140"/>
            <a:ext cx="182352" cy="0"/>
          </a:xfrm>
          <a:prstGeom prst="line">
            <a:avLst/>
          </a:prstGeom>
          <a:ln w="317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箭头: 下 133"/>
          <p:cNvSpPr/>
          <p:nvPr>
            <p:custDataLst>
              <p:tags r:id="rId101"/>
            </p:custDataLst>
          </p:nvPr>
        </p:nvSpPr>
        <p:spPr>
          <a:xfrm rot="10800000">
            <a:off x="6403659" y="4751966"/>
            <a:ext cx="202607" cy="180000"/>
          </a:xfrm>
          <a:prstGeom prst="downArrow">
            <a:avLst>
              <a:gd name="adj1" fmla="val 50000"/>
              <a:gd name="adj2" fmla="val 59402"/>
            </a:avLst>
          </a:prstGeom>
          <a:solidFill>
            <a:schemeClr val="accent6">
              <a:lumMod val="40000"/>
              <a:lumOff val="60000"/>
              <a:alpha val="71000"/>
            </a:schemeClr>
          </a:solidFill>
          <a:ln>
            <a:solidFill>
              <a:srgbClr val="01A48D">
                <a:alpha val="46000"/>
              </a:srgb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35" name="直接箭头连接符 134"/>
          <p:cNvCxnSpPr/>
          <p:nvPr>
            <p:custDataLst>
              <p:tags r:id="rId102"/>
            </p:custDataLst>
          </p:nvPr>
        </p:nvCxnSpPr>
        <p:spPr>
          <a:xfrm>
            <a:off x="6982109" y="5822937"/>
            <a:ext cx="190316" cy="0"/>
          </a:xfrm>
          <a:prstGeom prst="straightConnector1">
            <a:avLst/>
          </a:prstGeom>
          <a:ln w="38100">
            <a:solidFill>
              <a:srgbClr val="B5098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箭头: 下 135"/>
          <p:cNvSpPr/>
          <p:nvPr>
            <p:custDataLst>
              <p:tags r:id="rId103"/>
            </p:custDataLst>
          </p:nvPr>
        </p:nvSpPr>
        <p:spPr>
          <a:xfrm rot="10800000">
            <a:off x="6903177" y="4751966"/>
            <a:ext cx="202607" cy="180000"/>
          </a:xfrm>
          <a:prstGeom prst="downArrow">
            <a:avLst>
              <a:gd name="adj1" fmla="val 50000"/>
              <a:gd name="adj2" fmla="val 59402"/>
            </a:avLst>
          </a:prstGeom>
          <a:solidFill>
            <a:schemeClr val="accent6">
              <a:lumMod val="40000"/>
              <a:lumOff val="60000"/>
              <a:alpha val="71000"/>
            </a:schemeClr>
          </a:solidFill>
          <a:ln>
            <a:solidFill>
              <a:srgbClr val="01A48D">
                <a:alpha val="46000"/>
              </a:srgb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37" name="直接箭头连接符 136"/>
          <p:cNvCxnSpPr/>
          <p:nvPr>
            <p:custDataLst>
              <p:tags r:id="rId104"/>
            </p:custDataLst>
          </p:nvPr>
        </p:nvCxnSpPr>
        <p:spPr>
          <a:xfrm>
            <a:off x="7770996" y="5853457"/>
            <a:ext cx="777430" cy="266840"/>
          </a:xfrm>
          <a:prstGeom prst="straightConnector1">
            <a:avLst/>
          </a:prstGeom>
          <a:ln w="38100">
            <a:solidFill>
              <a:srgbClr val="B5098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箭头: 下 137"/>
          <p:cNvSpPr/>
          <p:nvPr>
            <p:custDataLst>
              <p:tags r:id="rId105"/>
            </p:custDataLst>
          </p:nvPr>
        </p:nvSpPr>
        <p:spPr>
          <a:xfrm rot="10800000">
            <a:off x="7411477" y="4751966"/>
            <a:ext cx="202607" cy="180000"/>
          </a:xfrm>
          <a:prstGeom prst="downArrow">
            <a:avLst>
              <a:gd name="adj1" fmla="val 50000"/>
              <a:gd name="adj2" fmla="val 59402"/>
            </a:avLst>
          </a:prstGeom>
          <a:solidFill>
            <a:schemeClr val="accent6">
              <a:lumMod val="40000"/>
              <a:lumOff val="60000"/>
              <a:alpha val="71000"/>
            </a:schemeClr>
          </a:solidFill>
          <a:ln>
            <a:solidFill>
              <a:srgbClr val="01A48D">
                <a:alpha val="46000"/>
              </a:srgb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39" name="直接箭头连接符 138"/>
          <p:cNvCxnSpPr/>
          <p:nvPr>
            <p:custDataLst>
              <p:tags r:id="rId106"/>
            </p:custDataLst>
          </p:nvPr>
        </p:nvCxnSpPr>
        <p:spPr>
          <a:xfrm flipH="1">
            <a:off x="8272887" y="6406978"/>
            <a:ext cx="180000" cy="0"/>
          </a:xfrm>
          <a:prstGeom prst="straightConnector1">
            <a:avLst/>
          </a:prstGeom>
          <a:ln w="38100">
            <a:solidFill>
              <a:srgbClr val="B5098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箭头: 下 140"/>
          <p:cNvSpPr/>
          <p:nvPr>
            <p:custDataLst>
              <p:tags r:id="rId107"/>
            </p:custDataLst>
          </p:nvPr>
        </p:nvSpPr>
        <p:spPr>
          <a:xfrm rot="10800000">
            <a:off x="7883558" y="4751966"/>
            <a:ext cx="202607" cy="180000"/>
          </a:xfrm>
          <a:prstGeom prst="downArrow">
            <a:avLst>
              <a:gd name="adj1" fmla="val 50000"/>
              <a:gd name="adj2" fmla="val 59402"/>
            </a:avLst>
          </a:prstGeom>
          <a:solidFill>
            <a:schemeClr val="accent6">
              <a:lumMod val="40000"/>
              <a:lumOff val="60000"/>
              <a:alpha val="71000"/>
            </a:schemeClr>
          </a:solidFill>
          <a:ln>
            <a:solidFill>
              <a:srgbClr val="01A48D">
                <a:alpha val="46000"/>
              </a:srgb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42" name="直接箭头连接符 141"/>
          <p:cNvCxnSpPr/>
          <p:nvPr>
            <p:custDataLst>
              <p:tags r:id="rId108"/>
            </p:custDataLst>
          </p:nvPr>
        </p:nvCxnSpPr>
        <p:spPr>
          <a:xfrm flipH="1">
            <a:off x="7640182" y="6406978"/>
            <a:ext cx="180000" cy="0"/>
          </a:xfrm>
          <a:prstGeom prst="straightConnector1">
            <a:avLst/>
          </a:prstGeom>
          <a:ln w="38100">
            <a:solidFill>
              <a:srgbClr val="B5098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箭头: 下 142"/>
          <p:cNvSpPr/>
          <p:nvPr>
            <p:custDataLst>
              <p:tags r:id="rId109"/>
            </p:custDataLst>
          </p:nvPr>
        </p:nvSpPr>
        <p:spPr>
          <a:xfrm rot="10800000">
            <a:off x="8362887" y="4751966"/>
            <a:ext cx="202607" cy="180000"/>
          </a:xfrm>
          <a:prstGeom prst="downArrow">
            <a:avLst>
              <a:gd name="adj1" fmla="val 50000"/>
              <a:gd name="adj2" fmla="val 59402"/>
            </a:avLst>
          </a:prstGeom>
          <a:solidFill>
            <a:schemeClr val="accent6">
              <a:lumMod val="40000"/>
              <a:lumOff val="60000"/>
              <a:alpha val="71000"/>
            </a:schemeClr>
          </a:solidFill>
          <a:ln>
            <a:solidFill>
              <a:srgbClr val="01A48D">
                <a:alpha val="46000"/>
              </a:srgb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44" name="直接箭头连接符 143"/>
          <p:cNvCxnSpPr/>
          <p:nvPr>
            <p:custDataLst>
              <p:tags r:id="rId110"/>
            </p:custDataLst>
          </p:nvPr>
        </p:nvCxnSpPr>
        <p:spPr>
          <a:xfrm>
            <a:off x="7651270" y="6564140"/>
            <a:ext cx="168912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直接箭头连接符 145"/>
          <p:cNvCxnSpPr/>
          <p:nvPr>
            <p:custDataLst>
              <p:tags r:id="rId111"/>
            </p:custDataLst>
          </p:nvPr>
        </p:nvCxnSpPr>
        <p:spPr>
          <a:xfrm>
            <a:off x="8283975" y="6561759"/>
            <a:ext cx="168912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直接箭头连接符 146"/>
          <p:cNvCxnSpPr/>
          <p:nvPr>
            <p:custDataLst>
              <p:tags r:id="rId112"/>
            </p:custDataLst>
          </p:nvPr>
        </p:nvCxnSpPr>
        <p:spPr>
          <a:xfrm flipH="1" flipV="1">
            <a:off x="7699540" y="6007945"/>
            <a:ext cx="753347" cy="261543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直接箭头连接符 150"/>
          <p:cNvCxnSpPr/>
          <p:nvPr>
            <p:custDataLst>
              <p:tags r:id="rId113"/>
            </p:custDataLst>
          </p:nvPr>
        </p:nvCxnSpPr>
        <p:spPr>
          <a:xfrm flipV="1">
            <a:off x="7482639" y="5447380"/>
            <a:ext cx="0" cy="222351"/>
          </a:xfrm>
          <a:prstGeom prst="straightConnector1">
            <a:avLst/>
          </a:prstGeom>
          <a:ln w="38100">
            <a:solidFill>
              <a:srgbClr val="B5098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箭头: 下 151"/>
          <p:cNvSpPr/>
          <p:nvPr>
            <p:custDataLst>
              <p:tags r:id="rId114"/>
            </p:custDataLst>
          </p:nvPr>
        </p:nvSpPr>
        <p:spPr>
          <a:xfrm rot="10800000">
            <a:off x="8838391" y="4751966"/>
            <a:ext cx="202607" cy="180000"/>
          </a:xfrm>
          <a:prstGeom prst="downArrow">
            <a:avLst>
              <a:gd name="adj1" fmla="val 50000"/>
              <a:gd name="adj2" fmla="val 59402"/>
            </a:avLst>
          </a:prstGeom>
          <a:solidFill>
            <a:schemeClr val="accent6">
              <a:lumMod val="40000"/>
              <a:lumOff val="60000"/>
              <a:alpha val="71000"/>
            </a:schemeClr>
          </a:solidFill>
          <a:ln>
            <a:solidFill>
              <a:srgbClr val="01A48D">
                <a:alpha val="46000"/>
              </a:srgb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53" name="图形 152" descr="复选标记 纯色填充"/>
          <p:cNvPicPr>
            <a:picLocks noChangeAspect="1"/>
          </p:cNvPicPr>
          <p:nvPr>
            <p:custDataLst>
              <p:tags r:id="rId115"/>
            </p:custDataLst>
          </p:nvPr>
        </p:nvPicPr>
        <p:blipFill>
          <a:blip r:embed="rId1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7"/>
              </a:ext>
            </a:extLst>
          </a:blip>
          <a:stretch>
            <a:fillRect/>
          </a:stretch>
        </p:blipFill>
        <p:spPr>
          <a:xfrm>
            <a:off x="3565477" y="1582486"/>
            <a:ext cx="721311" cy="72131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2" dur="1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F7F7F"/>
                                      </p:to>
                                    </p:animClr>
                                    <p:set>
                                      <p:cBhvr>
                                        <p:cTn id="103" dur="1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4" dur="1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1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B50988"/>
                                      </p:to>
                                    </p:animClr>
                                    <p:set>
                                      <p:cBhvr>
                                        <p:cTn id="11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3" dur="1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F7F7F"/>
                                      </p:to>
                                    </p:animClr>
                                    <p:set>
                                      <p:cBhvr>
                                        <p:cTn id="124" dur="1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5" dur="1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B50988"/>
                                      </p:to>
                                    </p:animClr>
                                    <p:set>
                                      <p:cBhvr>
                                        <p:cTn id="13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0" dur="1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F7F7F"/>
                                      </p:to>
                                    </p:animClr>
                                    <p:set>
                                      <p:cBhvr>
                                        <p:cTn id="141" dur="1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2" dur="1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500"/>
                            </p:stCondLst>
                            <p:childTnLst>
                              <p:par>
                                <p:cTn id="149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B50988"/>
                                      </p:to>
                                    </p:animClr>
                                    <p:set>
                                      <p:cBhvr>
                                        <p:cTn id="15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9" fill="hold">
                            <p:stCondLst>
                              <p:cond delay="500"/>
                            </p:stCondLst>
                            <p:childTnLst>
                              <p:par>
                                <p:cTn id="17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8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4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0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3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4" fill="hold">
                      <p:stCondLst>
                        <p:cond delay="indefinite"/>
                      </p:stCondLst>
                      <p:childTnLst>
                        <p:par>
                          <p:cTn id="215" fill="hold">
                            <p:stCondLst>
                              <p:cond delay="0"/>
                            </p:stCondLst>
                            <p:childTnLst>
                              <p:par>
                                <p:cTn id="21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8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9" dur="1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F7F7F"/>
                                      </p:to>
                                    </p:animClr>
                                    <p:set>
                                      <p:cBhvr>
                                        <p:cTn id="220" dur="1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1" dur="1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4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5" fill="hold">
                            <p:stCondLst>
                              <p:cond delay="0"/>
                            </p:stCondLst>
                            <p:childTnLst>
                              <p:par>
                                <p:cTn id="226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7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B50988"/>
                                      </p:to>
                                    </p:animClr>
                                    <p:set>
                                      <p:cBhvr>
                                        <p:cTn id="228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9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2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3" fill="hold">
                      <p:stCondLst>
                        <p:cond delay="indefinite"/>
                      </p:stCondLst>
                      <p:childTnLst>
                        <p:par>
                          <p:cTn id="234" fill="hold">
                            <p:stCondLst>
                              <p:cond delay="0"/>
                            </p:stCondLst>
                            <p:childTnLst>
                              <p:par>
                                <p:cTn id="23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6" dur="1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F7F7F"/>
                                      </p:to>
                                    </p:animClr>
                                    <p:set>
                                      <p:cBhvr>
                                        <p:cTn id="237" dur="1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8" dur="1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3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4" fill="hold">
                            <p:stCondLst>
                              <p:cond delay="500"/>
                            </p:stCondLst>
                            <p:childTnLst>
                              <p:par>
                                <p:cTn id="245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6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B50988"/>
                                      </p:to>
                                    </p:animClr>
                                    <p:set>
                                      <p:cBhvr>
                                        <p:cTn id="247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8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1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2" fill="hold">
                      <p:stCondLst>
                        <p:cond delay="indefinite"/>
                      </p:stCondLst>
                      <p:childTnLst>
                        <p:par>
                          <p:cTn id="253" fill="hold">
                            <p:stCondLst>
                              <p:cond delay="0"/>
                            </p:stCondLst>
                            <p:childTnLst>
                              <p:par>
                                <p:cTn id="254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5" dur="1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F7F7F"/>
                                      </p:to>
                                    </p:animClr>
                                    <p:set>
                                      <p:cBhvr>
                                        <p:cTn id="256" dur="1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57" dur="1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2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3" fill="hold">
                            <p:stCondLst>
                              <p:cond delay="500"/>
                            </p:stCondLst>
                            <p:childTnLst>
                              <p:par>
                                <p:cTn id="264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5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B50988"/>
                                      </p:to>
                                    </p:animClr>
                                    <p:set>
                                      <p:cBhvr>
                                        <p:cTn id="266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7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0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1" fill="hold">
                      <p:stCondLst>
                        <p:cond delay="indefinite"/>
                      </p:stCondLst>
                      <p:childTnLst>
                        <p:par>
                          <p:cTn id="272" fill="hold">
                            <p:stCondLst>
                              <p:cond delay="0"/>
                            </p:stCondLst>
                            <p:childTnLst>
                              <p:par>
                                <p:cTn id="2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5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8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9" fill="hold">
                      <p:stCondLst>
                        <p:cond delay="indefinite"/>
                      </p:stCondLst>
                      <p:childTnLst>
                        <p:par>
                          <p:cTn id="280" fill="hold">
                            <p:stCondLst>
                              <p:cond delay="0"/>
                            </p:stCondLst>
                            <p:childTnLst>
                              <p:par>
                                <p:cTn id="2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3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4" fill="hold">
                            <p:stCondLst>
                              <p:cond delay="500"/>
                            </p:stCondLst>
                            <p:childTnLst>
                              <p:par>
                                <p:cTn id="28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7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8" fill="hold">
                      <p:stCondLst>
                        <p:cond delay="indefinite"/>
                      </p:stCondLst>
                      <p:childTnLst>
                        <p:par>
                          <p:cTn id="289" fill="hold">
                            <p:stCondLst>
                              <p:cond delay="0"/>
                            </p:stCondLst>
                            <p:childTnLst>
                              <p:par>
                                <p:cTn id="2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2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5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8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1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4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7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0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3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6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9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2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5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8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9" fill="hold">
                      <p:stCondLst>
                        <p:cond delay="indefinite"/>
                      </p:stCondLst>
                      <p:childTnLst>
                        <p:par>
                          <p:cTn id="330" fill="hold">
                            <p:stCondLst>
                              <p:cond delay="0"/>
                            </p:stCondLst>
                            <p:childTnLst>
                              <p:par>
                                <p:cTn id="33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2" dur="1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F7F7F"/>
                                      </p:to>
                                    </p:animClr>
                                    <p:set>
                                      <p:cBhvr>
                                        <p:cTn id="333" dur="1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34" dur="1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9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0" fill="hold">
                            <p:stCondLst>
                              <p:cond delay="500"/>
                            </p:stCondLst>
                            <p:childTnLst>
                              <p:par>
                                <p:cTn id="341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2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B50988"/>
                                      </p:to>
                                    </p:animClr>
                                    <p:set>
                                      <p:cBhvr>
                                        <p:cTn id="343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44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7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8" fill="hold">
                      <p:stCondLst>
                        <p:cond delay="indefinite"/>
                      </p:stCondLst>
                      <p:childTnLst>
                        <p:par>
                          <p:cTn id="349" fill="hold">
                            <p:stCondLst>
                              <p:cond delay="0"/>
                            </p:stCondLst>
                            <p:childTnLst>
                              <p:par>
                                <p:cTn id="350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1" dur="1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F7F7F"/>
                                      </p:to>
                                    </p:animClr>
                                    <p:set>
                                      <p:cBhvr>
                                        <p:cTn id="352" dur="1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53" dur="1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8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9" fill="hold">
                            <p:stCondLst>
                              <p:cond delay="500"/>
                            </p:stCondLst>
                            <p:childTnLst>
                              <p:par>
                                <p:cTn id="360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1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B50988"/>
                                      </p:to>
                                    </p:animClr>
                                    <p:set>
                                      <p:cBhvr>
                                        <p:cTn id="362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63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6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7" fill="hold">
                      <p:stCondLst>
                        <p:cond delay="indefinite"/>
                      </p:stCondLst>
                      <p:childTnLst>
                        <p:par>
                          <p:cTn id="368" fill="hold">
                            <p:stCondLst>
                              <p:cond delay="0"/>
                            </p:stCondLst>
                            <p:childTnLst>
                              <p:par>
                                <p:cTn id="369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0" dur="1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F7F7F"/>
                                      </p:to>
                                    </p:animClr>
                                    <p:set>
                                      <p:cBhvr>
                                        <p:cTn id="371" dur="1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72" dur="1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5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6" fill="hold">
                            <p:stCondLst>
                              <p:cond delay="500"/>
                            </p:stCondLst>
                            <p:childTnLst>
                              <p:par>
                                <p:cTn id="377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8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B50988"/>
                                      </p:to>
                                    </p:animClr>
                                    <p:set>
                                      <p:cBhvr>
                                        <p:cTn id="379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80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1" fill="hold">
                      <p:stCondLst>
                        <p:cond delay="indefinite"/>
                      </p:stCondLst>
                      <p:childTnLst>
                        <p:par>
                          <p:cTn id="382" fill="hold">
                            <p:stCondLst>
                              <p:cond delay="0"/>
                            </p:stCondLst>
                            <p:childTnLst>
                              <p:par>
                                <p:cTn id="383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4" dur="1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F7F7F"/>
                                      </p:to>
                                    </p:animClr>
                                    <p:set>
                                      <p:cBhvr>
                                        <p:cTn id="385" dur="1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86" dur="1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1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2" fill="hold">
                            <p:stCondLst>
                              <p:cond delay="500"/>
                            </p:stCondLst>
                            <p:childTnLst>
                              <p:par>
                                <p:cTn id="393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4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B50988"/>
                                      </p:to>
                                    </p:animClr>
                                    <p:set>
                                      <p:cBhvr>
                                        <p:cTn id="395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96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9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0" fill="hold">
                      <p:stCondLst>
                        <p:cond delay="indefinite"/>
                      </p:stCondLst>
                      <p:childTnLst>
                        <p:par>
                          <p:cTn id="401" fill="hold">
                            <p:stCondLst>
                              <p:cond delay="0"/>
                            </p:stCondLst>
                            <p:childTnLst>
                              <p:par>
                                <p:cTn id="40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4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7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8" fill="hold">
                      <p:stCondLst>
                        <p:cond delay="indefinite"/>
                      </p:stCondLst>
                      <p:childTnLst>
                        <p:par>
                          <p:cTn id="409" fill="hold">
                            <p:stCondLst>
                              <p:cond delay="0"/>
                            </p:stCondLst>
                            <p:childTnLst>
                              <p:par>
                                <p:cTn id="4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2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3" fill="hold">
                            <p:stCondLst>
                              <p:cond delay="500"/>
                            </p:stCondLst>
                            <p:childTnLst>
                              <p:par>
                                <p:cTn id="4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6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7" fill="hold">
                      <p:stCondLst>
                        <p:cond delay="indefinite"/>
                      </p:stCondLst>
                      <p:childTnLst>
                        <p:par>
                          <p:cTn id="418" fill="hold">
                            <p:stCondLst>
                              <p:cond delay="0"/>
                            </p:stCondLst>
                            <p:childTnLst>
                              <p:par>
                                <p:cTn id="4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1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4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7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0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3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6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9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2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5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8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1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4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7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8" fill="hold">
                      <p:stCondLst>
                        <p:cond delay="indefinite"/>
                      </p:stCondLst>
                      <p:childTnLst>
                        <p:par>
                          <p:cTn id="459" fill="hold">
                            <p:stCondLst>
                              <p:cond delay="0"/>
                            </p:stCondLst>
                            <p:childTnLst>
                              <p:par>
                                <p:cTn id="460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1" dur="1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F7F7F"/>
                                      </p:to>
                                    </p:animClr>
                                    <p:set>
                                      <p:cBhvr>
                                        <p:cTn id="462" dur="1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63" dur="1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8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9" fill="hold">
                            <p:stCondLst>
                              <p:cond delay="500"/>
                            </p:stCondLst>
                            <p:childTnLst>
                              <p:par>
                                <p:cTn id="470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71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B50988"/>
                                      </p:to>
                                    </p:animClr>
                                    <p:set>
                                      <p:cBhvr>
                                        <p:cTn id="472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73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6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7" fill="hold">
                      <p:stCondLst>
                        <p:cond delay="indefinite"/>
                      </p:stCondLst>
                      <p:childTnLst>
                        <p:par>
                          <p:cTn id="478" fill="hold">
                            <p:stCondLst>
                              <p:cond delay="0"/>
                            </p:stCondLst>
                            <p:childTnLst>
                              <p:par>
                                <p:cTn id="47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1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2" dur="1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F7F7F"/>
                                      </p:to>
                                    </p:animClr>
                                    <p:set>
                                      <p:cBhvr>
                                        <p:cTn id="483" dur="1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84" dur="1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7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8" fill="hold">
                            <p:stCondLst>
                              <p:cond delay="0"/>
                            </p:stCondLst>
                            <p:childTnLst>
                              <p:par>
                                <p:cTn id="489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90" dur="5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B50988"/>
                                      </p:to>
                                    </p:animClr>
                                    <p:set>
                                      <p:cBhvr>
                                        <p:cTn id="491" dur="5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92" dur="5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5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6" fill="hold">
                      <p:stCondLst>
                        <p:cond delay="indefinite"/>
                      </p:stCondLst>
                      <p:childTnLst>
                        <p:par>
                          <p:cTn id="497" fill="hold">
                            <p:stCondLst>
                              <p:cond delay="0"/>
                            </p:stCondLst>
                            <p:childTnLst>
                              <p:par>
                                <p:cTn id="49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0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01" dur="1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F7F7F"/>
                                      </p:to>
                                    </p:animClr>
                                    <p:set>
                                      <p:cBhvr>
                                        <p:cTn id="502" dur="1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03" dur="1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4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06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7" fill="hold">
                            <p:stCondLst>
                              <p:cond delay="0"/>
                            </p:stCondLst>
                            <p:childTnLst>
                              <p:par>
                                <p:cTn id="508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09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B50988"/>
                                      </p:to>
                                    </p:animClr>
                                    <p:set>
                                      <p:cBhvr>
                                        <p:cTn id="510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11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4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5" fill="hold">
                      <p:stCondLst>
                        <p:cond delay="indefinite"/>
                      </p:stCondLst>
                      <p:childTnLst>
                        <p:par>
                          <p:cTn id="516" fill="hold">
                            <p:stCondLst>
                              <p:cond delay="0"/>
                            </p:stCondLst>
                            <p:childTnLst>
                              <p:par>
                                <p:cTn id="51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18" dur="1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F7F7F"/>
                                      </p:to>
                                    </p:animClr>
                                    <p:set>
                                      <p:cBhvr>
                                        <p:cTn id="519" dur="1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20" dur="1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3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5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6" fill="hold">
                            <p:stCondLst>
                              <p:cond delay="500"/>
                            </p:stCondLst>
                            <p:childTnLst>
                              <p:par>
                                <p:cTn id="527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28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B50988"/>
                                      </p:to>
                                    </p:animClr>
                                    <p:set>
                                      <p:cBhvr>
                                        <p:cTn id="529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30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3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4" fill="hold">
                      <p:stCondLst>
                        <p:cond delay="indefinite"/>
                      </p:stCondLst>
                      <p:childTnLst>
                        <p:par>
                          <p:cTn id="535" fill="hold">
                            <p:stCondLst>
                              <p:cond delay="0"/>
                            </p:stCondLst>
                            <p:childTnLst>
                              <p:par>
                                <p:cTn id="536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37" dur="1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F7F7F"/>
                                      </p:to>
                                    </p:animClr>
                                    <p:set>
                                      <p:cBhvr>
                                        <p:cTn id="538" dur="1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39" dur="1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2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3" fill="hold">
                            <p:stCondLst>
                              <p:cond delay="500"/>
                            </p:stCondLst>
                            <p:childTnLst>
                              <p:par>
                                <p:cTn id="544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5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B50988"/>
                                      </p:to>
                                    </p:animClr>
                                    <p:set>
                                      <p:cBhvr>
                                        <p:cTn id="546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47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8" fill="hold">
                      <p:stCondLst>
                        <p:cond delay="indefinite"/>
                      </p:stCondLst>
                      <p:childTnLst>
                        <p:par>
                          <p:cTn id="549" fill="hold">
                            <p:stCondLst>
                              <p:cond delay="0"/>
                            </p:stCondLst>
                            <p:childTnLst>
                              <p:par>
                                <p:cTn id="550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51" dur="1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F7F7F"/>
                                      </p:to>
                                    </p:animClr>
                                    <p:set>
                                      <p:cBhvr>
                                        <p:cTn id="552" dur="1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53" dur="1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6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7" fill="hold">
                            <p:stCondLst>
                              <p:cond delay="500"/>
                            </p:stCondLst>
                            <p:childTnLst>
                              <p:par>
                                <p:cTn id="558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59" dur="5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B50988"/>
                                      </p:to>
                                    </p:animClr>
                                    <p:set>
                                      <p:cBhvr>
                                        <p:cTn id="560" dur="5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61" dur="5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2" fill="hold">
                      <p:stCondLst>
                        <p:cond delay="indefinite"/>
                      </p:stCondLst>
                      <p:childTnLst>
                        <p:par>
                          <p:cTn id="563" fill="hold">
                            <p:stCondLst>
                              <p:cond delay="0"/>
                            </p:stCondLst>
                            <p:childTnLst>
                              <p:par>
                                <p:cTn id="564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65" dur="1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F7F7F"/>
                                      </p:to>
                                    </p:animClr>
                                    <p:set>
                                      <p:cBhvr>
                                        <p:cTn id="566" dur="1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67" dur="1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70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1" fill="hold">
                            <p:stCondLst>
                              <p:cond delay="500"/>
                            </p:stCondLst>
                            <p:childTnLst>
                              <p:par>
                                <p:cTn id="572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73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B50988"/>
                                      </p:to>
                                    </p:animClr>
                                    <p:set>
                                      <p:cBhvr>
                                        <p:cTn id="574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75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6" fill="hold">
                      <p:stCondLst>
                        <p:cond delay="indefinite"/>
                      </p:stCondLst>
                      <p:childTnLst>
                        <p:par>
                          <p:cTn id="577" fill="hold">
                            <p:stCondLst>
                              <p:cond delay="0"/>
                            </p:stCondLst>
                            <p:childTnLst>
                              <p:par>
                                <p:cTn id="57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0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81" dur="1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F7F7F"/>
                                      </p:to>
                                    </p:animClr>
                                    <p:set>
                                      <p:cBhvr>
                                        <p:cTn id="582" dur="1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83" dur="1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6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7" fill="hold">
                            <p:stCondLst>
                              <p:cond delay="0"/>
                            </p:stCondLst>
                            <p:childTnLst>
                              <p:par>
                                <p:cTn id="588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89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B50988"/>
                                      </p:to>
                                    </p:animClr>
                                    <p:set>
                                      <p:cBhvr>
                                        <p:cTn id="590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91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4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5" fill="hold">
                      <p:stCondLst>
                        <p:cond delay="indefinite"/>
                      </p:stCondLst>
                      <p:childTnLst>
                        <p:par>
                          <p:cTn id="596" fill="hold">
                            <p:stCondLst>
                              <p:cond delay="0"/>
                            </p:stCondLst>
                            <p:childTnLst>
                              <p:par>
                                <p:cTn id="59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9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bldLvl="0" animBg="1"/>
      <p:bldP spid="8" grpId="0" bldLvl="0" animBg="1"/>
      <p:bldP spid="10" grpId="0" bldLvl="0" animBg="1"/>
      <p:bldP spid="11" grpId="0" bldLvl="0" animBg="1"/>
      <p:bldP spid="13" grpId="0" bldLvl="0" animBg="1"/>
      <p:bldP spid="14" grpId="0" bldLvl="0" animBg="1"/>
      <p:bldP spid="28" grpId="0"/>
      <p:bldP spid="30" grpId="0" bldLvl="0" animBg="1"/>
      <p:bldP spid="31" grpId="0" bldLvl="0" animBg="1"/>
      <p:bldP spid="34" grpId="0" bldLvl="0" animBg="1"/>
      <p:bldP spid="35" grpId="0" bldLvl="0" animBg="1"/>
      <p:bldP spid="36" grpId="0" bldLvl="0" animBg="1"/>
      <p:bldP spid="37" grpId="0" bldLvl="0" animBg="1"/>
      <p:bldP spid="48" grpId="0" bldLvl="0" animBg="1"/>
      <p:bldP spid="48" grpId="1" bldLvl="0" animBg="1"/>
      <p:bldP spid="49" grpId="0" bldLvl="0" animBg="1"/>
      <p:bldP spid="49" grpId="1" bldLvl="0" animBg="1"/>
      <p:bldP spid="54" grpId="0" bldLvl="0" animBg="1"/>
      <p:bldP spid="54" grpId="1" bldLvl="0" animBg="1"/>
      <p:bldP spid="60" grpId="0" bldLvl="0" animBg="1"/>
      <p:bldP spid="61" grpId="0"/>
      <p:bldP spid="62" grpId="0" bldLvl="0" animBg="1"/>
      <p:bldP spid="63" grpId="0" bldLvl="0" animBg="1"/>
      <p:bldP spid="64" grpId="0" bldLvl="0" animBg="1"/>
      <p:bldP spid="64" grpId="1" bldLvl="0" animBg="1"/>
      <p:bldP spid="65" grpId="0" bldLvl="0" animBg="1"/>
      <p:bldP spid="66" grpId="0" bldLvl="0" animBg="1"/>
      <p:bldP spid="68" grpId="0" bldLvl="0" animBg="1"/>
      <p:bldP spid="69" grpId="0" bldLvl="0" animBg="1"/>
      <p:bldP spid="70" grpId="0" bldLvl="0" animBg="1"/>
      <p:bldP spid="71" grpId="0" bldLvl="0" animBg="1"/>
      <p:bldP spid="81" grpId="0" bldLvl="0" animBg="1"/>
      <p:bldP spid="81" grpId="1" bldLvl="0" animBg="1"/>
      <p:bldP spid="85" grpId="0" bldLvl="0" animBg="1"/>
      <p:bldP spid="85" grpId="1" bldLvl="0" animBg="1"/>
      <p:bldP spid="89" grpId="0" bldLvl="0" animBg="1"/>
      <p:bldP spid="90" grpId="0" bldLvl="0" animBg="1"/>
      <p:bldP spid="91" grpId="0" bldLvl="0" animBg="1"/>
      <p:bldP spid="93" grpId="0"/>
      <p:bldP spid="94" grpId="0" bldLvl="0" animBg="1"/>
      <p:bldP spid="94" grpId="1" bldLvl="0" animBg="1"/>
      <p:bldP spid="95" grpId="0" bldLvl="0" animBg="1"/>
      <p:bldP spid="96" grpId="0" bldLvl="0" animBg="1"/>
      <p:bldP spid="98" grpId="0" bldLvl="0" animBg="1"/>
      <p:bldP spid="99" grpId="0" bldLvl="0" animBg="1"/>
      <p:bldP spid="100" grpId="0" bldLvl="0" animBg="1"/>
      <p:bldP spid="101" grpId="0" bldLvl="0" animBg="1"/>
      <p:bldP spid="109" grpId="0" bldLvl="0" animBg="1"/>
      <p:bldP spid="109" grpId="1" bldLvl="0" animBg="1"/>
      <p:bldP spid="112" grpId="0" bldLvl="0" animBg="1"/>
      <p:bldP spid="112" grpId="1" bldLvl="0" animBg="1"/>
      <p:bldP spid="116" grpId="0" bldLvl="0" animBg="1"/>
      <p:bldP spid="117" grpId="0" bldLvl="0" animBg="1"/>
      <p:bldP spid="118" grpId="0" bldLvl="0" animBg="1"/>
      <p:bldP spid="120" grpId="0"/>
      <p:bldP spid="121" grpId="0" bldLvl="0" animBg="1"/>
      <p:bldP spid="122" grpId="0" bldLvl="0" animBg="1"/>
      <p:bldP spid="124" grpId="0" bldLvl="0" animBg="1"/>
      <p:bldP spid="125" grpId="0" bldLvl="0" animBg="1"/>
      <p:bldP spid="126" grpId="0" bldLvl="0" animBg="1"/>
      <p:bldP spid="127" grpId="0" bldLvl="0" animBg="1"/>
      <p:bldP spid="134" grpId="0" bldLvl="0" animBg="1"/>
      <p:bldP spid="134" grpId="1" bldLvl="0" animBg="1"/>
      <p:bldP spid="136" grpId="0" bldLvl="0" animBg="1"/>
      <p:bldP spid="136" grpId="1" bldLvl="0" animBg="1"/>
      <p:bldP spid="138" grpId="0" bldLvl="0" animBg="1"/>
      <p:bldP spid="138" grpId="1" bldLvl="0" animBg="1"/>
      <p:bldP spid="141" grpId="0" bldLvl="0" animBg="1"/>
      <p:bldP spid="141" grpId="1" bldLvl="0" animBg="1"/>
      <p:bldP spid="143" grpId="0" bldLvl="0" animBg="1"/>
      <p:bldP spid="143" grpId="1" bldLvl="0" animBg="1"/>
      <p:bldP spid="152" grpId="0" bldLvl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椭圆 6"/>
          <p:cNvSpPr/>
          <p:nvPr/>
        </p:nvSpPr>
        <p:spPr>
          <a:xfrm>
            <a:off x="1848464" y="845575"/>
            <a:ext cx="2212258" cy="2212258"/>
          </a:xfrm>
          <a:prstGeom prst="ellipse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算法设计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" name="椭圆 7"/>
          <p:cNvSpPr/>
          <p:nvPr/>
        </p:nvSpPr>
        <p:spPr>
          <a:xfrm>
            <a:off x="8131278" y="845575"/>
            <a:ext cx="2212258" cy="2212258"/>
          </a:xfrm>
          <a:prstGeom prst="ellipse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与分析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1" name="弧形 10"/>
          <p:cNvSpPr/>
          <p:nvPr/>
        </p:nvSpPr>
        <p:spPr>
          <a:xfrm rot="7802901">
            <a:off x="4557251" y="3429000"/>
            <a:ext cx="3077497" cy="2008239"/>
          </a:xfrm>
          <a:prstGeom prst="arc">
            <a:avLst>
              <a:gd name="adj1" fmla="val 12116962"/>
              <a:gd name="adj2" fmla="val 0"/>
            </a:avLst>
          </a:prstGeom>
          <a:noFill/>
          <a:ln w="63500">
            <a:solidFill>
              <a:srgbClr val="FFC000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8761095" y="3057525"/>
            <a:ext cx="3055620" cy="380047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342900" indent="-342900" algn="l">
              <a:buFont typeface="Wingdings" panose="05000000000000000000" charset="0"/>
              <a:buChar char="n"/>
            </a:pPr>
            <a:r>
              <a:rPr lang="zh-CN" altLang="en-US" sz="2400" b="1" strike="sngStrike" dirty="0">
                <a:solidFill>
                  <a:schemeClr val="bg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深度优先遍历</a:t>
            </a:r>
            <a:endParaRPr lang="zh-CN" altLang="en-US" sz="2400" b="1" strike="sngStrike" dirty="0">
              <a:solidFill>
                <a:schemeClr val="bg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l">
              <a:buFont typeface="Wingdings" panose="05000000000000000000" charset="0"/>
              <a:buChar char="n"/>
            </a:pPr>
            <a:r>
              <a:rPr lang="zh-CN" altLang="en-US" sz="2400" b="1" dirty="0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广度优先遍历</a:t>
            </a:r>
            <a:endParaRPr lang="zh-CN" altLang="en-US" sz="2400" b="1" dirty="0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l">
              <a:buFont typeface="Wingdings" panose="05000000000000000000" charset="0"/>
              <a:buChar char="p"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回溯算法基本思想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l">
              <a:buFont typeface="Wingdings" panose="05000000000000000000" charset="0"/>
              <a:buChar char="p"/>
            </a:pP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皇后问题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l">
              <a:buFont typeface="Wingdings" panose="05000000000000000000" charset="0"/>
              <a:buChar char="p"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子集树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l">
              <a:buFont typeface="Wingdings" panose="05000000000000000000" charset="0"/>
              <a:buChar char="p"/>
            </a:pP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0-1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背包问题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l">
              <a:buFont typeface="Wingdings" panose="05000000000000000000" charset="0"/>
              <a:buChar char="p"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最大团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l">
              <a:buFont typeface="Wingdings" panose="05000000000000000000" charset="0"/>
              <a:buChar char="p"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排列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树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l">
              <a:buFont typeface="Wingdings" panose="05000000000000000000" charset="0"/>
              <a:buChar char="p"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旅行售货员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问题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342900" indent="-342900" algn="l">
              <a:buFont typeface="Wingdings" panose="05000000000000000000" charset="0"/>
              <a:buChar char="p"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图的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着色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问题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algn="l">
              <a:buFont typeface="Wingdings" panose="05000000000000000000" charset="0"/>
              <a:buNone/>
            </a:pP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960120" y="75730"/>
            <a:ext cx="3230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广度优先</a:t>
            </a:r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遍历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13" name="文本框 212"/>
          <p:cNvSpPr txBox="1"/>
          <p:nvPr>
            <p:custDataLst>
              <p:tags r:id="rId2"/>
            </p:custDataLst>
          </p:nvPr>
        </p:nvSpPr>
        <p:spPr>
          <a:xfrm>
            <a:off x="3760466" y="3972982"/>
            <a:ext cx="1281605" cy="58477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p>
            <a:r>
              <a:rPr lang="zh-CN" altLang="en-US" sz="1600" b="1" dirty="0">
                <a:solidFill>
                  <a:srgbClr val="0070C0"/>
                </a:solidFill>
              </a:rPr>
              <a:t>编号为</a:t>
            </a:r>
            <a:r>
              <a:rPr lang="en-US" altLang="zh-CN" sz="1600" b="1" dirty="0">
                <a:solidFill>
                  <a:srgbClr val="0070C0"/>
                </a:solidFill>
              </a:rPr>
              <a:t>0</a:t>
            </a:r>
            <a:r>
              <a:rPr lang="zh-CN" altLang="en-US" sz="1600" b="1" dirty="0">
                <a:solidFill>
                  <a:srgbClr val="0070C0"/>
                </a:solidFill>
              </a:rPr>
              <a:t>的顶点未访问</a:t>
            </a:r>
            <a:endParaRPr lang="zh-CN" altLang="en-US" sz="1600" dirty="0">
              <a:solidFill>
                <a:srgbClr val="0070C0"/>
              </a:solidFill>
            </a:endParaRPr>
          </a:p>
        </p:txBody>
      </p:sp>
      <p:sp>
        <p:nvSpPr>
          <p:cNvPr id="189" name="文本框 188"/>
          <p:cNvSpPr txBox="1"/>
          <p:nvPr>
            <p:custDataLst>
              <p:tags r:id="rId3"/>
            </p:custDataLst>
          </p:nvPr>
        </p:nvSpPr>
        <p:spPr>
          <a:xfrm>
            <a:off x="3513038" y="2814947"/>
            <a:ext cx="1252389" cy="58477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p>
            <a:r>
              <a:rPr lang="zh-CN" altLang="en-US" sz="1600" b="1" dirty="0">
                <a:solidFill>
                  <a:srgbClr val="0070C0"/>
                </a:solidFill>
              </a:rPr>
              <a:t>编号为</a:t>
            </a:r>
            <a:r>
              <a:rPr lang="en-US" altLang="zh-CN" sz="1600" b="1" dirty="0">
                <a:solidFill>
                  <a:srgbClr val="0070C0"/>
                </a:solidFill>
              </a:rPr>
              <a:t>1</a:t>
            </a:r>
            <a:r>
              <a:rPr lang="zh-CN" altLang="en-US" sz="1600" b="1" dirty="0">
                <a:solidFill>
                  <a:srgbClr val="0070C0"/>
                </a:solidFill>
              </a:rPr>
              <a:t>的顶点未访问</a:t>
            </a:r>
            <a:endParaRPr lang="zh-CN" altLang="en-US" sz="1600" dirty="0">
              <a:solidFill>
                <a:srgbClr val="0070C0"/>
              </a:solidFill>
            </a:endParaRPr>
          </a:p>
        </p:txBody>
      </p:sp>
      <p:sp>
        <p:nvSpPr>
          <p:cNvPr id="193" name="文本框 192"/>
          <p:cNvSpPr txBox="1"/>
          <p:nvPr>
            <p:custDataLst>
              <p:tags r:id="rId4"/>
            </p:custDataLst>
          </p:nvPr>
        </p:nvSpPr>
        <p:spPr>
          <a:xfrm>
            <a:off x="3513038" y="2814947"/>
            <a:ext cx="1252389" cy="58477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p>
            <a:r>
              <a:rPr lang="zh-CN" altLang="en-US" sz="1600" b="1" dirty="0">
                <a:solidFill>
                  <a:srgbClr val="0070C0"/>
                </a:solidFill>
              </a:rPr>
              <a:t>编号为</a:t>
            </a:r>
            <a:r>
              <a:rPr lang="en-US" altLang="zh-CN" sz="1600" b="1" dirty="0">
                <a:solidFill>
                  <a:srgbClr val="0070C0"/>
                </a:solidFill>
              </a:rPr>
              <a:t>3</a:t>
            </a:r>
            <a:r>
              <a:rPr lang="zh-CN" altLang="en-US" sz="1600" b="1" dirty="0">
                <a:solidFill>
                  <a:srgbClr val="0070C0"/>
                </a:solidFill>
              </a:rPr>
              <a:t>的顶点未访问</a:t>
            </a:r>
            <a:endParaRPr lang="zh-CN" altLang="en-US" sz="1600" dirty="0">
              <a:solidFill>
                <a:srgbClr val="0070C0"/>
              </a:solidFill>
            </a:endParaRPr>
          </a:p>
        </p:txBody>
      </p:sp>
      <p:sp>
        <p:nvSpPr>
          <p:cNvPr id="197" name="文本框 196"/>
          <p:cNvSpPr txBox="1"/>
          <p:nvPr>
            <p:custDataLst>
              <p:tags r:id="rId5"/>
            </p:custDataLst>
          </p:nvPr>
        </p:nvSpPr>
        <p:spPr>
          <a:xfrm>
            <a:off x="3513038" y="2814947"/>
            <a:ext cx="1252389" cy="58477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p>
            <a:r>
              <a:rPr lang="zh-CN" altLang="en-US" sz="1600" b="1" dirty="0">
                <a:solidFill>
                  <a:srgbClr val="0070C0"/>
                </a:solidFill>
              </a:rPr>
              <a:t>编号为</a:t>
            </a:r>
            <a:r>
              <a:rPr lang="en-US" altLang="zh-CN" sz="1600" b="1" dirty="0">
                <a:solidFill>
                  <a:srgbClr val="0070C0"/>
                </a:solidFill>
              </a:rPr>
              <a:t>4</a:t>
            </a:r>
            <a:r>
              <a:rPr lang="zh-CN" altLang="en-US" sz="1600" b="1" dirty="0">
                <a:solidFill>
                  <a:srgbClr val="0070C0"/>
                </a:solidFill>
              </a:rPr>
              <a:t>的顶点未访问</a:t>
            </a:r>
            <a:endParaRPr lang="zh-CN" altLang="en-US" sz="1600" dirty="0">
              <a:solidFill>
                <a:srgbClr val="0070C0"/>
              </a:solidFill>
            </a:endParaRPr>
          </a:p>
        </p:txBody>
      </p:sp>
      <p:sp>
        <p:nvSpPr>
          <p:cNvPr id="201" name="文本框 200"/>
          <p:cNvSpPr txBox="1"/>
          <p:nvPr>
            <p:custDataLst>
              <p:tags r:id="rId6"/>
            </p:custDataLst>
          </p:nvPr>
        </p:nvSpPr>
        <p:spPr>
          <a:xfrm>
            <a:off x="3513038" y="2814947"/>
            <a:ext cx="1572863" cy="58477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p>
            <a:r>
              <a:rPr lang="zh-CN" altLang="en-US" sz="1600" b="1" dirty="0">
                <a:solidFill>
                  <a:srgbClr val="0070C0"/>
                </a:solidFill>
              </a:rPr>
              <a:t>以编号</a:t>
            </a:r>
            <a:r>
              <a:rPr lang="en-US" altLang="zh-CN" sz="1600" b="1" dirty="0">
                <a:solidFill>
                  <a:srgbClr val="0070C0"/>
                </a:solidFill>
              </a:rPr>
              <a:t>1</a:t>
            </a:r>
            <a:r>
              <a:rPr lang="zh-CN" altLang="en-US" sz="1600" b="1" dirty="0">
                <a:solidFill>
                  <a:srgbClr val="0070C0"/>
                </a:solidFill>
              </a:rPr>
              <a:t>为初始点开始遍历</a:t>
            </a:r>
            <a:endParaRPr lang="zh-CN" altLang="en-US" sz="1600" dirty="0">
              <a:solidFill>
                <a:srgbClr val="0070C0"/>
              </a:solidFill>
            </a:endParaRPr>
          </a:p>
        </p:txBody>
      </p:sp>
      <p:sp>
        <p:nvSpPr>
          <p:cNvPr id="217" name="矩形: 圆角 216"/>
          <p:cNvSpPr/>
          <p:nvPr>
            <p:custDataLst>
              <p:tags r:id="rId7"/>
            </p:custDataLst>
          </p:nvPr>
        </p:nvSpPr>
        <p:spPr>
          <a:xfrm>
            <a:off x="44745" y="2652549"/>
            <a:ext cx="763419" cy="2468726"/>
          </a:xfrm>
          <a:prstGeom prst="roundRect">
            <a:avLst>
              <a:gd name="adj" fmla="val 6672"/>
            </a:avLst>
          </a:prstGeom>
          <a:solidFill>
            <a:srgbClr val="B50988">
              <a:alpha val="21000"/>
            </a:srgbClr>
          </a:solidFill>
          <a:ln>
            <a:solidFill>
              <a:srgbClr val="B50988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8" name="矩形: 圆角 217"/>
          <p:cNvSpPr/>
          <p:nvPr>
            <p:custDataLst>
              <p:tags r:id="rId8"/>
            </p:custDataLst>
          </p:nvPr>
        </p:nvSpPr>
        <p:spPr>
          <a:xfrm>
            <a:off x="843616" y="2652549"/>
            <a:ext cx="763419" cy="2468726"/>
          </a:xfrm>
          <a:prstGeom prst="roundRect">
            <a:avLst>
              <a:gd name="adj" fmla="val 6672"/>
            </a:avLst>
          </a:prstGeom>
          <a:solidFill>
            <a:srgbClr val="01A48D">
              <a:alpha val="21000"/>
            </a:srgbClr>
          </a:solidFill>
          <a:ln>
            <a:solidFill>
              <a:srgbClr val="01A48D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9" name="矩形: 圆角 218"/>
          <p:cNvSpPr/>
          <p:nvPr>
            <p:custDataLst>
              <p:tags r:id="rId9"/>
            </p:custDataLst>
          </p:nvPr>
        </p:nvSpPr>
        <p:spPr>
          <a:xfrm>
            <a:off x="1650174" y="2661806"/>
            <a:ext cx="763419" cy="2468726"/>
          </a:xfrm>
          <a:prstGeom prst="roundRect">
            <a:avLst>
              <a:gd name="adj" fmla="val 6672"/>
            </a:avLst>
          </a:prstGeom>
          <a:solidFill>
            <a:schemeClr val="accent2">
              <a:lumMod val="75000"/>
              <a:alpha val="21000"/>
            </a:schemeClr>
          </a:solidFill>
          <a:ln>
            <a:solidFill>
              <a:schemeClr val="accent2">
                <a:lumMod val="75000"/>
                <a:alpha val="4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>
            <p:custDataLst>
              <p:tags r:id="rId10"/>
            </p:custDataLst>
          </p:nvPr>
        </p:nvSpPr>
        <p:spPr>
          <a:xfrm>
            <a:off x="1" y="721781"/>
            <a:ext cx="8622745" cy="1430713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lnSpc>
                <a:spcPct val="120000"/>
              </a:lnSpc>
            </a:pPr>
            <a:r>
              <a:rPr lang="zh-CN" altLang="en-US" sz="2000" b="1" dirty="0">
                <a:solidFill>
                  <a:srgbClr val="7030A0"/>
                </a:solidFill>
              </a:rPr>
              <a:t>广度优先遍历</a:t>
            </a:r>
            <a:r>
              <a:rPr lang="en-US" altLang="zh-CN" sz="2000" b="1" dirty="0">
                <a:solidFill>
                  <a:srgbClr val="7030A0"/>
                </a:solidFill>
              </a:rPr>
              <a:t>(BFS)</a:t>
            </a:r>
            <a:r>
              <a:rPr lang="zh-CN" altLang="en-US" sz="2000" b="1" dirty="0">
                <a:solidFill>
                  <a:srgbClr val="0099BC"/>
                </a:solidFill>
              </a:rPr>
              <a:t>过程</a:t>
            </a:r>
            <a:endParaRPr lang="en-US" altLang="zh-CN" sz="2000" b="1" dirty="0">
              <a:solidFill>
                <a:srgbClr val="0099BC"/>
              </a:solidFill>
            </a:endParaRP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zh-CN" altLang="en-US" b="1" dirty="0"/>
              <a:t>访问</a:t>
            </a:r>
            <a:r>
              <a:rPr lang="zh-CN" altLang="en-US" b="1" dirty="0">
                <a:solidFill>
                  <a:srgbClr val="B50988"/>
                </a:solidFill>
              </a:rPr>
              <a:t>初始点</a:t>
            </a:r>
            <a:r>
              <a:rPr lang="en-US" altLang="zh-CN" b="1" dirty="0">
                <a:solidFill>
                  <a:srgbClr val="B50988"/>
                </a:solidFill>
              </a:rPr>
              <a:t>v</a:t>
            </a:r>
            <a:r>
              <a:rPr lang="zh-CN" altLang="en-US" b="1" dirty="0"/>
              <a:t>，接着访问</a:t>
            </a:r>
            <a:r>
              <a:rPr lang="en-US" altLang="zh-CN" b="1" dirty="0">
                <a:solidFill>
                  <a:srgbClr val="B50988"/>
                </a:solidFill>
              </a:rPr>
              <a:t>v</a:t>
            </a:r>
            <a:r>
              <a:rPr lang="zh-CN" altLang="en-US" b="1" dirty="0"/>
              <a:t>的所有未被访问过的</a:t>
            </a:r>
            <a:r>
              <a:rPr lang="zh-CN" altLang="en-US" b="1" dirty="0">
                <a:solidFill>
                  <a:srgbClr val="B50988"/>
                </a:solidFill>
              </a:rPr>
              <a:t>邻接点</a:t>
            </a:r>
            <a:r>
              <a:rPr lang="en-US" altLang="zh-CN" b="1" dirty="0">
                <a:solidFill>
                  <a:srgbClr val="B50988"/>
                </a:solidFill>
              </a:rPr>
              <a:t>v</a:t>
            </a:r>
            <a:r>
              <a:rPr lang="en-US" altLang="zh-CN" b="1" baseline="-25000" dirty="0">
                <a:solidFill>
                  <a:srgbClr val="B50988"/>
                </a:solidFill>
              </a:rPr>
              <a:t>1</a:t>
            </a:r>
            <a:r>
              <a:rPr lang="en-US" altLang="zh-CN" b="1" dirty="0"/>
              <a:t>,</a:t>
            </a:r>
            <a:r>
              <a:rPr lang="en-US" altLang="zh-CN" b="1" dirty="0">
                <a:solidFill>
                  <a:srgbClr val="B50988"/>
                </a:solidFill>
              </a:rPr>
              <a:t>v</a:t>
            </a:r>
            <a:r>
              <a:rPr lang="en-US" altLang="zh-CN" b="1" baseline="-25000" dirty="0">
                <a:solidFill>
                  <a:srgbClr val="B50988"/>
                </a:solidFill>
              </a:rPr>
              <a:t>2</a:t>
            </a:r>
            <a:r>
              <a:rPr lang="en-US" altLang="zh-CN" b="1" dirty="0"/>
              <a:t>,</a:t>
            </a:r>
            <a:r>
              <a:rPr lang="en-US" altLang="zh-CN" b="1" dirty="0">
                <a:solidFill>
                  <a:srgbClr val="B50988"/>
                </a:solidFill>
              </a:rPr>
              <a:t>…</a:t>
            </a:r>
            <a:r>
              <a:rPr lang="en-US" altLang="zh-CN" b="1" dirty="0"/>
              <a:t>,</a:t>
            </a:r>
            <a:r>
              <a:rPr lang="en-US" altLang="zh-CN" b="1" dirty="0" err="1">
                <a:solidFill>
                  <a:srgbClr val="B50988"/>
                </a:solidFill>
              </a:rPr>
              <a:t>v</a:t>
            </a:r>
            <a:r>
              <a:rPr lang="en-US" altLang="zh-CN" b="1" baseline="-25000" dirty="0" err="1">
                <a:solidFill>
                  <a:srgbClr val="B50988"/>
                </a:solidFill>
              </a:rPr>
              <a:t>t</a:t>
            </a:r>
            <a:endParaRPr lang="zh-CN" altLang="en-US" b="1" dirty="0">
              <a:solidFill>
                <a:srgbClr val="B50988"/>
              </a:solidFill>
            </a:endParaRP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zh-CN" altLang="en-US" b="1" dirty="0"/>
              <a:t>按照</a:t>
            </a:r>
            <a:r>
              <a:rPr lang="en-US" altLang="zh-CN" b="1" dirty="0">
                <a:solidFill>
                  <a:srgbClr val="B50988"/>
                </a:solidFill>
              </a:rPr>
              <a:t>v</a:t>
            </a:r>
            <a:r>
              <a:rPr lang="en-US" altLang="zh-CN" b="1" baseline="-25000" dirty="0">
                <a:solidFill>
                  <a:srgbClr val="B50988"/>
                </a:solidFill>
              </a:rPr>
              <a:t>1</a:t>
            </a:r>
            <a:r>
              <a:rPr lang="en-US" altLang="zh-CN" b="1" dirty="0"/>
              <a:t>,</a:t>
            </a:r>
            <a:r>
              <a:rPr lang="en-US" altLang="zh-CN" b="1" dirty="0">
                <a:solidFill>
                  <a:srgbClr val="B50988"/>
                </a:solidFill>
              </a:rPr>
              <a:t>v</a:t>
            </a:r>
            <a:r>
              <a:rPr lang="en-US" altLang="zh-CN" b="1" baseline="-25000" dirty="0">
                <a:solidFill>
                  <a:srgbClr val="B50988"/>
                </a:solidFill>
              </a:rPr>
              <a:t>2</a:t>
            </a:r>
            <a:r>
              <a:rPr lang="en-US" altLang="zh-CN" b="1" dirty="0"/>
              <a:t>,</a:t>
            </a:r>
            <a:r>
              <a:rPr lang="en-US" altLang="zh-CN" b="1" dirty="0">
                <a:solidFill>
                  <a:srgbClr val="B50988"/>
                </a:solidFill>
              </a:rPr>
              <a:t>…</a:t>
            </a:r>
            <a:r>
              <a:rPr lang="en-US" altLang="zh-CN" b="1" dirty="0"/>
              <a:t>,</a:t>
            </a:r>
            <a:r>
              <a:rPr lang="en-US" altLang="zh-CN" b="1" dirty="0" err="1">
                <a:solidFill>
                  <a:srgbClr val="B50988"/>
                </a:solidFill>
              </a:rPr>
              <a:t>v</a:t>
            </a:r>
            <a:r>
              <a:rPr lang="en-US" altLang="zh-CN" b="1" baseline="-25000" dirty="0" err="1">
                <a:solidFill>
                  <a:srgbClr val="B50988"/>
                </a:solidFill>
              </a:rPr>
              <a:t>t</a:t>
            </a:r>
            <a:r>
              <a:rPr lang="zh-CN" altLang="en-US" b="1" dirty="0"/>
              <a:t>的顺序访问每个顶点的所有未被访问过的邻接点</a:t>
            </a:r>
            <a:endParaRPr lang="zh-CN" altLang="en-US" b="1" dirty="0"/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zh-CN" altLang="en-US" b="1" dirty="0"/>
              <a:t>依次类推，直到图中所有和</a:t>
            </a:r>
            <a:r>
              <a:rPr lang="zh-CN" altLang="en-US" b="1" dirty="0">
                <a:solidFill>
                  <a:srgbClr val="B50988"/>
                </a:solidFill>
              </a:rPr>
              <a:t>初始点</a:t>
            </a:r>
            <a:r>
              <a:rPr lang="en-US" altLang="zh-CN" b="1" dirty="0">
                <a:solidFill>
                  <a:srgbClr val="B50988"/>
                </a:solidFill>
              </a:rPr>
              <a:t>v</a:t>
            </a:r>
            <a:r>
              <a:rPr lang="zh-CN" altLang="en-US" b="1" dirty="0"/>
              <a:t>有路径相通的顶点都被访问过为止 </a:t>
            </a:r>
            <a:endParaRPr lang="en-US" altLang="zh-CN" b="1" dirty="0"/>
          </a:p>
        </p:txBody>
      </p:sp>
      <p:sp>
        <p:nvSpPr>
          <p:cNvPr id="90" name="矩形 89"/>
          <p:cNvSpPr/>
          <p:nvPr>
            <p:custDataLst>
              <p:tags r:id="rId11"/>
            </p:custDataLst>
          </p:nvPr>
        </p:nvSpPr>
        <p:spPr bwMode="auto">
          <a:xfrm>
            <a:off x="6223840" y="2472724"/>
            <a:ext cx="324000" cy="35719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 cap="flat" cmpd="sng" algn="ctr">
            <a:solidFill>
              <a:srgbClr val="0070C0">
                <a:alpha val="54000"/>
              </a:srgbClr>
            </a:solidFill>
            <a:prstDash val="solid"/>
            <a:headEnd type="stealth" w="med" len="lg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ea"/>
                <a:cs typeface="Consolas" panose="020B0609020204030204" pitchFamily="49" charset="0"/>
              </a:rPr>
              <a:t>1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91" name="矩形 90"/>
          <p:cNvSpPr/>
          <p:nvPr>
            <p:custDataLst>
              <p:tags r:id="rId12"/>
            </p:custDataLst>
          </p:nvPr>
        </p:nvSpPr>
        <p:spPr bwMode="auto">
          <a:xfrm>
            <a:off x="6545789" y="2472724"/>
            <a:ext cx="252000" cy="35719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19050" cap="flat" cmpd="sng" algn="ctr">
            <a:solidFill>
              <a:srgbClr val="0070C0">
                <a:alpha val="54000"/>
              </a:srgbClr>
            </a:solidFill>
            <a:prstDash val="solid"/>
            <a:headEnd type="stealth" w="med" len="lg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92" name="矩形 91"/>
          <p:cNvSpPr/>
          <p:nvPr>
            <p:custDataLst>
              <p:tags r:id="rId13"/>
            </p:custDataLst>
          </p:nvPr>
        </p:nvSpPr>
        <p:spPr bwMode="auto">
          <a:xfrm>
            <a:off x="6968645" y="2472724"/>
            <a:ext cx="324000" cy="35719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 cap="flat" cmpd="sng" algn="ctr">
            <a:solidFill>
              <a:srgbClr val="0070C0">
                <a:alpha val="54000"/>
              </a:srgbClr>
            </a:solidFill>
            <a:prstDash val="solid"/>
            <a:headEnd type="stealth" w="med" len="lg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ea"/>
                <a:cs typeface="Consolas" panose="020B0609020204030204" pitchFamily="49" charset="0"/>
              </a:rPr>
              <a:t>3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93" name="矩形 92"/>
          <p:cNvSpPr/>
          <p:nvPr>
            <p:custDataLst>
              <p:tags r:id="rId14"/>
            </p:custDataLst>
          </p:nvPr>
        </p:nvSpPr>
        <p:spPr bwMode="auto">
          <a:xfrm>
            <a:off x="7290594" y="2472724"/>
            <a:ext cx="252000" cy="35719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19050" cap="flat" cmpd="sng" algn="ctr">
            <a:solidFill>
              <a:srgbClr val="0070C0">
                <a:alpha val="54000"/>
              </a:srgbClr>
            </a:solidFill>
            <a:prstDash val="solid"/>
            <a:headEnd type="stealth" w="med" len="lg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94" name="矩形 93"/>
          <p:cNvSpPr/>
          <p:nvPr>
            <p:custDataLst>
              <p:tags r:id="rId15"/>
            </p:custDataLst>
          </p:nvPr>
        </p:nvSpPr>
        <p:spPr bwMode="auto">
          <a:xfrm>
            <a:off x="7723200" y="2472724"/>
            <a:ext cx="324000" cy="35719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 cap="flat" cmpd="sng" algn="ctr">
            <a:solidFill>
              <a:srgbClr val="0070C0">
                <a:alpha val="54000"/>
              </a:srgbClr>
            </a:solidFill>
            <a:prstDash val="solid"/>
            <a:headEnd type="stealth" w="med" len="lg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ea"/>
                <a:cs typeface="Consolas" panose="020B0609020204030204" pitchFamily="49" charset="0"/>
              </a:rPr>
              <a:t>4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95" name="矩形 94"/>
          <p:cNvSpPr/>
          <p:nvPr>
            <p:custDataLst>
              <p:tags r:id="rId16"/>
            </p:custDataLst>
          </p:nvPr>
        </p:nvSpPr>
        <p:spPr bwMode="auto">
          <a:xfrm>
            <a:off x="8045149" y="2472724"/>
            <a:ext cx="252000" cy="35719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19050" cap="flat" cmpd="sng" algn="ctr">
            <a:solidFill>
              <a:srgbClr val="0070C0">
                <a:alpha val="54000"/>
              </a:srgbClr>
            </a:solidFill>
            <a:prstDash val="solid"/>
            <a:headEnd type="stealth" w="med" len="lg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Consolas" panose="020B0609020204030204" pitchFamily="49" charset="0"/>
              </a:rPr>
              <a:t>∧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cxnSp>
        <p:nvCxnSpPr>
          <p:cNvPr id="96" name="直接箭头连接符 95"/>
          <p:cNvCxnSpPr/>
          <p:nvPr>
            <p:custDataLst>
              <p:tags r:id="rId17"/>
            </p:custDataLst>
          </p:nvPr>
        </p:nvCxnSpPr>
        <p:spPr>
          <a:xfrm>
            <a:off x="6664853" y="2653700"/>
            <a:ext cx="324000" cy="0"/>
          </a:xfrm>
          <a:prstGeom prst="straightConnector1">
            <a:avLst/>
          </a:prstGeom>
          <a:noFill/>
          <a:ln w="38100" cap="flat" cmpd="sng" algn="ctr">
            <a:solidFill>
              <a:srgbClr val="0000FF"/>
            </a:solidFill>
            <a:prstDash val="solid"/>
            <a:tailEnd type="arrow"/>
          </a:ln>
          <a:effectLst/>
        </p:spPr>
      </p:cxnSp>
      <p:cxnSp>
        <p:nvCxnSpPr>
          <p:cNvPr id="97" name="直接箭头连接符 96"/>
          <p:cNvCxnSpPr/>
          <p:nvPr>
            <p:custDataLst>
              <p:tags r:id="rId18"/>
            </p:custDataLst>
          </p:nvPr>
        </p:nvCxnSpPr>
        <p:spPr>
          <a:xfrm>
            <a:off x="7409658" y="2661638"/>
            <a:ext cx="324000" cy="0"/>
          </a:xfrm>
          <a:prstGeom prst="straightConnector1">
            <a:avLst/>
          </a:prstGeom>
          <a:noFill/>
          <a:ln w="38100" cap="flat" cmpd="sng" algn="ctr">
            <a:solidFill>
              <a:srgbClr val="0000FF"/>
            </a:solidFill>
            <a:prstDash val="solid"/>
            <a:tailEnd type="arrow"/>
          </a:ln>
          <a:effectLst/>
        </p:spPr>
      </p:cxnSp>
      <p:sp>
        <p:nvSpPr>
          <p:cNvPr id="98" name="矩形 97"/>
          <p:cNvSpPr/>
          <p:nvPr>
            <p:custDataLst>
              <p:tags r:id="rId19"/>
            </p:custDataLst>
          </p:nvPr>
        </p:nvSpPr>
        <p:spPr bwMode="auto">
          <a:xfrm>
            <a:off x="6223840" y="3060349"/>
            <a:ext cx="324000" cy="35719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 cap="flat" cmpd="sng" algn="ctr">
            <a:solidFill>
              <a:srgbClr val="0070C0">
                <a:alpha val="54000"/>
              </a:srgbClr>
            </a:solidFill>
            <a:prstDash val="solid"/>
            <a:headEnd type="stealth" w="med" len="lg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ea"/>
                <a:cs typeface="Consolas" panose="020B0609020204030204" pitchFamily="49" charset="0"/>
              </a:rPr>
              <a:t>0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99" name="矩形 98"/>
          <p:cNvSpPr/>
          <p:nvPr>
            <p:custDataLst>
              <p:tags r:id="rId20"/>
            </p:custDataLst>
          </p:nvPr>
        </p:nvSpPr>
        <p:spPr bwMode="auto">
          <a:xfrm>
            <a:off x="6545789" y="3060349"/>
            <a:ext cx="252000" cy="35719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19050" cap="flat" cmpd="sng" algn="ctr">
            <a:solidFill>
              <a:srgbClr val="0070C0">
                <a:alpha val="54000"/>
              </a:srgbClr>
            </a:solidFill>
            <a:prstDash val="solid"/>
            <a:headEnd type="stealth" w="med" len="lg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100" name="矩形 99"/>
          <p:cNvSpPr/>
          <p:nvPr>
            <p:custDataLst>
              <p:tags r:id="rId21"/>
            </p:custDataLst>
          </p:nvPr>
        </p:nvSpPr>
        <p:spPr bwMode="auto">
          <a:xfrm>
            <a:off x="6968645" y="3060349"/>
            <a:ext cx="324000" cy="35719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 cap="flat" cmpd="sng" algn="ctr">
            <a:solidFill>
              <a:srgbClr val="0070C0">
                <a:alpha val="54000"/>
              </a:srgbClr>
            </a:solidFill>
            <a:prstDash val="solid"/>
            <a:headEnd type="stealth" w="med" len="lg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ea"/>
                <a:cs typeface="Consolas" panose="020B0609020204030204" pitchFamily="49" charset="0"/>
              </a:rPr>
              <a:t>2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101" name="矩形 100"/>
          <p:cNvSpPr/>
          <p:nvPr>
            <p:custDataLst>
              <p:tags r:id="rId22"/>
            </p:custDataLst>
          </p:nvPr>
        </p:nvSpPr>
        <p:spPr bwMode="auto">
          <a:xfrm>
            <a:off x="7290594" y="3060349"/>
            <a:ext cx="252000" cy="35719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19050" cap="flat" cmpd="sng" algn="ctr">
            <a:solidFill>
              <a:srgbClr val="0070C0">
                <a:alpha val="54000"/>
              </a:srgbClr>
            </a:solidFill>
            <a:prstDash val="solid"/>
            <a:headEnd type="stealth" w="med" len="lg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102" name="矩形 101"/>
          <p:cNvSpPr/>
          <p:nvPr>
            <p:custDataLst>
              <p:tags r:id="rId23"/>
            </p:custDataLst>
          </p:nvPr>
        </p:nvSpPr>
        <p:spPr bwMode="auto">
          <a:xfrm>
            <a:off x="7723200" y="3060349"/>
            <a:ext cx="324000" cy="35719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 cap="flat" cmpd="sng" algn="ctr">
            <a:solidFill>
              <a:srgbClr val="0070C0">
                <a:alpha val="54000"/>
              </a:srgbClr>
            </a:solidFill>
            <a:prstDash val="solid"/>
            <a:headEnd type="stealth" w="med" len="lg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ea"/>
                <a:cs typeface="Consolas" panose="020B0609020204030204" pitchFamily="49" charset="0"/>
              </a:rPr>
              <a:t>3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103" name="矩形 102"/>
          <p:cNvSpPr/>
          <p:nvPr>
            <p:custDataLst>
              <p:tags r:id="rId24"/>
            </p:custDataLst>
          </p:nvPr>
        </p:nvSpPr>
        <p:spPr bwMode="auto">
          <a:xfrm>
            <a:off x="8045149" y="3060349"/>
            <a:ext cx="252000" cy="35719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19050" cap="flat" cmpd="sng" algn="ctr">
            <a:solidFill>
              <a:schemeClr val="accent5">
                <a:lumMod val="75000"/>
                <a:alpha val="54000"/>
              </a:schemeClr>
            </a:solidFill>
            <a:prstDash val="solid"/>
            <a:headEnd type="stealth" w="med" len="lg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Consolas" panose="020B0609020204030204" pitchFamily="49" charset="0"/>
              </a:rPr>
              <a:t>∧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cxnSp>
        <p:nvCxnSpPr>
          <p:cNvPr id="104" name="直接箭头连接符 103"/>
          <p:cNvCxnSpPr/>
          <p:nvPr>
            <p:custDataLst>
              <p:tags r:id="rId25"/>
            </p:custDataLst>
          </p:nvPr>
        </p:nvCxnSpPr>
        <p:spPr>
          <a:xfrm>
            <a:off x="6664853" y="3241325"/>
            <a:ext cx="324000" cy="0"/>
          </a:xfrm>
          <a:prstGeom prst="straightConnector1">
            <a:avLst/>
          </a:prstGeom>
          <a:noFill/>
          <a:ln w="38100" cap="flat" cmpd="sng" algn="ctr">
            <a:solidFill>
              <a:srgbClr val="0000FF"/>
            </a:solidFill>
            <a:prstDash val="solid"/>
            <a:tailEnd type="arrow"/>
          </a:ln>
          <a:effectLst/>
        </p:spPr>
      </p:cxnSp>
      <p:cxnSp>
        <p:nvCxnSpPr>
          <p:cNvPr id="105" name="直接箭头连接符 104"/>
          <p:cNvCxnSpPr/>
          <p:nvPr>
            <p:custDataLst>
              <p:tags r:id="rId26"/>
            </p:custDataLst>
          </p:nvPr>
        </p:nvCxnSpPr>
        <p:spPr>
          <a:xfrm>
            <a:off x="7409658" y="3249263"/>
            <a:ext cx="324000" cy="0"/>
          </a:xfrm>
          <a:prstGeom prst="straightConnector1">
            <a:avLst/>
          </a:prstGeom>
          <a:noFill/>
          <a:ln w="38100" cap="flat" cmpd="sng" algn="ctr">
            <a:solidFill>
              <a:srgbClr val="0000FF"/>
            </a:solidFill>
            <a:prstDash val="solid"/>
            <a:tailEnd type="arrow"/>
          </a:ln>
          <a:effectLst/>
        </p:spPr>
      </p:cxnSp>
      <p:sp>
        <p:nvSpPr>
          <p:cNvPr id="106" name="矩形 105"/>
          <p:cNvSpPr/>
          <p:nvPr>
            <p:custDataLst>
              <p:tags r:id="rId27"/>
            </p:custDataLst>
          </p:nvPr>
        </p:nvSpPr>
        <p:spPr bwMode="auto">
          <a:xfrm>
            <a:off x="6223840" y="3647973"/>
            <a:ext cx="324000" cy="35719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 cap="flat" cmpd="sng" algn="ctr">
            <a:solidFill>
              <a:srgbClr val="0070C0">
                <a:alpha val="54000"/>
              </a:srgbClr>
            </a:solidFill>
            <a:prstDash val="solid"/>
            <a:headEnd type="stealth" w="med" len="lg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ea"/>
                <a:cs typeface="Consolas" panose="020B0609020204030204" pitchFamily="49" charset="0"/>
              </a:rPr>
              <a:t>1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107" name="矩形 106"/>
          <p:cNvSpPr/>
          <p:nvPr>
            <p:custDataLst>
              <p:tags r:id="rId28"/>
            </p:custDataLst>
          </p:nvPr>
        </p:nvSpPr>
        <p:spPr bwMode="auto">
          <a:xfrm>
            <a:off x="6545789" y="3647973"/>
            <a:ext cx="252000" cy="35719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19050" cap="flat" cmpd="sng" algn="ctr">
            <a:solidFill>
              <a:srgbClr val="0070C0">
                <a:alpha val="54000"/>
              </a:srgbClr>
            </a:solidFill>
            <a:prstDash val="solid"/>
            <a:headEnd type="stealth" w="med" len="lg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108" name="矩形 107"/>
          <p:cNvSpPr/>
          <p:nvPr>
            <p:custDataLst>
              <p:tags r:id="rId29"/>
            </p:custDataLst>
          </p:nvPr>
        </p:nvSpPr>
        <p:spPr bwMode="auto">
          <a:xfrm>
            <a:off x="6968645" y="3647973"/>
            <a:ext cx="324000" cy="35719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 cap="flat" cmpd="sng" algn="ctr">
            <a:solidFill>
              <a:srgbClr val="0070C0">
                <a:alpha val="54000"/>
              </a:srgbClr>
            </a:solidFill>
            <a:prstDash val="solid"/>
            <a:headEnd type="stealth" w="med" len="lg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ea"/>
                <a:cs typeface="Consolas" panose="020B0609020204030204" pitchFamily="49" charset="0"/>
              </a:rPr>
              <a:t>3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109" name="矩形 108"/>
          <p:cNvSpPr/>
          <p:nvPr>
            <p:custDataLst>
              <p:tags r:id="rId30"/>
            </p:custDataLst>
          </p:nvPr>
        </p:nvSpPr>
        <p:spPr bwMode="auto">
          <a:xfrm>
            <a:off x="7290594" y="3647973"/>
            <a:ext cx="252000" cy="35719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19050" cap="flat" cmpd="sng" algn="ctr">
            <a:solidFill>
              <a:srgbClr val="0070C0">
                <a:alpha val="54000"/>
              </a:srgbClr>
            </a:solidFill>
            <a:prstDash val="solid"/>
            <a:headEnd type="stealth" w="med" len="lg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110" name="矩形 109"/>
          <p:cNvSpPr/>
          <p:nvPr>
            <p:custDataLst>
              <p:tags r:id="rId31"/>
            </p:custDataLst>
          </p:nvPr>
        </p:nvSpPr>
        <p:spPr bwMode="auto">
          <a:xfrm>
            <a:off x="7723200" y="3647973"/>
            <a:ext cx="324000" cy="35719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 cap="flat" cmpd="sng" algn="ctr">
            <a:solidFill>
              <a:srgbClr val="0070C0">
                <a:alpha val="54000"/>
              </a:srgbClr>
            </a:solidFill>
            <a:prstDash val="solid"/>
            <a:headEnd type="stealth" w="med" len="lg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ea"/>
                <a:cs typeface="Consolas" panose="020B0609020204030204" pitchFamily="49" charset="0"/>
              </a:rPr>
              <a:t>4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111" name="矩形 110"/>
          <p:cNvSpPr/>
          <p:nvPr>
            <p:custDataLst>
              <p:tags r:id="rId32"/>
            </p:custDataLst>
          </p:nvPr>
        </p:nvSpPr>
        <p:spPr bwMode="auto">
          <a:xfrm>
            <a:off x="8045149" y="3647973"/>
            <a:ext cx="252000" cy="35719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19050" cap="flat" cmpd="sng" algn="ctr">
            <a:solidFill>
              <a:srgbClr val="0070C0">
                <a:alpha val="54000"/>
              </a:srgbClr>
            </a:solidFill>
            <a:prstDash val="solid"/>
            <a:headEnd type="stealth" w="med" len="lg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Consolas" panose="020B0609020204030204" pitchFamily="49" charset="0"/>
              </a:rPr>
              <a:t>∧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cxnSp>
        <p:nvCxnSpPr>
          <p:cNvPr id="112" name="直接箭头连接符 111"/>
          <p:cNvCxnSpPr/>
          <p:nvPr>
            <p:custDataLst>
              <p:tags r:id="rId33"/>
            </p:custDataLst>
          </p:nvPr>
        </p:nvCxnSpPr>
        <p:spPr>
          <a:xfrm>
            <a:off x="6664853" y="3828949"/>
            <a:ext cx="324000" cy="0"/>
          </a:xfrm>
          <a:prstGeom prst="straightConnector1">
            <a:avLst/>
          </a:prstGeom>
          <a:noFill/>
          <a:ln w="38100" cap="flat" cmpd="sng" algn="ctr">
            <a:solidFill>
              <a:srgbClr val="0000FF"/>
            </a:solidFill>
            <a:prstDash val="solid"/>
            <a:tailEnd type="arrow"/>
          </a:ln>
          <a:effectLst/>
        </p:spPr>
      </p:cxnSp>
      <p:cxnSp>
        <p:nvCxnSpPr>
          <p:cNvPr id="113" name="直接箭头连接符 112"/>
          <p:cNvCxnSpPr/>
          <p:nvPr>
            <p:custDataLst>
              <p:tags r:id="rId34"/>
            </p:custDataLst>
          </p:nvPr>
        </p:nvCxnSpPr>
        <p:spPr>
          <a:xfrm>
            <a:off x="7409658" y="3836887"/>
            <a:ext cx="324000" cy="0"/>
          </a:xfrm>
          <a:prstGeom prst="straightConnector1">
            <a:avLst/>
          </a:prstGeom>
          <a:noFill/>
          <a:ln w="38100" cap="flat" cmpd="sng" algn="ctr">
            <a:solidFill>
              <a:srgbClr val="0000FF"/>
            </a:solidFill>
            <a:prstDash val="solid"/>
            <a:tailEnd type="arrow"/>
          </a:ln>
          <a:effectLst/>
        </p:spPr>
      </p:cxnSp>
      <p:sp>
        <p:nvSpPr>
          <p:cNvPr id="114" name="矩形 113"/>
          <p:cNvSpPr/>
          <p:nvPr>
            <p:custDataLst>
              <p:tags r:id="rId35"/>
            </p:custDataLst>
          </p:nvPr>
        </p:nvSpPr>
        <p:spPr bwMode="auto">
          <a:xfrm>
            <a:off x="6223840" y="4817725"/>
            <a:ext cx="324000" cy="35719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 cap="flat" cmpd="sng" algn="ctr">
            <a:solidFill>
              <a:srgbClr val="0070C0">
                <a:alpha val="54000"/>
              </a:srgbClr>
            </a:solidFill>
            <a:prstDash val="solid"/>
            <a:headEnd type="stealth" w="med" len="lg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ea"/>
                <a:cs typeface="Consolas" panose="020B0609020204030204" pitchFamily="49" charset="0"/>
              </a:rPr>
              <a:t>0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115" name="矩形 114"/>
          <p:cNvSpPr/>
          <p:nvPr>
            <p:custDataLst>
              <p:tags r:id="rId36"/>
            </p:custDataLst>
          </p:nvPr>
        </p:nvSpPr>
        <p:spPr bwMode="auto">
          <a:xfrm>
            <a:off x="6545789" y="4817725"/>
            <a:ext cx="252000" cy="35719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19050" cap="flat" cmpd="sng" algn="ctr">
            <a:solidFill>
              <a:srgbClr val="0070C0">
                <a:alpha val="54000"/>
              </a:srgbClr>
            </a:solidFill>
            <a:prstDash val="solid"/>
            <a:headEnd type="stealth" w="med" len="lg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116" name="矩形 115"/>
          <p:cNvSpPr/>
          <p:nvPr>
            <p:custDataLst>
              <p:tags r:id="rId37"/>
            </p:custDataLst>
          </p:nvPr>
        </p:nvSpPr>
        <p:spPr bwMode="auto">
          <a:xfrm>
            <a:off x="6968645" y="4817725"/>
            <a:ext cx="324000" cy="35719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 cap="flat" cmpd="sng" algn="ctr">
            <a:solidFill>
              <a:srgbClr val="0070C0">
                <a:alpha val="54000"/>
              </a:srgbClr>
            </a:solidFill>
            <a:prstDash val="solid"/>
            <a:headEnd type="stealth" w="med" len="lg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ea"/>
                <a:cs typeface="Consolas" panose="020B0609020204030204" pitchFamily="49" charset="0"/>
              </a:rPr>
              <a:t>2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117" name="矩形 116"/>
          <p:cNvSpPr/>
          <p:nvPr>
            <p:custDataLst>
              <p:tags r:id="rId38"/>
            </p:custDataLst>
          </p:nvPr>
        </p:nvSpPr>
        <p:spPr bwMode="auto">
          <a:xfrm>
            <a:off x="7290594" y="4817725"/>
            <a:ext cx="252000" cy="35719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19050" cap="flat" cmpd="sng" algn="ctr">
            <a:solidFill>
              <a:srgbClr val="0070C0">
                <a:alpha val="54000"/>
              </a:srgbClr>
            </a:solidFill>
            <a:prstDash val="solid"/>
            <a:headEnd type="stealth" w="med" len="lg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118" name="矩形 117"/>
          <p:cNvSpPr/>
          <p:nvPr>
            <p:custDataLst>
              <p:tags r:id="rId39"/>
            </p:custDataLst>
          </p:nvPr>
        </p:nvSpPr>
        <p:spPr bwMode="auto">
          <a:xfrm>
            <a:off x="7723200" y="4817725"/>
            <a:ext cx="324000" cy="35719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 cap="flat" cmpd="sng" algn="ctr">
            <a:solidFill>
              <a:srgbClr val="0070C0">
                <a:alpha val="54000"/>
              </a:srgbClr>
            </a:solidFill>
            <a:prstDash val="solid"/>
            <a:headEnd type="stealth" w="med" len="lg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ea"/>
                <a:cs typeface="Consolas" panose="020B0609020204030204" pitchFamily="49" charset="0"/>
              </a:rPr>
              <a:t>3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119" name="矩形 118"/>
          <p:cNvSpPr/>
          <p:nvPr>
            <p:custDataLst>
              <p:tags r:id="rId40"/>
            </p:custDataLst>
          </p:nvPr>
        </p:nvSpPr>
        <p:spPr bwMode="auto">
          <a:xfrm>
            <a:off x="8045149" y="4817725"/>
            <a:ext cx="252000" cy="35719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19050" cap="flat" cmpd="sng" algn="ctr">
            <a:solidFill>
              <a:srgbClr val="0070C0">
                <a:alpha val="54000"/>
              </a:srgbClr>
            </a:solidFill>
            <a:prstDash val="solid"/>
            <a:headEnd type="stealth" w="med" len="lg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Consolas" panose="020B0609020204030204" pitchFamily="49" charset="0"/>
              </a:rPr>
              <a:t>∧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cxnSp>
        <p:nvCxnSpPr>
          <p:cNvPr id="120" name="直接箭头连接符 119"/>
          <p:cNvCxnSpPr/>
          <p:nvPr>
            <p:custDataLst>
              <p:tags r:id="rId41"/>
            </p:custDataLst>
          </p:nvPr>
        </p:nvCxnSpPr>
        <p:spPr>
          <a:xfrm>
            <a:off x="6664853" y="4998701"/>
            <a:ext cx="324000" cy="0"/>
          </a:xfrm>
          <a:prstGeom prst="straightConnector1">
            <a:avLst/>
          </a:prstGeom>
          <a:noFill/>
          <a:ln w="38100" cap="flat" cmpd="sng" algn="ctr">
            <a:solidFill>
              <a:srgbClr val="0000FF"/>
            </a:solidFill>
            <a:prstDash val="solid"/>
            <a:tailEnd type="arrow"/>
          </a:ln>
          <a:effectLst/>
        </p:spPr>
      </p:cxnSp>
      <p:cxnSp>
        <p:nvCxnSpPr>
          <p:cNvPr id="121" name="直接箭头连接符 120"/>
          <p:cNvCxnSpPr/>
          <p:nvPr>
            <p:custDataLst>
              <p:tags r:id="rId42"/>
            </p:custDataLst>
          </p:nvPr>
        </p:nvCxnSpPr>
        <p:spPr>
          <a:xfrm>
            <a:off x="7409658" y="5006639"/>
            <a:ext cx="324000" cy="0"/>
          </a:xfrm>
          <a:prstGeom prst="straightConnector1">
            <a:avLst/>
          </a:prstGeom>
          <a:noFill/>
          <a:ln w="38100" cap="flat" cmpd="sng" algn="ctr">
            <a:solidFill>
              <a:srgbClr val="0000FF"/>
            </a:solidFill>
            <a:prstDash val="solid"/>
            <a:tailEnd type="arrow"/>
          </a:ln>
          <a:effectLst/>
        </p:spPr>
      </p:cxnSp>
      <p:sp>
        <p:nvSpPr>
          <p:cNvPr id="122" name="矩形 121"/>
          <p:cNvSpPr/>
          <p:nvPr>
            <p:custDataLst>
              <p:tags r:id="rId43"/>
            </p:custDataLst>
          </p:nvPr>
        </p:nvSpPr>
        <p:spPr bwMode="auto">
          <a:xfrm>
            <a:off x="6223840" y="4232849"/>
            <a:ext cx="324000" cy="35719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 cap="flat" cmpd="sng" algn="ctr">
            <a:solidFill>
              <a:srgbClr val="0070C0">
                <a:alpha val="54000"/>
              </a:srgbClr>
            </a:solidFill>
            <a:prstDash val="solid"/>
            <a:headEnd type="stealth" w="med" len="lg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ea"/>
                <a:cs typeface="Consolas" panose="020B0609020204030204" pitchFamily="49" charset="0"/>
              </a:rPr>
              <a:t>0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123" name="矩形 122"/>
          <p:cNvSpPr/>
          <p:nvPr>
            <p:custDataLst>
              <p:tags r:id="rId44"/>
            </p:custDataLst>
          </p:nvPr>
        </p:nvSpPr>
        <p:spPr bwMode="auto">
          <a:xfrm>
            <a:off x="6545789" y="4232849"/>
            <a:ext cx="252000" cy="35719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19050" cap="flat" cmpd="sng" algn="ctr">
            <a:solidFill>
              <a:srgbClr val="0070C0">
                <a:alpha val="54000"/>
              </a:srgbClr>
            </a:solidFill>
            <a:prstDash val="solid"/>
            <a:headEnd type="stealth" w="med" len="lg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124" name="矩形 123"/>
          <p:cNvSpPr/>
          <p:nvPr>
            <p:custDataLst>
              <p:tags r:id="rId45"/>
            </p:custDataLst>
          </p:nvPr>
        </p:nvSpPr>
        <p:spPr bwMode="auto">
          <a:xfrm>
            <a:off x="6968645" y="4232849"/>
            <a:ext cx="324000" cy="35719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 cap="flat" cmpd="sng" algn="ctr">
            <a:solidFill>
              <a:srgbClr val="0070C0">
                <a:alpha val="54000"/>
              </a:srgbClr>
            </a:solidFill>
            <a:prstDash val="solid"/>
            <a:headEnd type="stealth" w="med" len="lg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ea"/>
                <a:cs typeface="Consolas" panose="020B0609020204030204" pitchFamily="49" charset="0"/>
              </a:rPr>
              <a:t>1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125" name="矩形 124"/>
          <p:cNvSpPr/>
          <p:nvPr>
            <p:custDataLst>
              <p:tags r:id="rId46"/>
            </p:custDataLst>
          </p:nvPr>
        </p:nvSpPr>
        <p:spPr bwMode="auto">
          <a:xfrm>
            <a:off x="7290594" y="4232849"/>
            <a:ext cx="252000" cy="35719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19050" cap="flat" cmpd="sng" algn="ctr">
            <a:solidFill>
              <a:srgbClr val="0070C0">
                <a:alpha val="54000"/>
              </a:srgbClr>
            </a:solidFill>
            <a:prstDash val="solid"/>
            <a:headEnd type="stealth" w="med" len="lg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126" name="矩形 125"/>
          <p:cNvSpPr/>
          <p:nvPr>
            <p:custDataLst>
              <p:tags r:id="rId47"/>
            </p:custDataLst>
          </p:nvPr>
        </p:nvSpPr>
        <p:spPr bwMode="auto">
          <a:xfrm>
            <a:off x="7723200" y="4232849"/>
            <a:ext cx="324000" cy="35719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 cap="flat" cmpd="sng" algn="ctr">
            <a:solidFill>
              <a:srgbClr val="0070C0">
                <a:alpha val="54000"/>
              </a:srgbClr>
            </a:solidFill>
            <a:prstDash val="solid"/>
            <a:headEnd type="stealth" w="med" len="lg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ea"/>
                <a:cs typeface="Consolas" panose="020B0609020204030204" pitchFamily="49" charset="0"/>
              </a:rPr>
              <a:t>2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127" name="矩形 126"/>
          <p:cNvSpPr/>
          <p:nvPr>
            <p:custDataLst>
              <p:tags r:id="rId48"/>
            </p:custDataLst>
          </p:nvPr>
        </p:nvSpPr>
        <p:spPr bwMode="auto">
          <a:xfrm>
            <a:off x="8045149" y="4232849"/>
            <a:ext cx="252000" cy="35719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19050" cap="flat" cmpd="sng" algn="ctr">
            <a:solidFill>
              <a:srgbClr val="0070C0">
                <a:alpha val="54000"/>
              </a:srgbClr>
            </a:solidFill>
            <a:prstDash val="solid"/>
            <a:headEnd type="stealth" w="med" len="lg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cxnSp>
        <p:nvCxnSpPr>
          <p:cNvPr id="128" name="直接箭头连接符 127"/>
          <p:cNvCxnSpPr/>
          <p:nvPr>
            <p:custDataLst>
              <p:tags r:id="rId49"/>
            </p:custDataLst>
          </p:nvPr>
        </p:nvCxnSpPr>
        <p:spPr>
          <a:xfrm>
            <a:off x="6664853" y="4413825"/>
            <a:ext cx="324000" cy="0"/>
          </a:xfrm>
          <a:prstGeom prst="straightConnector1">
            <a:avLst/>
          </a:prstGeom>
          <a:noFill/>
          <a:ln w="38100" cap="flat" cmpd="sng" algn="ctr">
            <a:solidFill>
              <a:srgbClr val="0000FF"/>
            </a:solidFill>
            <a:prstDash val="solid"/>
            <a:tailEnd type="arrow"/>
          </a:ln>
          <a:effectLst/>
        </p:spPr>
      </p:cxnSp>
      <p:cxnSp>
        <p:nvCxnSpPr>
          <p:cNvPr id="129" name="直接箭头连接符 128"/>
          <p:cNvCxnSpPr/>
          <p:nvPr>
            <p:custDataLst>
              <p:tags r:id="rId50"/>
            </p:custDataLst>
          </p:nvPr>
        </p:nvCxnSpPr>
        <p:spPr>
          <a:xfrm>
            <a:off x="7409658" y="4421763"/>
            <a:ext cx="324000" cy="0"/>
          </a:xfrm>
          <a:prstGeom prst="straightConnector1">
            <a:avLst/>
          </a:prstGeom>
          <a:noFill/>
          <a:ln w="38100" cap="flat" cmpd="sng" algn="ctr">
            <a:solidFill>
              <a:srgbClr val="0000FF"/>
            </a:solidFill>
            <a:prstDash val="solid"/>
            <a:tailEnd type="arrow"/>
          </a:ln>
          <a:effectLst/>
        </p:spPr>
      </p:cxnSp>
      <p:sp>
        <p:nvSpPr>
          <p:cNvPr id="130" name="矩形 129"/>
          <p:cNvSpPr/>
          <p:nvPr>
            <p:custDataLst>
              <p:tags r:id="rId51"/>
            </p:custDataLst>
          </p:nvPr>
        </p:nvSpPr>
        <p:spPr bwMode="auto">
          <a:xfrm>
            <a:off x="8503473" y="4232849"/>
            <a:ext cx="324000" cy="35719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 cap="flat" cmpd="sng" algn="ctr">
            <a:solidFill>
              <a:srgbClr val="0070C0">
                <a:alpha val="54000"/>
              </a:srgbClr>
            </a:solidFill>
            <a:prstDash val="solid"/>
            <a:headEnd type="stealth" w="med" len="lg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ea"/>
                <a:cs typeface="Consolas" panose="020B0609020204030204" pitchFamily="49" charset="0"/>
              </a:rPr>
              <a:t>4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131" name="矩形 130"/>
          <p:cNvSpPr/>
          <p:nvPr>
            <p:custDataLst>
              <p:tags r:id="rId52"/>
            </p:custDataLst>
          </p:nvPr>
        </p:nvSpPr>
        <p:spPr bwMode="auto">
          <a:xfrm>
            <a:off x="8825422" y="4232849"/>
            <a:ext cx="252000" cy="35719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19050" cap="flat" cmpd="sng" algn="ctr">
            <a:solidFill>
              <a:srgbClr val="0070C0">
                <a:alpha val="54000"/>
              </a:srgbClr>
            </a:solidFill>
            <a:prstDash val="solid"/>
            <a:headEnd type="stealth" w="med" len="lg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Consolas" panose="020B0609020204030204" pitchFamily="49" charset="0"/>
              </a:rPr>
              <a:t>∧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cxnSp>
        <p:nvCxnSpPr>
          <p:cNvPr id="132" name="直接箭头连接符 131"/>
          <p:cNvCxnSpPr/>
          <p:nvPr>
            <p:custDataLst>
              <p:tags r:id="rId53"/>
            </p:custDataLst>
          </p:nvPr>
        </p:nvCxnSpPr>
        <p:spPr>
          <a:xfrm>
            <a:off x="8188026" y="4421763"/>
            <a:ext cx="324000" cy="0"/>
          </a:xfrm>
          <a:prstGeom prst="straightConnector1">
            <a:avLst/>
          </a:prstGeom>
          <a:noFill/>
          <a:ln w="38100" cap="flat" cmpd="sng" algn="ctr">
            <a:solidFill>
              <a:srgbClr val="0000FF"/>
            </a:solidFill>
            <a:prstDash val="solid"/>
            <a:tailEnd type="arrow"/>
          </a:ln>
          <a:effectLst/>
        </p:spPr>
      </p:cxnSp>
      <p:sp>
        <p:nvSpPr>
          <p:cNvPr id="133" name="矩形 132"/>
          <p:cNvSpPr/>
          <p:nvPr>
            <p:custDataLst>
              <p:tags r:id="rId54"/>
            </p:custDataLst>
          </p:nvPr>
        </p:nvSpPr>
        <p:spPr bwMode="auto">
          <a:xfrm>
            <a:off x="5308163" y="2351783"/>
            <a:ext cx="450319" cy="576000"/>
          </a:xfrm>
          <a:prstGeom prst="rect">
            <a:avLst/>
          </a:prstGeom>
          <a:solidFill>
            <a:srgbClr val="F3D5EB"/>
          </a:solidFill>
          <a:ln w="25400" cap="flat" cmpd="sng" algn="ctr">
            <a:solidFill>
              <a:srgbClr val="B50988"/>
            </a:solidFill>
            <a:prstDash val="solid"/>
            <a:headEnd type="stealth" w="med" len="lg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u="none" strike="noStrike" kern="0" cap="none" spc="0" normalizeH="0" baseline="0" noProof="0" dirty="0" err="1">
                <a:ln>
                  <a:noFill/>
                </a:ln>
                <a:solidFill>
                  <a:srgbClr val="B50988"/>
                </a:solidFill>
                <a:effectLst/>
                <a:uLnTx/>
                <a:uFillTx/>
                <a:latin typeface="+mn-ea"/>
                <a:cs typeface="Consolas" panose="020B0609020204030204" pitchFamily="49" charset="0"/>
              </a:rPr>
              <a:t>v</a:t>
            </a:r>
            <a:r>
              <a:rPr kumimoji="0" lang="en-US" altLang="zh-CN" sz="2400" b="1" u="none" strike="noStrike" kern="0" cap="none" spc="0" normalizeH="0" baseline="-25000" noProof="0" dirty="0" err="1">
                <a:ln>
                  <a:noFill/>
                </a:ln>
                <a:solidFill>
                  <a:srgbClr val="B50988"/>
                </a:solidFill>
                <a:effectLst/>
                <a:uLnTx/>
                <a:uFillTx/>
                <a:latin typeface="+mn-ea"/>
                <a:cs typeface="Consolas" panose="020B0609020204030204" pitchFamily="49" charset="0"/>
              </a:rPr>
              <a:t>0</a:t>
            </a:r>
            <a:endParaRPr kumimoji="0" lang="zh-CN" altLang="en-US" sz="2400" b="1" u="none" strike="noStrike" kern="0" cap="none" spc="0" normalizeH="0" baseline="-25000" noProof="0" dirty="0">
              <a:ln>
                <a:noFill/>
              </a:ln>
              <a:solidFill>
                <a:srgbClr val="B50988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134" name="矩形 133"/>
          <p:cNvSpPr/>
          <p:nvPr>
            <p:custDataLst>
              <p:tags r:id="rId55"/>
            </p:custDataLst>
          </p:nvPr>
        </p:nvSpPr>
        <p:spPr bwMode="auto">
          <a:xfrm>
            <a:off x="5754331" y="2351783"/>
            <a:ext cx="288000" cy="576000"/>
          </a:xfrm>
          <a:prstGeom prst="rect">
            <a:avLst/>
          </a:prstGeom>
          <a:solidFill>
            <a:srgbClr val="B74F9C"/>
          </a:solidFill>
          <a:ln w="25400" cap="flat" cmpd="sng" algn="ctr">
            <a:solidFill>
              <a:srgbClr val="B50988"/>
            </a:solidFill>
            <a:prstDash val="solid"/>
            <a:headEnd type="stealth" w="med" len="lg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u="none" strike="noStrike" kern="0" cap="none" spc="0" normalizeH="0" baseline="-25000" noProof="0" dirty="0">
              <a:ln>
                <a:noFill/>
              </a:ln>
              <a:solidFill>
                <a:srgbClr val="B50988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135" name="TextBox 56"/>
          <p:cNvSpPr txBox="1"/>
          <p:nvPr>
            <p:custDataLst>
              <p:tags r:id="rId56"/>
            </p:custDataLst>
          </p:nvPr>
        </p:nvSpPr>
        <p:spPr>
          <a:xfrm>
            <a:off x="4980782" y="2465466"/>
            <a:ext cx="35719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u="none" strike="noStrike" kern="0" cap="none" spc="0" normalizeH="0" baseline="0" noProof="0" dirty="0">
                <a:ln>
                  <a:noFill/>
                </a:ln>
                <a:solidFill>
                  <a:srgbClr val="B50988"/>
                </a:solidFill>
                <a:effectLst/>
                <a:uLnTx/>
                <a:uFillTx/>
                <a:latin typeface="+mn-ea"/>
                <a:cs typeface="Consolas" panose="020B0609020204030204" pitchFamily="49" charset="0"/>
              </a:rPr>
              <a:t>0</a:t>
            </a:r>
            <a:endParaRPr kumimoji="0" lang="zh-CN" altLang="en-US" sz="2400" b="1" u="none" strike="noStrike" kern="0" cap="none" spc="0" normalizeH="0" baseline="0" noProof="0" dirty="0">
              <a:ln>
                <a:noFill/>
              </a:ln>
              <a:solidFill>
                <a:srgbClr val="B50988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cxnSp>
        <p:nvCxnSpPr>
          <p:cNvPr id="136" name="直接箭头连接符 135"/>
          <p:cNvCxnSpPr/>
          <p:nvPr>
            <p:custDataLst>
              <p:tags r:id="rId57"/>
            </p:custDataLst>
          </p:nvPr>
        </p:nvCxnSpPr>
        <p:spPr>
          <a:xfrm>
            <a:off x="5904528" y="2668816"/>
            <a:ext cx="324000" cy="0"/>
          </a:xfrm>
          <a:prstGeom prst="straightConnector1">
            <a:avLst/>
          </a:prstGeom>
          <a:noFill/>
          <a:ln w="38100" cap="flat" cmpd="sng" algn="ctr">
            <a:solidFill>
              <a:srgbClr val="0000FF"/>
            </a:solidFill>
            <a:prstDash val="solid"/>
            <a:tailEnd type="arrow"/>
          </a:ln>
          <a:effectLst/>
        </p:spPr>
      </p:cxnSp>
      <p:sp>
        <p:nvSpPr>
          <p:cNvPr id="137" name="矩形 136"/>
          <p:cNvSpPr/>
          <p:nvPr>
            <p:custDataLst>
              <p:tags r:id="rId58"/>
            </p:custDataLst>
          </p:nvPr>
        </p:nvSpPr>
        <p:spPr bwMode="auto">
          <a:xfrm>
            <a:off x="5308163" y="2941634"/>
            <a:ext cx="450319" cy="576000"/>
          </a:xfrm>
          <a:prstGeom prst="rect">
            <a:avLst/>
          </a:prstGeom>
          <a:solidFill>
            <a:srgbClr val="F3D5EB"/>
          </a:solidFill>
          <a:ln w="25400" cap="flat" cmpd="sng" algn="ctr">
            <a:solidFill>
              <a:srgbClr val="B50988"/>
            </a:solidFill>
            <a:prstDash val="solid"/>
            <a:headEnd type="stealth" w="med" len="lg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u="none" strike="noStrike" kern="0" cap="none" spc="0" normalizeH="0" baseline="0" noProof="0" dirty="0" err="1">
                <a:ln>
                  <a:noFill/>
                </a:ln>
                <a:solidFill>
                  <a:srgbClr val="B50988"/>
                </a:solidFill>
                <a:effectLst/>
                <a:uLnTx/>
                <a:uFillTx/>
                <a:latin typeface="+mn-ea"/>
                <a:cs typeface="Consolas" panose="020B0609020204030204" pitchFamily="49" charset="0"/>
              </a:rPr>
              <a:t>v</a:t>
            </a:r>
            <a:r>
              <a:rPr kumimoji="0" lang="en-US" altLang="zh-CN" sz="2400" b="1" u="none" strike="noStrike" kern="0" cap="none" spc="0" normalizeH="0" baseline="-25000" noProof="0" dirty="0" err="1">
                <a:ln>
                  <a:noFill/>
                </a:ln>
                <a:solidFill>
                  <a:srgbClr val="B50988"/>
                </a:solidFill>
                <a:effectLst/>
                <a:uLnTx/>
                <a:uFillTx/>
                <a:latin typeface="+mn-ea"/>
                <a:cs typeface="Consolas" panose="020B0609020204030204" pitchFamily="49" charset="0"/>
              </a:rPr>
              <a:t>1</a:t>
            </a:r>
            <a:endParaRPr kumimoji="0" lang="zh-CN" altLang="en-US" sz="2400" b="1" u="none" strike="noStrike" kern="0" cap="none" spc="0" normalizeH="0" baseline="-25000" noProof="0" dirty="0">
              <a:ln>
                <a:noFill/>
              </a:ln>
              <a:solidFill>
                <a:srgbClr val="B50988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138" name="矩形 137"/>
          <p:cNvSpPr/>
          <p:nvPr>
            <p:custDataLst>
              <p:tags r:id="rId59"/>
            </p:custDataLst>
          </p:nvPr>
        </p:nvSpPr>
        <p:spPr bwMode="auto">
          <a:xfrm>
            <a:off x="5754331" y="2941634"/>
            <a:ext cx="288000" cy="576000"/>
          </a:xfrm>
          <a:prstGeom prst="rect">
            <a:avLst/>
          </a:prstGeom>
          <a:solidFill>
            <a:srgbClr val="B74F9C"/>
          </a:solidFill>
          <a:ln w="25400" cap="flat" cmpd="sng" algn="ctr">
            <a:solidFill>
              <a:srgbClr val="B50988"/>
            </a:solidFill>
            <a:prstDash val="solid"/>
            <a:headEnd type="stealth" w="med" len="lg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u="none" strike="noStrike" kern="0" cap="none" spc="0" normalizeH="0" baseline="-25000" noProof="0" dirty="0">
              <a:ln>
                <a:noFill/>
              </a:ln>
              <a:solidFill>
                <a:srgbClr val="B50988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139" name="TextBox 60"/>
          <p:cNvSpPr txBox="1"/>
          <p:nvPr>
            <p:custDataLst>
              <p:tags r:id="rId60"/>
            </p:custDataLst>
          </p:nvPr>
        </p:nvSpPr>
        <p:spPr>
          <a:xfrm>
            <a:off x="4980782" y="3063637"/>
            <a:ext cx="35719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u="none" strike="noStrike" kern="0" cap="none" spc="0" normalizeH="0" baseline="0" noProof="0" dirty="0">
                <a:ln>
                  <a:noFill/>
                </a:ln>
                <a:solidFill>
                  <a:srgbClr val="B50988"/>
                </a:solidFill>
                <a:effectLst/>
                <a:uLnTx/>
                <a:uFillTx/>
                <a:latin typeface="+mn-ea"/>
                <a:cs typeface="Consolas" panose="020B0609020204030204" pitchFamily="49" charset="0"/>
              </a:rPr>
              <a:t>1</a:t>
            </a:r>
            <a:endParaRPr kumimoji="0" lang="zh-CN" altLang="en-US" sz="2400" b="1" u="none" strike="noStrike" kern="0" cap="none" spc="0" normalizeH="0" baseline="0" noProof="0" dirty="0">
              <a:ln>
                <a:noFill/>
              </a:ln>
              <a:solidFill>
                <a:srgbClr val="B50988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cxnSp>
        <p:nvCxnSpPr>
          <p:cNvPr id="140" name="直接箭头连接符 139"/>
          <p:cNvCxnSpPr/>
          <p:nvPr>
            <p:custDataLst>
              <p:tags r:id="rId61"/>
            </p:custDataLst>
          </p:nvPr>
        </p:nvCxnSpPr>
        <p:spPr>
          <a:xfrm>
            <a:off x="5904528" y="3256016"/>
            <a:ext cx="324000" cy="0"/>
          </a:xfrm>
          <a:prstGeom prst="straightConnector1">
            <a:avLst/>
          </a:prstGeom>
          <a:noFill/>
          <a:ln w="38100" cap="flat" cmpd="sng" algn="ctr">
            <a:solidFill>
              <a:srgbClr val="0000FF"/>
            </a:solidFill>
            <a:prstDash val="solid"/>
            <a:tailEnd type="arrow"/>
          </a:ln>
          <a:effectLst/>
        </p:spPr>
      </p:cxnSp>
      <p:sp>
        <p:nvSpPr>
          <p:cNvPr id="141" name="矩形 140"/>
          <p:cNvSpPr/>
          <p:nvPr>
            <p:custDataLst>
              <p:tags r:id="rId62"/>
            </p:custDataLst>
          </p:nvPr>
        </p:nvSpPr>
        <p:spPr bwMode="auto">
          <a:xfrm>
            <a:off x="5308163" y="3525994"/>
            <a:ext cx="450319" cy="576000"/>
          </a:xfrm>
          <a:prstGeom prst="rect">
            <a:avLst/>
          </a:prstGeom>
          <a:solidFill>
            <a:srgbClr val="F3D5EB"/>
          </a:solidFill>
          <a:ln w="25400" cap="flat" cmpd="sng" algn="ctr">
            <a:solidFill>
              <a:srgbClr val="B50988"/>
            </a:solidFill>
            <a:prstDash val="solid"/>
            <a:headEnd type="stealth" w="med" len="lg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u="none" strike="noStrike" kern="0" cap="none" spc="0" normalizeH="0" baseline="0" noProof="0" dirty="0" err="1">
                <a:ln>
                  <a:noFill/>
                </a:ln>
                <a:solidFill>
                  <a:srgbClr val="B50988"/>
                </a:solidFill>
                <a:effectLst/>
                <a:uLnTx/>
                <a:uFillTx/>
                <a:latin typeface="+mn-ea"/>
                <a:cs typeface="Consolas" panose="020B0609020204030204" pitchFamily="49" charset="0"/>
              </a:rPr>
              <a:t>v</a:t>
            </a:r>
            <a:r>
              <a:rPr kumimoji="0" lang="en-US" altLang="zh-CN" sz="2400" b="1" u="none" strike="noStrike" kern="0" cap="none" spc="0" normalizeH="0" baseline="-25000" noProof="0" dirty="0" err="1">
                <a:ln>
                  <a:noFill/>
                </a:ln>
                <a:solidFill>
                  <a:srgbClr val="B50988"/>
                </a:solidFill>
                <a:effectLst/>
                <a:uLnTx/>
                <a:uFillTx/>
                <a:latin typeface="+mn-ea"/>
                <a:cs typeface="Consolas" panose="020B0609020204030204" pitchFamily="49" charset="0"/>
              </a:rPr>
              <a:t>2</a:t>
            </a:r>
            <a:endParaRPr kumimoji="0" lang="zh-CN" altLang="en-US" sz="2400" b="1" u="none" strike="noStrike" kern="0" cap="none" spc="0" normalizeH="0" baseline="-25000" noProof="0" dirty="0">
              <a:ln>
                <a:noFill/>
              </a:ln>
              <a:solidFill>
                <a:srgbClr val="B50988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142" name="矩形 141"/>
          <p:cNvSpPr/>
          <p:nvPr>
            <p:custDataLst>
              <p:tags r:id="rId63"/>
            </p:custDataLst>
          </p:nvPr>
        </p:nvSpPr>
        <p:spPr bwMode="auto">
          <a:xfrm>
            <a:off x="5754331" y="3525994"/>
            <a:ext cx="288000" cy="576000"/>
          </a:xfrm>
          <a:prstGeom prst="rect">
            <a:avLst/>
          </a:prstGeom>
          <a:solidFill>
            <a:srgbClr val="B74F9C"/>
          </a:solidFill>
          <a:ln w="25400" cap="flat" cmpd="sng" algn="ctr">
            <a:solidFill>
              <a:srgbClr val="B50988"/>
            </a:solidFill>
            <a:prstDash val="solid"/>
            <a:headEnd type="stealth" w="med" len="lg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u="none" strike="noStrike" kern="0" cap="none" spc="0" normalizeH="0" baseline="-25000" noProof="0" dirty="0">
              <a:ln>
                <a:noFill/>
              </a:ln>
              <a:solidFill>
                <a:srgbClr val="B50988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143" name="TextBox 64"/>
          <p:cNvSpPr txBox="1"/>
          <p:nvPr>
            <p:custDataLst>
              <p:tags r:id="rId64"/>
            </p:custDataLst>
          </p:nvPr>
        </p:nvSpPr>
        <p:spPr>
          <a:xfrm>
            <a:off x="4980782" y="3617388"/>
            <a:ext cx="35719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u="none" strike="noStrike" kern="0" cap="none" spc="0" normalizeH="0" baseline="0" noProof="0" dirty="0">
                <a:ln>
                  <a:noFill/>
                </a:ln>
                <a:solidFill>
                  <a:srgbClr val="B50988"/>
                </a:solidFill>
                <a:effectLst/>
                <a:uLnTx/>
                <a:uFillTx/>
                <a:latin typeface="+mn-ea"/>
                <a:cs typeface="Consolas" panose="020B0609020204030204" pitchFamily="49" charset="0"/>
              </a:rPr>
              <a:t>2</a:t>
            </a:r>
            <a:endParaRPr kumimoji="0" lang="zh-CN" altLang="en-US" sz="2400" b="1" u="none" strike="noStrike" kern="0" cap="none" spc="0" normalizeH="0" baseline="0" noProof="0" dirty="0">
              <a:ln>
                <a:noFill/>
              </a:ln>
              <a:solidFill>
                <a:srgbClr val="B50988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144" name="矩形 143"/>
          <p:cNvSpPr/>
          <p:nvPr>
            <p:custDataLst>
              <p:tags r:id="rId65"/>
            </p:custDataLst>
          </p:nvPr>
        </p:nvSpPr>
        <p:spPr bwMode="auto">
          <a:xfrm>
            <a:off x="5308163" y="4113632"/>
            <a:ext cx="450319" cy="576000"/>
          </a:xfrm>
          <a:prstGeom prst="rect">
            <a:avLst/>
          </a:prstGeom>
          <a:solidFill>
            <a:srgbClr val="F3D5EB"/>
          </a:solidFill>
          <a:ln w="25400" cap="flat" cmpd="sng" algn="ctr">
            <a:solidFill>
              <a:srgbClr val="B50988"/>
            </a:solidFill>
            <a:prstDash val="solid"/>
            <a:headEnd type="stealth" w="med" len="lg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u="none" strike="noStrike" kern="0" cap="none" spc="0" normalizeH="0" baseline="0" noProof="0" dirty="0" err="1">
                <a:ln>
                  <a:noFill/>
                </a:ln>
                <a:solidFill>
                  <a:srgbClr val="B50988"/>
                </a:solidFill>
                <a:effectLst/>
                <a:uLnTx/>
                <a:uFillTx/>
                <a:latin typeface="+mn-ea"/>
                <a:cs typeface="Consolas" panose="020B0609020204030204" pitchFamily="49" charset="0"/>
              </a:rPr>
              <a:t>v</a:t>
            </a:r>
            <a:r>
              <a:rPr kumimoji="0" lang="en-US" altLang="zh-CN" sz="2400" b="1" u="none" strike="noStrike" kern="0" cap="none" spc="0" normalizeH="0" baseline="-25000" noProof="0" dirty="0" err="1">
                <a:ln>
                  <a:noFill/>
                </a:ln>
                <a:solidFill>
                  <a:srgbClr val="B50988"/>
                </a:solidFill>
                <a:effectLst/>
                <a:uLnTx/>
                <a:uFillTx/>
                <a:latin typeface="+mn-ea"/>
                <a:cs typeface="Consolas" panose="020B0609020204030204" pitchFamily="49" charset="0"/>
              </a:rPr>
              <a:t>3</a:t>
            </a:r>
            <a:endParaRPr kumimoji="0" lang="zh-CN" altLang="en-US" sz="2400" b="1" u="none" strike="noStrike" kern="0" cap="none" spc="0" normalizeH="0" baseline="-25000" noProof="0" dirty="0">
              <a:ln>
                <a:noFill/>
              </a:ln>
              <a:solidFill>
                <a:srgbClr val="B50988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145" name="矩形 144"/>
          <p:cNvSpPr/>
          <p:nvPr>
            <p:custDataLst>
              <p:tags r:id="rId66"/>
            </p:custDataLst>
          </p:nvPr>
        </p:nvSpPr>
        <p:spPr bwMode="auto">
          <a:xfrm>
            <a:off x="5754331" y="4113632"/>
            <a:ext cx="288000" cy="576000"/>
          </a:xfrm>
          <a:prstGeom prst="rect">
            <a:avLst/>
          </a:prstGeom>
          <a:solidFill>
            <a:srgbClr val="B74F9C"/>
          </a:solidFill>
          <a:ln w="25400" cap="flat" cmpd="sng" algn="ctr">
            <a:solidFill>
              <a:srgbClr val="B50988"/>
            </a:solidFill>
            <a:prstDash val="solid"/>
            <a:headEnd type="stealth" w="med" len="lg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u="none" strike="noStrike" kern="0" cap="none" spc="0" normalizeH="0" baseline="-25000" noProof="0" dirty="0">
              <a:ln>
                <a:noFill/>
              </a:ln>
              <a:solidFill>
                <a:srgbClr val="B50988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146" name="TextBox 68"/>
          <p:cNvSpPr txBox="1"/>
          <p:nvPr>
            <p:custDataLst>
              <p:tags r:id="rId67"/>
            </p:custDataLst>
          </p:nvPr>
        </p:nvSpPr>
        <p:spPr>
          <a:xfrm>
            <a:off x="4976601" y="4201063"/>
            <a:ext cx="35719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u="none" strike="noStrike" kern="0" cap="none" spc="0" normalizeH="0" baseline="0" noProof="0" dirty="0">
                <a:ln>
                  <a:noFill/>
                </a:ln>
                <a:solidFill>
                  <a:srgbClr val="B50988"/>
                </a:solidFill>
                <a:effectLst/>
                <a:uLnTx/>
                <a:uFillTx/>
                <a:latin typeface="+mn-ea"/>
                <a:cs typeface="Consolas" panose="020B0609020204030204" pitchFamily="49" charset="0"/>
              </a:rPr>
              <a:t>3</a:t>
            </a:r>
            <a:endParaRPr kumimoji="0" lang="zh-CN" altLang="en-US" sz="2400" b="1" u="none" strike="noStrike" kern="0" cap="none" spc="0" normalizeH="0" baseline="0" noProof="0" dirty="0">
              <a:ln>
                <a:noFill/>
              </a:ln>
              <a:solidFill>
                <a:srgbClr val="B50988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cxnSp>
        <p:nvCxnSpPr>
          <p:cNvPr id="147" name="直接箭头连接符 146"/>
          <p:cNvCxnSpPr/>
          <p:nvPr>
            <p:custDataLst>
              <p:tags r:id="rId68"/>
            </p:custDataLst>
          </p:nvPr>
        </p:nvCxnSpPr>
        <p:spPr>
          <a:xfrm>
            <a:off x="5904528" y="4429196"/>
            <a:ext cx="324000" cy="0"/>
          </a:xfrm>
          <a:prstGeom prst="straightConnector1">
            <a:avLst/>
          </a:prstGeom>
          <a:noFill/>
          <a:ln w="38100" cap="flat" cmpd="sng" algn="ctr">
            <a:solidFill>
              <a:srgbClr val="0000FF"/>
            </a:solidFill>
            <a:prstDash val="solid"/>
            <a:tailEnd type="arrow"/>
          </a:ln>
          <a:effectLst/>
        </p:spPr>
      </p:cxnSp>
      <p:sp>
        <p:nvSpPr>
          <p:cNvPr id="148" name="矩形 147"/>
          <p:cNvSpPr/>
          <p:nvPr>
            <p:custDataLst>
              <p:tags r:id="rId69"/>
            </p:custDataLst>
          </p:nvPr>
        </p:nvSpPr>
        <p:spPr bwMode="auto">
          <a:xfrm>
            <a:off x="5308163" y="4693333"/>
            <a:ext cx="450319" cy="576000"/>
          </a:xfrm>
          <a:prstGeom prst="rect">
            <a:avLst/>
          </a:prstGeom>
          <a:solidFill>
            <a:srgbClr val="F3D5EB"/>
          </a:solidFill>
          <a:ln w="25400" cap="flat" cmpd="sng" algn="ctr">
            <a:solidFill>
              <a:srgbClr val="B50988"/>
            </a:solidFill>
            <a:prstDash val="solid"/>
            <a:headEnd type="stealth" w="med" len="lg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u="none" strike="noStrike" kern="0" cap="none" spc="0" normalizeH="0" baseline="0" noProof="0" dirty="0" err="1">
                <a:ln>
                  <a:noFill/>
                </a:ln>
                <a:solidFill>
                  <a:srgbClr val="B50988"/>
                </a:solidFill>
                <a:effectLst/>
                <a:uLnTx/>
                <a:uFillTx/>
                <a:latin typeface="+mn-ea"/>
                <a:cs typeface="Consolas" panose="020B0609020204030204" pitchFamily="49" charset="0"/>
              </a:rPr>
              <a:t>v</a:t>
            </a:r>
            <a:r>
              <a:rPr kumimoji="0" lang="en-US" altLang="zh-CN" sz="2400" b="1" u="none" strike="noStrike" kern="0" cap="none" spc="0" normalizeH="0" baseline="-25000" noProof="0" dirty="0" err="1">
                <a:ln>
                  <a:noFill/>
                </a:ln>
                <a:solidFill>
                  <a:srgbClr val="B50988"/>
                </a:solidFill>
                <a:effectLst/>
                <a:uLnTx/>
                <a:uFillTx/>
                <a:latin typeface="+mn-ea"/>
                <a:cs typeface="Consolas" panose="020B0609020204030204" pitchFamily="49" charset="0"/>
              </a:rPr>
              <a:t>4</a:t>
            </a:r>
            <a:endParaRPr kumimoji="0" lang="zh-CN" altLang="en-US" sz="2400" b="1" u="none" strike="noStrike" kern="0" cap="none" spc="0" normalizeH="0" baseline="-25000" noProof="0" dirty="0">
              <a:ln>
                <a:noFill/>
              </a:ln>
              <a:solidFill>
                <a:srgbClr val="B50988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149" name="矩形 148"/>
          <p:cNvSpPr/>
          <p:nvPr>
            <p:custDataLst>
              <p:tags r:id="rId70"/>
            </p:custDataLst>
          </p:nvPr>
        </p:nvSpPr>
        <p:spPr bwMode="auto">
          <a:xfrm>
            <a:off x="5754331" y="4693333"/>
            <a:ext cx="288000" cy="576000"/>
          </a:xfrm>
          <a:prstGeom prst="rect">
            <a:avLst/>
          </a:prstGeom>
          <a:solidFill>
            <a:srgbClr val="B74F9C"/>
          </a:solidFill>
          <a:ln w="25400" cap="flat" cmpd="sng" algn="ctr">
            <a:solidFill>
              <a:srgbClr val="B50988"/>
            </a:solidFill>
            <a:prstDash val="solid"/>
            <a:headEnd type="stealth" w="med" len="lg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u="none" strike="noStrike" kern="0" cap="none" spc="0" normalizeH="0" baseline="-25000" noProof="0" dirty="0">
              <a:ln>
                <a:noFill/>
              </a:ln>
              <a:solidFill>
                <a:srgbClr val="B50988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150" name="TextBox 72"/>
          <p:cNvSpPr txBox="1"/>
          <p:nvPr>
            <p:custDataLst>
              <p:tags r:id="rId71"/>
            </p:custDataLst>
          </p:nvPr>
        </p:nvSpPr>
        <p:spPr>
          <a:xfrm>
            <a:off x="4980782" y="4806537"/>
            <a:ext cx="35719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u="none" strike="noStrike" kern="0" cap="none" spc="0" normalizeH="0" baseline="0" noProof="0" dirty="0">
                <a:ln>
                  <a:noFill/>
                </a:ln>
                <a:solidFill>
                  <a:srgbClr val="B50988"/>
                </a:solidFill>
                <a:effectLst/>
                <a:uLnTx/>
                <a:uFillTx/>
                <a:latin typeface="+mn-ea"/>
                <a:cs typeface="Consolas" panose="020B0609020204030204" pitchFamily="49" charset="0"/>
              </a:rPr>
              <a:t>4</a:t>
            </a:r>
            <a:endParaRPr kumimoji="0" lang="zh-CN" altLang="en-US" sz="2400" b="1" u="none" strike="noStrike" kern="0" cap="none" spc="0" normalizeH="0" baseline="0" noProof="0" dirty="0">
              <a:ln>
                <a:noFill/>
              </a:ln>
              <a:solidFill>
                <a:srgbClr val="B50988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cxnSp>
        <p:nvCxnSpPr>
          <p:cNvPr id="151" name="直接箭头连接符 150"/>
          <p:cNvCxnSpPr/>
          <p:nvPr>
            <p:custDataLst>
              <p:tags r:id="rId72"/>
            </p:custDataLst>
          </p:nvPr>
        </p:nvCxnSpPr>
        <p:spPr>
          <a:xfrm>
            <a:off x="5904528" y="3836887"/>
            <a:ext cx="324000" cy="0"/>
          </a:xfrm>
          <a:prstGeom prst="straightConnector1">
            <a:avLst/>
          </a:prstGeom>
          <a:noFill/>
          <a:ln w="38100" cap="flat" cmpd="sng" algn="ctr">
            <a:solidFill>
              <a:srgbClr val="0000FF"/>
            </a:solidFill>
            <a:prstDash val="solid"/>
            <a:tailEnd type="arrow"/>
          </a:ln>
          <a:effectLst/>
        </p:spPr>
      </p:cxnSp>
      <p:cxnSp>
        <p:nvCxnSpPr>
          <p:cNvPr id="152" name="直接箭头连接符 151"/>
          <p:cNvCxnSpPr/>
          <p:nvPr>
            <p:custDataLst>
              <p:tags r:id="rId73"/>
            </p:custDataLst>
          </p:nvPr>
        </p:nvCxnSpPr>
        <p:spPr>
          <a:xfrm>
            <a:off x="5912521" y="5006639"/>
            <a:ext cx="324000" cy="0"/>
          </a:xfrm>
          <a:prstGeom prst="straightConnector1">
            <a:avLst/>
          </a:prstGeom>
          <a:noFill/>
          <a:ln w="38100" cap="flat" cmpd="sng" algn="ctr">
            <a:solidFill>
              <a:srgbClr val="0000FF"/>
            </a:solidFill>
            <a:prstDash val="solid"/>
            <a:tailEnd type="arrow"/>
          </a:ln>
          <a:effectLst/>
        </p:spPr>
      </p:cxnSp>
      <p:sp>
        <p:nvSpPr>
          <p:cNvPr id="153" name="Oval 31"/>
          <p:cNvSpPr>
            <a:spLocks noChangeArrowheads="1"/>
          </p:cNvSpPr>
          <p:nvPr>
            <p:custDataLst>
              <p:tags r:id="rId74"/>
            </p:custDataLst>
          </p:nvPr>
        </p:nvSpPr>
        <p:spPr bwMode="auto">
          <a:xfrm>
            <a:off x="1001330" y="2967112"/>
            <a:ext cx="452705" cy="452705"/>
          </a:xfrm>
          <a:prstGeom prst="ellipse">
            <a:avLst/>
          </a:prstGeom>
          <a:solidFill>
            <a:srgbClr val="0070C0">
              <a:alpha val="63000"/>
            </a:srgbClr>
          </a:solidFill>
          <a:ln w="9525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/>
        </p:spPr>
        <p:txBody>
          <a:bodyPr wrap="none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Consolas" panose="020B0609020204030204" pitchFamily="49" charset="0"/>
              </a:rPr>
              <a:t>v</a:t>
            </a:r>
            <a:r>
              <a:rPr kumimoji="0" lang="en-US" altLang="zh-CN" sz="2000" b="1" u="none" strike="noStrike" kern="0" cap="none" spc="0" normalizeH="0" baseline="-2500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Consolas" panose="020B0609020204030204" pitchFamily="49" charset="0"/>
              </a:rPr>
              <a:t>1</a:t>
            </a:r>
            <a:endParaRPr kumimoji="0" lang="en-US" altLang="zh-CN" sz="2000" b="1" u="none" strike="noStrike" kern="0" cap="none" spc="0" normalizeH="0" baseline="-2500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154" name="Oval 31"/>
          <p:cNvSpPr>
            <a:spLocks noChangeArrowheads="1"/>
          </p:cNvSpPr>
          <p:nvPr>
            <p:custDataLst>
              <p:tags r:id="rId75"/>
            </p:custDataLst>
          </p:nvPr>
        </p:nvSpPr>
        <p:spPr bwMode="auto">
          <a:xfrm>
            <a:off x="1001330" y="3655957"/>
            <a:ext cx="452705" cy="452705"/>
          </a:xfrm>
          <a:prstGeom prst="ellipse">
            <a:avLst/>
          </a:prstGeom>
          <a:solidFill>
            <a:srgbClr val="0070C0">
              <a:alpha val="63000"/>
            </a:srgbClr>
          </a:solidFill>
          <a:ln w="9525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/>
        </p:spPr>
        <p:txBody>
          <a:bodyPr wrap="none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Consolas" panose="020B0609020204030204" pitchFamily="49" charset="0"/>
              </a:rPr>
              <a:t>v</a:t>
            </a:r>
            <a:r>
              <a:rPr kumimoji="0" lang="en-US" altLang="zh-CN" sz="2000" b="1" u="none" strike="noStrike" kern="0" cap="none" spc="0" normalizeH="0" baseline="-2500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Consolas" panose="020B0609020204030204" pitchFamily="49" charset="0"/>
              </a:rPr>
              <a:t>3</a:t>
            </a:r>
            <a:endParaRPr kumimoji="0" lang="en-US" altLang="zh-CN" sz="2000" b="1" u="none" strike="noStrike" kern="0" cap="none" spc="0" normalizeH="0" baseline="-2500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155" name="Oval 31"/>
          <p:cNvSpPr>
            <a:spLocks noChangeArrowheads="1"/>
          </p:cNvSpPr>
          <p:nvPr>
            <p:custDataLst>
              <p:tags r:id="rId76"/>
            </p:custDataLst>
          </p:nvPr>
        </p:nvSpPr>
        <p:spPr bwMode="auto">
          <a:xfrm>
            <a:off x="1001330" y="4344802"/>
            <a:ext cx="452705" cy="452705"/>
          </a:xfrm>
          <a:prstGeom prst="ellipse">
            <a:avLst/>
          </a:prstGeom>
          <a:solidFill>
            <a:srgbClr val="0070C0">
              <a:alpha val="63000"/>
            </a:srgbClr>
          </a:solidFill>
          <a:ln w="9525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/>
        </p:spPr>
        <p:txBody>
          <a:bodyPr wrap="none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Consolas" panose="020B0609020204030204" pitchFamily="49" charset="0"/>
              </a:rPr>
              <a:t>v</a:t>
            </a:r>
            <a:r>
              <a:rPr kumimoji="0" lang="en-US" altLang="zh-CN" sz="2000" b="1" u="none" strike="noStrike" kern="0" cap="none" spc="0" normalizeH="0" baseline="-2500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Consolas" panose="020B0609020204030204" pitchFamily="49" charset="0"/>
              </a:rPr>
              <a:t>4</a:t>
            </a:r>
            <a:endParaRPr kumimoji="0" lang="en-US" altLang="zh-CN" sz="2000" b="1" u="none" strike="noStrike" kern="0" cap="none" spc="0" normalizeH="0" baseline="-2500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156" name="Oval 31"/>
          <p:cNvSpPr>
            <a:spLocks noChangeArrowheads="1"/>
          </p:cNvSpPr>
          <p:nvPr>
            <p:custDataLst>
              <p:tags r:id="rId77"/>
            </p:custDataLst>
          </p:nvPr>
        </p:nvSpPr>
        <p:spPr bwMode="auto">
          <a:xfrm>
            <a:off x="246890" y="3655957"/>
            <a:ext cx="452705" cy="452705"/>
          </a:xfrm>
          <a:prstGeom prst="ellipse">
            <a:avLst/>
          </a:prstGeom>
          <a:solidFill>
            <a:srgbClr val="0070C0">
              <a:alpha val="63000"/>
            </a:srgbClr>
          </a:solidFill>
          <a:ln w="9525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/>
        </p:spPr>
        <p:txBody>
          <a:bodyPr wrap="none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Consolas" panose="020B0609020204030204" pitchFamily="49" charset="0"/>
              </a:rPr>
              <a:t>v</a:t>
            </a:r>
            <a:r>
              <a:rPr kumimoji="0" lang="en-US" altLang="zh-CN" sz="2000" b="1" u="none" strike="noStrike" kern="0" cap="none" spc="0" normalizeH="0" baseline="-2500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Consolas" panose="020B0609020204030204" pitchFamily="49" charset="0"/>
              </a:rPr>
              <a:t>2</a:t>
            </a:r>
            <a:endParaRPr kumimoji="0" lang="en-US" altLang="zh-CN" sz="2000" b="1" u="none" strike="noStrike" kern="0" cap="none" spc="0" normalizeH="0" baseline="-2500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157" name="Oval 31"/>
          <p:cNvSpPr>
            <a:spLocks noChangeArrowheads="1"/>
          </p:cNvSpPr>
          <p:nvPr>
            <p:custDataLst>
              <p:tags r:id="rId78"/>
            </p:custDataLst>
          </p:nvPr>
        </p:nvSpPr>
        <p:spPr bwMode="auto">
          <a:xfrm>
            <a:off x="1755770" y="3655957"/>
            <a:ext cx="452705" cy="452705"/>
          </a:xfrm>
          <a:prstGeom prst="ellipse">
            <a:avLst/>
          </a:prstGeom>
          <a:solidFill>
            <a:srgbClr val="0070C0">
              <a:alpha val="63000"/>
            </a:srgbClr>
          </a:solidFill>
          <a:ln w="9525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/>
        </p:spPr>
        <p:txBody>
          <a:bodyPr wrap="none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Consolas" panose="020B0609020204030204" pitchFamily="49" charset="0"/>
              </a:rPr>
              <a:t>v</a:t>
            </a:r>
            <a:r>
              <a:rPr kumimoji="0" lang="en-US" altLang="zh-CN" sz="2000" b="1" u="none" strike="noStrike" kern="0" cap="none" spc="0" normalizeH="0" baseline="-2500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Consolas" panose="020B0609020204030204" pitchFamily="49" charset="0"/>
              </a:rPr>
              <a:t>0</a:t>
            </a:r>
            <a:endParaRPr kumimoji="0" lang="en-US" altLang="zh-CN" sz="2000" b="1" u="none" strike="noStrike" kern="0" cap="none" spc="0" normalizeH="0" baseline="-2500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cxnSp>
        <p:nvCxnSpPr>
          <p:cNvPr id="158" name="直接连接符 157"/>
          <p:cNvCxnSpPr>
            <a:stCxn id="153" idx="2"/>
            <a:endCxn id="156" idx="0"/>
          </p:cNvCxnSpPr>
          <p:nvPr>
            <p:custDataLst>
              <p:tags r:id="rId79"/>
            </p:custDataLst>
          </p:nvPr>
        </p:nvCxnSpPr>
        <p:spPr>
          <a:xfrm flipH="1">
            <a:off x="473243" y="3193465"/>
            <a:ext cx="528087" cy="462492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直接连接符 158"/>
          <p:cNvCxnSpPr>
            <a:endCxn id="157" idx="0"/>
          </p:cNvCxnSpPr>
          <p:nvPr>
            <p:custDataLst>
              <p:tags r:id="rId80"/>
            </p:custDataLst>
          </p:nvPr>
        </p:nvCxnSpPr>
        <p:spPr>
          <a:xfrm>
            <a:off x="1454035" y="3193465"/>
            <a:ext cx="528087" cy="462492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直接连接符 159"/>
          <p:cNvCxnSpPr>
            <a:stCxn id="156" idx="4"/>
            <a:endCxn id="155" idx="2"/>
          </p:cNvCxnSpPr>
          <p:nvPr>
            <p:custDataLst>
              <p:tags r:id="rId81"/>
            </p:custDataLst>
          </p:nvPr>
        </p:nvCxnSpPr>
        <p:spPr>
          <a:xfrm>
            <a:off x="473243" y="4108662"/>
            <a:ext cx="528087" cy="462492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直接连接符 160"/>
          <p:cNvCxnSpPr>
            <a:stCxn id="157" idx="4"/>
            <a:endCxn id="155" idx="6"/>
          </p:cNvCxnSpPr>
          <p:nvPr>
            <p:custDataLst>
              <p:tags r:id="rId82"/>
            </p:custDataLst>
          </p:nvPr>
        </p:nvCxnSpPr>
        <p:spPr>
          <a:xfrm flipH="1">
            <a:off x="1454035" y="4108662"/>
            <a:ext cx="528087" cy="462492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直接连接符 161"/>
          <p:cNvCxnSpPr>
            <a:stCxn id="153" idx="4"/>
            <a:endCxn id="154" idx="0"/>
          </p:cNvCxnSpPr>
          <p:nvPr>
            <p:custDataLst>
              <p:tags r:id="rId83"/>
            </p:custDataLst>
          </p:nvPr>
        </p:nvCxnSpPr>
        <p:spPr>
          <a:xfrm>
            <a:off x="1227682" y="3419817"/>
            <a:ext cx="0" cy="23614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直接连接符 162"/>
          <p:cNvCxnSpPr>
            <a:stCxn id="154" idx="4"/>
            <a:endCxn id="155" idx="0"/>
          </p:cNvCxnSpPr>
          <p:nvPr>
            <p:custDataLst>
              <p:tags r:id="rId84"/>
            </p:custDataLst>
          </p:nvPr>
        </p:nvCxnSpPr>
        <p:spPr>
          <a:xfrm>
            <a:off x="1227682" y="4108662"/>
            <a:ext cx="0" cy="236140"/>
          </a:xfrm>
          <a:prstGeom prst="line">
            <a:avLst/>
          </a:prstGeom>
          <a:ln w="317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直接连接符 163"/>
          <p:cNvCxnSpPr>
            <a:stCxn id="156" idx="6"/>
            <a:endCxn id="154" idx="2"/>
          </p:cNvCxnSpPr>
          <p:nvPr>
            <p:custDataLst>
              <p:tags r:id="rId85"/>
            </p:custDataLst>
          </p:nvPr>
        </p:nvCxnSpPr>
        <p:spPr>
          <a:xfrm>
            <a:off x="699595" y="3882310"/>
            <a:ext cx="301735" cy="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直接连接符 164"/>
          <p:cNvCxnSpPr>
            <a:stCxn id="154" idx="6"/>
            <a:endCxn id="157" idx="2"/>
          </p:cNvCxnSpPr>
          <p:nvPr>
            <p:custDataLst>
              <p:tags r:id="rId86"/>
            </p:custDataLst>
          </p:nvPr>
        </p:nvCxnSpPr>
        <p:spPr>
          <a:xfrm>
            <a:off x="1454035" y="3882310"/>
            <a:ext cx="301735" cy="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" name="文本框 165"/>
          <p:cNvSpPr txBox="1"/>
          <p:nvPr>
            <p:custDataLst>
              <p:tags r:id="rId87"/>
            </p:custDataLst>
          </p:nvPr>
        </p:nvSpPr>
        <p:spPr>
          <a:xfrm>
            <a:off x="2103719" y="3709308"/>
            <a:ext cx="392353" cy="369332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b="1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ea"/>
                <a:cs typeface="Consolas" panose="020B0609020204030204" pitchFamily="49" charset="0"/>
              </a:rPr>
              <a:t>0</a:t>
            </a:r>
            <a:endParaRPr kumimoji="0" lang="zh-CN" altLang="en-US" b="1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167" name="文本框 166"/>
          <p:cNvSpPr txBox="1"/>
          <p:nvPr>
            <p:custDataLst>
              <p:tags r:id="rId88"/>
            </p:custDataLst>
          </p:nvPr>
        </p:nvSpPr>
        <p:spPr>
          <a:xfrm>
            <a:off x="1038820" y="2686894"/>
            <a:ext cx="392353" cy="369332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b="1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ea"/>
                <a:cs typeface="Consolas" panose="020B0609020204030204" pitchFamily="49" charset="0"/>
              </a:rPr>
              <a:t>1</a:t>
            </a:r>
            <a:endParaRPr kumimoji="0" lang="zh-CN" altLang="en-US" b="1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168" name="文本框 167"/>
          <p:cNvSpPr txBox="1"/>
          <p:nvPr>
            <p:custDataLst>
              <p:tags r:id="rId89"/>
            </p:custDataLst>
          </p:nvPr>
        </p:nvSpPr>
        <p:spPr>
          <a:xfrm>
            <a:off x="-36894" y="3713998"/>
            <a:ext cx="392353" cy="369332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b="1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ea"/>
                <a:cs typeface="Consolas" panose="020B0609020204030204" pitchFamily="49" charset="0"/>
              </a:rPr>
              <a:t>2</a:t>
            </a:r>
            <a:endParaRPr kumimoji="0" lang="zh-CN" altLang="en-US" b="1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169" name="文本框 168"/>
          <p:cNvSpPr txBox="1"/>
          <p:nvPr>
            <p:custDataLst>
              <p:tags r:id="rId90"/>
            </p:custDataLst>
          </p:nvPr>
        </p:nvSpPr>
        <p:spPr>
          <a:xfrm>
            <a:off x="1030118" y="4750245"/>
            <a:ext cx="392353" cy="369332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b="1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ea"/>
                <a:cs typeface="Consolas" panose="020B0609020204030204" pitchFamily="49" charset="0"/>
              </a:rPr>
              <a:t>4</a:t>
            </a:r>
            <a:endParaRPr kumimoji="0" lang="zh-CN" altLang="en-US" b="1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170" name="文本框 169"/>
          <p:cNvSpPr txBox="1"/>
          <p:nvPr>
            <p:custDataLst>
              <p:tags r:id="rId91"/>
            </p:custDataLst>
          </p:nvPr>
        </p:nvSpPr>
        <p:spPr>
          <a:xfrm>
            <a:off x="1238890" y="3464679"/>
            <a:ext cx="392353" cy="369332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b="1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ea"/>
                <a:cs typeface="Consolas" panose="020B0609020204030204" pitchFamily="49" charset="0"/>
              </a:rPr>
              <a:t>3</a:t>
            </a:r>
            <a:endParaRPr kumimoji="0" lang="zh-CN" altLang="en-US" b="1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175" name="文本框 174"/>
          <p:cNvSpPr txBox="1"/>
          <p:nvPr>
            <p:custDataLst>
              <p:tags r:id="rId92"/>
            </p:custDataLst>
          </p:nvPr>
        </p:nvSpPr>
        <p:spPr>
          <a:xfrm>
            <a:off x="-1" y="2178791"/>
            <a:ext cx="4134395" cy="40011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zh-CN" altLang="en-US" sz="2000" b="1" dirty="0">
                <a:solidFill>
                  <a:srgbClr val="0099BC"/>
                </a:solidFill>
              </a:rPr>
              <a:t>从顶点</a:t>
            </a:r>
            <a:r>
              <a:rPr lang="en-US" altLang="zh-CN" sz="2000" b="1" dirty="0">
                <a:solidFill>
                  <a:srgbClr val="B50988"/>
                </a:solidFill>
              </a:rPr>
              <a:t>v</a:t>
            </a:r>
            <a:r>
              <a:rPr lang="en-US" altLang="zh-CN" sz="2000" b="1" baseline="-25000" dirty="0">
                <a:solidFill>
                  <a:srgbClr val="B50988"/>
                </a:solidFill>
              </a:rPr>
              <a:t>2</a:t>
            </a:r>
            <a:r>
              <a:rPr lang="zh-CN" altLang="en-US" sz="2000" b="1" dirty="0">
                <a:solidFill>
                  <a:srgbClr val="0099BC"/>
                </a:solidFill>
              </a:rPr>
              <a:t>开始的</a:t>
            </a:r>
            <a:r>
              <a:rPr lang="zh-CN" altLang="en-US" sz="2000" b="1" dirty="0">
                <a:solidFill>
                  <a:srgbClr val="7030A0"/>
                </a:solidFill>
              </a:rPr>
              <a:t>广度优先遍历</a:t>
            </a:r>
            <a:r>
              <a:rPr lang="en-US" altLang="zh-CN" sz="2000" b="1" dirty="0">
                <a:solidFill>
                  <a:srgbClr val="7030A0"/>
                </a:solidFill>
              </a:rPr>
              <a:t>(BFS)</a:t>
            </a:r>
            <a:endParaRPr lang="zh-CN" altLang="en-US" sz="2000" dirty="0">
              <a:solidFill>
                <a:srgbClr val="7030A0"/>
              </a:solidFill>
            </a:endParaRPr>
          </a:p>
        </p:txBody>
      </p:sp>
      <p:sp>
        <p:nvSpPr>
          <p:cNvPr id="176" name="Text Box 26"/>
          <p:cNvSpPr txBox="1">
            <a:spLocks noChangeArrowheads="1"/>
          </p:cNvSpPr>
          <p:nvPr>
            <p:custDataLst>
              <p:tags r:id="rId93"/>
            </p:custDataLst>
          </p:nvPr>
        </p:nvSpPr>
        <p:spPr bwMode="auto">
          <a:xfrm>
            <a:off x="0" y="5461169"/>
            <a:ext cx="3719932" cy="40011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p>
            <a:pPr marL="284480" indent="-284480" algn="l">
              <a:buFont typeface="Wingdings" panose="05000000000000000000" pitchFamily="2" charset="2"/>
              <a:buChar char="n"/>
            </a:pPr>
            <a:r>
              <a:rPr lang="zh-CN" altLang="en-US" sz="2000" b="1" dirty="0">
                <a:solidFill>
                  <a:srgbClr val="7030A0"/>
                </a:solidFill>
              </a:rPr>
              <a:t>广度优先遍历</a:t>
            </a:r>
            <a:r>
              <a:rPr lang="en-US" altLang="zh-CN" sz="2000" b="1" dirty="0">
                <a:solidFill>
                  <a:srgbClr val="7030A0"/>
                </a:solidFill>
              </a:rPr>
              <a:t>(BFS)</a:t>
            </a:r>
            <a:r>
              <a:rPr lang="zh-CN" altLang="en-US" sz="2000" b="1" dirty="0">
                <a:solidFill>
                  <a:srgbClr val="0099BC"/>
                </a:solidFill>
              </a:rPr>
              <a:t>序列：</a:t>
            </a:r>
            <a:endParaRPr kumimoji="1" lang="zh-CN" altLang="en-US" sz="2000" b="1" dirty="0">
              <a:solidFill>
                <a:srgbClr val="0099BC"/>
              </a:solidFill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177" name="Text Box 26"/>
          <p:cNvSpPr txBox="1">
            <a:spLocks noChangeArrowheads="1"/>
          </p:cNvSpPr>
          <p:nvPr>
            <p:custDataLst>
              <p:tags r:id="rId94"/>
            </p:custDataLst>
          </p:nvPr>
        </p:nvSpPr>
        <p:spPr bwMode="auto">
          <a:xfrm>
            <a:off x="3292019" y="5461169"/>
            <a:ext cx="311793" cy="40011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p>
            <a:pPr algn="l"/>
            <a:r>
              <a:rPr kumimoji="1" lang="en-US" altLang="zh-CN" sz="2000" b="1" dirty="0">
                <a:solidFill>
                  <a:srgbClr val="B50988"/>
                </a:solidFill>
                <a:latin typeface="+mn-ea"/>
                <a:cs typeface="Consolas" panose="020B0609020204030204" pitchFamily="49" charset="0"/>
              </a:rPr>
              <a:t>2</a:t>
            </a:r>
            <a:endParaRPr kumimoji="1" lang="zh-CN" altLang="en-US" sz="2000" b="1" dirty="0"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182" name="矩形 181"/>
          <p:cNvSpPr/>
          <p:nvPr>
            <p:custDataLst>
              <p:tags r:id="rId95"/>
            </p:custDataLst>
          </p:nvPr>
        </p:nvSpPr>
        <p:spPr>
          <a:xfrm>
            <a:off x="2496825" y="2932608"/>
            <a:ext cx="252000" cy="347134"/>
          </a:xfrm>
          <a:prstGeom prst="rect">
            <a:avLst/>
          </a:prstGeom>
          <a:solidFill>
            <a:srgbClr val="B50988">
              <a:alpha val="68000"/>
            </a:srgbClr>
          </a:solidFill>
          <a:ln w="19050">
            <a:solidFill>
              <a:srgbClr val="B50988"/>
            </a:solidFill>
          </a:ln>
          <a:effec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en-US" altLang="zh-CN" sz="2000" b="1" dirty="0">
                <a:solidFill>
                  <a:schemeClr val="bg1"/>
                </a:solidFill>
              </a:rPr>
              <a:t>2</a:t>
            </a:r>
            <a:endParaRPr kumimoji="1" lang="zh-CN" altLang="en-US" sz="2000" b="1" dirty="0">
              <a:solidFill>
                <a:schemeClr val="bg1"/>
              </a:solidFill>
            </a:endParaRPr>
          </a:p>
        </p:txBody>
      </p:sp>
      <p:sp>
        <p:nvSpPr>
          <p:cNvPr id="183" name="矩形 182"/>
          <p:cNvSpPr/>
          <p:nvPr>
            <p:custDataLst>
              <p:tags r:id="rId96"/>
            </p:custDataLst>
          </p:nvPr>
        </p:nvSpPr>
        <p:spPr>
          <a:xfrm>
            <a:off x="2748825" y="2932608"/>
            <a:ext cx="252000" cy="34713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rgbClr val="B50988"/>
            </a:solidFill>
          </a:ln>
          <a:effec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en-US" altLang="zh-CN" sz="2000" b="1" dirty="0">
                <a:solidFill>
                  <a:schemeClr val="tx1"/>
                </a:solidFill>
              </a:rPr>
              <a:t>1</a:t>
            </a:r>
            <a:endParaRPr kumimoji="1" lang="zh-CN" altLang="en-US" sz="2000" b="1" dirty="0">
              <a:solidFill>
                <a:schemeClr val="tx1"/>
              </a:solidFill>
            </a:endParaRPr>
          </a:p>
        </p:txBody>
      </p:sp>
      <p:sp>
        <p:nvSpPr>
          <p:cNvPr id="184" name="矩形 183"/>
          <p:cNvSpPr/>
          <p:nvPr>
            <p:custDataLst>
              <p:tags r:id="rId97"/>
            </p:custDataLst>
          </p:nvPr>
        </p:nvSpPr>
        <p:spPr>
          <a:xfrm>
            <a:off x="3000825" y="2932608"/>
            <a:ext cx="252000" cy="34713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rgbClr val="B50988"/>
            </a:solidFill>
          </a:ln>
          <a:effec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en-US" altLang="zh-CN" sz="2000" b="1" dirty="0">
                <a:solidFill>
                  <a:schemeClr val="tx1"/>
                </a:solidFill>
              </a:rPr>
              <a:t>3</a:t>
            </a:r>
            <a:endParaRPr kumimoji="1" lang="zh-CN" altLang="en-US" sz="2000" b="1" dirty="0">
              <a:solidFill>
                <a:schemeClr val="tx1"/>
              </a:solidFill>
            </a:endParaRPr>
          </a:p>
        </p:txBody>
      </p:sp>
      <p:sp>
        <p:nvSpPr>
          <p:cNvPr id="185" name="矩形 184"/>
          <p:cNvSpPr/>
          <p:nvPr>
            <p:custDataLst>
              <p:tags r:id="rId98"/>
            </p:custDataLst>
          </p:nvPr>
        </p:nvSpPr>
        <p:spPr>
          <a:xfrm>
            <a:off x="3252825" y="2932608"/>
            <a:ext cx="252000" cy="34713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rgbClr val="B50988"/>
            </a:solidFill>
          </a:ln>
          <a:effec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en-US" altLang="zh-CN" sz="2000" b="1" dirty="0">
                <a:solidFill>
                  <a:schemeClr val="tx1"/>
                </a:solidFill>
              </a:rPr>
              <a:t>4</a:t>
            </a:r>
            <a:endParaRPr kumimoji="1" lang="zh-CN" altLang="en-US" sz="2000" b="1" dirty="0">
              <a:solidFill>
                <a:schemeClr val="tx1"/>
              </a:solidFill>
            </a:endParaRPr>
          </a:p>
        </p:txBody>
      </p:sp>
      <p:sp>
        <p:nvSpPr>
          <p:cNvPr id="187" name="箭头: 下 186"/>
          <p:cNvSpPr/>
          <p:nvPr>
            <p:custDataLst>
              <p:tags r:id="rId99"/>
            </p:custDataLst>
          </p:nvPr>
        </p:nvSpPr>
        <p:spPr>
          <a:xfrm>
            <a:off x="2767695" y="2629486"/>
            <a:ext cx="202607" cy="252536"/>
          </a:xfrm>
          <a:prstGeom prst="downArrow">
            <a:avLst>
              <a:gd name="adj1" fmla="val 50000"/>
              <a:gd name="adj2" fmla="val 59402"/>
            </a:avLst>
          </a:prstGeom>
          <a:solidFill>
            <a:srgbClr val="FF0000">
              <a:alpha val="23000"/>
            </a:srgbClr>
          </a:solidFill>
          <a:ln>
            <a:solidFill>
              <a:srgbClr val="FF0000">
                <a:alpha val="40000"/>
              </a:srgb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1" name="Text Box 26"/>
          <p:cNvSpPr txBox="1">
            <a:spLocks noChangeArrowheads="1"/>
          </p:cNvSpPr>
          <p:nvPr>
            <p:custDataLst>
              <p:tags r:id="rId100"/>
            </p:custDataLst>
          </p:nvPr>
        </p:nvSpPr>
        <p:spPr bwMode="auto">
          <a:xfrm>
            <a:off x="3764756" y="5461169"/>
            <a:ext cx="318564" cy="40011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p>
            <a:pPr algn="l"/>
            <a:r>
              <a:rPr kumimoji="1" lang="en-US" altLang="zh-CN" sz="2000" b="1" dirty="0">
                <a:solidFill>
                  <a:srgbClr val="B50988"/>
                </a:solidFill>
                <a:latin typeface="+mn-ea"/>
                <a:cs typeface="Consolas" panose="020B0609020204030204" pitchFamily="49" charset="0"/>
              </a:rPr>
              <a:t>1</a:t>
            </a:r>
            <a:endParaRPr kumimoji="1" lang="zh-CN" altLang="en-US" sz="2000" b="1" dirty="0">
              <a:latin typeface="+mn-ea"/>
              <a:cs typeface="Consolas" panose="020B0609020204030204" pitchFamily="49" charset="0"/>
            </a:endParaRPr>
          </a:p>
        </p:txBody>
      </p:sp>
      <p:cxnSp>
        <p:nvCxnSpPr>
          <p:cNvPr id="192" name="直接箭头连接符 191"/>
          <p:cNvCxnSpPr/>
          <p:nvPr>
            <p:custDataLst>
              <p:tags r:id="rId101"/>
            </p:custDataLst>
          </p:nvPr>
        </p:nvCxnSpPr>
        <p:spPr>
          <a:xfrm flipV="1">
            <a:off x="391544" y="3088780"/>
            <a:ext cx="571628" cy="500169"/>
          </a:xfrm>
          <a:prstGeom prst="straightConnector1">
            <a:avLst/>
          </a:prstGeom>
          <a:ln w="38100">
            <a:solidFill>
              <a:srgbClr val="B5098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4" name="Text Box 26"/>
          <p:cNvSpPr txBox="1">
            <a:spLocks noChangeArrowheads="1"/>
          </p:cNvSpPr>
          <p:nvPr>
            <p:custDataLst>
              <p:tags r:id="rId102"/>
            </p:custDataLst>
          </p:nvPr>
        </p:nvSpPr>
        <p:spPr bwMode="auto">
          <a:xfrm>
            <a:off x="4259221" y="5461169"/>
            <a:ext cx="344503" cy="40011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p>
            <a:pPr algn="l"/>
            <a:r>
              <a:rPr kumimoji="1" lang="en-US" altLang="zh-CN" sz="2000" b="1" dirty="0">
                <a:solidFill>
                  <a:srgbClr val="B50988"/>
                </a:solidFill>
                <a:latin typeface="+mn-ea"/>
                <a:cs typeface="Consolas" panose="020B0609020204030204" pitchFamily="49" charset="0"/>
              </a:rPr>
              <a:t>3</a:t>
            </a:r>
            <a:endParaRPr kumimoji="1" lang="zh-CN" altLang="en-US" sz="2000" b="1" dirty="0">
              <a:latin typeface="+mn-ea"/>
              <a:cs typeface="Consolas" panose="020B0609020204030204" pitchFamily="49" charset="0"/>
            </a:endParaRPr>
          </a:p>
        </p:txBody>
      </p:sp>
      <p:cxnSp>
        <p:nvCxnSpPr>
          <p:cNvPr id="195" name="直接箭头连接符 194"/>
          <p:cNvCxnSpPr/>
          <p:nvPr>
            <p:custDataLst>
              <p:tags r:id="rId103"/>
            </p:custDataLst>
          </p:nvPr>
        </p:nvCxnSpPr>
        <p:spPr>
          <a:xfrm>
            <a:off x="709119" y="3794020"/>
            <a:ext cx="284297" cy="0"/>
          </a:xfrm>
          <a:prstGeom prst="straightConnector1">
            <a:avLst/>
          </a:prstGeom>
          <a:ln w="38100">
            <a:solidFill>
              <a:srgbClr val="B5098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直接箭头连接符 197"/>
          <p:cNvCxnSpPr/>
          <p:nvPr>
            <p:custDataLst>
              <p:tags r:id="rId104"/>
            </p:custDataLst>
          </p:nvPr>
        </p:nvCxnSpPr>
        <p:spPr>
          <a:xfrm>
            <a:off x="409591" y="4172917"/>
            <a:ext cx="550103" cy="493088"/>
          </a:xfrm>
          <a:prstGeom prst="straightConnector1">
            <a:avLst/>
          </a:prstGeom>
          <a:ln w="38100">
            <a:solidFill>
              <a:srgbClr val="B5098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0" name="Text Box 26"/>
          <p:cNvSpPr txBox="1">
            <a:spLocks noChangeArrowheads="1"/>
          </p:cNvSpPr>
          <p:nvPr>
            <p:custDataLst>
              <p:tags r:id="rId105"/>
            </p:custDataLst>
          </p:nvPr>
        </p:nvSpPr>
        <p:spPr bwMode="auto">
          <a:xfrm>
            <a:off x="4731958" y="5461169"/>
            <a:ext cx="310114" cy="40011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p>
            <a:pPr algn="l"/>
            <a:r>
              <a:rPr kumimoji="1" lang="en-US" altLang="zh-CN" sz="2000" b="1" dirty="0">
                <a:solidFill>
                  <a:srgbClr val="B50988"/>
                </a:solidFill>
                <a:latin typeface="+mn-ea"/>
                <a:cs typeface="Consolas" panose="020B0609020204030204" pitchFamily="49" charset="0"/>
              </a:rPr>
              <a:t>4</a:t>
            </a:r>
            <a:endParaRPr kumimoji="1" lang="zh-CN" altLang="en-US" sz="2000" b="1" dirty="0">
              <a:latin typeface="+mn-ea"/>
              <a:cs typeface="Consolas" panose="020B0609020204030204" pitchFamily="49" charset="0"/>
            </a:endParaRPr>
          </a:p>
        </p:txBody>
      </p:sp>
      <p:cxnSp>
        <p:nvCxnSpPr>
          <p:cNvPr id="205" name="直接箭头连接符 204"/>
          <p:cNvCxnSpPr/>
          <p:nvPr>
            <p:custDataLst>
              <p:tags r:id="rId106"/>
            </p:custDataLst>
          </p:nvPr>
        </p:nvCxnSpPr>
        <p:spPr>
          <a:xfrm>
            <a:off x="2878835" y="3279742"/>
            <a:ext cx="0" cy="828920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8" name="矩形 207"/>
          <p:cNvSpPr/>
          <p:nvPr>
            <p:custDataLst>
              <p:tags r:id="rId107"/>
            </p:custDataLst>
          </p:nvPr>
        </p:nvSpPr>
        <p:spPr>
          <a:xfrm>
            <a:off x="2745294" y="4105533"/>
            <a:ext cx="252000" cy="347134"/>
          </a:xfrm>
          <a:prstGeom prst="rect">
            <a:avLst/>
          </a:prstGeom>
          <a:solidFill>
            <a:srgbClr val="B50988">
              <a:alpha val="68000"/>
            </a:srgbClr>
          </a:solidFill>
          <a:ln w="19050">
            <a:solidFill>
              <a:srgbClr val="B50988"/>
            </a:solidFill>
          </a:ln>
          <a:effec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en-US" altLang="zh-CN" sz="2000" b="1" dirty="0">
                <a:solidFill>
                  <a:schemeClr val="bg1"/>
                </a:solidFill>
              </a:rPr>
              <a:t>1</a:t>
            </a:r>
            <a:endParaRPr kumimoji="1" lang="zh-CN" altLang="en-US" sz="2000" b="1" dirty="0">
              <a:solidFill>
                <a:schemeClr val="bg1"/>
              </a:solidFill>
            </a:endParaRPr>
          </a:p>
        </p:txBody>
      </p:sp>
      <p:sp>
        <p:nvSpPr>
          <p:cNvPr id="209" name="矩形 208"/>
          <p:cNvSpPr/>
          <p:nvPr>
            <p:custDataLst>
              <p:tags r:id="rId108"/>
            </p:custDataLst>
          </p:nvPr>
        </p:nvSpPr>
        <p:spPr>
          <a:xfrm>
            <a:off x="2997294" y="4105533"/>
            <a:ext cx="252000" cy="34713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rgbClr val="B50988"/>
            </a:solidFill>
          </a:ln>
          <a:effec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en-US" altLang="zh-CN" sz="2000" b="1" dirty="0">
                <a:solidFill>
                  <a:schemeClr val="tx1"/>
                </a:solidFill>
              </a:rPr>
              <a:t>0</a:t>
            </a:r>
            <a:endParaRPr kumimoji="1" lang="zh-CN" altLang="en-US" sz="2000" b="1" dirty="0">
              <a:solidFill>
                <a:schemeClr val="tx1"/>
              </a:solidFill>
            </a:endParaRPr>
          </a:p>
        </p:txBody>
      </p:sp>
      <p:sp>
        <p:nvSpPr>
          <p:cNvPr id="210" name="矩形 209"/>
          <p:cNvSpPr/>
          <p:nvPr>
            <p:custDataLst>
              <p:tags r:id="rId109"/>
            </p:custDataLst>
          </p:nvPr>
        </p:nvSpPr>
        <p:spPr>
          <a:xfrm>
            <a:off x="3249294" y="4105533"/>
            <a:ext cx="252000" cy="34713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rgbClr val="B50988"/>
            </a:solidFill>
          </a:ln>
          <a:effec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en-US" altLang="zh-CN" sz="2000" b="1" dirty="0">
                <a:solidFill>
                  <a:schemeClr val="bg1">
                    <a:lumMod val="50000"/>
                  </a:schemeClr>
                </a:solidFill>
              </a:rPr>
              <a:t>2</a:t>
            </a:r>
            <a:endParaRPr kumimoji="1" lang="zh-CN" altLang="en-US" sz="20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11" name="矩形 210"/>
          <p:cNvSpPr/>
          <p:nvPr>
            <p:custDataLst>
              <p:tags r:id="rId110"/>
            </p:custDataLst>
          </p:nvPr>
        </p:nvSpPr>
        <p:spPr>
          <a:xfrm>
            <a:off x="3501294" y="4105533"/>
            <a:ext cx="252000" cy="34713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rgbClr val="B50988"/>
            </a:solidFill>
          </a:ln>
          <a:effec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en-US" altLang="zh-CN" sz="2000" b="1" dirty="0">
                <a:solidFill>
                  <a:schemeClr val="bg1">
                    <a:lumMod val="50000"/>
                  </a:schemeClr>
                </a:solidFill>
              </a:rPr>
              <a:t>3</a:t>
            </a:r>
            <a:endParaRPr kumimoji="1" lang="zh-CN" altLang="en-US" sz="2000" b="1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214" name="直接箭头连接符 213"/>
          <p:cNvCxnSpPr/>
          <p:nvPr>
            <p:custDataLst>
              <p:tags r:id="rId111"/>
            </p:custDataLst>
          </p:nvPr>
        </p:nvCxnSpPr>
        <p:spPr>
          <a:xfrm>
            <a:off x="1505908" y="3092320"/>
            <a:ext cx="550103" cy="493088"/>
          </a:xfrm>
          <a:prstGeom prst="straightConnector1">
            <a:avLst/>
          </a:prstGeom>
          <a:ln w="38100">
            <a:solidFill>
              <a:srgbClr val="B5098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5" name="Text Box 26"/>
          <p:cNvSpPr txBox="1">
            <a:spLocks noChangeArrowheads="1"/>
          </p:cNvSpPr>
          <p:nvPr>
            <p:custDataLst>
              <p:tags r:id="rId112"/>
            </p:custDataLst>
          </p:nvPr>
        </p:nvSpPr>
        <p:spPr bwMode="auto">
          <a:xfrm>
            <a:off x="5230354" y="5461169"/>
            <a:ext cx="625557" cy="40011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p>
            <a:pPr algn="l"/>
            <a:r>
              <a:rPr kumimoji="1" lang="en-US" altLang="zh-CN" sz="2000" b="1" dirty="0">
                <a:solidFill>
                  <a:srgbClr val="B50988"/>
                </a:solidFill>
                <a:latin typeface="+mn-ea"/>
                <a:cs typeface="Consolas" panose="020B0609020204030204" pitchFamily="49" charset="0"/>
              </a:rPr>
              <a:t>0</a:t>
            </a:r>
            <a:endParaRPr kumimoji="1" lang="zh-CN" altLang="en-US" sz="2000" b="1" dirty="0"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216" name="文本框 215"/>
          <p:cNvSpPr txBox="1"/>
          <p:nvPr>
            <p:custDataLst>
              <p:tags r:id="rId113"/>
            </p:custDataLst>
          </p:nvPr>
        </p:nvSpPr>
        <p:spPr>
          <a:xfrm>
            <a:off x="1704376" y="4534767"/>
            <a:ext cx="4570149" cy="338554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zh-CN" altLang="en-US" sz="1600" b="1" dirty="0">
                <a:solidFill>
                  <a:srgbClr val="B50988"/>
                </a:solidFill>
              </a:rPr>
              <a:t>图中所有顶点都已访问，遍历结束</a:t>
            </a:r>
            <a:endParaRPr lang="zh-CN" altLang="en-US" sz="1600" dirty="0">
              <a:solidFill>
                <a:srgbClr val="B50988"/>
              </a:solidFill>
            </a:endParaRPr>
          </a:p>
        </p:txBody>
      </p:sp>
      <p:sp>
        <p:nvSpPr>
          <p:cNvPr id="220" name="文本框 219"/>
          <p:cNvSpPr txBox="1"/>
          <p:nvPr>
            <p:custDataLst>
              <p:tags r:id="rId114"/>
            </p:custDataLst>
          </p:nvPr>
        </p:nvSpPr>
        <p:spPr>
          <a:xfrm>
            <a:off x="27881" y="5119577"/>
            <a:ext cx="763419" cy="338554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ctr"/>
            <a:r>
              <a:rPr lang="zh-CN" altLang="en-US" sz="1600" b="1" dirty="0">
                <a:solidFill>
                  <a:srgbClr val="B50988"/>
                </a:solidFill>
              </a:rPr>
              <a:t>第</a:t>
            </a:r>
            <a:r>
              <a:rPr lang="en-US" altLang="zh-CN" sz="1600" b="1" dirty="0">
                <a:solidFill>
                  <a:srgbClr val="B50988"/>
                </a:solidFill>
              </a:rPr>
              <a:t>1</a:t>
            </a:r>
            <a:r>
              <a:rPr lang="zh-CN" altLang="en-US" sz="1600" b="1" dirty="0">
                <a:solidFill>
                  <a:srgbClr val="B50988"/>
                </a:solidFill>
              </a:rPr>
              <a:t>层</a:t>
            </a:r>
            <a:endParaRPr lang="zh-CN" altLang="en-US" sz="1600" dirty="0">
              <a:solidFill>
                <a:srgbClr val="B50988"/>
              </a:solidFill>
            </a:endParaRPr>
          </a:p>
        </p:txBody>
      </p:sp>
      <p:sp>
        <p:nvSpPr>
          <p:cNvPr id="221" name="文本框 220"/>
          <p:cNvSpPr txBox="1"/>
          <p:nvPr>
            <p:custDataLst>
              <p:tags r:id="rId115"/>
            </p:custDataLst>
          </p:nvPr>
        </p:nvSpPr>
        <p:spPr>
          <a:xfrm>
            <a:off x="843616" y="5119577"/>
            <a:ext cx="763419" cy="338554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ctr"/>
            <a:r>
              <a:rPr lang="zh-CN" altLang="en-US" sz="1600" b="1" dirty="0">
                <a:solidFill>
                  <a:srgbClr val="01A48D"/>
                </a:solidFill>
              </a:rPr>
              <a:t>第</a:t>
            </a:r>
            <a:r>
              <a:rPr lang="en-US" altLang="zh-CN" sz="1600" b="1" dirty="0">
                <a:solidFill>
                  <a:srgbClr val="01A48D"/>
                </a:solidFill>
              </a:rPr>
              <a:t>2</a:t>
            </a:r>
            <a:r>
              <a:rPr lang="zh-CN" altLang="en-US" sz="1600" b="1" dirty="0">
                <a:solidFill>
                  <a:srgbClr val="01A48D"/>
                </a:solidFill>
              </a:rPr>
              <a:t>层</a:t>
            </a:r>
            <a:endParaRPr lang="zh-CN" altLang="en-US" sz="1600" dirty="0">
              <a:solidFill>
                <a:srgbClr val="01A48D"/>
              </a:solidFill>
            </a:endParaRPr>
          </a:p>
        </p:txBody>
      </p:sp>
      <p:sp>
        <p:nvSpPr>
          <p:cNvPr id="222" name="文本框 221"/>
          <p:cNvSpPr txBox="1"/>
          <p:nvPr>
            <p:custDataLst>
              <p:tags r:id="rId116"/>
            </p:custDataLst>
          </p:nvPr>
        </p:nvSpPr>
        <p:spPr>
          <a:xfrm>
            <a:off x="1659351" y="5119577"/>
            <a:ext cx="763419" cy="338554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ctr"/>
            <a:r>
              <a:rPr lang="zh-CN" altLang="en-US" sz="1600" b="1" dirty="0">
                <a:solidFill>
                  <a:schemeClr val="accent2">
                    <a:lumMod val="75000"/>
                  </a:schemeClr>
                </a:solidFill>
              </a:rPr>
              <a:t>第</a:t>
            </a:r>
            <a:r>
              <a:rPr lang="en-US" altLang="zh-CN" sz="1600" b="1" dirty="0">
                <a:solidFill>
                  <a:schemeClr val="accent2">
                    <a:lumMod val="75000"/>
                  </a:schemeClr>
                </a:solidFill>
              </a:rPr>
              <a:t>3</a:t>
            </a:r>
            <a:r>
              <a:rPr lang="zh-CN" altLang="en-US" sz="1600" b="1" dirty="0">
                <a:solidFill>
                  <a:schemeClr val="accent2">
                    <a:lumMod val="75000"/>
                  </a:schemeClr>
                </a:solidFill>
              </a:rPr>
              <a:t>层</a:t>
            </a:r>
            <a:endParaRPr lang="zh-CN" altLang="en-US" sz="16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23" name="Text Box 26"/>
          <p:cNvSpPr txBox="1">
            <a:spLocks noChangeArrowheads="1"/>
          </p:cNvSpPr>
          <p:nvPr>
            <p:custDataLst>
              <p:tags r:id="rId117"/>
            </p:custDataLst>
          </p:nvPr>
        </p:nvSpPr>
        <p:spPr bwMode="auto">
          <a:xfrm>
            <a:off x="3887" y="5833754"/>
            <a:ext cx="3119407" cy="40011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p>
            <a:pPr marL="285750" indent="-285750" algn="l">
              <a:buFont typeface="Wingdings" panose="05000000000000000000" pitchFamily="2" charset="2"/>
              <a:buChar char="n"/>
            </a:pPr>
            <a:r>
              <a:rPr lang="zh-CN" altLang="en-US" sz="2000" b="1" dirty="0">
                <a:solidFill>
                  <a:srgbClr val="0099BC"/>
                </a:solidFill>
              </a:rPr>
              <a:t>将整个图按照层级划分</a:t>
            </a:r>
            <a:endParaRPr kumimoji="1" lang="zh-CN" altLang="en-US" sz="2000" b="1" dirty="0">
              <a:solidFill>
                <a:srgbClr val="0099BC"/>
              </a:solidFill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225" name="文本框 224"/>
          <p:cNvSpPr txBox="1"/>
          <p:nvPr>
            <p:custDataLst>
              <p:tags r:id="rId118"/>
            </p:custDataLst>
          </p:nvPr>
        </p:nvSpPr>
        <p:spPr>
          <a:xfrm>
            <a:off x="3484943" y="5461169"/>
            <a:ext cx="341086" cy="40011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kumimoji="1" lang="en-US" altLang="zh-CN" sz="2000" b="1" dirty="0"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</a:t>
            </a:r>
            <a:endParaRPr lang="zh-CN" altLang="en-US" sz="2000" dirty="0"/>
          </a:p>
        </p:txBody>
      </p:sp>
      <p:sp>
        <p:nvSpPr>
          <p:cNvPr id="226" name="文本框 225"/>
          <p:cNvSpPr txBox="1"/>
          <p:nvPr>
            <p:custDataLst>
              <p:tags r:id="rId119"/>
            </p:custDataLst>
          </p:nvPr>
        </p:nvSpPr>
        <p:spPr>
          <a:xfrm>
            <a:off x="3965266" y="5461169"/>
            <a:ext cx="341086" cy="40011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kumimoji="1" lang="en-US" altLang="zh-CN" sz="2000" b="1" dirty="0"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</a:t>
            </a:r>
            <a:endParaRPr lang="zh-CN" altLang="en-US" sz="2000" dirty="0"/>
          </a:p>
        </p:txBody>
      </p:sp>
      <p:sp>
        <p:nvSpPr>
          <p:cNvPr id="227" name="文本框 226"/>
          <p:cNvSpPr txBox="1"/>
          <p:nvPr>
            <p:custDataLst>
              <p:tags r:id="rId120"/>
            </p:custDataLst>
          </p:nvPr>
        </p:nvSpPr>
        <p:spPr>
          <a:xfrm>
            <a:off x="4444258" y="5461169"/>
            <a:ext cx="341086" cy="40011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kumimoji="1" lang="en-US" altLang="zh-CN" sz="2000" b="1" dirty="0"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</a:t>
            </a:r>
            <a:endParaRPr lang="zh-CN" altLang="en-US" sz="2000" dirty="0"/>
          </a:p>
        </p:txBody>
      </p:sp>
      <p:sp>
        <p:nvSpPr>
          <p:cNvPr id="228" name="文本框 227"/>
          <p:cNvSpPr txBox="1"/>
          <p:nvPr>
            <p:custDataLst>
              <p:tags r:id="rId121"/>
            </p:custDataLst>
          </p:nvPr>
        </p:nvSpPr>
        <p:spPr>
          <a:xfrm>
            <a:off x="4932982" y="5461169"/>
            <a:ext cx="341086" cy="40011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kumimoji="1" lang="en-US" altLang="zh-CN" sz="2000" b="1" dirty="0"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</a:t>
            </a:r>
            <a:endParaRPr lang="zh-CN" altLang="en-US" sz="2000" dirty="0"/>
          </a:p>
        </p:txBody>
      </p:sp>
      <p:sp>
        <p:nvSpPr>
          <p:cNvPr id="229" name="Text Box 26"/>
          <p:cNvSpPr txBox="1">
            <a:spLocks noChangeArrowheads="1"/>
          </p:cNvSpPr>
          <p:nvPr>
            <p:custDataLst>
              <p:tags r:id="rId122"/>
            </p:custDataLst>
          </p:nvPr>
        </p:nvSpPr>
        <p:spPr bwMode="auto">
          <a:xfrm>
            <a:off x="2919620" y="5833754"/>
            <a:ext cx="5175730" cy="40011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p>
            <a:pPr algn="l"/>
            <a:r>
              <a:rPr lang="en-US" altLang="zh-CN" sz="2000" b="1" dirty="0">
                <a:sym typeface="Wingdings" panose="05000000000000000000" pitchFamily="2" charset="2"/>
              </a:rPr>
              <a:t>-&gt; </a:t>
            </a:r>
            <a:r>
              <a:rPr lang="zh-CN" altLang="en-US" sz="2000" b="1" dirty="0">
                <a:solidFill>
                  <a:srgbClr val="B50988"/>
                </a:solidFill>
                <a:sym typeface="Wingdings" panose="05000000000000000000" pitchFamily="2" charset="2"/>
              </a:rPr>
              <a:t>距离初始顶点越近的层次越优先访问</a:t>
            </a:r>
            <a:endParaRPr kumimoji="1" lang="zh-CN" altLang="en-US" sz="2000" b="1" dirty="0">
              <a:solidFill>
                <a:srgbClr val="B50988"/>
              </a:solidFill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230" name="Text Box 26"/>
          <p:cNvSpPr txBox="1">
            <a:spLocks noChangeArrowheads="1"/>
          </p:cNvSpPr>
          <p:nvPr>
            <p:custDataLst>
              <p:tags r:id="rId123"/>
            </p:custDataLst>
          </p:nvPr>
        </p:nvSpPr>
        <p:spPr bwMode="auto">
          <a:xfrm>
            <a:off x="2919620" y="6189057"/>
            <a:ext cx="5175730" cy="40011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p>
            <a:pPr algn="l"/>
            <a:r>
              <a:rPr lang="en-US" altLang="zh-CN" sz="2000" b="1" dirty="0">
                <a:sym typeface="Wingdings" panose="05000000000000000000" pitchFamily="2" charset="2"/>
              </a:rPr>
              <a:t>-&gt; </a:t>
            </a:r>
            <a:r>
              <a:rPr lang="zh-CN" altLang="en-US" sz="2000" b="1" dirty="0">
                <a:solidFill>
                  <a:srgbClr val="B50988"/>
                </a:solidFill>
                <a:sym typeface="Wingdings" panose="05000000000000000000" pitchFamily="2" charset="2"/>
              </a:rPr>
              <a:t>广度优先遍历和二叉树层次遍历类似</a:t>
            </a:r>
            <a:endParaRPr kumimoji="1" lang="zh-CN" altLang="en-US" sz="2000" b="1" dirty="0">
              <a:solidFill>
                <a:srgbClr val="B50988"/>
              </a:solidFill>
              <a:latin typeface="+mn-ea"/>
              <a:cs typeface="Consolas" panose="020B06090202040302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8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4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0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3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6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9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2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5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8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1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4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7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0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3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6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9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2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5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8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1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4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5" fill="hold">
                      <p:stCondLst>
                        <p:cond delay="indefinite"/>
                      </p:stCondLst>
                      <p:childTnLst>
                        <p:par>
                          <p:cTn id="266" fill="hold">
                            <p:stCondLst>
                              <p:cond delay="0"/>
                            </p:stCondLst>
                            <p:childTnLst>
                              <p:par>
                                <p:cTn id="2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9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2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3" fill="hold">
                            <p:stCondLst>
                              <p:cond delay="500"/>
                            </p:stCondLst>
                            <p:childTnLst>
                              <p:par>
                                <p:cTn id="27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6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8" dur="50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B50988"/>
                                      </p:to>
                                    </p:animClr>
                                    <p:set>
                                      <p:cBhvr>
                                        <p:cTn id="279" dur="50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0" dur="50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1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2" dur="500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B50988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3" fill="hold">
                      <p:stCondLst>
                        <p:cond delay="indefinite"/>
                      </p:stCondLst>
                      <p:childTnLst>
                        <p:par>
                          <p:cTn id="284" fill="hold">
                            <p:stCondLst>
                              <p:cond delay="0"/>
                            </p:stCondLst>
                            <p:childTnLst>
                              <p:par>
                                <p:cTn id="2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7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0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3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6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7" fill="hold">
                      <p:stCondLst>
                        <p:cond delay="indefinite"/>
                      </p:stCondLst>
                      <p:childTnLst>
                        <p:par>
                          <p:cTn id="298" fill="hold">
                            <p:stCondLst>
                              <p:cond delay="0"/>
                            </p:stCondLst>
                            <p:childTnLst>
                              <p:par>
                                <p:cTn id="299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0" dur="500" tmFilter="0, 0; .2, .5; .8, .5; 1, 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01" dur="250" autoRev="1" fill="hold"/>
                                        <p:tgtEl>
                                          <p:spTgt spid="18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2" fill="hold">
                      <p:stCondLst>
                        <p:cond delay="indefinite"/>
                      </p:stCondLst>
                      <p:childTnLst>
                        <p:par>
                          <p:cTn id="303" fill="hold">
                            <p:stCondLst>
                              <p:cond delay="0"/>
                            </p:stCondLst>
                            <p:childTnLst>
                              <p:par>
                                <p:cTn id="30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6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7" fill="hold">
                      <p:stCondLst>
                        <p:cond delay="indefinite"/>
                      </p:stCondLst>
                      <p:childTnLst>
                        <p:par>
                          <p:cTn id="308" fill="hold">
                            <p:stCondLst>
                              <p:cond delay="0"/>
                            </p:stCondLst>
                            <p:childTnLst>
                              <p:par>
                                <p:cTn id="30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3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6" dur="5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7" fill="hold">
                            <p:stCondLst>
                              <p:cond delay="0"/>
                            </p:stCondLst>
                            <p:childTnLst>
                              <p:par>
                                <p:cTn id="318" presetID="3" presetClass="emph" presetSubtype="2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9" dur="50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7F7F7F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20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1" dur="50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F7F7F"/>
                                      </p:to>
                                    </p:animClr>
                                    <p:set>
                                      <p:cBhvr>
                                        <p:cTn id="322" dur="50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3" dur="50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4" presetID="3" presetClass="emph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25" dur="500" fill="hold"/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7F7F7F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8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9" fill="hold">
                      <p:stCondLst>
                        <p:cond delay="indefinite"/>
                      </p:stCondLst>
                      <p:childTnLst>
                        <p:par>
                          <p:cTn id="330" fill="hold">
                            <p:stCondLst>
                              <p:cond delay="0"/>
                            </p:stCondLst>
                            <p:childTnLst>
                              <p:par>
                                <p:cTn id="331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2" dur="500" tmFilter="0, 0; .2, .5; .8, .5; 1, 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33" dur="250" autoRev="1" fill="hold"/>
                                        <p:tgtEl>
                                          <p:spTgt spid="18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4" fill="hold">
                      <p:stCondLst>
                        <p:cond delay="indefinite"/>
                      </p:stCondLst>
                      <p:childTnLst>
                        <p:par>
                          <p:cTn id="335" fill="hold">
                            <p:stCondLst>
                              <p:cond delay="0"/>
                            </p:stCondLst>
                            <p:childTnLst>
                              <p:par>
                                <p:cTn id="3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8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9" fill="hold">
                      <p:stCondLst>
                        <p:cond delay="indefinite"/>
                      </p:stCondLst>
                      <p:childTnLst>
                        <p:par>
                          <p:cTn id="340" fill="hold">
                            <p:stCondLst>
                              <p:cond delay="0"/>
                            </p:stCondLst>
                            <p:childTnLst>
                              <p:par>
                                <p:cTn id="3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3"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8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9" fill="hold">
                            <p:stCondLst>
                              <p:cond delay="500"/>
                            </p:stCondLst>
                            <p:childTnLst>
                              <p:par>
                                <p:cTn id="350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1" dur="50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F7F7F"/>
                                      </p:to>
                                    </p:animClr>
                                    <p:set>
                                      <p:cBhvr>
                                        <p:cTn id="352" dur="50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53" dur="50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4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55" dur="500" fill="hold"/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7F7F7F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56" presetID="3" presetClass="emph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57" dur="500" fill="hold"/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7F7F7F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5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0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1" fill="hold">
                      <p:stCondLst>
                        <p:cond delay="indefinite"/>
                      </p:stCondLst>
                      <p:childTnLst>
                        <p:par>
                          <p:cTn id="362" fill="hold">
                            <p:stCondLst>
                              <p:cond delay="0"/>
                            </p:stCondLst>
                            <p:childTnLst>
                              <p:par>
                                <p:cTn id="363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4" dur="500" tmFilter="0, 0; .2, .5; .8, .5; 1, 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65" dur="250" autoRev="1" fill="hold"/>
                                        <p:tgtEl>
                                          <p:spTgt spid="18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6" fill="hold">
                      <p:stCondLst>
                        <p:cond delay="indefinite"/>
                      </p:stCondLst>
                      <p:childTnLst>
                        <p:par>
                          <p:cTn id="367" fill="hold">
                            <p:stCondLst>
                              <p:cond delay="0"/>
                            </p:stCondLst>
                            <p:childTnLst>
                              <p:par>
                                <p:cTn id="3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0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1" fill="hold">
                      <p:stCondLst>
                        <p:cond delay="indefinite"/>
                      </p:stCondLst>
                      <p:childTnLst>
                        <p:par>
                          <p:cTn id="372" fill="hold">
                            <p:stCondLst>
                              <p:cond delay="0"/>
                            </p:stCondLst>
                            <p:childTnLst>
                              <p:par>
                                <p:cTn id="3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5"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0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1" fill="hold">
                            <p:stCondLst>
                              <p:cond delay="500"/>
                            </p:stCondLst>
                            <p:childTnLst>
                              <p:par>
                                <p:cTn id="382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3" dur="50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F7F7F"/>
                                      </p:to>
                                    </p:animClr>
                                    <p:set>
                                      <p:cBhvr>
                                        <p:cTn id="384" dur="50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85" dur="50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6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87" dur="50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7F7F7F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88" presetID="3" presetClass="emph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89" dur="500" fill="hold"/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7F7F7F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9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2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3" fill="hold">
                      <p:stCondLst>
                        <p:cond delay="indefinite"/>
                      </p:stCondLst>
                      <p:childTnLst>
                        <p:par>
                          <p:cTn id="394" fill="hold">
                            <p:stCondLst>
                              <p:cond delay="0"/>
                            </p:stCondLst>
                            <p:childTnLst>
                              <p:par>
                                <p:cTn id="3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7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8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9" dur="50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B50988"/>
                                      </p:to>
                                    </p:animClr>
                                    <p:set>
                                      <p:cBhvr>
                                        <p:cTn id="400" dur="50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01" dur="50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2" presetID="3" presetClass="emph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03" dur="50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B50988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04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5" dur="1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F7F7F"/>
                                      </p:to>
                                    </p:animClr>
                                    <p:set>
                                      <p:cBhvr>
                                        <p:cTn id="406" dur="1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07" dur="1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8" presetID="3" presetClass="emph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09" dur="10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7F7F7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0" fill="hold">
                      <p:stCondLst>
                        <p:cond delay="indefinite"/>
                      </p:stCondLst>
                      <p:childTnLst>
                        <p:par>
                          <p:cTn id="411" fill="hold">
                            <p:stCondLst>
                              <p:cond delay="0"/>
                            </p:stCondLst>
                            <p:childTnLst>
                              <p:par>
                                <p:cTn id="4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4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5" fill="hold">
                      <p:stCondLst>
                        <p:cond delay="indefinite"/>
                      </p:stCondLst>
                      <p:childTnLst>
                        <p:par>
                          <p:cTn id="416" fill="hold">
                            <p:stCondLst>
                              <p:cond delay="0"/>
                            </p:stCondLst>
                            <p:childTnLst>
                              <p:par>
                                <p:cTn id="4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9" fill="hold">
                            <p:stCondLst>
                              <p:cond delay="0"/>
                            </p:stCondLst>
                            <p:childTnLst>
                              <p:par>
                                <p:cTn id="42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2"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3" fill="hold">
                            <p:stCondLst>
                              <p:cond delay="500"/>
                            </p:stCondLst>
                            <p:childTnLst>
                              <p:par>
                                <p:cTn id="4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6"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9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2" dur="5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5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6" fill="hold">
                      <p:stCondLst>
                        <p:cond delay="indefinite"/>
                      </p:stCondLst>
                      <p:childTnLst>
                        <p:par>
                          <p:cTn id="437" fill="hold">
                            <p:stCondLst>
                              <p:cond delay="0"/>
                            </p:stCondLst>
                            <p:childTnLst>
                              <p:par>
                                <p:cTn id="438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9" dur="500" tmFilter="0, 0; .2, .5; .8, .5; 1, 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40" dur="250" autoRev="1" fill="hold"/>
                                        <p:tgtEl>
                                          <p:spTgt spid="20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1" fill="hold">
                      <p:stCondLst>
                        <p:cond delay="indefinite"/>
                      </p:stCondLst>
                      <p:childTnLst>
                        <p:par>
                          <p:cTn id="442" fill="hold">
                            <p:stCondLst>
                              <p:cond delay="0"/>
                            </p:stCondLst>
                            <p:childTnLst>
                              <p:par>
                                <p:cTn id="4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5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6" fill="hold">
                      <p:stCondLst>
                        <p:cond delay="indefinite"/>
                      </p:stCondLst>
                      <p:childTnLst>
                        <p:par>
                          <p:cTn id="447" fill="hold">
                            <p:stCondLst>
                              <p:cond delay="0"/>
                            </p:stCondLst>
                            <p:childTnLst>
                              <p:par>
                                <p:cTn id="4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0"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5"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6" fill="hold">
                            <p:stCondLst>
                              <p:cond delay="500"/>
                            </p:stCondLst>
                            <p:childTnLst>
                              <p:par>
                                <p:cTn id="457" presetID="3" presetClass="emph" presetSubtype="2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58" dur="500" fill="hold"/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7F7F7F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59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60" dur="500" fill="hold"/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7F7F7F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61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2" dur="50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F7F7F"/>
                                      </p:to>
                                    </p:animClr>
                                    <p:set>
                                      <p:cBhvr>
                                        <p:cTn id="463" dur="50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64" dur="50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7" dur="5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8" fill="hold">
                      <p:stCondLst>
                        <p:cond delay="indefinite"/>
                      </p:stCondLst>
                      <p:childTnLst>
                        <p:par>
                          <p:cTn id="469" fill="hold">
                            <p:stCondLst>
                              <p:cond delay="0"/>
                            </p:stCondLst>
                            <p:childTnLst>
                              <p:par>
                                <p:cTn id="4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2"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3" presetID="3" presetClass="emph" presetSubtype="2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74" dur="1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7F7F7F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75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76" dur="1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F7F7F"/>
                                      </p:to>
                                    </p:animClr>
                                    <p:set>
                                      <p:cBhvr>
                                        <p:cTn id="477" dur="1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78" dur="1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9" fill="hold">
                      <p:stCondLst>
                        <p:cond delay="indefinite"/>
                      </p:stCondLst>
                      <p:childTnLst>
                        <p:par>
                          <p:cTn id="480" fill="hold">
                            <p:stCondLst>
                              <p:cond delay="0"/>
                            </p:stCondLst>
                            <p:childTnLst>
                              <p:par>
                                <p:cTn id="4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3"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6" fill="hold">
                      <p:stCondLst>
                        <p:cond delay="indefinite"/>
                      </p:stCondLst>
                      <p:childTnLst>
                        <p:par>
                          <p:cTn id="487" fill="hold">
                            <p:stCondLst>
                              <p:cond delay="0"/>
                            </p:stCondLst>
                            <p:childTnLst>
                              <p:par>
                                <p:cTn id="48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0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3"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6"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9"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2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5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6" fill="hold">
                      <p:stCondLst>
                        <p:cond delay="indefinite"/>
                      </p:stCondLst>
                      <p:childTnLst>
                        <p:par>
                          <p:cTn id="507" fill="hold">
                            <p:stCondLst>
                              <p:cond delay="0"/>
                            </p:stCondLst>
                            <p:childTnLst>
                              <p:par>
                                <p:cTn id="508" presetID="3" presetClass="emph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09" dur="500" fill="hold"/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10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11" dur="500" fill="hold"/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12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13" dur="500" fill="hold"/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14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15" dur="500" fill="hold"/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55A1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6" fill="hold">
                      <p:stCondLst>
                        <p:cond delay="indefinite"/>
                      </p:stCondLst>
                      <p:childTnLst>
                        <p:par>
                          <p:cTn id="517" fill="hold">
                            <p:stCondLst>
                              <p:cond delay="0"/>
                            </p:stCondLst>
                            <p:childTnLst>
                              <p:par>
                                <p:cTn id="5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0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1" fill="hold">
                      <p:stCondLst>
                        <p:cond delay="indefinite"/>
                      </p:stCondLst>
                      <p:childTnLst>
                        <p:par>
                          <p:cTn id="522" fill="hold">
                            <p:stCondLst>
                              <p:cond delay="0"/>
                            </p:stCondLst>
                            <p:childTnLst>
                              <p:par>
                                <p:cTn id="5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5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3" grpId="0" bldLvl="0" animBg="1"/>
      <p:bldP spid="213" grpId="1" bldLvl="0" animBg="1"/>
      <p:bldP spid="189" grpId="0" bldLvl="0" animBg="1"/>
      <p:bldP spid="189" grpId="1" bldLvl="0" animBg="1"/>
      <p:bldP spid="193" grpId="0" bldLvl="0" animBg="1"/>
      <p:bldP spid="193" grpId="1" bldLvl="0" animBg="1"/>
      <p:bldP spid="197" grpId="0" bldLvl="0" animBg="1"/>
      <p:bldP spid="197" grpId="1" bldLvl="0" animBg="1"/>
      <p:bldP spid="201" grpId="0" bldLvl="0" animBg="1"/>
      <p:bldP spid="201" grpId="1" bldLvl="0" animBg="1"/>
      <p:bldP spid="217" grpId="0" bldLvl="0" animBg="1"/>
      <p:bldP spid="218" grpId="0" bldLvl="0" animBg="1"/>
      <p:bldP spid="219" grpId="0" bldLvl="0" animBg="1"/>
      <p:bldP spid="90" grpId="0" bldLvl="0" animBg="1"/>
      <p:bldP spid="91" grpId="0" bldLvl="0" animBg="1"/>
      <p:bldP spid="92" grpId="0" bldLvl="0" animBg="1"/>
      <p:bldP spid="93" grpId="0" bldLvl="0" animBg="1"/>
      <p:bldP spid="94" grpId="0" bldLvl="0" animBg="1"/>
      <p:bldP spid="95" grpId="0" bldLvl="0" animBg="1"/>
      <p:bldP spid="98" grpId="0" bldLvl="0" animBg="1"/>
      <p:bldP spid="99" grpId="0" bldLvl="0" animBg="1"/>
      <p:bldP spid="100" grpId="0" bldLvl="0" animBg="1"/>
      <p:bldP spid="101" grpId="0" bldLvl="0" animBg="1"/>
      <p:bldP spid="102" grpId="0" bldLvl="0" animBg="1"/>
      <p:bldP spid="103" grpId="0" bldLvl="0" animBg="1"/>
      <p:bldP spid="106" grpId="0" bldLvl="0" animBg="1"/>
      <p:bldP spid="107" grpId="0" bldLvl="0" animBg="1"/>
      <p:bldP spid="108" grpId="0" bldLvl="0" animBg="1"/>
      <p:bldP spid="109" grpId="0" bldLvl="0" animBg="1"/>
      <p:bldP spid="110" grpId="0" bldLvl="0" animBg="1"/>
      <p:bldP spid="111" grpId="0" bldLvl="0" animBg="1"/>
      <p:bldP spid="114" grpId="0" bldLvl="0" animBg="1"/>
      <p:bldP spid="115" grpId="0" bldLvl="0" animBg="1"/>
      <p:bldP spid="116" grpId="0" bldLvl="0" animBg="1"/>
      <p:bldP spid="117" grpId="0" bldLvl="0" animBg="1"/>
      <p:bldP spid="118" grpId="0" bldLvl="0" animBg="1"/>
      <p:bldP spid="119" grpId="0" bldLvl="0" animBg="1"/>
      <p:bldP spid="122" grpId="0" bldLvl="0" animBg="1"/>
      <p:bldP spid="123" grpId="0" bldLvl="0" animBg="1"/>
      <p:bldP spid="124" grpId="0" bldLvl="0" animBg="1"/>
      <p:bldP spid="125" grpId="0" bldLvl="0" animBg="1"/>
      <p:bldP spid="126" grpId="0" bldLvl="0" animBg="1"/>
      <p:bldP spid="127" grpId="0" bldLvl="0" animBg="1"/>
      <p:bldP spid="130" grpId="0" bldLvl="0" animBg="1"/>
      <p:bldP spid="131" grpId="0" bldLvl="0" animBg="1"/>
      <p:bldP spid="133" grpId="0" bldLvl="0" animBg="1"/>
      <p:bldP spid="134" grpId="0" bldLvl="0" animBg="1"/>
      <p:bldP spid="135" grpId="0"/>
      <p:bldP spid="137" grpId="0" bldLvl="0" animBg="1"/>
      <p:bldP spid="138" grpId="0" bldLvl="0" animBg="1"/>
      <p:bldP spid="139" grpId="0"/>
      <p:bldP spid="141" grpId="0" bldLvl="0" animBg="1"/>
      <p:bldP spid="142" grpId="0" bldLvl="0" animBg="1"/>
      <p:bldP spid="143" grpId="0"/>
      <p:bldP spid="144" grpId="0" bldLvl="0" animBg="1"/>
      <p:bldP spid="145" grpId="0" bldLvl="0" animBg="1"/>
      <p:bldP spid="146" grpId="0"/>
      <p:bldP spid="148" grpId="0" bldLvl="0" animBg="1"/>
      <p:bldP spid="149" grpId="0" bldLvl="0" animBg="1"/>
      <p:bldP spid="150" grpId="0"/>
      <p:bldP spid="153" grpId="0" bldLvl="0" animBg="1"/>
      <p:bldP spid="154" grpId="0" bldLvl="0" animBg="1"/>
      <p:bldP spid="155" grpId="0" bldLvl="0" animBg="1"/>
      <p:bldP spid="156" grpId="0" bldLvl="0" animBg="1"/>
      <p:bldP spid="157" grpId="0" bldLvl="0" animBg="1"/>
      <p:bldP spid="166" grpId="0"/>
      <p:bldP spid="166" grpId="1"/>
      <p:bldP spid="167" grpId="0"/>
      <p:bldP spid="167" grpId="1"/>
      <p:bldP spid="167" grpId="2"/>
      <p:bldP spid="167" grpId="3"/>
      <p:bldP spid="168" grpId="0"/>
      <p:bldP spid="168" grpId="1"/>
      <p:bldP spid="168" grpId="2"/>
      <p:bldP spid="169" grpId="0"/>
      <p:bldP spid="169" grpId="1"/>
      <p:bldP spid="170" grpId="0"/>
      <p:bldP spid="175" grpId="0"/>
      <p:bldP spid="176" grpId="0" bldLvl="0" animBg="1"/>
      <p:bldP spid="177" grpId="0" bldLvl="0" animBg="1"/>
      <p:bldP spid="182" grpId="0" bldLvl="0" animBg="1"/>
      <p:bldP spid="183" grpId="0" bldLvl="0" animBg="1"/>
      <p:bldP spid="183" grpId="1" bldLvl="0" animBg="1"/>
      <p:bldP spid="183" grpId="2" animBg="1"/>
      <p:bldP spid="184" grpId="0" bldLvl="0" animBg="1"/>
      <p:bldP spid="184" grpId="1" bldLvl="0" animBg="1"/>
      <p:bldP spid="184" grpId="2" animBg="1"/>
      <p:bldP spid="185" grpId="0" bldLvl="0" animBg="1"/>
      <p:bldP spid="185" grpId="1" bldLvl="0" animBg="1"/>
      <p:bldP spid="185" grpId="2" animBg="1"/>
      <p:bldP spid="187" grpId="0" bldLvl="0" animBg="1"/>
      <p:bldP spid="191" grpId="0" bldLvl="0" animBg="1"/>
      <p:bldP spid="191" grpId="1"/>
      <p:bldP spid="194" grpId="0" bldLvl="0" animBg="1"/>
      <p:bldP spid="194" grpId="1"/>
      <p:bldP spid="200" grpId="0" bldLvl="0" animBg="1"/>
      <p:bldP spid="200" grpId="1"/>
      <p:bldP spid="208" grpId="0" bldLvl="0" animBg="1"/>
      <p:bldP spid="209" grpId="0" bldLvl="0" animBg="1"/>
      <p:bldP spid="209" grpId="1" bldLvl="0" animBg="1"/>
      <p:bldP spid="209" grpId="2" animBg="1"/>
      <p:bldP spid="210" grpId="0" bldLvl="0" animBg="1"/>
      <p:bldP spid="211" grpId="0" bldLvl="0" animBg="1"/>
      <p:bldP spid="215" grpId="0" bldLvl="0" animBg="1"/>
      <p:bldP spid="215" grpId="1"/>
      <p:bldP spid="216" grpId="0"/>
      <p:bldP spid="216" grpId="1"/>
      <p:bldP spid="220" grpId="0"/>
      <p:bldP spid="221" grpId="0"/>
      <p:bldP spid="222" grpId="0"/>
      <p:bldP spid="223" grpId="0" bldLvl="0" animBg="1"/>
      <p:bldP spid="225" grpId="0"/>
      <p:bldP spid="226" grpId="0"/>
      <p:bldP spid="227" grpId="0"/>
      <p:bldP spid="228" grpId="0"/>
      <p:bldP spid="229" grpId="0" bldLvl="0" animBg="1"/>
      <p:bldP spid="230" grpId="0" bldLvl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960120" y="75730"/>
            <a:ext cx="3230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广度优先</a:t>
            </a:r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遍历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0" y="734503"/>
            <a:ext cx="9144000" cy="1725729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>
              <a:lnSpc>
                <a:spcPct val="120000"/>
              </a:lnSpc>
            </a:pPr>
            <a:r>
              <a:rPr lang="en-US" altLang="zh-CN" sz="1800" b="1" dirty="0">
                <a:solidFill>
                  <a:srgbClr val="FF0000"/>
                </a:solidFill>
                <a:latin typeface="+mn-ea"/>
                <a:cs typeface="Consolas" panose="020B0609020204030204" pitchFamily="49" charset="0"/>
              </a:rPr>
              <a:t>[</a:t>
            </a:r>
            <a:r>
              <a:rPr lang="zh-CN" altLang="en-US" sz="1800" b="1" dirty="0">
                <a:solidFill>
                  <a:srgbClr val="FF0000"/>
                </a:solidFill>
                <a:latin typeface="+mn-ea"/>
                <a:cs typeface="Consolas" panose="020B0609020204030204" pitchFamily="49" charset="0"/>
              </a:rPr>
              <a:t>例</a:t>
            </a:r>
            <a:r>
              <a:rPr lang="en-US" altLang="zh-CN" sz="1800" b="1" dirty="0">
                <a:solidFill>
                  <a:srgbClr val="FF0000"/>
                </a:solidFill>
                <a:latin typeface="+mn-ea"/>
                <a:cs typeface="Consolas" panose="020B0609020204030204" pitchFamily="49" charset="0"/>
              </a:rPr>
              <a:t>] </a:t>
            </a:r>
            <a:r>
              <a:rPr lang="zh-CN" altLang="en-US" sz="1800" b="1" dirty="0">
                <a:latin typeface="+mn-ea"/>
                <a:cs typeface="Consolas" panose="020B0609020204030204" pitchFamily="49" charset="0"/>
              </a:rPr>
              <a:t>对下图所示无向图从顶点</a:t>
            </a:r>
            <a:r>
              <a:rPr lang="en-US" altLang="zh-CN" sz="1800" b="1" dirty="0">
                <a:latin typeface="+mn-ea"/>
                <a:cs typeface="Consolas" panose="020B0609020204030204" pitchFamily="49" charset="0"/>
              </a:rPr>
              <a:t>0</a:t>
            </a:r>
            <a:r>
              <a:rPr lang="zh-CN" altLang="en-US" sz="1800" b="1" dirty="0">
                <a:latin typeface="+mn-ea"/>
                <a:cs typeface="Consolas" panose="020B0609020204030204" pitchFamily="49" charset="0"/>
              </a:rPr>
              <a:t>开始进行广度优先遍历，不可能得到顶点访问序列是</a:t>
            </a:r>
            <a:r>
              <a:rPr lang="en-US" altLang="zh-CN" b="1" dirty="0">
                <a:latin typeface="+mn-ea"/>
                <a:cs typeface="Consolas" panose="020B0609020204030204" pitchFamily="49" charset="0"/>
              </a:rPr>
              <a:t>()</a:t>
            </a:r>
            <a:br>
              <a:rPr lang="zh-CN" altLang="en-US" sz="1800" b="1" dirty="0">
                <a:latin typeface="+mn-ea"/>
                <a:cs typeface="Consolas" panose="020B0609020204030204" pitchFamily="49" charset="0"/>
              </a:rPr>
            </a:br>
            <a:r>
              <a:rPr lang="zh-CN" altLang="en-US" sz="1800" dirty="0">
                <a:latin typeface="+mn-ea"/>
                <a:cs typeface="Consolas" panose="020B0609020204030204" pitchFamily="49" charset="0"/>
              </a:rPr>
              <a:t> </a:t>
            </a:r>
            <a:r>
              <a:rPr lang="en-US" altLang="zh-CN" sz="1800" b="1" dirty="0">
                <a:latin typeface="+mn-ea"/>
                <a:cs typeface="Consolas" panose="020B0609020204030204" pitchFamily="49" charset="0"/>
              </a:rPr>
              <a:t>A. </a:t>
            </a:r>
            <a:r>
              <a:rPr lang="en-US" altLang="zh-CN" sz="1800" dirty="0">
                <a:latin typeface="+mn-ea"/>
                <a:cs typeface="Consolas" panose="020B0609020204030204" pitchFamily="49" charset="0"/>
              </a:rPr>
              <a:t>0 </a:t>
            </a:r>
            <a:r>
              <a:rPr lang="en-US" altLang="zh-CN" sz="1800" dirty="0"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 </a:t>
            </a:r>
            <a:r>
              <a:rPr lang="en-US" altLang="zh-CN" dirty="0"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2</a:t>
            </a:r>
            <a:r>
              <a:rPr lang="en-US" altLang="zh-CN" sz="1800" dirty="0">
                <a:latin typeface="+mn-ea"/>
                <a:cs typeface="Consolas" panose="020B0609020204030204" pitchFamily="49" charset="0"/>
              </a:rPr>
              <a:t> </a:t>
            </a:r>
            <a:r>
              <a:rPr lang="en-US" altLang="zh-CN" sz="1800" dirty="0"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 </a:t>
            </a:r>
            <a:r>
              <a:rPr lang="en-US" altLang="zh-CN" dirty="0"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3</a:t>
            </a:r>
            <a:r>
              <a:rPr lang="en-US" altLang="zh-CN" sz="1800" dirty="0">
                <a:latin typeface="+mn-ea"/>
                <a:cs typeface="Consolas" panose="020B0609020204030204" pitchFamily="49" charset="0"/>
              </a:rPr>
              <a:t> </a:t>
            </a:r>
            <a:r>
              <a:rPr lang="en-US" altLang="zh-CN" dirty="0"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 1</a:t>
            </a:r>
            <a:r>
              <a:rPr lang="en-US" altLang="zh-CN" sz="1800" dirty="0">
                <a:latin typeface="+mn-ea"/>
                <a:cs typeface="Consolas" panose="020B0609020204030204" pitchFamily="49" charset="0"/>
              </a:rPr>
              <a:t> </a:t>
            </a:r>
            <a:r>
              <a:rPr lang="en-US" altLang="zh-CN" dirty="0"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 6</a:t>
            </a:r>
            <a:r>
              <a:rPr lang="en-US" altLang="zh-CN" sz="1800" dirty="0">
                <a:latin typeface="+mn-ea"/>
                <a:cs typeface="Consolas" panose="020B0609020204030204" pitchFamily="49" charset="0"/>
              </a:rPr>
              <a:t> </a:t>
            </a:r>
            <a:r>
              <a:rPr lang="en-US" altLang="zh-CN" sz="1800" dirty="0"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 </a:t>
            </a:r>
            <a:r>
              <a:rPr lang="en-US" altLang="zh-CN" dirty="0"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4  5</a:t>
            </a:r>
            <a:r>
              <a:rPr lang="en-US" altLang="zh-CN" dirty="0">
                <a:latin typeface="+mn-ea"/>
                <a:cs typeface="Consolas" panose="020B0609020204030204" pitchFamily="49" charset="0"/>
              </a:rPr>
              <a:t>		</a:t>
            </a:r>
            <a:endParaRPr lang="en-US" altLang="zh-CN" dirty="0">
              <a:latin typeface="+mn-ea"/>
              <a:cs typeface="Consolas" panose="020B0609020204030204" pitchFamily="49" charset="0"/>
            </a:endParaRPr>
          </a:p>
          <a:p>
            <a:pPr algn="l">
              <a:lnSpc>
                <a:spcPct val="120000"/>
              </a:lnSpc>
            </a:pPr>
            <a:r>
              <a:rPr lang="en-US" altLang="zh-CN" sz="1800" b="1" dirty="0">
                <a:latin typeface="+mn-ea"/>
                <a:cs typeface="Consolas" panose="020B0609020204030204" pitchFamily="49" charset="0"/>
              </a:rPr>
              <a:t> B. </a:t>
            </a:r>
            <a:r>
              <a:rPr lang="en-US" altLang="zh-CN" dirty="0">
                <a:latin typeface="+mn-ea"/>
                <a:cs typeface="Consolas" panose="020B0609020204030204" pitchFamily="49" charset="0"/>
              </a:rPr>
              <a:t>0</a:t>
            </a:r>
            <a:r>
              <a:rPr lang="en-US" altLang="zh-CN" sz="1800" dirty="0">
                <a:latin typeface="+mn-ea"/>
                <a:cs typeface="Consolas" panose="020B0609020204030204" pitchFamily="49" charset="0"/>
              </a:rPr>
              <a:t> </a:t>
            </a:r>
            <a:r>
              <a:rPr lang="en-US" altLang="zh-CN" sz="1800" dirty="0"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 </a:t>
            </a:r>
            <a:r>
              <a:rPr lang="en-US" altLang="zh-CN" dirty="0"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1</a:t>
            </a:r>
            <a:r>
              <a:rPr lang="en-US" altLang="zh-CN" dirty="0">
                <a:latin typeface="+mn-ea"/>
                <a:cs typeface="Consolas" panose="020B0609020204030204" pitchFamily="49" charset="0"/>
              </a:rPr>
              <a:t> </a:t>
            </a:r>
            <a:r>
              <a:rPr lang="en-US" altLang="zh-CN" dirty="0"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 6</a:t>
            </a:r>
            <a:r>
              <a:rPr lang="en-US" altLang="zh-CN" dirty="0">
                <a:latin typeface="+mn-ea"/>
                <a:cs typeface="Consolas" panose="020B0609020204030204" pitchFamily="49" charset="0"/>
              </a:rPr>
              <a:t> </a:t>
            </a:r>
            <a:r>
              <a:rPr lang="en-US" altLang="zh-CN" dirty="0"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 3</a:t>
            </a:r>
            <a:r>
              <a:rPr lang="en-US" altLang="zh-CN" dirty="0">
                <a:latin typeface="+mn-ea"/>
                <a:cs typeface="Consolas" panose="020B0609020204030204" pitchFamily="49" charset="0"/>
              </a:rPr>
              <a:t> </a:t>
            </a:r>
            <a:r>
              <a:rPr lang="en-US" altLang="zh-CN" dirty="0"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 2</a:t>
            </a:r>
            <a:r>
              <a:rPr lang="en-US" altLang="zh-CN" dirty="0">
                <a:latin typeface="+mn-ea"/>
                <a:cs typeface="Consolas" panose="020B0609020204030204" pitchFamily="49" charset="0"/>
              </a:rPr>
              <a:t> </a:t>
            </a:r>
            <a:r>
              <a:rPr lang="en-US" altLang="zh-CN" dirty="0"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 5  4</a:t>
            </a:r>
            <a:endParaRPr lang="en-US" altLang="zh-CN" sz="1800" dirty="0">
              <a:latin typeface="+mn-ea"/>
              <a:cs typeface="Consolas" panose="020B0609020204030204" pitchFamily="49" charset="0"/>
            </a:endParaRPr>
          </a:p>
          <a:p>
            <a:pPr algn="l">
              <a:lnSpc>
                <a:spcPct val="120000"/>
              </a:lnSpc>
            </a:pPr>
            <a:r>
              <a:rPr lang="en-US" altLang="zh-CN" sz="1800" b="1" dirty="0">
                <a:latin typeface="+mn-ea"/>
                <a:cs typeface="Consolas" panose="020B0609020204030204" pitchFamily="49" charset="0"/>
              </a:rPr>
              <a:t> C. </a:t>
            </a:r>
            <a:r>
              <a:rPr lang="en-US" altLang="zh-CN" sz="1800" dirty="0">
                <a:latin typeface="+mn-ea"/>
                <a:cs typeface="Consolas" panose="020B0609020204030204" pitchFamily="49" charset="0"/>
              </a:rPr>
              <a:t>0 </a:t>
            </a:r>
            <a:r>
              <a:rPr lang="en-US" altLang="zh-CN" sz="1800" dirty="0"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 </a:t>
            </a:r>
            <a:r>
              <a:rPr lang="en-US" altLang="zh-CN" dirty="0"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6</a:t>
            </a:r>
            <a:r>
              <a:rPr lang="en-US" altLang="zh-CN" dirty="0">
                <a:latin typeface="+mn-ea"/>
                <a:cs typeface="Consolas" panose="020B0609020204030204" pitchFamily="49" charset="0"/>
              </a:rPr>
              <a:t> </a:t>
            </a:r>
            <a:r>
              <a:rPr lang="en-US" altLang="zh-CN" dirty="0"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 1</a:t>
            </a:r>
            <a:r>
              <a:rPr lang="en-US" altLang="zh-CN" dirty="0">
                <a:latin typeface="+mn-ea"/>
                <a:cs typeface="Consolas" panose="020B0609020204030204" pitchFamily="49" charset="0"/>
              </a:rPr>
              <a:t> </a:t>
            </a:r>
            <a:r>
              <a:rPr lang="en-US" altLang="zh-CN" dirty="0"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 3</a:t>
            </a:r>
            <a:r>
              <a:rPr lang="en-US" altLang="zh-CN" dirty="0">
                <a:latin typeface="+mn-ea"/>
                <a:cs typeface="Consolas" panose="020B0609020204030204" pitchFamily="49" charset="0"/>
              </a:rPr>
              <a:t> </a:t>
            </a:r>
            <a:r>
              <a:rPr lang="en-US" altLang="zh-CN" dirty="0"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 2</a:t>
            </a:r>
            <a:r>
              <a:rPr lang="en-US" altLang="zh-CN" dirty="0">
                <a:latin typeface="+mn-ea"/>
                <a:cs typeface="Consolas" panose="020B0609020204030204" pitchFamily="49" charset="0"/>
              </a:rPr>
              <a:t> </a:t>
            </a:r>
            <a:r>
              <a:rPr lang="en-US" altLang="zh-CN" dirty="0"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 5  4</a:t>
            </a:r>
            <a:r>
              <a:rPr lang="en-US" altLang="zh-CN" dirty="0">
                <a:latin typeface="+mn-ea"/>
                <a:cs typeface="Consolas" panose="020B0609020204030204" pitchFamily="49" charset="0"/>
              </a:rPr>
              <a:t>	</a:t>
            </a:r>
            <a:endParaRPr lang="en-US" altLang="zh-CN" dirty="0">
              <a:latin typeface="+mn-ea"/>
              <a:cs typeface="Consolas" panose="020B0609020204030204" pitchFamily="49" charset="0"/>
            </a:endParaRPr>
          </a:p>
          <a:p>
            <a:pPr algn="l">
              <a:lnSpc>
                <a:spcPct val="120000"/>
              </a:lnSpc>
            </a:pPr>
            <a:r>
              <a:rPr lang="en-US" altLang="zh-CN" sz="1800" b="1" dirty="0">
                <a:latin typeface="+mn-ea"/>
                <a:cs typeface="Consolas" panose="020B0609020204030204" pitchFamily="49" charset="0"/>
              </a:rPr>
              <a:t> D. </a:t>
            </a:r>
            <a:r>
              <a:rPr lang="en-US" altLang="zh-CN" sz="1800" dirty="0">
                <a:latin typeface="+mn-ea"/>
                <a:cs typeface="Consolas" panose="020B0609020204030204" pitchFamily="49" charset="0"/>
              </a:rPr>
              <a:t>0 </a:t>
            </a:r>
            <a:r>
              <a:rPr lang="en-US" altLang="zh-CN" sz="1800" dirty="0"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 </a:t>
            </a:r>
            <a:r>
              <a:rPr lang="en-US" altLang="zh-CN" dirty="0"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2</a:t>
            </a:r>
            <a:r>
              <a:rPr lang="en-US" altLang="zh-CN" dirty="0">
                <a:latin typeface="+mn-ea"/>
                <a:cs typeface="Consolas" panose="020B0609020204030204" pitchFamily="49" charset="0"/>
              </a:rPr>
              <a:t> </a:t>
            </a:r>
            <a:r>
              <a:rPr lang="en-US" altLang="zh-CN" dirty="0"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 4</a:t>
            </a:r>
            <a:r>
              <a:rPr lang="en-US" altLang="zh-CN" dirty="0">
                <a:latin typeface="+mn-ea"/>
                <a:cs typeface="Consolas" panose="020B0609020204030204" pitchFamily="49" charset="0"/>
              </a:rPr>
              <a:t> </a:t>
            </a:r>
            <a:r>
              <a:rPr lang="en-US" altLang="zh-CN" dirty="0"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 3</a:t>
            </a:r>
            <a:r>
              <a:rPr lang="en-US" altLang="zh-CN" dirty="0">
                <a:latin typeface="+mn-ea"/>
                <a:cs typeface="Consolas" panose="020B0609020204030204" pitchFamily="49" charset="0"/>
              </a:rPr>
              <a:t> </a:t>
            </a:r>
            <a:r>
              <a:rPr lang="en-US" altLang="zh-CN" dirty="0"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 1</a:t>
            </a:r>
            <a:r>
              <a:rPr lang="en-US" altLang="zh-CN" dirty="0">
                <a:latin typeface="+mn-ea"/>
                <a:cs typeface="Consolas" panose="020B0609020204030204" pitchFamily="49" charset="0"/>
              </a:rPr>
              <a:t> </a:t>
            </a:r>
            <a:r>
              <a:rPr lang="en-US" altLang="zh-CN" dirty="0"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 6  5</a:t>
            </a:r>
            <a:endParaRPr lang="zh-CN" altLang="en-US" dirty="0">
              <a:latin typeface="+mn-ea"/>
            </a:endParaRPr>
          </a:p>
        </p:txBody>
      </p:sp>
      <p:sp>
        <p:nvSpPr>
          <p:cNvPr id="7" name="Oval 31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5738898" y="1191560"/>
            <a:ext cx="452705" cy="452705"/>
          </a:xfrm>
          <a:prstGeom prst="ellipse">
            <a:avLst/>
          </a:prstGeom>
          <a:solidFill>
            <a:srgbClr val="B50988">
              <a:alpha val="63000"/>
            </a:srgbClr>
          </a:solidFill>
          <a:ln w="9525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/>
        </p:spPr>
        <p:txBody>
          <a:bodyPr wrap="none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Consolas" panose="020B0609020204030204" pitchFamily="49" charset="0"/>
              </a:rPr>
              <a:t>0</a:t>
            </a:r>
            <a:endParaRPr kumimoji="0" lang="en-US" altLang="zh-CN" sz="20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cxnSp>
        <p:nvCxnSpPr>
          <p:cNvPr id="9" name="直接连接符 8"/>
          <p:cNvCxnSpPr>
            <a:stCxn id="23" idx="2"/>
            <a:endCxn id="7" idx="6"/>
          </p:cNvCxnSpPr>
          <p:nvPr>
            <p:custDataLst>
              <p:tags r:id="rId4"/>
            </p:custDataLst>
          </p:nvPr>
        </p:nvCxnSpPr>
        <p:spPr>
          <a:xfrm flipH="1" flipV="1">
            <a:off x="6191603" y="1417913"/>
            <a:ext cx="626539" cy="572"/>
          </a:xfrm>
          <a:prstGeom prst="line">
            <a:avLst/>
          </a:prstGeom>
          <a:ln w="317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31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5247661" y="1791410"/>
            <a:ext cx="452705" cy="452705"/>
          </a:xfrm>
          <a:prstGeom prst="ellipse">
            <a:avLst/>
          </a:prstGeom>
          <a:solidFill>
            <a:schemeClr val="bg1">
              <a:lumMod val="50000"/>
              <a:alpha val="63000"/>
            </a:schemeClr>
          </a:solidFill>
          <a:ln w="9525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/>
        </p:spPr>
        <p:txBody>
          <a:bodyPr wrap="none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kern="0" dirty="0">
                <a:solidFill>
                  <a:schemeClr val="bg1"/>
                </a:solidFill>
                <a:latin typeface="+mn-ea"/>
                <a:cs typeface="Consolas" panose="020B0609020204030204" pitchFamily="49" charset="0"/>
              </a:rPr>
              <a:t>2</a:t>
            </a:r>
            <a:endParaRPr kumimoji="0" lang="en-US" altLang="zh-CN" sz="20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18" name="Oval 31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5788628" y="2405643"/>
            <a:ext cx="452705" cy="452705"/>
          </a:xfrm>
          <a:prstGeom prst="ellipse">
            <a:avLst/>
          </a:prstGeom>
          <a:solidFill>
            <a:schemeClr val="bg1">
              <a:lumMod val="50000"/>
              <a:alpha val="63000"/>
            </a:schemeClr>
          </a:solidFill>
          <a:ln w="9525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/>
        </p:spPr>
        <p:txBody>
          <a:bodyPr wrap="none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kern="0" dirty="0">
                <a:solidFill>
                  <a:schemeClr val="bg1"/>
                </a:solidFill>
                <a:latin typeface="+mn-ea"/>
                <a:cs typeface="Consolas" panose="020B0609020204030204" pitchFamily="49" charset="0"/>
              </a:rPr>
              <a:t>4</a:t>
            </a:r>
            <a:endParaRPr kumimoji="0" lang="en-US" altLang="zh-CN" sz="20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20" name="Oval 31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6320604" y="1791411"/>
            <a:ext cx="452705" cy="452705"/>
          </a:xfrm>
          <a:prstGeom prst="ellipse">
            <a:avLst/>
          </a:prstGeom>
          <a:solidFill>
            <a:schemeClr val="bg1">
              <a:lumMod val="50000"/>
              <a:alpha val="63000"/>
            </a:schemeClr>
          </a:solidFill>
          <a:ln w="9525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/>
        </p:spPr>
        <p:txBody>
          <a:bodyPr wrap="none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kern="0" dirty="0">
                <a:solidFill>
                  <a:schemeClr val="bg1"/>
                </a:solidFill>
                <a:latin typeface="+mn-ea"/>
                <a:cs typeface="Consolas" panose="020B0609020204030204" pitchFamily="49" charset="0"/>
              </a:rPr>
              <a:t>3</a:t>
            </a:r>
            <a:endParaRPr kumimoji="0" lang="en-US" altLang="zh-CN" sz="20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21" name="Oval 31"/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6818142" y="2405643"/>
            <a:ext cx="452705" cy="452705"/>
          </a:xfrm>
          <a:prstGeom prst="ellipse">
            <a:avLst/>
          </a:prstGeom>
          <a:solidFill>
            <a:schemeClr val="bg1">
              <a:lumMod val="50000"/>
              <a:alpha val="63000"/>
            </a:schemeClr>
          </a:solidFill>
          <a:ln w="9525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/>
        </p:spPr>
        <p:txBody>
          <a:bodyPr wrap="none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kern="0" dirty="0">
                <a:solidFill>
                  <a:schemeClr val="bg1"/>
                </a:solidFill>
                <a:latin typeface="+mn-ea"/>
                <a:cs typeface="Consolas" panose="020B0609020204030204" pitchFamily="49" charset="0"/>
              </a:rPr>
              <a:t>5</a:t>
            </a:r>
            <a:endParaRPr kumimoji="0" lang="en-US" altLang="zh-CN" sz="20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23" name="Oval 31"/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6818142" y="1192132"/>
            <a:ext cx="452705" cy="452705"/>
          </a:xfrm>
          <a:prstGeom prst="ellipse">
            <a:avLst/>
          </a:prstGeom>
          <a:solidFill>
            <a:schemeClr val="bg1">
              <a:lumMod val="50000"/>
              <a:alpha val="63000"/>
            </a:schemeClr>
          </a:solidFill>
          <a:ln w="9525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/>
        </p:spPr>
        <p:txBody>
          <a:bodyPr wrap="none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kern="0" dirty="0">
                <a:solidFill>
                  <a:schemeClr val="bg1"/>
                </a:solidFill>
                <a:latin typeface="+mn-ea"/>
                <a:cs typeface="Consolas" panose="020B0609020204030204" pitchFamily="49" charset="0"/>
              </a:rPr>
              <a:t>1</a:t>
            </a:r>
            <a:endParaRPr kumimoji="0" lang="en-US" altLang="zh-CN" sz="20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24" name="Oval 31"/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7369169" y="1791410"/>
            <a:ext cx="452705" cy="452705"/>
          </a:xfrm>
          <a:prstGeom prst="ellipse">
            <a:avLst/>
          </a:prstGeom>
          <a:solidFill>
            <a:schemeClr val="bg1">
              <a:lumMod val="50000"/>
              <a:alpha val="63000"/>
            </a:schemeClr>
          </a:solidFill>
          <a:ln w="9525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/>
        </p:spPr>
        <p:txBody>
          <a:bodyPr wrap="none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kern="0" dirty="0">
                <a:solidFill>
                  <a:schemeClr val="bg1"/>
                </a:solidFill>
                <a:latin typeface="+mn-ea"/>
                <a:cs typeface="Consolas" panose="020B0609020204030204" pitchFamily="49" charset="0"/>
              </a:rPr>
              <a:t>6</a:t>
            </a:r>
            <a:endParaRPr kumimoji="0" lang="en-US" altLang="zh-CN" sz="20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cxnSp>
        <p:nvCxnSpPr>
          <p:cNvPr id="26" name="直接连接符 25"/>
          <p:cNvCxnSpPr>
            <a:stCxn id="20" idx="1"/>
            <a:endCxn id="7" idx="5"/>
          </p:cNvCxnSpPr>
          <p:nvPr>
            <p:custDataLst>
              <p:tags r:id="rId11"/>
            </p:custDataLst>
          </p:nvPr>
        </p:nvCxnSpPr>
        <p:spPr>
          <a:xfrm flipH="1" flipV="1">
            <a:off x="6125306" y="1577968"/>
            <a:ext cx="261595" cy="279740"/>
          </a:xfrm>
          <a:prstGeom prst="line">
            <a:avLst/>
          </a:prstGeom>
          <a:ln w="317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>
            <a:stCxn id="21" idx="1"/>
            <a:endCxn id="20" idx="5"/>
          </p:cNvCxnSpPr>
          <p:nvPr>
            <p:custDataLst>
              <p:tags r:id="rId12"/>
            </p:custDataLst>
          </p:nvPr>
        </p:nvCxnSpPr>
        <p:spPr>
          <a:xfrm flipH="1" flipV="1">
            <a:off x="6707012" y="2177819"/>
            <a:ext cx="177427" cy="294121"/>
          </a:xfrm>
          <a:prstGeom prst="line">
            <a:avLst/>
          </a:prstGeom>
          <a:ln w="317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>
            <a:stCxn id="24" idx="2"/>
          </p:cNvCxnSpPr>
          <p:nvPr>
            <p:custDataLst>
              <p:tags r:id="rId13"/>
            </p:custDataLst>
          </p:nvPr>
        </p:nvCxnSpPr>
        <p:spPr>
          <a:xfrm flipH="1" flipV="1">
            <a:off x="6175036" y="1508154"/>
            <a:ext cx="1194133" cy="509609"/>
          </a:xfrm>
          <a:prstGeom prst="line">
            <a:avLst/>
          </a:prstGeom>
          <a:ln w="317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/>
          <p:cNvCxnSpPr>
            <a:stCxn id="23" idx="3"/>
            <a:endCxn id="20" idx="7"/>
          </p:cNvCxnSpPr>
          <p:nvPr>
            <p:custDataLst>
              <p:tags r:id="rId14"/>
            </p:custDataLst>
          </p:nvPr>
        </p:nvCxnSpPr>
        <p:spPr>
          <a:xfrm flipH="1">
            <a:off x="6707012" y="1578540"/>
            <a:ext cx="177427" cy="279168"/>
          </a:xfrm>
          <a:prstGeom prst="line">
            <a:avLst/>
          </a:prstGeom>
          <a:ln w="317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/>
          <p:cNvCxnSpPr>
            <a:stCxn id="20" idx="3"/>
            <a:endCxn id="18" idx="7"/>
          </p:cNvCxnSpPr>
          <p:nvPr>
            <p:custDataLst>
              <p:tags r:id="rId15"/>
            </p:custDataLst>
          </p:nvPr>
        </p:nvCxnSpPr>
        <p:spPr>
          <a:xfrm flipH="1">
            <a:off x="6175036" y="2177819"/>
            <a:ext cx="211865" cy="294121"/>
          </a:xfrm>
          <a:prstGeom prst="line">
            <a:avLst/>
          </a:prstGeom>
          <a:ln w="317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/>
          <p:cNvCxnSpPr>
            <a:stCxn id="23" idx="6"/>
            <a:endCxn id="24" idx="0"/>
          </p:cNvCxnSpPr>
          <p:nvPr>
            <p:custDataLst>
              <p:tags r:id="rId16"/>
            </p:custDataLst>
          </p:nvPr>
        </p:nvCxnSpPr>
        <p:spPr>
          <a:xfrm>
            <a:off x="7270847" y="1418485"/>
            <a:ext cx="324675" cy="372925"/>
          </a:xfrm>
          <a:prstGeom prst="line">
            <a:avLst/>
          </a:prstGeom>
          <a:ln w="317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/>
          <p:cNvCxnSpPr>
            <a:stCxn id="21" idx="6"/>
            <a:endCxn id="24" idx="4"/>
          </p:cNvCxnSpPr>
          <p:nvPr>
            <p:custDataLst>
              <p:tags r:id="rId17"/>
            </p:custDataLst>
          </p:nvPr>
        </p:nvCxnSpPr>
        <p:spPr>
          <a:xfrm flipV="1">
            <a:off x="7270847" y="2244115"/>
            <a:ext cx="324675" cy="387881"/>
          </a:xfrm>
          <a:prstGeom prst="line">
            <a:avLst/>
          </a:prstGeom>
          <a:ln w="317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连接符 50"/>
          <p:cNvCxnSpPr>
            <a:stCxn id="18" idx="6"/>
            <a:endCxn id="21" idx="2"/>
          </p:cNvCxnSpPr>
          <p:nvPr>
            <p:custDataLst>
              <p:tags r:id="rId18"/>
            </p:custDataLst>
          </p:nvPr>
        </p:nvCxnSpPr>
        <p:spPr>
          <a:xfrm>
            <a:off x="6241333" y="2631996"/>
            <a:ext cx="576809" cy="0"/>
          </a:xfrm>
          <a:prstGeom prst="line">
            <a:avLst/>
          </a:prstGeom>
          <a:ln w="317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连接符 53"/>
          <p:cNvCxnSpPr>
            <a:stCxn id="10" idx="4"/>
            <a:endCxn id="18" idx="2"/>
          </p:cNvCxnSpPr>
          <p:nvPr>
            <p:custDataLst>
              <p:tags r:id="rId19"/>
            </p:custDataLst>
          </p:nvPr>
        </p:nvCxnSpPr>
        <p:spPr>
          <a:xfrm>
            <a:off x="5474014" y="2244115"/>
            <a:ext cx="314614" cy="387881"/>
          </a:xfrm>
          <a:prstGeom prst="line">
            <a:avLst/>
          </a:prstGeom>
          <a:ln w="317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连接符 56"/>
          <p:cNvCxnSpPr>
            <a:stCxn id="10" idx="0"/>
            <a:endCxn id="7" idx="2"/>
          </p:cNvCxnSpPr>
          <p:nvPr>
            <p:custDataLst>
              <p:tags r:id="rId20"/>
            </p:custDataLst>
          </p:nvPr>
        </p:nvCxnSpPr>
        <p:spPr>
          <a:xfrm flipV="1">
            <a:off x="5474014" y="1417913"/>
            <a:ext cx="264884" cy="373497"/>
          </a:xfrm>
          <a:prstGeom prst="line">
            <a:avLst/>
          </a:prstGeom>
          <a:ln w="317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 Box 3"/>
          <p:cNvSpPr txBox="1">
            <a:spLocks noChangeArrowheads="1"/>
          </p:cNvSpPr>
          <p:nvPr>
            <p:custDataLst>
              <p:tags r:id="rId21"/>
            </p:custDataLst>
          </p:nvPr>
        </p:nvSpPr>
        <p:spPr bwMode="auto">
          <a:xfrm>
            <a:off x="0" y="3000869"/>
            <a:ext cx="3370729" cy="369332"/>
          </a:xfrm>
          <a:prstGeom prst="rect">
            <a:avLst/>
          </a:prstGeom>
          <a:noFill/>
          <a:ln w="19050" algn="ctr">
            <a:noFill/>
            <a:miter lim="800000"/>
            <a:tailEnd type="none" w="med" len="lg"/>
          </a:ln>
        </p:spPr>
        <p:txBody>
          <a:bodyPr wrap="square">
            <a:spAutoFit/>
          </a:bodyPr>
          <a:p>
            <a:pPr algn="l">
              <a:spcBef>
                <a:spcPct val="50000"/>
              </a:spcBef>
            </a:pPr>
            <a:r>
              <a:rPr lang="zh-CN" altLang="en-US" b="1" dirty="0">
                <a:latin typeface="+mn-ea"/>
                <a:cs typeface="Consolas" panose="020B0609020204030204" pitchFamily="49" charset="0"/>
              </a:rPr>
              <a:t>从顶点</a:t>
            </a:r>
            <a:r>
              <a:rPr lang="en-US" altLang="zh-CN" b="1" dirty="0">
                <a:latin typeface="+mn-ea"/>
                <a:cs typeface="Consolas" panose="020B0609020204030204" pitchFamily="49" charset="0"/>
              </a:rPr>
              <a:t>0</a:t>
            </a:r>
            <a:r>
              <a:rPr lang="zh-CN" altLang="en-US" b="1" dirty="0">
                <a:latin typeface="+mn-ea"/>
                <a:cs typeface="Consolas" panose="020B0609020204030204" pitchFamily="49" charset="0"/>
              </a:rPr>
              <a:t>开始的广度遍历</a:t>
            </a:r>
            <a:r>
              <a:rPr lang="zh-CN" altLang="en-US" sz="1800" b="1" dirty="0">
                <a:latin typeface="+mn-ea"/>
                <a:cs typeface="Consolas" panose="020B0609020204030204" pitchFamily="49" charset="0"/>
              </a:rPr>
              <a:t> </a:t>
            </a:r>
            <a:r>
              <a:rPr lang="en-US" altLang="zh-CN" sz="1800" b="1" dirty="0"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-&gt;</a:t>
            </a:r>
            <a:endParaRPr lang="zh-CN" altLang="en-US" sz="1800" b="1" dirty="0"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77" name="Text Box 3"/>
          <p:cNvSpPr txBox="1">
            <a:spLocks noChangeArrowheads="1"/>
          </p:cNvSpPr>
          <p:nvPr>
            <p:custDataLst>
              <p:tags r:id="rId22"/>
            </p:custDataLst>
          </p:nvPr>
        </p:nvSpPr>
        <p:spPr bwMode="auto">
          <a:xfrm>
            <a:off x="2886635" y="3000869"/>
            <a:ext cx="5504330" cy="369332"/>
          </a:xfrm>
          <a:prstGeom prst="rect">
            <a:avLst/>
          </a:prstGeom>
          <a:noFill/>
          <a:ln w="19050" algn="ctr">
            <a:noFill/>
            <a:miter lim="800000"/>
            <a:tailEnd type="none" w="med" len="lg"/>
          </a:ln>
        </p:spPr>
        <p:txBody>
          <a:bodyPr wrap="square">
            <a:spAutoFit/>
          </a:bodyPr>
          <a:p>
            <a:pPr algn="l">
              <a:spcBef>
                <a:spcPct val="50000"/>
              </a:spcBef>
            </a:pPr>
            <a:r>
              <a:rPr lang="zh-CN" altLang="en-US" sz="1800" b="1" dirty="0">
                <a:latin typeface="+mn-ea"/>
                <a:cs typeface="Consolas" panose="020B0609020204030204" pitchFamily="49" charset="0"/>
              </a:rPr>
              <a:t>接下来四个顶点必然是</a:t>
            </a:r>
            <a:r>
              <a:rPr lang="en-US" altLang="zh-CN" sz="1800" b="1" dirty="0">
                <a:solidFill>
                  <a:srgbClr val="0070C0"/>
                </a:solidFill>
                <a:latin typeface="+mn-ea"/>
                <a:cs typeface="Consolas" panose="020B0609020204030204" pitchFamily="49" charset="0"/>
              </a:rPr>
              <a:t>1</a:t>
            </a:r>
            <a:r>
              <a:rPr lang="en-US" altLang="zh-CN" b="1" dirty="0">
                <a:solidFill>
                  <a:srgbClr val="0070C0"/>
                </a:solidFill>
                <a:latin typeface="+mn-ea"/>
                <a:cs typeface="Consolas" panose="020B0609020204030204" pitchFamily="49" charset="0"/>
              </a:rPr>
              <a:t>, 2, 3, 6</a:t>
            </a:r>
            <a:r>
              <a:rPr lang="en-US" altLang="zh-CN" b="1" dirty="0">
                <a:solidFill>
                  <a:srgbClr val="FF0000"/>
                </a:solidFill>
                <a:latin typeface="+mn-ea"/>
                <a:cs typeface="Consolas" panose="020B0609020204030204" pitchFamily="49" charset="0"/>
              </a:rPr>
              <a:t>(</a:t>
            </a:r>
            <a:r>
              <a:rPr lang="zh-CN" altLang="en-US" b="1" dirty="0">
                <a:solidFill>
                  <a:srgbClr val="FF0000"/>
                </a:solidFill>
                <a:latin typeface="+mn-ea"/>
                <a:cs typeface="Consolas" panose="020B0609020204030204" pitchFamily="49" charset="0"/>
              </a:rPr>
              <a:t>顺序不一</a:t>
            </a:r>
            <a:r>
              <a:rPr lang="en-US" altLang="zh-CN" b="1" dirty="0">
                <a:solidFill>
                  <a:srgbClr val="FF0000"/>
                </a:solidFill>
                <a:latin typeface="+mn-ea"/>
                <a:cs typeface="Consolas" panose="020B0609020204030204" pitchFamily="49" charset="0"/>
              </a:rPr>
              <a:t>)</a:t>
            </a:r>
            <a:endParaRPr lang="zh-CN" altLang="en-US" sz="1800" b="1" dirty="0">
              <a:solidFill>
                <a:srgbClr val="FF0000"/>
              </a:solidFill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78" name="矩形: 圆角 77"/>
          <p:cNvSpPr/>
          <p:nvPr>
            <p:custDataLst>
              <p:tags r:id="rId23"/>
            </p:custDataLst>
          </p:nvPr>
        </p:nvSpPr>
        <p:spPr>
          <a:xfrm>
            <a:off x="908091" y="1145410"/>
            <a:ext cx="1682597" cy="244800"/>
          </a:xfrm>
          <a:prstGeom prst="roundRect">
            <a:avLst>
              <a:gd name="adj" fmla="val 7846"/>
            </a:avLst>
          </a:prstGeom>
          <a:solidFill>
            <a:srgbClr val="FF0000">
              <a:alpha val="21000"/>
            </a:srgbClr>
          </a:solidFill>
          <a:ln>
            <a:solidFill>
              <a:srgbClr val="FF000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9" name="矩形: 圆角 78"/>
          <p:cNvSpPr/>
          <p:nvPr>
            <p:custDataLst>
              <p:tags r:id="rId24"/>
            </p:custDataLst>
          </p:nvPr>
        </p:nvSpPr>
        <p:spPr>
          <a:xfrm>
            <a:off x="915312" y="1475848"/>
            <a:ext cx="1682597" cy="244800"/>
          </a:xfrm>
          <a:prstGeom prst="roundRect">
            <a:avLst>
              <a:gd name="adj" fmla="val 7846"/>
            </a:avLst>
          </a:prstGeom>
          <a:solidFill>
            <a:srgbClr val="FF0000">
              <a:alpha val="21000"/>
            </a:srgbClr>
          </a:solidFill>
          <a:ln>
            <a:solidFill>
              <a:srgbClr val="FF000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0" name="矩形: 圆角 79"/>
          <p:cNvSpPr/>
          <p:nvPr>
            <p:custDataLst>
              <p:tags r:id="rId25"/>
            </p:custDataLst>
          </p:nvPr>
        </p:nvSpPr>
        <p:spPr>
          <a:xfrm>
            <a:off x="915312" y="1811119"/>
            <a:ext cx="1682597" cy="244800"/>
          </a:xfrm>
          <a:prstGeom prst="roundRect">
            <a:avLst>
              <a:gd name="adj" fmla="val 7846"/>
            </a:avLst>
          </a:prstGeom>
          <a:solidFill>
            <a:srgbClr val="FF0000">
              <a:alpha val="21000"/>
            </a:srgbClr>
          </a:solidFill>
          <a:ln>
            <a:solidFill>
              <a:srgbClr val="FF000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1" name="矩形: 圆角 80"/>
          <p:cNvSpPr/>
          <p:nvPr>
            <p:custDataLst>
              <p:tags r:id="rId26"/>
            </p:custDataLst>
          </p:nvPr>
        </p:nvSpPr>
        <p:spPr>
          <a:xfrm>
            <a:off x="915312" y="2132237"/>
            <a:ext cx="1682597" cy="244800"/>
          </a:xfrm>
          <a:prstGeom prst="roundRect">
            <a:avLst>
              <a:gd name="adj" fmla="val 7846"/>
            </a:avLst>
          </a:prstGeom>
          <a:solidFill>
            <a:srgbClr val="FF0000">
              <a:alpha val="21000"/>
            </a:srgbClr>
          </a:solidFill>
          <a:ln>
            <a:solidFill>
              <a:srgbClr val="FF000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82" name="图形 81" descr="复选标记 纯色填充"/>
          <p:cNvPicPr>
            <a:picLocks noChangeAspect="1"/>
          </p:cNvPicPr>
          <p:nvPr>
            <p:custDataLst>
              <p:tags r:id="rId27"/>
            </p:custDataLst>
          </p:nvPr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-32062" y="1907326"/>
            <a:ext cx="721311" cy="721311"/>
          </a:xfrm>
          <a:prstGeom prst="rect">
            <a:avLst/>
          </a:prstGeom>
        </p:spPr>
      </p:pic>
      <p:sp>
        <p:nvSpPr>
          <p:cNvPr id="99" name="Oval 31"/>
          <p:cNvSpPr>
            <a:spLocks noChangeArrowheads="1"/>
          </p:cNvSpPr>
          <p:nvPr>
            <p:custDataLst>
              <p:tags r:id="rId30"/>
            </p:custDataLst>
          </p:nvPr>
        </p:nvSpPr>
        <p:spPr bwMode="auto">
          <a:xfrm>
            <a:off x="670341" y="4329597"/>
            <a:ext cx="452705" cy="452705"/>
          </a:xfrm>
          <a:prstGeom prst="ellipse">
            <a:avLst/>
          </a:prstGeom>
          <a:solidFill>
            <a:srgbClr val="B50988">
              <a:alpha val="63000"/>
            </a:srgbClr>
          </a:solidFill>
          <a:ln w="9525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/>
        </p:spPr>
        <p:txBody>
          <a:bodyPr wrap="none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Consolas" panose="020B0609020204030204" pitchFamily="49" charset="0"/>
              </a:rPr>
              <a:t>0</a:t>
            </a:r>
            <a:endParaRPr kumimoji="0" lang="en-US" altLang="zh-CN" sz="20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cxnSp>
        <p:nvCxnSpPr>
          <p:cNvPr id="100" name="直接连接符 99"/>
          <p:cNvCxnSpPr>
            <a:stCxn id="105" idx="2"/>
            <a:endCxn id="99" idx="6"/>
          </p:cNvCxnSpPr>
          <p:nvPr>
            <p:custDataLst>
              <p:tags r:id="rId31"/>
            </p:custDataLst>
          </p:nvPr>
        </p:nvCxnSpPr>
        <p:spPr>
          <a:xfrm flipH="1" flipV="1">
            <a:off x="1123046" y="4555950"/>
            <a:ext cx="626539" cy="572"/>
          </a:xfrm>
          <a:prstGeom prst="line">
            <a:avLst/>
          </a:prstGeom>
          <a:ln w="317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Oval 31"/>
          <p:cNvSpPr>
            <a:spLocks noChangeArrowheads="1"/>
          </p:cNvSpPr>
          <p:nvPr>
            <p:custDataLst>
              <p:tags r:id="rId32"/>
            </p:custDataLst>
          </p:nvPr>
        </p:nvSpPr>
        <p:spPr bwMode="auto">
          <a:xfrm>
            <a:off x="179104" y="4929447"/>
            <a:ext cx="452705" cy="452705"/>
          </a:xfrm>
          <a:prstGeom prst="ellipse">
            <a:avLst/>
          </a:prstGeom>
          <a:solidFill>
            <a:srgbClr val="0070C0">
              <a:alpha val="63000"/>
            </a:srgbClr>
          </a:solidFill>
          <a:ln w="9525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/>
        </p:spPr>
        <p:txBody>
          <a:bodyPr wrap="none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kern="0" dirty="0">
                <a:solidFill>
                  <a:schemeClr val="bg1"/>
                </a:solidFill>
                <a:latin typeface="+mn-ea"/>
                <a:cs typeface="Consolas" panose="020B0609020204030204" pitchFamily="49" charset="0"/>
              </a:rPr>
              <a:t>2</a:t>
            </a:r>
            <a:endParaRPr kumimoji="0" lang="en-US" altLang="zh-CN" sz="20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102" name="Oval 31"/>
          <p:cNvSpPr>
            <a:spLocks noChangeArrowheads="1"/>
          </p:cNvSpPr>
          <p:nvPr>
            <p:custDataLst>
              <p:tags r:id="rId33"/>
            </p:custDataLst>
          </p:nvPr>
        </p:nvSpPr>
        <p:spPr bwMode="auto">
          <a:xfrm>
            <a:off x="720071" y="5543680"/>
            <a:ext cx="452705" cy="452705"/>
          </a:xfrm>
          <a:prstGeom prst="ellipse">
            <a:avLst/>
          </a:prstGeom>
          <a:solidFill>
            <a:schemeClr val="accent2">
              <a:lumMod val="75000"/>
              <a:alpha val="63000"/>
            </a:schemeClr>
          </a:solidFill>
          <a:ln w="9525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/>
        </p:spPr>
        <p:txBody>
          <a:bodyPr wrap="none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kern="0" dirty="0">
                <a:solidFill>
                  <a:schemeClr val="bg1"/>
                </a:solidFill>
                <a:latin typeface="+mn-ea"/>
                <a:cs typeface="Consolas" panose="020B0609020204030204" pitchFamily="49" charset="0"/>
              </a:rPr>
              <a:t>4</a:t>
            </a:r>
            <a:endParaRPr kumimoji="0" lang="en-US" altLang="zh-CN" sz="20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103" name="Oval 31"/>
          <p:cNvSpPr>
            <a:spLocks noChangeArrowheads="1"/>
          </p:cNvSpPr>
          <p:nvPr>
            <p:custDataLst>
              <p:tags r:id="rId34"/>
            </p:custDataLst>
          </p:nvPr>
        </p:nvSpPr>
        <p:spPr bwMode="auto">
          <a:xfrm>
            <a:off x="1252047" y="4929448"/>
            <a:ext cx="452705" cy="452705"/>
          </a:xfrm>
          <a:prstGeom prst="ellipse">
            <a:avLst/>
          </a:prstGeom>
          <a:solidFill>
            <a:srgbClr val="0070C0">
              <a:alpha val="63000"/>
            </a:srgbClr>
          </a:solidFill>
          <a:ln w="9525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/>
        </p:spPr>
        <p:txBody>
          <a:bodyPr wrap="none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kern="0" dirty="0">
                <a:solidFill>
                  <a:schemeClr val="bg1"/>
                </a:solidFill>
                <a:latin typeface="+mn-ea"/>
                <a:cs typeface="Consolas" panose="020B0609020204030204" pitchFamily="49" charset="0"/>
              </a:rPr>
              <a:t>3</a:t>
            </a:r>
            <a:endParaRPr kumimoji="0" lang="en-US" altLang="zh-CN" sz="20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104" name="Oval 31"/>
          <p:cNvSpPr>
            <a:spLocks noChangeArrowheads="1"/>
          </p:cNvSpPr>
          <p:nvPr>
            <p:custDataLst>
              <p:tags r:id="rId35"/>
            </p:custDataLst>
          </p:nvPr>
        </p:nvSpPr>
        <p:spPr bwMode="auto">
          <a:xfrm>
            <a:off x="1749585" y="5543680"/>
            <a:ext cx="452705" cy="452705"/>
          </a:xfrm>
          <a:prstGeom prst="ellipse">
            <a:avLst/>
          </a:prstGeom>
          <a:solidFill>
            <a:schemeClr val="accent2">
              <a:lumMod val="75000"/>
              <a:alpha val="63000"/>
            </a:schemeClr>
          </a:solidFill>
          <a:ln w="9525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/>
        </p:spPr>
        <p:txBody>
          <a:bodyPr wrap="none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kern="0" dirty="0">
                <a:solidFill>
                  <a:schemeClr val="bg1"/>
                </a:solidFill>
                <a:latin typeface="+mn-ea"/>
                <a:cs typeface="Consolas" panose="020B0609020204030204" pitchFamily="49" charset="0"/>
              </a:rPr>
              <a:t>5</a:t>
            </a:r>
            <a:endParaRPr kumimoji="0" lang="en-US" altLang="zh-CN" sz="20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105" name="Oval 31"/>
          <p:cNvSpPr>
            <a:spLocks noChangeArrowheads="1"/>
          </p:cNvSpPr>
          <p:nvPr>
            <p:custDataLst>
              <p:tags r:id="rId36"/>
            </p:custDataLst>
          </p:nvPr>
        </p:nvSpPr>
        <p:spPr bwMode="auto">
          <a:xfrm>
            <a:off x="1749585" y="4330169"/>
            <a:ext cx="452705" cy="452705"/>
          </a:xfrm>
          <a:prstGeom prst="ellipse">
            <a:avLst/>
          </a:prstGeom>
          <a:solidFill>
            <a:srgbClr val="0070C0">
              <a:alpha val="63000"/>
            </a:srgbClr>
          </a:solidFill>
          <a:ln w="9525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/>
        </p:spPr>
        <p:txBody>
          <a:bodyPr wrap="none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kern="0" dirty="0">
                <a:solidFill>
                  <a:schemeClr val="bg1"/>
                </a:solidFill>
                <a:latin typeface="+mn-ea"/>
                <a:cs typeface="Consolas" panose="020B0609020204030204" pitchFamily="49" charset="0"/>
              </a:rPr>
              <a:t>1</a:t>
            </a:r>
            <a:endParaRPr kumimoji="0" lang="en-US" altLang="zh-CN" sz="20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106" name="Oval 31"/>
          <p:cNvSpPr>
            <a:spLocks noChangeArrowheads="1"/>
          </p:cNvSpPr>
          <p:nvPr>
            <p:custDataLst>
              <p:tags r:id="rId37"/>
            </p:custDataLst>
          </p:nvPr>
        </p:nvSpPr>
        <p:spPr bwMode="auto">
          <a:xfrm>
            <a:off x="2300612" y="4929447"/>
            <a:ext cx="452705" cy="452705"/>
          </a:xfrm>
          <a:prstGeom prst="ellipse">
            <a:avLst/>
          </a:prstGeom>
          <a:solidFill>
            <a:srgbClr val="0070C0">
              <a:alpha val="63000"/>
            </a:srgbClr>
          </a:solidFill>
          <a:ln w="9525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/>
        </p:spPr>
        <p:txBody>
          <a:bodyPr wrap="none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kern="0" dirty="0">
                <a:solidFill>
                  <a:schemeClr val="bg1"/>
                </a:solidFill>
                <a:latin typeface="+mn-ea"/>
                <a:cs typeface="Consolas" panose="020B0609020204030204" pitchFamily="49" charset="0"/>
              </a:rPr>
              <a:t>6</a:t>
            </a:r>
            <a:endParaRPr kumimoji="0" lang="en-US" altLang="zh-CN" sz="20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cxnSp>
        <p:nvCxnSpPr>
          <p:cNvPr id="107" name="直接连接符 106"/>
          <p:cNvCxnSpPr>
            <a:stCxn id="103" idx="1"/>
            <a:endCxn id="99" idx="5"/>
          </p:cNvCxnSpPr>
          <p:nvPr>
            <p:custDataLst>
              <p:tags r:id="rId38"/>
            </p:custDataLst>
          </p:nvPr>
        </p:nvCxnSpPr>
        <p:spPr>
          <a:xfrm flipH="1" flipV="1">
            <a:off x="1056749" y="4716005"/>
            <a:ext cx="261595" cy="279740"/>
          </a:xfrm>
          <a:prstGeom prst="line">
            <a:avLst/>
          </a:prstGeom>
          <a:ln w="317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直接连接符 107"/>
          <p:cNvCxnSpPr>
            <a:stCxn id="104" idx="1"/>
            <a:endCxn id="103" idx="5"/>
          </p:cNvCxnSpPr>
          <p:nvPr>
            <p:custDataLst>
              <p:tags r:id="rId39"/>
            </p:custDataLst>
          </p:nvPr>
        </p:nvCxnSpPr>
        <p:spPr>
          <a:xfrm flipH="1" flipV="1">
            <a:off x="1638455" y="5315856"/>
            <a:ext cx="177427" cy="294121"/>
          </a:xfrm>
          <a:prstGeom prst="line">
            <a:avLst/>
          </a:prstGeom>
          <a:ln w="317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接连接符 108"/>
          <p:cNvCxnSpPr>
            <a:stCxn id="106" idx="2"/>
          </p:cNvCxnSpPr>
          <p:nvPr>
            <p:custDataLst>
              <p:tags r:id="rId40"/>
            </p:custDataLst>
          </p:nvPr>
        </p:nvCxnSpPr>
        <p:spPr>
          <a:xfrm flipH="1" flipV="1">
            <a:off x="1106479" y="4646191"/>
            <a:ext cx="1194133" cy="509609"/>
          </a:xfrm>
          <a:prstGeom prst="line">
            <a:avLst/>
          </a:prstGeom>
          <a:ln w="317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直接连接符 109"/>
          <p:cNvCxnSpPr>
            <a:stCxn id="105" idx="3"/>
            <a:endCxn id="103" idx="7"/>
          </p:cNvCxnSpPr>
          <p:nvPr>
            <p:custDataLst>
              <p:tags r:id="rId41"/>
            </p:custDataLst>
          </p:nvPr>
        </p:nvCxnSpPr>
        <p:spPr>
          <a:xfrm flipH="1">
            <a:off x="1638455" y="4716577"/>
            <a:ext cx="177427" cy="279168"/>
          </a:xfrm>
          <a:prstGeom prst="line">
            <a:avLst/>
          </a:prstGeom>
          <a:ln w="317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接连接符 110"/>
          <p:cNvCxnSpPr>
            <a:stCxn id="103" idx="3"/>
            <a:endCxn id="102" idx="7"/>
          </p:cNvCxnSpPr>
          <p:nvPr>
            <p:custDataLst>
              <p:tags r:id="rId42"/>
            </p:custDataLst>
          </p:nvPr>
        </p:nvCxnSpPr>
        <p:spPr>
          <a:xfrm flipH="1">
            <a:off x="1106479" y="5315856"/>
            <a:ext cx="211865" cy="294121"/>
          </a:xfrm>
          <a:prstGeom prst="line">
            <a:avLst/>
          </a:prstGeom>
          <a:ln w="317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接连接符 111"/>
          <p:cNvCxnSpPr>
            <a:stCxn id="105" idx="6"/>
            <a:endCxn id="106" idx="0"/>
          </p:cNvCxnSpPr>
          <p:nvPr>
            <p:custDataLst>
              <p:tags r:id="rId43"/>
            </p:custDataLst>
          </p:nvPr>
        </p:nvCxnSpPr>
        <p:spPr>
          <a:xfrm>
            <a:off x="2202290" y="4556522"/>
            <a:ext cx="324675" cy="372925"/>
          </a:xfrm>
          <a:prstGeom prst="line">
            <a:avLst/>
          </a:prstGeom>
          <a:ln w="317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接连接符 112"/>
          <p:cNvCxnSpPr>
            <a:stCxn id="104" idx="6"/>
            <a:endCxn id="106" idx="4"/>
          </p:cNvCxnSpPr>
          <p:nvPr>
            <p:custDataLst>
              <p:tags r:id="rId44"/>
            </p:custDataLst>
          </p:nvPr>
        </p:nvCxnSpPr>
        <p:spPr>
          <a:xfrm flipV="1">
            <a:off x="2202290" y="5382152"/>
            <a:ext cx="324675" cy="387881"/>
          </a:xfrm>
          <a:prstGeom prst="line">
            <a:avLst/>
          </a:prstGeom>
          <a:ln w="317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直接连接符 113"/>
          <p:cNvCxnSpPr>
            <a:stCxn id="102" idx="6"/>
            <a:endCxn id="104" idx="2"/>
          </p:cNvCxnSpPr>
          <p:nvPr>
            <p:custDataLst>
              <p:tags r:id="rId45"/>
            </p:custDataLst>
          </p:nvPr>
        </p:nvCxnSpPr>
        <p:spPr>
          <a:xfrm>
            <a:off x="1172776" y="5770033"/>
            <a:ext cx="576809" cy="0"/>
          </a:xfrm>
          <a:prstGeom prst="line">
            <a:avLst/>
          </a:prstGeom>
          <a:ln w="317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接连接符 114"/>
          <p:cNvCxnSpPr>
            <a:stCxn id="101" idx="4"/>
            <a:endCxn id="102" idx="2"/>
          </p:cNvCxnSpPr>
          <p:nvPr>
            <p:custDataLst>
              <p:tags r:id="rId46"/>
            </p:custDataLst>
          </p:nvPr>
        </p:nvCxnSpPr>
        <p:spPr>
          <a:xfrm>
            <a:off x="405457" y="5382152"/>
            <a:ext cx="314614" cy="387881"/>
          </a:xfrm>
          <a:prstGeom prst="line">
            <a:avLst/>
          </a:prstGeom>
          <a:ln w="317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直接连接符 115"/>
          <p:cNvCxnSpPr>
            <a:stCxn id="101" idx="0"/>
            <a:endCxn id="99" idx="2"/>
          </p:cNvCxnSpPr>
          <p:nvPr>
            <p:custDataLst>
              <p:tags r:id="rId47"/>
            </p:custDataLst>
          </p:nvPr>
        </p:nvCxnSpPr>
        <p:spPr>
          <a:xfrm flipV="1">
            <a:off x="405457" y="4555950"/>
            <a:ext cx="264884" cy="373497"/>
          </a:xfrm>
          <a:prstGeom prst="line">
            <a:avLst/>
          </a:prstGeom>
          <a:ln w="317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直接箭头连接符 116"/>
          <p:cNvCxnSpPr/>
          <p:nvPr>
            <p:custDataLst>
              <p:tags r:id="rId48"/>
            </p:custDataLst>
          </p:nvPr>
        </p:nvCxnSpPr>
        <p:spPr>
          <a:xfrm flipH="1">
            <a:off x="319192" y="4566523"/>
            <a:ext cx="243572" cy="335278"/>
          </a:xfrm>
          <a:prstGeom prst="straightConnector1">
            <a:avLst/>
          </a:prstGeom>
          <a:ln w="38100">
            <a:solidFill>
              <a:srgbClr val="B5098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直接箭头连接符 119"/>
          <p:cNvCxnSpPr/>
          <p:nvPr>
            <p:custDataLst>
              <p:tags r:id="rId49"/>
            </p:custDataLst>
          </p:nvPr>
        </p:nvCxnSpPr>
        <p:spPr>
          <a:xfrm flipV="1">
            <a:off x="1189221" y="4459173"/>
            <a:ext cx="496445" cy="0"/>
          </a:xfrm>
          <a:prstGeom prst="straightConnector1">
            <a:avLst/>
          </a:prstGeom>
          <a:ln w="38100">
            <a:solidFill>
              <a:srgbClr val="B5098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直接箭头连接符 121"/>
          <p:cNvCxnSpPr/>
          <p:nvPr>
            <p:custDataLst>
              <p:tags r:id="rId50"/>
            </p:custDataLst>
          </p:nvPr>
        </p:nvCxnSpPr>
        <p:spPr>
          <a:xfrm>
            <a:off x="1319344" y="4646191"/>
            <a:ext cx="847880" cy="349554"/>
          </a:xfrm>
          <a:prstGeom prst="straightConnector1">
            <a:avLst/>
          </a:prstGeom>
          <a:ln w="38100">
            <a:solidFill>
              <a:srgbClr val="B5098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直接箭头连接符 123"/>
          <p:cNvCxnSpPr/>
          <p:nvPr>
            <p:custDataLst>
              <p:tags r:id="rId51"/>
            </p:custDataLst>
          </p:nvPr>
        </p:nvCxnSpPr>
        <p:spPr>
          <a:xfrm>
            <a:off x="1023116" y="4819403"/>
            <a:ext cx="204553" cy="208691"/>
          </a:xfrm>
          <a:prstGeom prst="straightConnector1">
            <a:avLst/>
          </a:prstGeom>
          <a:ln w="38100">
            <a:solidFill>
              <a:srgbClr val="B5098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直接箭头连接符 125"/>
          <p:cNvCxnSpPr/>
          <p:nvPr>
            <p:custDataLst>
              <p:tags r:id="rId52"/>
            </p:custDataLst>
          </p:nvPr>
        </p:nvCxnSpPr>
        <p:spPr>
          <a:xfrm>
            <a:off x="527829" y="5377867"/>
            <a:ext cx="186801" cy="232109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直接箭头连接符 129"/>
          <p:cNvCxnSpPr/>
          <p:nvPr>
            <p:custDataLst>
              <p:tags r:id="rId53"/>
            </p:custDataLst>
          </p:nvPr>
        </p:nvCxnSpPr>
        <p:spPr>
          <a:xfrm>
            <a:off x="1727168" y="5275416"/>
            <a:ext cx="164978" cy="258303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文本框 132"/>
          <p:cNvSpPr txBox="1"/>
          <p:nvPr>
            <p:custDataLst>
              <p:tags r:id="rId54"/>
            </p:custDataLst>
          </p:nvPr>
        </p:nvSpPr>
        <p:spPr>
          <a:xfrm>
            <a:off x="91011" y="3665068"/>
            <a:ext cx="2890176" cy="40011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en-US" altLang="zh-CN" sz="2000" b="1" dirty="0">
                <a:solidFill>
                  <a:srgbClr val="B50988"/>
                </a:solidFill>
                <a:latin typeface="+mn-ea"/>
                <a:cs typeface="Consolas" panose="020B0609020204030204" pitchFamily="49" charset="0"/>
              </a:rPr>
              <a:t>0</a:t>
            </a:r>
            <a:r>
              <a:rPr lang="en-US" altLang="zh-CN" sz="2000" b="1" dirty="0"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</a:t>
            </a:r>
            <a:r>
              <a:rPr lang="en-US" altLang="zh-CN" sz="2000" b="1" dirty="0">
                <a:solidFill>
                  <a:srgbClr val="0070C0"/>
                </a:solidFill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2</a:t>
            </a:r>
            <a:r>
              <a:rPr lang="en-US" altLang="zh-CN" sz="2000" b="1" dirty="0"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</a:t>
            </a:r>
            <a:r>
              <a:rPr lang="en-US" altLang="zh-CN" sz="2000" b="1" dirty="0">
                <a:solidFill>
                  <a:srgbClr val="0070C0"/>
                </a:solidFill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3</a:t>
            </a:r>
            <a:r>
              <a:rPr lang="en-US" altLang="zh-CN" sz="2000" b="1" dirty="0"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</a:t>
            </a:r>
            <a:r>
              <a:rPr lang="en-US" altLang="zh-CN" sz="2000" b="1" dirty="0">
                <a:solidFill>
                  <a:srgbClr val="0070C0"/>
                </a:solidFill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1</a:t>
            </a:r>
            <a:r>
              <a:rPr lang="en-US" altLang="zh-CN" sz="2000" b="1" dirty="0"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</a:t>
            </a:r>
            <a:r>
              <a:rPr lang="en-US" altLang="zh-CN" sz="2000" b="1" dirty="0">
                <a:solidFill>
                  <a:srgbClr val="0070C0"/>
                </a:solidFill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6</a:t>
            </a:r>
            <a:r>
              <a:rPr lang="en-US" altLang="zh-CN" sz="2000" b="1" dirty="0"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</a:t>
            </a:r>
            <a:r>
              <a:rPr lang="en-US" altLang="zh-CN" sz="2000" b="1" dirty="0">
                <a:solidFill>
                  <a:schemeClr val="accent2">
                    <a:lumMod val="75000"/>
                  </a:schemeClr>
                </a:solidFill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4</a:t>
            </a:r>
            <a:r>
              <a:rPr lang="en-US" altLang="zh-CN" sz="2000" b="1" dirty="0"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</a:t>
            </a:r>
            <a:r>
              <a:rPr lang="en-US" altLang="zh-CN" sz="2000" b="1" dirty="0">
                <a:solidFill>
                  <a:schemeClr val="accent2">
                    <a:lumMod val="75000"/>
                  </a:schemeClr>
                </a:solidFill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5</a:t>
            </a:r>
            <a:endParaRPr lang="zh-CN" altLang="en-US" sz="2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34" name="Oval 31"/>
          <p:cNvSpPr>
            <a:spLocks noChangeArrowheads="1"/>
          </p:cNvSpPr>
          <p:nvPr>
            <p:custDataLst>
              <p:tags r:id="rId55"/>
            </p:custDataLst>
          </p:nvPr>
        </p:nvSpPr>
        <p:spPr bwMode="auto">
          <a:xfrm>
            <a:off x="3722095" y="4329597"/>
            <a:ext cx="452705" cy="452705"/>
          </a:xfrm>
          <a:prstGeom prst="ellipse">
            <a:avLst/>
          </a:prstGeom>
          <a:solidFill>
            <a:srgbClr val="B50988">
              <a:alpha val="63000"/>
            </a:srgbClr>
          </a:solidFill>
          <a:ln w="9525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/>
        </p:spPr>
        <p:txBody>
          <a:bodyPr wrap="none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Consolas" panose="020B0609020204030204" pitchFamily="49" charset="0"/>
              </a:rPr>
              <a:t>0</a:t>
            </a:r>
            <a:endParaRPr kumimoji="0" lang="en-US" altLang="zh-CN" sz="20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cxnSp>
        <p:nvCxnSpPr>
          <p:cNvPr id="135" name="直接连接符 134"/>
          <p:cNvCxnSpPr>
            <a:stCxn id="140" idx="2"/>
            <a:endCxn id="134" idx="6"/>
          </p:cNvCxnSpPr>
          <p:nvPr>
            <p:custDataLst>
              <p:tags r:id="rId56"/>
            </p:custDataLst>
          </p:nvPr>
        </p:nvCxnSpPr>
        <p:spPr>
          <a:xfrm flipH="1" flipV="1">
            <a:off x="4174800" y="4555950"/>
            <a:ext cx="626539" cy="572"/>
          </a:xfrm>
          <a:prstGeom prst="line">
            <a:avLst/>
          </a:prstGeom>
          <a:ln w="317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Oval 31"/>
          <p:cNvSpPr>
            <a:spLocks noChangeArrowheads="1"/>
          </p:cNvSpPr>
          <p:nvPr>
            <p:custDataLst>
              <p:tags r:id="rId57"/>
            </p:custDataLst>
          </p:nvPr>
        </p:nvSpPr>
        <p:spPr bwMode="auto">
          <a:xfrm>
            <a:off x="3230858" y="4929447"/>
            <a:ext cx="452705" cy="452705"/>
          </a:xfrm>
          <a:prstGeom prst="ellipse">
            <a:avLst/>
          </a:prstGeom>
          <a:solidFill>
            <a:srgbClr val="0070C0">
              <a:alpha val="63000"/>
            </a:srgbClr>
          </a:solidFill>
          <a:ln w="9525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/>
        </p:spPr>
        <p:txBody>
          <a:bodyPr wrap="none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kern="0" dirty="0">
                <a:solidFill>
                  <a:schemeClr val="bg1"/>
                </a:solidFill>
                <a:latin typeface="+mn-ea"/>
                <a:cs typeface="Consolas" panose="020B0609020204030204" pitchFamily="49" charset="0"/>
              </a:rPr>
              <a:t>2</a:t>
            </a:r>
            <a:endParaRPr kumimoji="0" lang="en-US" altLang="zh-CN" sz="20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137" name="Oval 31"/>
          <p:cNvSpPr>
            <a:spLocks noChangeArrowheads="1"/>
          </p:cNvSpPr>
          <p:nvPr>
            <p:custDataLst>
              <p:tags r:id="rId58"/>
            </p:custDataLst>
          </p:nvPr>
        </p:nvSpPr>
        <p:spPr bwMode="auto">
          <a:xfrm>
            <a:off x="3771825" y="5543680"/>
            <a:ext cx="452705" cy="452705"/>
          </a:xfrm>
          <a:prstGeom prst="ellipse">
            <a:avLst/>
          </a:prstGeom>
          <a:solidFill>
            <a:schemeClr val="accent2">
              <a:lumMod val="75000"/>
              <a:alpha val="63000"/>
            </a:schemeClr>
          </a:solidFill>
          <a:ln w="9525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/>
        </p:spPr>
        <p:txBody>
          <a:bodyPr wrap="none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kern="0" dirty="0">
                <a:solidFill>
                  <a:schemeClr val="bg1"/>
                </a:solidFill>
                <a:latin typeface="+mn-ea"/>
                <a:cs typeface="Consolas" panose="020B0609020204030204" pitchFamily="49" charset="0"/>
              </a:rPr>
              <a:t>4</a:t>
            </a:r>
            <a:endParaRPr kumimoji="0" lang="en-US" altLang="zh-CN" sz="20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138" name="Oval 31"/>
          <p:cNvSpPr>
            <a:spLocks noChangeArrowheads="1"/>
          </p:cNvSpPr>
          <p:nvPr>
            <p:custDataLst>
              <p:tags r:id="rId59"/>
            </p:custDataLst>
          </p:nvPr>
        </p:nvSpPr>
        <p:spPr bwMode="auto">
          <a:xfrm>
            <a:off x="4303801" y="4929448"/>
            <a:ext cx="452705" cy="452705"/>
          </a:xfrm>
          <a:prstGeom prst="ellipse">
            <a:avLst/>
          </a:prstGeom>
          <a:solidFill>
            <a:srgbClr val="0070C0">
              <a:alpha val="63000"/>
            </a:srgbClr>
          </a:solidFill>
          <a:ln w="9525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/>
        </p:spPr>
        <p:txBody>
          <a:bodyPr wrap="none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kern="0" dirty="0">
                <a:solidFill>
                  <a:schemeClr val="bg1"/>
                </a:solidFill>
                <a:latin typeface="+mn-ea"/>
                <a:cs typeface="Consolas" panose="020B0609020204030204" pitchFamily="49" charset="0"/>
              </a:rPr>
              <a:t>3</a:t>
            </a:r>
            <a:endParaRPr kumimoji="0" lang="en-US" altLang="zh-CN" sz="20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139" name="Oval 31"/>
          <p:cNvSpPr>
            <a:spLocks noChangeArrowheads="1"/>
          </p:cNvSpPr>
          <p:nvPr>
            <p:custDataLst>
              <p:tags r:id="rId60"/>
            </p:custDataLst>
          </p:nvPr>
        </p:nvSpPr>
        <p:spPr bwMode="auto">
          <a:xfrm>
            <a:off x="4801339" y="5543680"/>
            <a:ext cx="452705" cy="452705"/>
          </a:xfrm>
          <a:prstGeom prst="ellipse">
            <a:avLst/>
          </a:prstGeom>
          <a:solidFill>
            <a:schemeClr val="accent2">
              <a:lumMod val="75000"/>
              <a:alpha val="63000"/>
            </a:schemeClr>
          </a:solidFill>
          <a:ln w="9525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/>
        </p:spPr>
        <p:txBody>
          <a:bodyPr wrap="none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kern="0" dirty="0">
                <a:solidFill>
                  <a:schemeClr val="bg1"/>
                </a:solidFill>
                <a:latin typeface="+mn-ea"/>
                <a:cs typeface="Consolas" panose="020B0609020204030204" pitchFamily="49" charset="0"/>
              </a:rPr>
              <a:t>5</a:t>
            </a:r>
            <a:endParaRPr kumimoji="0" lang="en-US" altLang="zh-CN" sz="20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140" name="Oval 31"/>
          <p:cNvSpPr>
            <a:spLocks noChangeArrowheads="1"/>
          </p:cNvSpPr>
          <p:nvPr>
            <p:custDataLst>
              <p:tags r:id="rId61"/>
            </p:custDataLst>
          </p:nvPr>
        </p:nvSpPr>
        <p:spPr bwMode="auto">
          <a:xfrm>
            <a:off x="4801339" y="4330169"/>
            <a:ext cx="452705" cy="452705"/>
          </a:xfrm>
          <a:prstGeom prst="ellipse">
            <a:avLst/>
          </a:prstGeom>
          <a:solidFill>
            <a:srgbClr val="0070C0">
              <a:alpha val="63000"/>
            </a:srgbClr>
          </a:solidFill>
          <a:ln w="9525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/>
        </p:spPr>
        <p:txBody>
          <a:bodyPr wrap="none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kern="0" dirty="0">
                <a:solidFill>
                  <a:schemeClr val="bg1"/>
                </a:solidFill>
                <a:latin typeface="+mn-ea"/>
                <a:cs typeface="Consolas" panose="020B0609020204030204" pitchFamily="49" charset="0"/>
              </a:rPr>
              <a:t>1</a:t>
            </a:r>
            <a:endParaRPr kumimoji="0" lang="en-US" altLang="zh-CN" sz="20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141" name="Oval 31"/>
          <p:cNvSpPr>
            <a:spLocks noChangeArrowheads="1"/>
          </p:cNvSpPr>
          <p:nvPr>
            <p:custDataLst>
              <p:tags r:id="rId62"/>
            </p:custDataLst>
          </p:nvPr>
        </p:nvSpPr>
        <p:spPr bwMode="auto">
          <a:xfrm>
            <a:off x="5352366" y="4929447"/>
            <a:ext cx="452705" cy="452705"/>
          </a:xfrm>
          <a:prstGeom prst="ellipse">
            <a:avLst/>
          </a:prstGeom>
          <a:solidFill>
            <a:srgbClr val="0070C0">
              <a:alpha val="63000"/>
            </a:srgbClr>
          </a:solidFill>
          <a:ln w="9525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/>
        </p:spPr>
        <p:txBody>
          <a:bodyPr wrap="none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kern="0" dirty="0">
                <a:solidFill>
                  <a:schemeClr val="bg1"/>
                </a:solidFill>
                <a:latin typeface="+mn-ea"/>
                <a:cs typeface="Consolas" panose="020B0609020204030204" pitchFamily="49" charset="0"/>
              </a:rPr>
              <a:t>6</a:t>
            </a:r>
            <a:endParaRPr kumimoji="0" lang="en-US" altLang="zh-CN" sz="20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cxnSp>
        <p:nvCxnSpPr>
          <p:cNvPr id="142" name="直接连接符 141"/>
          <p:cNvCxnSpPr>
            <a:stCxn id="138" idx="1"/>
            <a:endCxn id="134" idx="5"/>
          </p:cNvCxnSpPr>
          <p:nvPr>
            <p:custDataLst>
              <p:tags r:id="rId63"/>
            </p:custDataLst>
          </p:nvPr>
        </p:nvCxnSpPr>
        <p:spPr>
          <a:xfrm flipH="1" flipV="1">
            <a:off x="4108503" y="4716005"/>
            <a:ext cx="261595" cy="279740"/>
          </a:xfrm>
          <a:prstGeom prst="line">
            <a:avLst/>
          </a:prstGeom>
          <a:ln w="317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直接连接符 142"/>
          <p:cNvCxnSpPr>
            <a:stCxn id="139" idx="1"/>
            <a:endCxn id="138" idx="5"/>
          </p:cNvCxnSpPr>
          <p:nvPr>
            <p:custDataLst>
              <p:tags r:id="rId64"/>
            </p:custDataLst>
          </p:nvPr>
        </p:nvCxnSpPr>
        <p:spPr>
          <a:xfrm flipH="1" flipV="1">
            <a:off x="4690209" y="5315856"/>
            <a:ext cx="177427" cy="294121"/>
          </a:xfrm>
          <a:prstGeom prst="line">
            <a:avLst/>
          </a:prstGeom>
          <a:ln w="317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直接连接符 143"/>
          <p:cNvCxnSpPr>
            <a:stCxn id="141" idx="2"/>
          </p:cNvCxnSpPr>
          <p:nvPr>
            <p:custDataLst>
              <p:tags r:id="rId65"/>
            </p:custDataLst>
          </p:nvPr>
        </p:nvCxnSpPr>
        <p:spPr>
          <a:xfrm flipH="1" flipV="1">
            <a:off x="4158233" y="4646191"/>
            <a:ext cx="1194133" cy="509609"/>
          </a:xfrm>
          <a:prstGeom prst="line">
            <a:avLst/>
          </a:prstGeom>
          <a:ln w="317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直接连接符 144"/>
          <p:cNvCxnSpPr>
            <a:stCxn id="140" idx="3"/>
            <a:endCxn id="138" idx="7"/>
          </p:cNvCxnSpPr>
          <p:nvPr>
            <p:custDataLst>
              <p:tags r:id="rId66"/>
            </p:custDataLst>
          </p:nvPr>
        </p:nvCxnSpPr>
        <p:spPr>
          <a:xfrm flipH="1">
            <a:off x="4690209" y="4716577"/>
            <a:ext cx="177427" cy="279168"/>
          </a:xfrm>
          <a:prstGeom prst="line">
            <a:avLst/>
          </a:prstGeom>
          <a:ln w="317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直接连接符 145"/>
          <p:cNvCxnSpPr>
            <a:stCxn id="138" idx="3"/>
            <a:endCxn id="137" idx="7"/>
          </p:cNvCxnSpPr>
          <p:nvPr>
            <p:custDataLst>
              <p:tags r:id="rId67"/>
            </p:custDataLst>
          </p:nvPr>
        </p:nvCxnSpPr>
        <p:spPr>
          <a:xfrm flipH="1">
            <a:off x="4158233" y="5315856"/>
            <a:ext cx="211865" cy="294121"/>
          </a:xfrm>
          <a:prstGeom prst="line">
            <a:avLst/>
          </a:prstGeom>
          <a:ln w="317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直接连接符 146"/>
          <p:cNvCxnSpPr>
            <a:stCxn id="140" idx="6"/>
            <a:endCxn id="141" idx="0"/>
          </p:cNvCxnSpPr>
          <p:nvPr>
            <p:custDataLst>
              <p:tags r:id="rId68"/>
            </p:custDataLst>
          </p:nvPr>
        </p:nvCxnSpPr>
        <p:spPr>
          <a:xfrm>
            <a:off x="5254044" y="4556522"/>
            <a:ext cx="324675" cy="372925"/>
          </a:xfrm>
          <a:prstGeom prst="line">
            <a:avLst/>
          </a:prstGeom>
          <a:ln w="317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直接连接符 147"/>
          <p:cNvCxnSpPr>
            <a:stCxn id="139" idx="6"/>
            <a:endCxn id="141" idx="4"/>
          </p:cNvCxnSpPr>
          <p:nvPr>
            <p:custDataLst>
              <p:tags r:id="rId69"/>
            </p:custDataLst>
          </p:nvPr>
        </p:nvCxnSpPr>
        <p:spPr>
          <a:xfrm flipV="1">
            <a:off x="5254044" y="5382152"/>
            <a:ext cx="324675" cy="387881"/>
          </a:xfrm>
          <a:prstGeom prst="line">
            <a:avLst/>
          </a:prstGeom>
          <a:ln w="317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直接连接符 148"/>
          <p:cNvCxnSpPr>
            <a:stCxn id="137" idx="6"/>
            <a:endCxn id="139" idx="2"/>
          </p:cNvCxnSpPr>
          <p:nvPr>
            <p:custDataLst>
              <p:tags r:id="rId70"/>
            </p:custDataLst>
          </p:nvPr>
        </p:nvCxnSpPr>
        <p:spPr>
          <a:xfrm>
            <a:off x="4224530" y="5770033"/>
            <a:ext cx="576809" cy="0"/>
          </a:xfrm>
          <a:prstGeom prst="line">
            <a:avLst/>
          </a:prstGeom>
          <a:ln w="317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直接连接符 149"/>
          <p:cNvCxnSpPr>
            <a:stCxn id="136" idx="4"/>
            <a:endCxn id="137" idx="2"/>
          </p:cNvCxnSpPr>
          <p:nvPr>
            <p:custDataLst>
              <p:tags r:id="rId71"/>
            </p:custDataLst>
          </p:nvPr>
        </p:nvCxnSpPr>
        <p:spPr>
          <a:xfrm>
            <a:off x="3457211" y="5382152"/>
            <a:ext cx="314614" cy="387881"/>
          </a:xfrm>
          <a:prstGeom prst="line">
            <a:avLst/>
          </a:prstGeom>
          <a:ln w="317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直接连接符 150"/>
          <p:cNvCxnSpPr>
            <a:stCxn id="136" idx="0"/>
            <a:endCxn id="134" idx="2"/>
          </p:cNvCxnSpPr>
          <p:nvPr>
            <p:custDataLst>
              <p:tags r:id="rId72"/>
            </p:custDataLst>
          </p:nvPr>
        </p:nvCxnSpPr>
        <p:spPr>
          <a:xfrm flipV="1">
            <a:off x="3457211" y="4555950"/>
            <a:ext cx="264884" cy="373497"/>
          </a:xfrm>
          <a:prstGeom prst="line">
            <a:avLst/>
          </a:prstGeom>
          <a:ln w="317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直接箭头连接符 151"/>
          <p:cNvCxnSpPr/>
          <p:nvPr>
            <p:custDataLst>
              <p:tags r:id="rId73"/>
            </p:custDataLst>
          </p:nvPr>
        </p:nvCxnSpPr>
        <p:spPr>
          <a:xfrm flipH="1">
            <a:off x="3370946" y="4566523"/>
            <a:ext cx="243572" cy="335278"/>
          </a:xfrm>
          <a:prstGeom prst="straightConnector1">
            <a:avLst/>
          </a:prstGeom>
          <a:ln w="38100">
            <a:solidFill>
              <a:srgbClr val="B5098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直接箭头连接符 152"/>
          <p:cNvCxnSpPr/>
          <p:nvPr>
            <p:custDataLst>
              <p:tags r:id="rId74"/>
            </p:custDataLst>
          </p:nvPr>
        </p:nvCxnSpPr>
        <p:spPr>
          <a:xfrm flipV="1">
            <a:off x="4240975" y="4459173"/>
            <a:ext cx="496445" cy="0"/>
          </a:xfrm>
          <a:prstGeom prst="straightConnector1">
            <a:avLst/>
          </a:prstGeom>
          <a:ln w="38100">
            <a:solidFill>
              <a:srgbClr val="B5098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直接箭头连接符 153"/>
          <p:cNvCxnSpPr/>
          <p:nvPr>
            <p:custDataLst>
              <p:tags r:id="rId75"/>
            </p:custDataLst>
          </p:nvPr>
        </p:nvCxnSpPr>
        <p:spPr>
          <a:xfrm>
            <a:off x="4371098" y="4646191"/>
            <a:ext cx="847880" cy="349554"/>
          </a:xfrm>
          <a:prstGeom prst="straightConnector1">
            <a:avLst/>
          </a:prstGeom>
          <a:ln w="38100">
            <a:solidFill>
              <a:srgbClr val="B5098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直接箭头连接符 154"/>
          <p:cNvCxnSpPr/>
          <p:nvPr>
            <p:custDataLst>
              <p:tags r:id="rId76"/>
            </p:custDataLst>
          </p:nvPr>
        </p:nvCxnSpPr>
        <p:spPr>
          <a:xfrm>
            <a:off x="4074870" y="4819403"/>
            <a:ext cx="204553" cy="208691"/>
          </a:xfrm>
          <a:prstGeom prst="straightConnector1">
            <a:avLst/>
          </a:prstGeom>
          <a:ln w="38100">
            <a:solidFill>
              <a:srgbClr val="B5098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直接箭头连接符 155"/>
          <p:cNvCxnSpPr/>
          <p:nvPr>
            <p:custDataLst>
              <p:tags r:id="rId77"/>
            </p:custDataLst>
          </p:nvPr>
        </p:nvCxnSpPr>
        <p:spPr>
          <a:xfrm flipH="1">
            <a:off x="4108503" y="5292203"/>
            <a:ext cx="166803" cy="239683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直接箭头连接符 156"/>
          <p:cNvCxnSpPr/>
          <p:nvPr>
            <p:custDataLst>
              <p:tags r:id="rId78"/>
            </p:custDataLst>
          </p:nvPr>
        </p:nvCxnSpPr>
        <p:spPr>
          <a:xfrm flipH="1">
            <a:off x="5254044" y="5379783"/>
            <a:ext cx="190401" cy="228721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文本框 157"/>
          <p:cNvSpPr txBox="1"/>
          <p:nvPr>
            <p:custDataLst>
              <p:tags r:id="rId79"/>
            </p:custDataLst>
          </p:nvPr>
        </p:nvSpPr>
        <p:spPr>
          <a:xfrm>
            <a:off x="3111289" y="3665068"/>
            <a:ext cx="2890176" cy="40011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en-US" altLang="zh-CN" sz="2000" b="1" dirty="0">
                <a:solidFill>
                  <a:srgbClr val="B50988"/>
                </a:solidFill>
                <a:latin typeface="+mn-ea"/>
                <a:cs typeface="Consolas" panose="020B0609020204030204" pitchFamily="49" charset="0"/>
              </a:rPr>
              <a:t>0</a:t>
            </a:r>
            <a:r>
              <a:rPr lang="en-US" altLang="zh-CN" sz="2000" b="1" dirty="0"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</a:t>
            </a:r>
            <a:r>
              <a:rPr lang="en-US" altLang="zh-CN" sz="2000" b="1" dirty="0">
                <a:solidFill>
                  <a:srgbClr val="0070C0"/>
                </a:solidFill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1</a:t>
            </a:r>
            <a:r>
              <a:rPr lang="en-US" altLang="zh-CN" sz="2000" b="1" dirty="0"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</a:t>
            </a:r>
            <a:r>
              <a:rPr lang="en-US" altLang="zh-CN" sz="2000" b="1" dirty="0">
                <a:solidFill>
                  <a:srgbClr val="0070C0"/>
                </a:solidFill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6</a:t>
            </a:r>
            <a:r>
              <a:rPr lang="en-US" altLang="zh-CN" sz="2000" b="1" dirty="0"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</a:t>
            </a:r>
            <a:r>
              <a:rPr lang="en-US" altLang="zh-CN" sz="2000" b="1" dirty="0">
                <a:solidFill>
                  <a:srgbClr val="0070C0"/>
                </a:solidFill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3</a:t>
            </a:r>
            <a:r>
              <a:rPr lang="en-US" altLang="zh-CN" sz="2000" b="1" dirty="0"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</a:t>
            </a:r>
            <a:r>
              <a:rPr lang="en-US" altLang="zh-CN" sz="2000" b="1" dirty="0">
                <a:solidFill>
                  <a:srgbClr val="0070C0"/>
                </a:solidFill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2</a:t>
            </a:r>
            <a:r>
              <a:rPr lang="en-US" altLang="zh-CN" sz="2000" b="1" dirty="0"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</a:t>
            </a:r>
            <a:r>
              <a:rPr lang="en-US" altLang="zh-CN" sz="2000" b="1" dirty="0">
                <a:solidFill>
                  <a:schemeClr val="accent2">
                    <a:lumMod val="75000"/>
                  </a:schemeClr>
                </a:solidFill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5</a:t>
            </a:r>
            <a:r>
              <a:rPr lang="en-US" altLang="zh-CN" sz="2000" b="1" dirty="0"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</a:t>
            </a:r>
            <a:r>
              <a:rPr lang="en-US" altLang="zh-CN" sz="2000" b="1" dirty="0">
                <a:solidFill>
                  <a:schemeClr val="accent2">
                    <a:lumMod val="75000"/>
                  </a:schemeClr>
                </a:solidFill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4</a:t>
            </a:r>
            <a:endParaRPr lang="zh-CN" altLang="en-US" sz="2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63" name="Oval 31"/>
          <p:cNvSpPr>
            <a:spLocks noChangeArrowheads="1"/>
          </p:cNvSpPr>
          <p:nvPr>
            <p:custDataLst>
              <p:tags r:id="rId80"/>
            </p:custDataLst>
          </p:nvPr>
        </p:nvSpPr>
        <p:spPr bwMode="auto">
          <a:xfrm>
            <a:off x="6853509" y="4329597"/>
            <a:ext cx="452705" cy="452705"/>
          </a:xfrm>
          <a:prstGeom prst="ellipse">
            <a:avLst/>
          </a:prstGeom>
          <a:solidFill>
            <a:srgbClr val="B50988">
              <a:alpha val="63000"/>
            </a:srgbClr>
          </a:solidFill>
          <a:ln w="9525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/>
        </p:spPr>
        <p:txBody>
          <a:bodyPr wrap="none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Consolas" panose="020B0609020204030204" pitchFamily="49" charset="0"/>
              </a:rPr>
              <a:t>0</a:t>
            </a:r>
            <a:endParaRPr kumimoji="0" lang="en-US" altLang="zh-CN" sz="20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cxnSp>
        <p:nvCxnSpPr>
          <p:cNvPr id="164" name="直接连接符 163"/>
          <p:cNvCxnSpPr>
            <a:stCxn id="169" idx="2"/>
            <a:endCxn id="163" idx="6"/>
          </p:cNvCxnSpPr>
          <p:nvPr>
            <p:custDataLst>
              <p:tags r:id="rId81"/>
            </p:custDataLst>
          </p:nvPr>
        </p:nvCxnSpPr>
        <p:spPr>
          <a:xfrm flipH="1" flipV="1">
            <a:off x="7306214" y="4555950"/>
            <a:ext cx="626539" cy="572"/>
          </a:xfrm>
          <a:prstGeom prst="line">
            <a:avLst/>
          </a:prstGeom>
          <a:ln w="317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5" name="Oval 31"/>
          <p:cNvSpPr>
            <a:spLocks noChangeArrowheads="1"/>
          </p:cNvSpPr>
          <p:nvPr>
            <p:custDataLst>
              <p:tags r:id="rId82"/>
            </p:custDataLst>
          </p:nvPr>
        </p:nvSpPr>
        <p:spPr bwMode="auto">
          <a:xfrm>
            <a:off x="6362272" y="4929447"/>
            <a:ext cx="452705" cy="452705"/>
          </a:xfrm>
          <a:prstGeom prst="ellipse">
            <a:avLst/>
          </a:prstGeom>
          <a:solidFill>
            <a:srgbClr val="0070C0">
              <a:alpha val="63000"/>
            </a:srgbClr>
          </a:solidFill>
          <a:ln w="9525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/>
        </p:spPr>
        <p:txBody>
          <a:bodyPr wrap="none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kern="0" dirty="0">
                <a:solidFill>
                  <a:schemeClr val="bg1"/>
                </a:solidFill>
                <a:latin typeface="+mn-ea"/>
                <a:cs typeface="Consolas" panose="020B0609020204030204" pitchFamily="49" charset="0"/>
              </a:rPr>
              <a:t>2</a:t>
            </a:r>
            <a:endParaRPr kumimoji="0" lang="en-US" altLang="zh-CN" sz="20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166" name="Oval 31"/>
          <p:cNvSpPr>
            <a:spLocks noChangeArrowheads="1"/>
          </p:cNvSpPr>
          <p:nvPr>
            <p:custDataLst>
              <p:tags r:id="rId83"/>
            </p:custDataLst>
          </p:nvPr>
        </p:nvSpPr>
        <p:spPr bwMode="auto">
          <a:xfrm>
            <a:off x="6903239" y="5543680"/>
            <a:ext cx="452705" cy="452705"/>
          </a:xfrm>
          <a:prstGeom prst="ellipse">
            <a:avLst/>
          </a:prstGeom>
          <a:solidFill>
            <a:schemeClr val="accent2">
              <a:lumMod val="75000"/>
              <a:alpha val="63000"/>
            </a:schemeClr>
          </a:solidFill>
          <a:ln w="9525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/>
        </p:spPr>
        <p:txBody>
          <a:bodyPr wrap="none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kern="0" dirty="0">
                <a:solidFill>
                  <a:schemeClr val="bg1"/>
                </a:solidFill>
                <a:latin typeface="+mn-ea"/>
                <a:cs typeface="Consolas" panose="020B0609020204030204" pitchFamily="49" charset="0"/>
              </a:rPr>
              <a:t>4</a:t>
            </a:r>
            <a:endParaRPr kumimoji="0" lang="en-US" altLang="zh-CN" sz="20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167" name="Oval 31"/>
          <p:cNvSpPr>
            <a:spLocks noChangeArrowheads="1"/>
          </p:cNvSpPr>
          <p:nvPr>
            <p:custDataLst>
              <p:tags r:id="rId84"/>
            </p:custDataLst>
          </p:nvPr>
        </p:nvSpPr>
        <p:spPr bwMode="auto">
          <a:xfrm>
            <a:off x="7435215" y="4929448"/>
            <a:ext cx="452705" cy="452705"/>
          </a:xfrm>
          <a:prstGeom prst="ellipse">
            <a:avLst/>
          </a:prstGeom>
          <a:solidFill>
            <a:srgbClr val="0070C0">
              <a:alpha val="63000"/>
            </a:srgbClr>
          </a:solidFill>
          <a:ln w="9525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/>
        </p:spPr>
        <p:txBody>
          <a:bodyPr wrap="none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kern="0" dirty="0">
                <a:solidFill>
                  <a:schemeClr val="bg1"/>
                </a:solidFill>
                <a:latin typeface="+mn-ea"/>
                <a:cs typeface="Consolas" panose="020B0609020204030204" pitchFamily="49" charset="0"/>
              </a:rPr>
              <a:t>3</a:t>
            </a:r>
            <a:endParaRPr kumimoji="0" lang="en-US" altLang="zh-CN" sz="20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168" name="Oval 31"/>
          <p:cNvSpPr>
            <a:spLocks noChangeArrowheads="1"/>
          </p:cNvSpPr>
          <p:nvPr>
            <p:custDataLst>
              <p:tags r:id="rId85"/>
            </p:custDataLst>
          </p:nvPr>
        </p:nvSpPr>
        <p:spPr bwMode="auto">
          <a:xfrm>
            <a:off x="7932753" y="5543680"/>
            <a:ext cx="452705" cy="452705"/>
          </a:xfrm>
          <a:prstGeom prst="ellipse">
            <a:avLst/>
          </a:prstGeom>
          <a:solidFill>
            <a:schemeClr val="accent2">
              <a:lumMod val="75000"/>
              <a:alpha val="63000"/>
            </a:schemeClr>
          </a:solidFill>
          <a:ln w="9525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/>
        </p:spPr>
        <p:txBody>
          <a:bodyPr wrap="none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kern="0" dirty="0">
                <a:solidFill>
                  <a:schemeClr val="bg1"/>
                </a:solidFill>
                <a:latin typeface="+mn-ea"/>
                <a:cs typeface="Consolas" panose="020B0609020204030204" pitchFamily="49" charset="0"/>
              </a:rPr>
              <a:t>5</a:t>
            </a:r>
            <a:endParaRPr kumimoji="0" lang="en-US" altLang="zh-CN" sz="20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169" name="Oval 31"/>
          <p:cNvSpPr>
            <a:spLocks noChangeArrowheads="1"/>
          </p:cNvSpPr>
          <p:nvPr>
            <p:custDataLst>
              <p:tags r:id="rId86"/>
            </p:custDataLst>
          </p:nvPr>
        </p:nvSpPr>
        <p:spPr bwMode="auto">
          <a:xfrm>
            <a:off x="7932753" y="4330169"/>
            <a:ext cx="452705" cy="452705"/>
          </a:xfrm>
          <a:prstGeom prst="ellipse">
            <a:avLst/>
          </a:prstGeom>
          <a:solidFill>
            <a:srgbClr val="0070C0">
              <a:alpha val="63000"/>
            </a:srgbClr>
          </a:solidFill>
          <a:ln w="9525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/>
        </p:spPr>
        <p:txBody>
          <a:bodyPr wrap="none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kern="0" dirty="0">
                <a:solidFill>
                  <a:schemeClr val="bg1"/>
                </a:solidFill>
                <a:latin typeface="+mn-ea"/>
                <a:cs typeface="Consolas" panose="020B0609020204030204" pitchFamily="49" charset="0"/>
              </a:rPr>
              <a:t>1</a:t>
            </a:r>
            <a:endParaRPr kumimoji="0" lang="en-US" altLang="zh-CN" sz="20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170" name="Oval 31"/>
          <p:cNvSpPr>
            <a:spLocks noChangeArrowheads="1"/>
          </p:cNvSpPr>
          <p:nvPr>
            <p:custDataLst>
              <p:tags r:id="rId87"/>
            </p:custDataLst>
          </p:nvPr>
        </p:nvSpPr>
        <p:spPr bwMode="auto">
          <a:xfrm>
            <a:off x="8483780" y="4929447"/>
            <a:ext cx="452705" cy="452705"/>
          </a:xfrm>
          <a:prstGeom prst="ellipse">
            <a:avLst/>
          </a:prstGeom>
          <a:solidFill>
            <a:srgbClr val="0070C0">
              <a:alpha val="63000"/>
            </a:srgbClr>
          </a:solidFill>
          <a:ln w="9525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/>
        </p:spPr>
        <p:txBody>
          <a:bodyPr wrap="none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kern="0" dirty="0">
                <a:solidFill>
                  <a:schemeClr val="bg1"/>
                </a:solidFill>
                <a:latin typeface="+mn-ea"/>
                <a:cs typeface="Consolas" panose="020B0609020204030204" pitchFamily="49" charset="0"/>
              </a:rPr>
              <a:t>6</a:t>
            </a:r>
            <a:endParaRPr kumimoji="0" lang="en-US" altLang="zh-CN" sz="20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cxnSp>
        <p:nvCxnSpPr>
          <p:cNvPr id="171" name="直接连接符 170"/>
          <p:cNvCxnSpPr>
            <a:stCxn id="167" idx="1"/>
            <a:endCxn id="163" idx="5"/>
          </p:cNvCxnSpPr>
          <p:nvPr>
            <p:custDataLst>
              <p:tags r:id="rId88"/>
            </p:custDataLst>
          </p:nvPr>
        </p:nvCxnSpPr>
        <p:spPr>
          <a:xfrm flipH="1" flipV="1">
            <a:off x="7239917" y="4716005"/>
            <a:ext cx="261595" cy="279740"/>
          </a:xfrm>
          <a:prstGeom prst="line">
            <a:avLst/>
          </a:prstGeom>
          <a:ln w="317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直接连接符 171"/>
          <p:cNvCxnSpPr>
            <a:stCxn id="168" idx="1"/>
            <a:endCxn id="167" idx="5"/>
          </p:cNvCxnSpPr>
          <p:nvPr>
            <p:custDataLst>
              <p:tags r:id="rId89"/>
            </p:custDataLst>
          </p:nvPr>
        </p:nvCxnSpPr>
        <p:spPr>
          <a:xfrm flipH="1" flipV="1">
            <a:off x="7821623" y="5315856"/>
            <a:ext cx="177427" cy="294121"/>
          </a:xfrm>
          <a:prstGeom prst="line">
            <a:avLst/>
          </a:prstGeom>
          <a:ln w="317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直接连接符 172"/>
          <p:cNvCxnSpPr>
            <a:stCxn id="170" idx="2"/>
          </p:cNvCxnSpPr>
          <p:nvPr>
            <p:custDataLst>
              <p:tags r:id="rId90"/>
            </p:custDataLst>
          </p:nvPr>
        </p:nvCxnSpPr>
        <p:spPr>
          <a:xfrm flipH="1" flipV="1">
            <a:off x="7289647" y="4646191"/>
            <a:ext cx="1194133" cy="509609"/>
          </a:xfrm>
          <a:prstGeom prst="line">
            <a:avLst/>
          </a:prstGeom>
          <a:ln w="317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直接连接符 173"/>
          <p:cNvCxnSpPr>
            <a:stCxn id="169" idx="3"/>
            <a:endCxn id="167" idx="7"/>
          </p:cNvCxnSpPr>
          <p:nvPr>
            <p:custDataLst>
              <p:tags r:id="rId91"/>
            </p:custDataLst>
          </p:nvPr>
        </p:nvCxnSpPr>
        <p:spPr>
          <a:xfrm flipH="1">
            <a:off x="7821623" y="4716577"/>
            <a:ext cx="177427" cy="279168"/>
          </a:xfrm>
          <a:prstGeom prst="line">
            <a:avLst/>
          </a:prstGeom>
          <a:ln w="317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直接连接符 174"/>
          <p:cNvCxnSpPr>
            <a:stCxn id="167" idx="3"/>
            <a:endCxn id="166" idx="7"/>
          </p:cNvCxnSpPr>
          <p:nvPr>
            <p:custDataLst>
              <p:tags r:id="rId92"/>
            </p:custDataLst>
          </p:nvPr>
        </p:nvCxnSpPr>
        <p:spPr>
          <a:xfrm flipH="1">
            <a:off x="7289647" y="5315856"/>
            <a:ext cx="211865" cy="294121"/>
          </a:xfrm>
          <a:prstGeom prst="line">
            <a:avLst/>
          </a:prstGeom>
          <a:ln w="317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直接连接符 175"/>
          <p:cNvCxnSpPr>
            <a:stCxn id="169" idx="6"/>
            <a:endCxn id="170" idx="0"/>
          </p:cNvCxnSpPr>
          <p:nvPr>
            <p:custDataLst>
              <p:tags r:id="rId93"/>
            </p:custDataLst>
          </p:nvPr>
        </p:nvCxnSpPr>
        <p:spPr>
          <a:xfrm>
            <a:off x="8385458" y="4556522"/>
            <a:ext cx="324675" cy="372925"/>
          </a:xfrm>
          <a:prstGeom prst="line">
            <a:avLst/>
          </a:prstGeom>
          <a:ln w="317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直接连接符 176"/>
          <p:cNvCxnSpPr>
            <a:stCxn id="168" idx="6"/>
            <a:endCxn id="170" idx="4"/>
          </p:cNvCxnSpPr>
          <p:nvPr>
            <p:custDataLst>
              <p:tags r:id="rId94"/>
            </p:custDataLst>
          </p:nvPr>
        </p:nvCxnSpPr>
        <p:spPr>
          <a:xfrm flipV="1">
            <a:off x="8385458" y="5382152"/>
            <a:ext cx="324675" cy="387881"/>
          </a:xfrm>
          <a:prstGeom prst="line">
            <a:avLst/>
          </a:prstGeom>
          <a:ln w="317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直接连接符 177"/>
          <p:cNvCxnSpPr>
            <a:stCxn id="166" idx="6"/>
            <a:endCxn id="168" idx="2"/>
          </p:cNvCxnSpPr>
          <p:nvPr>
            <p:custDataLst>
              <p:tags r:id="rId95"/>
            </p:custDataLst>
          </p:nvPr>
        </p:nvCxnSpPr>
        <p:spPr>
          <a:xfrm>
            <a:off x="7355944" y="5770033"/>
            <a:ext cx="576809" cy="0"/>
          </a:xfrm>
          <a:prstGeom prst="line">
            <a:avLst/>
          </a:prstGeom>
          <a:ln w="317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直接连接符 178"/>
          <p:cNvCxnSpPr>
            <a:stCxn id="165" idx="4"/>
            <a:endCxn id="166" idx="2"/>
          </p:cNvCxnSpPr>
          <p:nvPr>
            <p:custDataLst>
              <p:tags r:id="rId96"/>
            </p:custDataLst>
          </p:nvPr>
        </p:nvCxnSpPr>
        <p:spPr>
          <a:xfrm>
            <a:off x="6588625" y="5382152"/>
            <a:ext cx="314614" cy="387881"/>
          </a:xfrm>
          <a:prstGeom prst="line">
            <a:avLst/>
          </a:prstGeom>
          <a:ln w="317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直接连接符 179"/>
          <p:cNvCxnSpPr>
            <a:stCxn id="165" idx="0"/>
            <a:endCxn id="163" idx="2"/>
          </p:cNvCxnSpPr>
          <p:nvPr>
            <p:custDataLst>
              <p:tags r:id="rId97"/>
            </p:custDataLst>
          </p:nvPr>
        </p:nvCxnSpPr>
        <p:spPr>
          <a:xfrm flipV="1">
            <a:off x="6588625" y="4555950"/>
            <a:ext cx="264884" cy="373497"/>
          </a:xfrm>
          <a:prstGeom prst="line">
            <a:avLst/>
          </a:prstGeom>
          <a:ln w="317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直接箭头连接符 180"/>
          <p:cNvCxnSpPr/>
          <p:nvPr>
            <p:custDataLst>
              <p:tags r:id="rId98"/>
            </p:custDataLst>
          </p:nvPr>
        </p:nvCxnSpPr>
        <p:spPr>
          <a:xfrm flipH="1">
            <a:off x="6502360" y="4566523"/>
            <a:ext cx="243572" cy="335278"/>
          </a:xfrm>
          <a:prstGeom prst="straightConnector1">
            <a:avLst/>
          </a:prstGeom>
          <a:ln w="38100">
            <a:solidFill>
              <a:srgbClr val="B5098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直接箭头连接符 181"/>
          <p:cNvCxnSpPr/>
          <p:nvPr>
            <p:custDataLst>
              <p:tags r:id="rId99"/>
            </p:custDataLst>
          </p:nvPr>
        </p:nvCxnSpPr>
        <p:spPr>
          <a:xfrm flipV="1">
            <a:off x="7372389" y="4459173"/>
            <a:ext cx="496445" cy="0"/>
          </a:xfrm>
          <a:prstGeom prst="straightConnector1">
            <a:avLst/>
          </a:prstGeom>
          <a:ln w="38100">
            <a:solidFill>
              <a:srgbClr val="B5098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直接箭头连接符 182"/>
          <p:cNvCxnSpPr/>
          <p:nvPr>
            <p:custDataLst>
              <p:tags r:id="rId100"/>
            </p:custDataLst>
          </p:nvPr>
        </p:nvCxnSpPr>
        <p:spPr>
          <a:xfrm>
            <a:off x="7502512" y="4646191"/>
            <a:ext cx="847880" cy="349554"/>
          </a:xfrm>
          <a:prstGeom prst="straightConnector1">
            <a:avLst/>
          </a:prstGeom>
          <a:ln w="38100">
            <a:solidFill>
              <a:srgbClr val="B5098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直接箭头连接符 183"/>
          <p:cNvCxnSpPr/>
          <p:nvPr>
            <p:custDataLst>
              <p:tags r:id="rId101"/>
            </p:custDataLst>
          </p:nvPr>
        </p:nvCxnSpPr>
        <p:spPr>
          <a:xfrm>
            <a:off x="7206284" y="4819403"/>
            <a:ext cx="204553" cy="208691"/>
          </a:xfrm>
          <a:prstGeom prst="straightConnector1">
            <a:avLst/>
          </a:prstGeom>
          <a:ln w="38100">
            <a:solidFill>
              <a:srgbClr val="B5098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直接箭头连接符 184"/>
          <p:cNvCxnSpPr/>
          <p:nvPr>
            <p:custDataLst>
              <p:tags r:id="rId102"/>
            </p:custDataLst>
          </p:nvPr>
        </p:nvCxnSpPr>
        <p:spPr>
          <a:xfrm flipH="1">
            <a:off x="7239917" y="5292203"/>
            <a:ext cx="166803" cy="239683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直接箭头连接符 185"/>
          <p:cNvCxnSpPr/>
          <p:nvPr>
            <p:custDataLst>
              <p:tags r:id="rId103"/>
            </p:custDataLst>
          </p:nvPr>
        </p:nvCxnSpPr>
        <p:spPr>
          <a:xfrm flipH="1">
            <a:off x="8385458" y="5379783"/>
            <a:ext cx="190401" cy="228721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7" name="文本框 186"/>
          <p:cNvSpPr txBox="1"/>
          <p:nvPr>
            <p:custDataLst>
              <p:tags r:id="rId104"/>
            </p:custDataLst>
          </p:nvPr>
        </p:nvSpPr>
        <p:spPr>
          <a:xfrm>
            <a:off x="6280968" y="3665068"/>
            <a:ext cx="2890176" cy="40011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en-US" altLang="zh-CN" sz="2000" b="1" dirty="0">
                <a:solidFill>
                  <a:srgbClr val="B50988"/>
                </a:solidFill>
                <a:latin typeface="+mn-ea"/>
                <a:cs typeface="Consolas" panose="020B0609020204030204" pitchFamily="49" charset="0"/>
              </a:rPr>
              <a:t>0</a:t>
            </a:r>
            <a:r>
              <a:rPr lang="en-US" altLang="zh-CN" sz="2000" b="1" dirty="0"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</a:t>
            </a:r>
            <a:r>
              <a:rPr lang="en-US" altLang="zh-CN" sz="2000" b="1" dirty="0">
                <a:solidFill>
                  <a:srgbClr val="0070C0"/>
                </a:solidFill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6</a:t>
            </a:r>
            <a:r>
              <a:rPr lang="en-US" altLang="zh-CN" sz="2000" b="1" dirty="0"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</a:t>
            </a:r>
            <a:r>
              <a:rPr lang="en-US" altLang="zh-CN" sz="2000" b="1" dirty="0">
                <a:solidFill>
                  <a:srgbClr val="0070C0"/>
                </a:solidFill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1</a:t>
            </a:r>
            <a:r>
              <a:rPr lang="en-US" altLang="zh-CN" sz="2000" b="1" dirty="0"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</a:t>
            </a:r>
            <a:r>
              <a:rPr lang="en-US" altLang="zh-CN" sz="2000" b="1" dirty="0">
                <a:solidFill>
                  <a:srgbClr val="0070C0"/>
                </a:solidFill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3</a:t>
            </a:r>
            <a:r>
              <a:rPr lang="en-US" altLang="zh-CN" sz="2000" b="1" dirty="0"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</a:t>
            </a:r>
            <a:r>
              <a:rPr lang="en-US" altLang="zh-CN" sz="2000" b="1" dirty="0">
                <a:solidFill>
                  <a:srgbClr val="0070C0"/>
                </a:solidFill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2</a:t>
            </a:r>
            <a:r>
              <a:rPr lang="en-US" altLang="zh-CN" sz="2000" b="1" dirty="0"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</a:t>
            </a:r>
            <a:r>
              <a:rPr lang="en-US" altLang="zh-CN" sz="2000" b="1" dirty="0">
                <a:solidFill>
                  <a:schemeClr val="accent2">
                    <a:lumMod val="75000"/>
                  </a:schemeClr>
                </a:solidFill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5</a:t>
            </a:r>
            <a:r>
              <a:rPr lang="en-US" altLang="zh-CN" sz="2000" b="1" dirty="0"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</a:t>
            </a:r>
            <a:r>
              <a:rPr lang="en-US" altLang="zh-CN" sz="2000" b="1" dirty="0">
                <a:solidFill>
                  <a:schemeClr val="accent2">
                    <a:lumMod val="75000"/>
                  </a:schemeClr>
                </a:solidFill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4</a:t>
            </a:r>
            <a:endParaRPr lang="zh-CN" altLang="en-US" sz="2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18" name="箭头: 下 117"/>
          <p:cNvSpPr/>
          <p:nvPr>
            <p:custDataLst>
              <p:tags r:id="rId105"/>
            </p:custDataLst>
          </p:nvPr>
        </p:nvSpPr>
        <p:spPr>
          <a:xfrm>
            <a:off x="543871" y="3391074"/>
            <a:ext cx="250417" cy="312205"/>
          </a:xfrm>
          <a:prstGeom prst="downArrow">
            <a:avLst>
              <a:gd name="adj1" fmla="val 50000"/>
              <a:gd name="adj2" fmla="val 59402"/>
            </a:avLst>
          </a:prstGeom>
          <a:solidFill>
            <a:srgbClr val="B50988">
              <a:alpha val="58000"/>
            </a:srgbClr>
          </a:solidFill>
          <a:ln>
            <a:solidFill>
              <a:srgbClr val="B50988">
                <a:alpha val="46000"/>
              </a:srgb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9" name="箭头: 下 118"/>
          <p:cNvSpPr/>
          <p:nvPr>
            <p:custDataLst>
              <p:tags r:id="rId106"/>
            </p:custDataLst>
          </p:nvPr>
        </p:nvSpPr>
        <p:spPr>
          <a:xfrm>
            <a:off x="931540" y="3391074"/>
            <a:ext cx="250417" cy="312205"/>
          </a:xfrm>
          <a:prstGeom prst="downArrow">
            <a:avLst>
              <a:gd name="adj1" fmla="val 50000"/>
              <a:gd name="adj2" fmla="val 59402"/>
            </a:avLst>
          </a:prstGeom>
          <a:solidFill>
            <a:srgbClr val="B50988">
              <a:alpha val="58000"/>
            </a:srgbClr>
          </a:solidFill>
          <a:ln>
            <a:solidFill>
              <a:srgbClr val="B50988">
                <a:alpha val="46000"/>
              </a:srgb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1" name="箭头: 下 120"/>
          <p:cNvSpPr/>
          <p:nvPr>
            <p:custDataLst>
              <p:tags r:id="rId107"/>
            </p:custDataLst>
          </p:nvPr>
        </p:nvSpPr>
        <p:spPr>
          <a:xfrm>
            <a:off x="3570227" y="3391074"/>
            <a:ext cx="250417" cy="312205"/>
          </a:xfrm>
          <a:prstGeom prst="downArrow">
            <a:avLst>
              <a:gd name="adj1" fmla="val 50000"/>
              <a:gd name="adj2" fmla="val 59402"/>
            </a:avLst>
          </a:prstGeom>
          <a:solidFill>
            <a:srgbClr val="B50988">
              <a:alpha val="58000"/>
            </a:srgbClr>
          </a:solidFill>
          <a:ln>
            <a:solidFill>
              <a:srgbClr val="B50988">
                <a:alpha val="46000"/>
              </a:srgb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3" name="箭头: 下 122"/>
          <p:cNvSpPr/>
          <p:nvPr>
            <p:custDataLst>
              <p:tags r:id="rId108"/>
            </p:custDataLst>
          </p:nvPr>
        </p:nvSpPr>
        <p:spPr>
          <a:xfrm>
            <a:off x="3960931" y="3391074"/>
            <a:ext cx="250417" cy="312205"/>
          </a:xfrm>
          <a:prstGeom prst="downArrow">
            <a:avLst>
              <a:gd name="adj1" fmla="val 50000"/>
              <a:gd name="adj2" fmla="val 59402"/>
            </a:avLst>
          </a:prstGeom>
          <a:solidFill>
            <a:srgbClr val="B50988">
              <a:alpha val="58000"/>
            </a:srgbClr>
          </a:solidFill>
          <a:ln>
            <a:solidFill>
              <a:srgbClr val="B50988">
                <a:alpha val="46000"/>
              </a:srgb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5" name="箭头: 下 124"/>
          <p:cNvSpPr/>
          <p:nvPr>
            <p:custDataLst>
              <p:tags r:id="rId109"/>
            </p:custDataLst>
          </p:nvPr>
        </p:nvSpPr>
        <p:spPr>
          <a:xfrm>
            <a:off x="4362860" y="3391074"/>
            <a:ext cx="250417" cy="312205"/>
          </a:xfrm>
          <a:prstGeom prst="downArrow">
            <a:avLst>
              <a:gd name="adj1" fmla="val 50000"/>
              <a:gd name="adj2" fmla="val 59402"/>
            </a:avLst>
          </a:prstGeom>
          <a:solidFill>
            <a:srgbClr val="B50988">
              <a:alpha val="58000"/>
            </a:srgbClr>
          </a:solidFill>
          <a:ln>
            <a:solidFill>
              <a:srgbClr val="B50988">
                <a:alpha val="46000"/>
              </a:srgb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7" name="箭头: 下 126"/>
          <p:cNvSpPr/>
          <p:nvPr>
            <p:custDataLst>
              <p:tags r:id="rId110"/>
            </p:custDataLst>
          </p:nvPr>
        </p:nvSpPr>
        <p:spPr>
          <a:xfrm>
            <a:off x="6731326" y="3391074"/>
            <a:ext cx="250417" cy="312205"/>
          </a:xfrm>
          <a:prstGeom prst="downArrow">
            <a:avLst>
              <a:gd name="adj1" fmla="val 50000"/>
              <a:gd name="adj2" fmla="val 59402"/>
            </a:avLst>
          </a:prstGeom>
          <a:solidFill>
            <a:srgbClr val="B50988">
              <a:alpha val="58000"/>
            </a:srgbClr>
          </a:solidFill>
          <a:ln>
            <a:solidFill>
              <a:srgbClr val="B50988">
                <a:alpha val="46000"/>
              </a:srgb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8" name="箭头: 下 127"/>
          <p:cNvSpPr/>
          <p:nvPr>
            <p:custDataLst>
              <p:tags r:id="rId111"/>
            </p:custDataLst>
          </p:nvPr>
        </p:nvSpPr>
        <p:spPr>
          <a:xfrm>
            <a:off x="7147493" y="3391074"/>
            <a:ext cx="250417" cy="312205"/>
          </a:xfrm>
          <a:prstGeom prst="downArrow">
            <a:avLst>
              <a:gd name="adj1" fmla="val 50000"/>
              <a:gd name="adj2" fmla="val 59402"/>
            </a:avLst>
          </a:prstGeom>
          <a:solidFill>
            <a:srgbClr val="B50988">
              <a:alpha val="58000"/>
            </a:srgbClr>
          </a:solidFill>
          <a:ln>
            <a:solidFill>
              <a:srgbClr val="B50988">
                <a:alpha val="46000"/>
              </a:srgb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9" name="箭头: 下 128"/>
          <p:cNvSpPr/>
          <p:nvPr>
            <p:custDataLst>
              <p:tags r:id="rId112"/>
            </p:custDataLst>
          </p:nvPr>
        </p:nvSpPr>
        <p:spPr>
          <a:xfrm>
            <a:off x="7543763" y="3391074"/>
            <a:ext cx="250417" cy="312205"/>
          </a:xfrm>
          <a:prstGeom prst="downArrow">
            <a:avLst>
              <a:gd name="adj1" fmla="val 50000"/>
              <a:gd name="adj2" fmla="val 59402"/>
            </a:avLst>
          </a:prstGeom>
          <a:solidFill>
            <a:srgbClr val="B50988">
              <a:alpha val="58000"/>
            </a:srgbClr>
          </a:solidFill>
          <a:ln>
            <a:solidFill>
              <a:srgbClr val="B50988">
                <a:alpha val="46000"/>
              </a:srgb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 tmFilter="0, 0; .2, .5; .8, .5; 1, 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250" autoRev="1" fill="hold"/>
                                        <p:tgtEl>
                                          <p:spTgt spid="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 tmFilter="0, 0; .2, .5; .8, .5; 1, 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" dur="250" autoRev="1" fill="hold"/>
                                        <p:tgtEl>
                                          <p:spTgt spid="2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6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 tmFilter="0, 0; .2, .5; .8, .5; 1, 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8" dur="250" autoRev="1" fill="hold"/>
                                        <p:tgtEl>
                                          <p:spTgt spid="2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9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 tmFilter="0, 0; .2, .5; .8, .5; 1, 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1" dur="250" autoRev="1" fill="hold"/>
                                        <p:tgtEl>
                                          <p:spTgt spid="2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70C0"/>
                                      </p:to>
                                    </p:animClr>
                                    <p:set>
                                      <p:cBhvr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70C0"/>
                                      </p:to>
                                    </p:animClr>
                                    <p:set>
                                      <p:cBhvr>
                                        <p:cTn id="3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70C0"/>
                                      </p:to>
                                    </p:animClr>
                                    <p:set>
                                      <p:cBhvr>
                                        <p:cTn id="3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70C0"/>
                                      </p:to>
                                    </p:animClr>
                                    <p:set>
                                      <p:cBhvr>
                                        <p:cTn id="3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5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0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5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0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0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2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5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8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4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0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3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6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9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2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5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8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1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4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7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0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3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4" fill="hold">
                      <p:stCondLst>
                        <p:cond delay="indefinite"/>
                      </p:stCondLst>
                      <p:childTnLst>
                        <p:par>
                          <p:cTn id="235" fill="hold">
                            <p:stCondLst>
                              <p:cond delay="0"/>
                            </p:stCondLst>
                            <p:childTnLst>
                              <p:par>
                                <p:cTn id="2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8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9" fill="hold">
                      <p:stCondLst>
                        <p:cond delay="indefinite"/>
                      </p:stCondLst>
                      <p:childTnLst>
                        <p:par>
                          <p:cTn id="240" fill="hold">
                            <p:stCondLst>
                              <p:cond delay="0"/>
                            </p:stCondLst>
                            <p:childTnLst>
                              <p:par>
                                <p:cTn id="2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3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4" fill="hold">
                      <p:stCondLst>
                        <p:cond delay="indefinite"/>
                      </p:stCondLst>
                      <p:childTnLst>
                        <p:par>
                          <p:cTn id="245" fill="hold">
                            <p:stCondLst>
                              <p:cond delay="0"/>
                            </p:stCondLst>
                            <p:childTnLst>
                              <p:par>
                                <p:cTn id="24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8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9" fill="hold">
                      <p:stCondLst>
                        <p:cond delay="indefinite"/>
                      </p:stCondLst>
                      <p:childTnLst>
                        <p:par>
                          <p:cTn id="250" fill="hold">
                            <p:stCondLst>
                              <p:cond delay="0"/>
                            </p:stCondLst>
                            <p:childTnLst>
                              <p:par>
                                <p:cTn id="25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3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4" fill="hold">
                      <p:stCondLst>
                        <p:cond delay="indefinite"/>
                      </p:stCondLst>
                      <p:childTnLst>
                        <p:par>
                          <p:cTn id="255" fill="hold">
                            <p:stCondLst>
                              <p:cond delay="0"/>
                            </p:stCondLst>
                            <p:childTnLst>
                              <p:par>
                                <p:cTn id="2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8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9" fill="hold">
                      <p:stCondLst>
                        <p:cond delay="indefinite"/>
                      </p:stCondLst>
                      <p:childTnLst>
                        <p:par>
                          <p:cTn id="260" fill="hold">
                            <p:stCondLst>
                              <p:cond delay="0"/>
                            </p:stCondLst>
                            <p:childTnLst>
                              <p:par>
                                <p:cTn id="2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3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6" fill="hold">
                      <p:stCondLst>
                        <p:cond delay="indefinite"/>
                      </p:stCondLst>
                      <p:childTnLst>
                        <p:par>
                          <p:cTn id="267" fill="hold">
                            <p:stCondLst>
                              <p:cond delay="0"/>
                            </p:stCondLst>
                            <p:childTnLst>
                              <p:par>
                                <p:cTn id="26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0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1" fill="hold">
                      <p:stCondLst>
                        <p:cond delay="indefinite"/>
                      </p:stCondLst>
                      <p:childTnLst>
                        <p:par>
                          <p:cTn id="272" fill="hold">
                            <p:stCondLst>
                              <p:cond delay="0"/>
                            </p:stCondLst>
                            <p:childTnLst>
                              <p:par>
                                <p:cTn id="2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5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8" fill="hold">
                      <p:stCondLst>
                        <p:cond delay="indefinite"/>
                      </p:stCondLst>
                      <p:childTnLst>
                        <p:par>
                          <p:cTn id="279" fill="hold">
                            <p:stCondLst>
                              <p:cond delay="0"/>
                            </p:stCondLst>
                            <p:childTnLst>
                              <p:par>
                                <p:cTn id="28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2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3" fill="hold">
                      <p:stCondLst>
                        <p:cond delay="indefinite"/>
                      </p:stCondLst>
                      <p:childTnLst>
                        <p:par>
                          <p:cTn id="284" fill="hold">
                            <p:stCondLst>
                              <p:cond delay="0"/>
                            </p:stCondLst>
                            <p:childTnLst>
                              <p:par>
                                <p:cTn id="2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7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8" fill="hold">
                      <p:stCondLst>
                        <p:cond delay="indefinite"/>
                      </p:stCondLst>
                      <p:childTnLst>
                        <p:par>
                          <p:cTn id="289" fill="hold">
                            <p:stCondLst>
                              <p:cond delay="0"/>
                            </p:stCondLst>
                            <p:childTnLst>
                              <p:par>
                                <p:cTn id="2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2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5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8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1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4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7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0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3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6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9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2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5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8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1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4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7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0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3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4" fill="hold">
                      <p:stCondLst>
                        <p:cond delay="indefinite"/>
                      </p:stCondLst>
                      <p:childTnLst>
                        <p:par>
                          <p:cTn id="345" fill="hold">
                            <p:stCondLst>
                              <p:cond delay="0"/>
                            </p:stCondLst>
                            <p:childTnLst>
                              <p:par>
                                <p:cTn id="3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8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9" fill="hold">
                      <p:stCondLst>
                        <p:cond delay="indefinite"/>
                      </p:stCondLst>
                      <p:childTnLst>
                        <p:par>
                          <p:cTn id="350" fill="hold">
                            <p:stCondLst>
                              <p:cond delay="0"/>
                            </p:stCondLst>
                            <p:childTnLst>
                              <p:par>
                                <p:cTn id="3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3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4" fill="hold">
                      <p:stCondLst>
                        <p:cond delay="indefinite"/>
                      </p:stCondLst>
                      <p:childTnLst>
                        <p:par>
                          <p:cTn id="355" fill="hold">
                            <p:stCondLst>
                              <p:cond delay="0"/>
                            </p:stCondLst>
                            <p:childTnLst>
                              <p:par>
                                <p:cTn id="35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8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9" fill="hold">
                      <p:stCondLst>
                        <p:cond delay="indefinite"/>
                      </p:stCondLst>
                      <p:childTnLst>
                        <p:par>
                          <p:cTn id="360" fill="hold">
                            <p:stCondLst>
                              <p:cond delay="0"/>
                            </p:stCondLst>
                            <p:childTnLst>
                              <p:par>
                                <p:cTn id="36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3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4" fill="hold">
                      <p:stCondLst>
                        <p:cond delay="indefinite"/>
                      </p:stCondLst>
                      <p:childTnLst>
                        <p:par>
                          <p:cTn id="365" fill="hold">
                            <p:stCondLst>
                              <p:cond delay="0"/>
                            </p:stCondLst>
                            <p:childTnLst>
                              <p:par>
                                <p:cTn id="3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8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9" fill="hold">
                      <p:stCondLst>
                        <p:cond delay="indefinite"/>
                      </p:stCondLst>
                      <p:childTnLst>
                        <p:par>
                          <p:cTn id="370" fill="hold">
                            <p:stCondLst>
                              <p:cond delay="0"/>
                            </p:stCondLst>
                            <p:childTnLst>
                              <p:par>
                                <p:cTn id="37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3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4" fill="hold">
                      <p:stCondLst>
                        <p:cond delay="indefinite"/>
                      </p:stCondLst>
                      <p:childTnLst>
                        <p:par>
                          <p:cTn id="375" fill="hold">
                            <p:stCondLst>
                              <p:cond delay="0"/>
                            </p:stCondLst>
                            <p:childTnLst>
                              <p:par>
                                <p:cTn id="3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8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1" fill="hold">
                      <p:stCondLst>
                        <p:cond delay="indefinite"/>
                      </p:stCondLst>
                      <p:childTnLst>
                        <p:par>
                          <p:cTn id="382" fill="hold">
                            <p:stCondLst>
                              <p:cond delay="0"/>
                            </p:stCondLst>
                            <p:childTnLst>
                              <p:par>
                                <p:cTn id="3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5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8" fill="hold">
                      <p:stCondLst>
                        <p:cond delay="indefinite"/>
                      </p:stCondLst>
                      <p:childTnLst>
                        <p:par>
                          <p:cTn id="389" fill="hold">
                            <p:stCondLst>
                              <p:cond delay="0"/>
                            </p:stCondLst>
                            <p:childTnLst>
                              <p:par>
                                <p:cTn id="39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2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  <p:bldP spid="20" grpId="0" bldLvl="0" animBg="1"/>
      <p:bldP spid="23" grpId="0" bldLvl="0" animBg="1"/>
      <p:bldP spid="24" grpId="0" bldLvl="0" animBg="1"/>
      <p:bldP spid="76" grpId="0"/>
      <p:bldP spid="77" grpId="0"/>
      <p:bldP spid="78" grpId="0" bldLvl="0" animBg="1"/>
      <p:bldP spid="78" grpId="1" bldLvl="0" animBg="1"/>
      <p:bldP spid="79" grpId="0" bldLvl="0" animBg="1"/>
      <p:bldP spid="79" grpId="1" bldLvl="0" animBg="1"/>
      <p:bldP spid="80" grpId="0" bldLvl="0" animBg="1"/>
      <p:bldP spid="80" grpId="1" bldLvl="0" animBg="1"/>
      <p:bldP spid="81" grpId="0" bldLvl="0" animBg="1"/>
      <p:bldP spid="99" grpId="0" bldLvl="0" animBg="1"/>
      <p:bldP spid="101" grpId="0" bldLvl="0" animBg="1"/>
      <p:bldP spid="102" grpId="0" bldLvl="0" animBg="1"/>
      <p:bldP spid="103" grpId="0" bldLvl="0" animBg="1"/>
      <p:bldP spid="104" grpId="0" bldLvl="0" animBg="1"/>
      <p:bldP spid="105" grpId="0" bldLvl="0" animBg="1"/>
      <p:bldP spid="106" grpId="0" bldLvl="0" animBg="1"/>
      <p:bldP spid="133" grpId="0"/>
      <p:bldP spid="134" grpId="0" bldLvl="0" animBg="1"/>
      <p:bldP spid="136" grpId="0" bldLvl="0" animBg="1"/>
      <p:bldP spid="137" grpId="0" bldLvl="0" animBg="1"/>
      <p:bldP spid="138" grpId="0" bldLvl="0" animBg="1"/>
      <p:bldP spid="139" grpId="0" bldLvl="0" animBg="1"/>
      <p:bldP spid="140" grpId="0" bldLvl="0" animBg="1"/>
      <p:bldP spid="141" grpId="0" bldLvl="0" animBg="1"/>
      <p:bldP spid="158" grpId="0"/>
      <p:bldP spid="163" grpId="0" bldLvl="0" animBg="1"/>
      <p:bldP spid="165" grpId="0" bldLvl="0" animBg="1"/>
      <p:bldP spid="166" grpId="0" bldLvl="0" animBg="1"/>
      <p:bldP spid="167" grpId="0" bldLvl="0" animBg="1"/>
      <p:bldP spid="168" grpId="0" bldLvl="0" animBg="1"/>
      <p:bldP spid="169" grpId="0" bldLvl="0" animBg="1"/>
      <p:bldP spid="170" grpId="0" bldLvl="0" animBg="1"/>
      <p:bldP spid="187" grpId="0"/>
      <p:bldP spid="118" grpId="0" bldLvl="0" animBg="1"/>
      <p:bldP spid="118" grpId="1" bldLvl="0" animBg="1"/>
      <p:bldP spid="119" grpId="0" bldLvl="0" animBg="1"/>
      <p:bldP spid="121" grpId="0" bldLvl="0" animBg="1"/>
      <p:bldP spid="121" grpId="1" bldLvl="0" animBg="1"/>
      <p:bldP spid="123" grpId="0" bldLvl="0" animBg="1"/>
      <p:bldP spid="123" grpId="1" bldLvl="0" animBg="1"/>
      <p:bldP spid="125" grpId="0" bldLvl="0" animBg="1"/>
      <p:bldP spid="127" grpId="0" bldLvl="0" animBg="1"/>
      <p:bldP spid="127" grpId="1" bldLvl="0" animBg="1"/>
      <p:bldP spid="128" grpId="0" bldLvl="0" animBg="1"/>
      <p:bldP spid="128" grpId="1" bldLvl="0" animBg="1"/>
      <p:bldP spid="129" grpId="0" bldLvl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椭圆 6"/>
          <p:cNvSpPr/>
          <p:nvPr/>
        </p:nvSpPr>
        <p:spPr>
          <a:xfrm>
            <a:off x="1848464" y="845575"/>
            <a:ext cx="2212258" cy="2212258"/>
          </a:xfrm>
          <a:prstGeom prst="ellipse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算法设计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" name="椭圆 7"/>
          <p:cNvSpPr/>
          <p:nvPr/>
        </p:nvSpPr>
        <p:spPr>
          <a:xfrm>
            <a:off x="8131278" y="845575"/>
            <a:ext cx="2212258" cy="2212258"/>
          </a:xfrm>
          <a:prstGeom prst="ellipse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与分析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1" name="弧形 10"/>
          <p:cNvSpPr/>
          <p:nvPr/>
        </p:nvSpPr>
        <p:spPr>
          <a:xfrm rot="7802901">
            <a:off x="4557251" y="3429000"/>
            <a:ext cx="3077497" cy="2008239"/>
          </a:xfrm>
          <a:prstGeom prst="arc">
            <a:avLst>
              <a:gd name="adj1" fmla="val 12116962"/>
              <a:gd name="adj2" fmla="val 0"/>
            </a:avLst>
          </a:prstGeom>
          <a:noFill/>
          <a:ln w="63500">
            <a:solidFill>
              <a:srgbClr val="FFC000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8761095" y="3057525"/>
            <a:ext cx="3055620" cy="380047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342900" indent="-342900" algn="l">
              <a:buFont typeface="Wingdings" panose="05000000000000000000" charset="0"/>
              <a:buChar char="n"/>
            </a:pPr>
            <a:r>
              <a:rPr lang="zh-CN" altLang="en-US" sz="2400" b="1" strike="sngStrike" dirty="0">
                <a:solidFill>
                  <a:schemeClr val="bg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深度优先遍历</a:t>
            </a:r>
            <a:endParaRPr lang="zh-CN" altLang="en-US" sz="2400" b="1" strike="sngStrike" dirty="0">
              <a:solidFill>
                <a:schemeClr val="bg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l">
              <a:buFont typeface="Wingdings" panose="05000000000000000000" charset="0"/>
              <a:buChar char="n"/>
            </a:pPr>
            <a:r>
              <a:rPr lang="zh-CN" altLang="en-US" sz="2400" b="1" strike="sngStrike" dirty="0">
                <a:solidFill>
                  <a:schemeClr val="bg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广度优先遍历</a:t>
            </a:r>
            <a:endParaRPr lang="zh-CN" altLang="en-US" sz="2400" b="1" strike="sngStrike" dirty="0">
              <a:solidFill>
                <a:schemeClr val="bg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l">
              <a:buFont typeface="Wingdings" panose="05000000000000000000" charset="0"/>
              <a:buChar char="n"/>
            </a:pPr>
            <a:r>
              <a:rPr lang="zh-CN" altLang="en-US" sz="2400" b="1" dirty="0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回溯算法基本思想</a:t>
            </a:r>
            <a:endParaRPr lang="zh-CN" altLang="en-US" sz="2400" b="1" dirty="0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l">
              <a:buFont typeface="Wingdings" panose="05000000000000000000" charset="0"/>
              <a:buChar char="p"/>
            </a:pP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皇后问题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l">
              <a:buFont typeface="Wingdings" panose="05000000000000000000" charset="0"/>
              <a:buChar char="p"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子集树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l">
              <a:buFont typeface="Wingdings" panose="05000000000000000000" charset="0"/>
              <a:buChar char="p"/>
            </a:pP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0-1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背包问题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l">
              <a:buFont typeface="Wingdings" panose="05000000000000000000" charset="0"/>
              <a:buChar char="p"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最大团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l">
              <a:buFont typeface="Wingdings" panose="05000000000000000000" charset="0"/>
              <a:buChar char="p"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排列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树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l">
              <a:buFont typeface="Wingdings" panose="05000000000000000000" charset="0"/>
              <a:buChar char="p"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旅行售货员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问题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342900" indent="-342900" algn="l">
              <a:buFont typeface="Wingdings" panose="05000000000000000000" charset="0"/>
              <a:buChar char="p"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图的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着色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问题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algn="l">
              <a:buFont typeface="Wingdings" panose="05000000000000000000" charset="0"/>
              <a:buNone/>
            </a:pP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381635" y="75730"/>
            <a:ext cx="4246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回溯算法基本</a:t>
            </a:r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思想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0" y="782320"/>
            <a:ext cx="9836150" cy="7092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000" b="1">
                <a:solidFill>
                  <a:schemeClr val="accent5">
                    <a:lumMod val="75000"/>
                  </a:schemeClr>
                </a:solidFill>
              </a:rPr>
              <a:t>回溯算法基本思想：</a:t>
            </a:r>
            <a:endParaRPr lang="zh-CN" altLang="en-US" sz="2000" b="1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zh-CN" altLang="en-US" sz="2000" b="1">
                <a:solidFill>
                  <a:schemeClr val="tx1"/>
                </a:solidFill>
              </a:rPr>
              <a:t>从根结点出发，做</a:t>
            </a:r>
            <a:r>
              <a:rPr lang="zh-CN" altLang="en-US" sz="2000" b="1">
                <a:solidFill>
                  <a:srgbClr val="FF0000"/>
                </a:solidFill>
              </a:rPr>
              <a:t>深度优先遍历</a:t>
            </a:r>
            <a:r>
              <a:rPr lang="zh-CN" altLang="en-US" sz="2000" b="1">
                <a:solidFill>
                  <a:schemeClr val="tx1"/>
                </a:solidFill>
              </a:rPr>
              <a:t>，直到求出问题的解或者考虑完所有情况，算法</a:t>
            </a:r>
            <a:r>
              <a:rPr lang="zh-CN" altLang="en-US" sz="2000" b="1">
                <a:solidFill>
                  <a:schemeClr val="tx1"/>
                </a:solidFill>
              </a:rPr>
              <a:t>结束</a:t>
            </a:r>
            <a:endParaRPr lang="zh-CN" altLang="en-US" sz="2000" b="1">
              <a:solidFill>
                <a:schemeClr val="tx1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0" y="1816735"/>
            <a:ext cx="5518150" cy="19431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lvl="0"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accent5">
                    <a:lumMod val="75000"/>
                  </a:schemeClr>
                </a:solidFill>
              </a:rPr>
              <a:t>回溯算法</a:t>
            </a:r>
            <a:r>
              <a:rPr lang="zh-CN" altLang="en-US" sz="2000" b="1">
                <a:solidFill>
                  <a:schemeClr val="accent5">
                    <a:lumMod val="75000"/>
                  </a:schemeClr>
                </a:solidFill>
              </a:rPr>
              <a:t>解题步骤：</a:t>
            </a:r>
            <a:endParaRPr lang="zh-CN" altLang="en-US" sz="2000" b="1">
              <a:solidFill>
                <a:schemeClr val="accent5">
                  <a:lumMod val="75000"/>
                </a:schemeClr>
              </a:solidFill>
            </a:endParaRPr>
          </a:p>
          <a:p>
            <a:pPr marL="342900" lvl="0" indent="-342900">
              <a:buFont typeface="Wingdings" panose="05000000000000000000" charset="0"/>
              <a:buChar char="l"/>
            </a:pPr>
            <a:r>
              <a:rPr lang="zh-CN" altLang="en-US" sz="2000" b="1">
                <a:sym typeface="+mn-ea"/>
              </a:rPr>
              <a:t>明确搜索范围</a:t>
            </a:r>
            <a:endParaRPr lang="zh-CN" altLang="en-US" sz="2000" b="1"/>
          </a:p>
          <a:p>
            <a:pPr marL="342900" lvl="0" indent="-342900">
              <a:buFont typeface="Wingdings" panose="05000000000000000000" charset="0"/>
              <a:buChar char="l"/>
            </a:pPr>
            <a:r>
              <a:rPr lang="zh-CN" altLang="en-US" sz="2000" b="1"/>
              <a:t>确定解空间的组织</a:t>
            </a:r>
            <a:r>
              <a:rPr lang="zh-CN" altLang="en-US" sz="2000" b="1"/>
              <a:t>结构</a:t>
            </a:r>
            <a:endParaRPr lang="zh-CN" altLang="en-US" sz="2000" b="1"/>
          </a:p>
          <a:p>
            <a:pPr marL="342900" lvl="0" indent="-342900">
              <a:buFont typeface="Wingdings" panose="05000000000000000000" charset="0"/>
              <a:buChar char="l"/>
            </a:pPr>
            <a:r>
              <a:rPr lang="zh-CN" altLang="en-US" sz="2000" b="1"/>
              <a:t>搜索</a:t>
            </a:r>
            <a:r>
              <a:rPr lang="zh-CN" altLang="en-US" sz="2000" b="1"/>
              <a:t>解空间</a:t>
            </a:r>
            <a:endParaRPr lang="zh-CN" altLang="en-US" sz="2000" b="1"/>
          </a:p>
          <a:p>
            <a:pPr marL="800100" lvl="1" indent="-342900">
              <a:buFont typeface="Wingdings" panose="05000000000000000000" charset="0"/>
              <a:buChar char="u"/>
            </a:pPr>
            <a:r>
              <a:rPr lang="zh-CN" altLang="en-US" sz="2000" b="1"/>
              <a:t>确定是否能够导致</a:t>
            </a:r>
            <a:r>
              <a:rPr lang="zh-CN" altLang="en-US" sz="2000" b="1">
                <a:solidFill>
                  <a:srgbClr val="FF0000"/>
                </a:solidFill>
              </a:rPr>
              <a:t>可行解</a:t>
            </a:r>
            <a:r>
              <a:rPr lang="en-US" altLang="zh-CN" sz="2000" b="1"/>
              <a:t>——</a:t>
            </a:r>
            <a:r>
              <a:rPr lang="zh-CN" altLang="en-US" sz="2000" b="1"/>
              <a:t>约束条件</a:t>
            </a:r>
            <a:endParaRPr lang="zh-CN" altLang="en-US" sz="2000" b="1"/>
          </a:p>
          <a:p>
            <a:pPr marL="800100" lvl="1" indent="-342900">
              <a:buFont typeface="Wingdings" panose="05000000000000000000" charset="0"/>
              <a:buChar char="u"/>
            </a:pPr>
            <a:r>
              <a:rPr lang="zh-CN" altLang="en-US" sz="2000" b="1"/>
              <a:t>确定是否能够导致</a:t>
            </a:r>
            <a:r>
              <a:rPr lang="zh-CN" altLang="en-US" sz="2000" b="1">
                <a:solidFill>
                  <a:srgbClr val="FF0000"/>
                </a:solidFill>
              </a:rPr>
              <a:t>最优解</a:t>
            </a:r>
            <a:r>
              <a:rPr lang="en-US" altLang="zh-CN" sz="2000" b="1"/>
              <a:t>——</a:t>
            </a:r>
            <a:r>
              <a:rPr lang="zh-CN" altLang="en-US" sz="2000" b="1"/>
              <a:t>限界条件</a:t>
            </a:r>
            <a:endParaRPr lang="zh-CN" altLang="en-US" sz="2000" b="1"/>
          </a:p>
        </p:txBody>
      </p:sp>
      <p:sp>
        <p:nvSpPr>
          <p:cNvPr id="57" name="椭圆 56"/>
          <p:cNvSpPr/>
          <p:nvPr/>
        </p:nvSpPr>
        <p:spPr>
          <a:xfrm>
            <a:off x="8453176" y="2953671"/>
            <a:ext cx="468000" cy="468000"/>
          </a:xfrm>
          <a:prstGeom prst="ellipse">
            <a:avLst/>
          </a:prstGeom>
          <a:solidFill>
            <a:srgbClr val="B50988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Consolas" panose="020B0609020204030204" pitchFamily="49" charset="0"/>
              </a:rPr>
              <a:t>A</a:t>
            </a:r>
            <a:endParaRPr kumimoji="0" lang="zh-CN" altLang="en-US" sz="24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58" name="TextBox 4"/>
          <p:cNvSpPr txBox="1"/>
          <p:nvPr/>
        </p:nvSpPr>
        <p:spPr>
          <a:xfrm>
            <a:off x="8101164" y="2879894"/>
            <a:ext cx="38966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cs typeface="Consolas" panose="020B0609020204030204" pitchFamily="49" charset="0"/>
              </a:rPr>
              <a:t>1</a:t>
            </a:r>
            <a:endParaRPr kumimoji="0" lang="zh-CN" altLang="en-US" sz="2000" b="1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59" name="椭圆 58"/>
          <p:cNvSpPr/>
          <p:nvPr/>
        </p:nvSpPr>
        <p:spPr>
          <a:xfrm>
            <a:off x="5750422" y="4912563"/>
            <a:ext cx="468000" cy="468000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Consolas" panose="020B0609020204030204" pitchFamily="49" charset="0"/>
              </a:rPr>
              <a:t>H</a:t>
            </a:r>
            <a:endParaRPr kumimoji="0" lang="zh-CN" altLang="en-US" sz="24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60" name="TextBox 6"/>
          <p:cNvSpPr txBox="1"/>
          <p:nvPr/>
        </p:nvSpPr>
        <p:spPr>
          <a:xfrm>
            <a:off x="5433036" y="4782111"/>
            <a:ext cx="38966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cs typeface="Consolas" panose="020B0609020204030204" pitchFamily="49" charset="0"/>
              </a:rPr>
              <a:t>8</a:t>
            </a:r>
            <a:endParaRPr kumimoji="0" lang="zh-CN" altLang="en-US" sz="2000" b="1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61" name="椭圆 60"/>
          <p:cNvSpPr/>
          <p:nvPr/>
        </p:nvSpPr>
        <p:spPr>
          <a:xfrm>
            <a:off x="6430625" y="4912563"/>
            <a:ext cx="468000" cy="468000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Consolas" panose="020B0609020204030204" pitchFamily="49" charset="0"/>
              </a:rPr>
              <a:t>I</a:t>
            </a:r>
            <a:endParaRPr kumimoji="0" lang="zh-CN" altLang="en-US" sz="24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62" name="TextBox 8"/>
          <p:cNvSpPr txBox="1"/>
          <p:nvPr/>
        </p:nvSpPr>
        <p:spPr>
          <a:xfrm>
            <a:off x="6165985" y="4782111"/>
            <a:ext cx="38966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cs typeface="Consolas" panose="020B0609020204030204" pitchFamily="49" charset="0"/>
              </a:rPr>
              <a:t>9</a:t>
            </a:r>
            <a:endParaRPr kumimoji="0" lang="zh-CN" altLang="en-US" sz="2000" b="1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63" name="椭圆 62"/>
          <p:cNvSpPr/>
          <p:nvPr/>
        </p:nvSpPr>
        <p:spPr>
          <a:xfrm>
            <a:off x="6093966" y="4238333"/>
            <a:ext cx="468000" cy="468000"/>
          </a:xfrm>
          <a:prstGeom prst="ellipse">
            <a:avLst/>
          </a:prstGeom>
          <a:solidFill>
            <a:srgbClr val="01A48D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Consolas" panose="020B0609020204030204" pitchFamily="49" charset="0"/>
              </a:rPr>
              <a:t>D</a:t>
            </a:r>
            <a:endParaRPr kumimoji="0" lang="zh-CN" altLang="en-US" sz="24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64" name="TextBox 10"/>
          <p:cNvSpPr txBox="1"/>
          <p:nvPr/>
        </p:nvSpPr>
        <p:spPr>
          <a:xfrm>
            <a:off x="5767108" y="4152443"/>
            <a:ext cx="38966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cs typeface="Consolas" panose="020B0609020204030204" pitchFamily="49" charset="0"/>
              </a:rPr>
              <a:t>4</a:t>
            </a:r>
            <a:endParaRPr kumimoji="0" lang="zh-CN" altLang="en-US" sz="2000" b="1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cxnSp>
        <p:nvCxnSpPr>
          <p:cNvPr id="65" name="直接连接符 64"/>
          <p:cNvCxnSpPr>
            <a:stCxn id="63" idx="3"/>
            <a:endCxn id="59" idx="0"/>
          </p:cNvCxnSpPr>
          <p:nvPr/>
        </p:nvCxnSpPr>
        <p:spPr>
          <a:xfrm flipH="1">
            <a:off x="5984422" y="4637796"/>
            <a:ext cx="178081" cy="274767"/>
          </a:xfrm>
          <a:prstGeom prst="line">
            <a:avLst/>
          </a:prstGeom>
          <a:noFill/>
          <a:ln w="3810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</p:cxnSp>
      <p:cxnSp>
        <p:nvCxnSpPr>
          <p:cNvPr id="66" name="直接连接符 65"/>
          <p:cNvCxnSpPr>
            <a:stCxn id="63" idx="5"/>
            <a:endCxn id="61" idx="0"/>
          </p:cNvCxnSpPr>
          <p:nvPr/>
        </p:nvCxnSpPr>
        <p:spPr>
          <a:xfrm>
            <a:off x="6493429" y="4637796"/>
            <a:ext cx="171196" cy="274767"/>
          </a:xfrm>
          <a:prstGeom prst="line">
            <a:avLst/>
          </a:prstGeom>
          <a:noFill/>
          <a:ln w="3810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</p:cxnSp>
      <p:sp>
        <p:nvSpPr>
          <p:cNvPr id="67" name="椭圆 66"/>
          <p:cNvSpPr/>
          <p:nvPr/>
        </p:nvSpPr>
        <p:spPr>
          <a:xfrm>
            <a:off x="7339836" y="4912563"/>
            <a:ext cx="468000" cy="468000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Consolas" panose="020B0609020204030204" pitchFamily="49" charset="0"/>
              </a:rPr>
              <a:t>J</a:t>
            </a:r>
            <a:endParaRPr kumimoji="0" lang="zh-CN" altLang="en-US" sz="24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2" name="TextBox 16"/>
          <p:cNvSpPr txBox="1"/>
          <p:nvPr/>
        </p:nvSpPr>
        <p:spPr>
          <a:xfrm>
            <a:off x="7015119" y="4782111"/>
            <a:ext cx="38966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cs typeface="Consolas" panose="020B0609020204030204" pitchFamily="49" charset="0"/>
              </a:rPr>
              <a:t>10</a:t>
            </a:r>
            <a:endParaRPr kumimoji="0" lang="zh-CN" altLang="en-US" sz="2000" b="1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3" name="椭圆 2"/>
          <p:cNvSpPr/>
          <p:nvPr/>
        </p:nvSpPr>
        <p:spPr>
          <a:xfrm>
            <a:off x="8066598" y="4912563"/>
            <a:ext cx="468000" cy="468000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Consolas" panose="020B0609020204030204" pitchFamily="49" charset="0"/>
              </a:rPr>
              <a:t>K</a:t>
            </a:r>
            <a:endParaRPr kumimoji="0" lang="zh-CN" altLang="en-US" sz="24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6" name="TextBox 18"/>
          <p:cNvSpPr txBox="1"/>
          <p:nvPr/>
        </p:nvSpPr>
        <p:spPr>
          <a:xfrm>
            <a:off x="7794441" y="4782111"/>
            <a:ext cx="38966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cs typeface="Consolas" panose="020B0609020204030204" pitchFamily="49" charset="0"/>
              </a:rPr>
              <a:t>11</a:t>
            </a:r>
            <a:endParaRPr kumimoji="0" lang="zh-CN" altLang="en-US" sz="2000" b="1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7707291" y="4238333"/>
            <a:ext cx="468000" cy="468000"/>
          </a:xfrm>
          <a:prstGeom prst="ellipse">
            <a:avLst/>
          </a:prstGeom>
          <a:solidFill>
            <a:srgbClr val="01A48D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Consolas" panose="020B0609020204030204" pitchFamily="49" charset="0"/>
              </a:rPr>
              <a:t>E</a:t>
            </a:r>
            <a:endParaRPr kumimoji="0" lang="zh-CN" altLang="en-US" sz="24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8" name="TextBox 20"/>
          <p:cNvSpPr txBox="1"/>
          <p:nvPr/>
        </p:nvSpPr>
        <p:spPr>
          <a:xfrm>
            <a:off x="8077471" y="4152443"/>
            <a:ext cx="38966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cs typeface="Consolas" panose="020B0609020204030204" pitchFamily="49" charset="0"/>
              </a:rPr>
              <a:t>5</a:t>
            </a:r>
            <a:endParaRPr kumimoji="0" lang="zh-CN" altLang="en-US" sz="2000" b="1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cxnSp>
        <p:nvCxnSpPr>
          <p:cNvPr id="11" name="直接连接符 10"/>
          <p:cNvCxnSpPr>
            <a:stCxn id="7" idx="3"/>
            <a:endCxn id="67" idx="0"/>
          </p:cNvCxnSpPr>
          <p:nvPr/>
        </p:nvCxnSpPr>
        <p:spPr>
          <a:xfrm flipH="1">
            <a:off x="7573836" y="4637796"/>
            <a:ext cx="201992" cy="274767"/>
          </a:xfrm>
          <a:prstGeom prst="line">
            <a:avLst/>
          </a:prstGeom>
          <a:noFill/>
          <a:ln w="3810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</p:cxnSp>
      <p:cxnSp>
        <p:nvCxnSpPr>
          <p:cNvPr id="12" name="直接连接符 11"/>
          <p:cNvCxnSpPr>
            <a:stCxn id="7" idx="5"/>
            <a:endCxn id="3" idx="0"/>
          </p:cNvCxnSpPr>
          <p:nvPr/>
        </p:nvCxnSpPr>
        <p:spPr>
          <a:xfrm>
            <a:off x="8106754" y="4637796"/>
            <a:ext cx="193844" cy="274767"/>
          </a:xfrm>
          <a:prstGeom prst="line">
            <a:avLst/>
          </a:prstGeom>
          <a:noFill/>
          <a:ln w="3810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</p:cxnSp>
      <p:sp>
        <p:nvSpPr>
          <p:cNvPr id="13" name="椭圆 12"/>
          <p:cNvSpPr/>
          <p:nvPr/>
        </p:nvSpPr>
        <p:spPr>
          <a:xfrm>
            <a:off x="6866284" y="3595360"/>
            <a:ext cx="468000" cy="468000"/>
          </a:xfrm>
          <a:prstGeom prst="ellipse">
            <a:avLst/>
          </a:prstGeom>
          <a:solidFill>
            <a:srgbClr val="01A48D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Consolas" panose="020B0609020204030204" pitchFamily="49" charset="0"/>
              </a:rPr>
              <a:t>B</a:t>
            </a:r>
            <a:endParaRPr kumimoji="0" lang="zh-CN" altLang="en-US" sz="24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14" name="TextBox 24"/>
          <p:cNvSpPr txBox="1"/>
          <p:nvPr/>
        </p:nvSpPr>
        <p:spPr>
          <a:xfrm>
            <a:off x="6541567" y="3528479"/>
            <a:ext cx="38966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cs typeface="Consolas" panose="020B0609020204030204" pitchFamily="49" charset="0"/>
              </a:rPr>
              <a:t>2</a:t>
            </a:r>
            <a:endParaRPr kumimoji="0" lang="zh-CN" altLang="en-US" sz="2000" b="1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cxnSp>
        <p:nvCxnSpPr>
          <p:cNvPr id="15" name="直接连接符 14"/>
          <p:cNvCxnSpPr>
            <a:stCxn id="13" idx="3"/>
            <a:endCxn id="63" idx="7"/>
          </p:cNvCxnSpPr>
          <p:nvPr/>
        </p:nvCxnSpPr>
        <p:spPr>
          <a:xfrm flipH="1">
            <a:off x="6493429" y="3994823"/>
            <a:ext cx="441392" cy="312047"/>
          </a:xfrm>
          <a:prstGeom prst="line">
            <a:avLst/>
          </a:prstGeom>
          <a:noFill/>
          <a:ln w="3810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</p:cxnSp>
      <p:cxnSp>
        <p:nvCxnSpPr>
          <p:cNvPr id="16" name="直接连接符 15"/>
          <p:cNvCxnSpPr>
            <a:stCxn id="13" idx="5"/>
            <a:endCxn id="7" idx="1"/>
          </p:cNvCxnSpPr>
          <p:nvPr/>
        </p:nvCxnSpPr>
        <p:spPr>
          <a:xfrm>
            <a:off x="7265747" y="3994823"/>
            <a:ext cx="510081" cy="312047"/>
          </a:xfrm>
          <a:prstGeom prst="line">
            <a:avLst/>
          </a:prstGeom>
          <a:noFill/>
          <a:ln w="3810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</p:cxnSp>
      <p:sp>
        <p:nvSpPr>
          <p:cNvPr id="17" name="椭圆 16"/>
          <p:cNvSpPr/>
          <p:nvPr/>
        </p:nvSpPr>
        <p:spPr>
          <a:xfrm>
            <a:off x="8939171" y="4912563"/>
            <a:ext cx="468000" cy="468000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Consolas" panose="020B0609020204030204" pitchFamily="49" charset="0"/>
              </a:rPr>
              <a:t>L</a:t>
            </a:r>
            <a:endParaRPr kumimoji="0" lang="zh-CN" altLang="en-US" sz="24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18" name="TextBox 30"/>
          <p:cNvSpPr txBox="1"/>
          <p:nvPr/>
        </p:nvSpPr>
        <p:spPr>
          <a:xfrm>
            <a:off x="8614454" y="4782111"/>
            <a:ext cx="38966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cs typeface="Consolas" panose="020B0609020204030204" pitchFamily="49" charset="0"/>
              </a:rPr>
              <a:t>12</a:t>
            </a:r>
            <a:endParaRPr kumimoji="0" lang="zh-CN" altLang="en-US" sz="2000" b="1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9668357" y="4912563"/>
            <a:ext cx="468000" cy="468000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Consolas" panose="020B0609020204030204" pitchFamily="49" charset="0"/>
              </a:rPr>
              <a:t>M</a:t>
            </a:r>
            <a:endParaRPr kumimoji="0" lang="zh-CN" altLang="en-US" sz="24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20" name="TextBox 32"/>
          <p:cNvSpPr txBox="1"/>
          <p:nvPr/>
        </p:nvSpPr>
        <p:spPr>
          <a:xfrm>
            <a:off x="9343641" y="4782111"/>
            <a:ext cx="38966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cs typeface="Consolas" panose="020B0609020204030204" pitchFamily="49" charset="0"/>
              </a:rPr>
              <a:t>13</a:t>
            </a:r>
            <a:endParaRPr kumimoji="0" lang="zh-CN" altLang="en-US" sz="2000" b="1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9304790" y="4238333"/>
            <a:ext cx="468000" cy="468000"/>
          </a:xfrm>
          <a:prstGeom prst="ellipse">
            <a:avLst/>
          </a:prstGeom>
          <a:solidFill>
            <a:srgbClr val="01A48D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Consolas" panose="020B0609020204030204" pitchFamily="49" charset="0"/>
              </a:rPr>
              <a:t>F</a:t>
            </a:r>
            <a:endParaRPr kumimoji="0" lang="zh-CN" altLang="en-US" sz="24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22" name="TextBox 34"/>
          <p:cNvSpPr txBox="1"/>
          <p:nvPr/>
        </p:nvSpPr>
        <p:spPr>
          <a:xfrm>
            <a:off x="8980072" y="4152443"/>
            <a:ext cx="38966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cs typeface="Consolas" panose="020B0609020204030204" pitchFamily="49" charset="0"/>
              </a:rPr>
              <a:t>6</a:t>
            </a:r>
            <a:endParaRPr kumimoji="0" lang="zh-CN" altLang="en-US" sz="2000" b="1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cxnSp>
        <p:nvCxnSpPr>
          <p:cNvPr id="85" name="直接连接符 84"/>
          <p:cNvCxnSpPr>
            <a:stCxn id="21" idx="3"/>
            <a:endCxn id="17" idx="0"/>
          </p:cNvCxnSpPr>
          <p:nvPr/>
        </p:nvCxnSpPr>
        <p:spPr>
          <a:xfrm flipH="1">
            <a:off x="9173171" y="4637796"/>
            <a:ext cx="200156" cy="274767"/>
          </a:xfrm>
          <a:prstGeom prst="line">
            <a:avLst/>
          </a:prstGeom>
          <a:noFill/>
          <a:ln w="3810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</p:cxnSp>
      <p:cxnSp>
        <p:nvCxnSpPr>
          <p:cNvPr id="86" name="直接连接符 85"/>
          <p:cNvCxnSpPr>
            <a:stCxn id="21" idx="5"/>
            <a:endCxn id="19" idx="0"/>
          </p:cNvCxnSpPr>
          <p:nvPr/>
        </p:nvCxnSpPr>
        <p:spPr>
          <a:xfrm>
            <a:off x="9704253" y="4637796"/>
            <a:ext cx="198104" cy="274767"/>
          </a:xfrm>
          <a:prstGeom prst="line">
            <a:avLst/>
          </a:prstGeom>
          <a:noFill/>
          <a:ln w="3810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</p:cxnSp>
      <p:sp>
        <p:nvSpPr>
          <p:cNvPr id="87" name="椭圆 86"/>
          <p:cNvSpPr/>
          <p:nvPr/>
        </p:nvSpPr>
        <p:spPr>
          <a:xfrm>
            <a:off x="10518328" y="4912563"/>
            <a:ext cx="468000" cy="468000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Consolas" panose="020B0609020204030204" pitchFamily="49" charset="0"/>
              </a:rPr>
              <a:t>N</a:t>
            </a:r>
            <a:endParaRPr kumimoji="0" lang="zh-CN" altLang="en-US" sz="24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88" name="TextBox 38"/>
          <p:cNvSpPr txBox="1"/>
          <p:nvPr/>
        </p:nvSpPr>
        <p:spPr>
          <a:xfrm>
            <a:off x="10193611" y="4782111"/>
            <a:ext cx="38966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cs typeface="Consolas" panose="020B0609020204030204" pitchFamily="49" charset="0"/>
              </a:rPr>
              <a:t>14</a:t>
            </a:r>
            <a:endParaRPr kumimoji="0" lang="zh-CN" altLang="en-US" sz="2000" b="1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89" name="椭圆 88"/>
          <p:cNvSpPr/>
          <p:nvPr/>
        </p:nvSpPr>
        <p:spPr>
          <a:xfrm>
            <a:off x="11220328" y="4912563"/>
            <a:ext cx="468000" cy="468000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Consolas" panose="020B0609020204030204" pitchFamily="49" charset="0"/>
              </a:rPr>
              <a:t>O</a:t>
            </a:r>
            <a:endParaRPr kumimoji="0" lang="zh-CN" altLang="en-US" sz="24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90" name="TextBox 40"/>
          <p:cNvSpPr txBox="1"/>
          <p:nvPr/>
        </p:nvSpPr>
        <p:spPr>
          <a:xfrm>
            <a:off x="10895610" y="4782111"/>
            <a:ext cx="38966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cs typeface="Consolas" panose="020B0609020204030204" pitchFamily="49" charset="0"/>
              </a:rPr>
              <a:t>15</a:t>
            </a:r>
            <a:endParaRPr kumimoji="0" lang="zh-CN" altLang="en-US" sz="2000" b="1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91" name="椭圆 90"/>
          <p:cNvSpPr/>
          <p:nvPr/>
        </p:nvSpPr>
        <p:spPr>
          <a:xfrm>
            <a:off x="10867062" y="4238333"/>
            <a:ext cx="468000" cy="468000"/>
          </a:xfrm>
          <a:prstGeom prst="ellipse">
            <a:avLst/>
          </a:prstGeom>
          <a:solidFill>
            <a:srgbClr val="01A48D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Consolas" panose="020B0609020204030204" pitchFamily="49" charset="0"/>
              </a:rPr>
              <a:t>G</a:t>
            </a:r>
            <a:endParaRPr kumimoji="0" lang="zh-CN" altLang="en-US" sz="24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92" name="TextBox 42"/>
          <p:cNvSpPr txBox="1"/>
          <p:nvPr/>
        </p:nvSpPr>
        <p:spPr>
          <a:xfrm>
            <a:off x="11218254" y="4152443"/>
            <a:ext cx="38966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cs typeface="Consolas" panose="020B0609020204030204" pitchFamily="49" charset="0"/>
              </a:rPr>
              <a:t>7</a:t>
            </a:r>
            <a:endParaRPr kumimoji="0" lang="zh-CN" altLang="en-US" sz="2000" b="1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cxnSp>
        <p:nvCxnSpPr>
          <p:cNvPr id="93" name="直接连接符 92"/>
          <p:cNvCxnSpPr>
            <a:stCxn id="91" idx="3"/>
            <a:endCxn id="87" idx="0"/>
          </p:cNvCxnSpPr>
          <p:nvPr/>
        </p:nvCxnSpPr>
        <p:spPr>
          <a:xfrm flipH="1">
            <a:off x="10752328" y="4637796"/>
            <a:ext cx="183271" cy="274767"/>
          </a:xfrm>
          <a:prstGeom prst="line">
            <a:avLst/>
          </a:prstGeom>
          <a:noFill/>
          <a:ln w="3810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</p:cxnSp>
      <p:cxnSp>
        <p:nvCxnSpPr>
          <p:cNvPr id="94" name="直接连接符 93"/>
          <p:cNvCxnSpPr>
            <a:stCxn id="91" idx="5"/>
            <a:endCxn id="89" idx="0"/>
          </p:cNvCxnSpPr>
          <p:nvPr/>
        </p:nvCxnSpPr>
        <p:spPr>
          <a:xfrm>
            <a:off x="11266525" y="4637796"/>
            <a:ext cx="187803" cy="274767"/>
          </a:xfrm>
          <a:prstGeom prst="line">
            <a:avLst/>
          </a:prstGeom>
          <a:noFill/>
          <a:ln w="3810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</p:cxnSp>
      <p:sp>
        <p:nvSpPr>
          <p:cNvPr id="95" name="椭圆 94"/>
          <p:cNvSpPr/>
          <p:nvPr/>
        </p:nvSpPr>
        <p:spPr>
          <a:xfrm>
            <a:off x="10084491" y="3595360"/>
            <a:ext cx="468000" cy="468000"/>
          </a:xfrm>
          <a:prstGeom prst="ellipse">
            <a:avLst/>
          </a:prstGeom>
          <a:solidFill>
            <a:srgbClr val="01A48D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Consolas" panose="020B0609020204030204" pitchFamily="49" charset="0"/>
              </a:rPr>
              <a:t>C</a:t>
            </a:r>
            <a:endParaRPr kumimoji="0" lang="zh-CN" altLang="en-US" sz="24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96" name="TextBox 46"/>
          <p:cNvSpPr txBox="1"/>
          <p:nvPr/>
        </p:nvSpPr>
        <p:spPr>
          <a:xfrm>
            <a:off x="10454301" y="3528479"/>
            <a:ext cx="38966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cs typeface="Consolas" panose="020B0609020204030204" pitchFamily="49" charset="0"/>
              </a:rPr>
              <a:t>3</a:t>
            </a:r>
            <a:endParaRPr kumimoji="0" lang="zh-CN" altLang="en-US" sz="2000" b="1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cxnSp>
        <p:nvCxnSpPr>
          <p:cNvPr id="97" name="直接连接符 96"/>
          <p:cNvCxnSpPr>
            <a:stCxn id="95" idx="3"/>
            <a:endCxn id="21" idx="7"/>
          </p:cNvCxnSpPr>
          <p:nvPr/>
        </p:nvCxnSpPr>
        <p:spPr>
          <a:xfrm flipH="1">
            <a:off x="9704253" y="3994823"/>
            <a:ext cx="448775" cy="312047"/>
          </a:xfrm>
          <a:prstGeom prst="line">
            <a:avLst/>
          </a:prstGeom>
          <a:noFill/>
          <a:ln w="3810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</p:cxnSp>
      <p:cxnSp>
        <p:nvCxnSpPr>
          <p:cNvPr id="23" name="直接连接符 22"/>
          <p:cNvCxnSpPr>
            <a:stCxn id="95" idx="5"/>
            <a:endCxn id="91" idx="1"/>
          </p:cNvCxnSpPr>
          <p:nvPr/>
        </p:nvCxnSpPr>
        <p:spPr>
          <a:xfrm>
            <a:off x="10483954" y="3994823"/>
            <a:ext cx="451645" cy="312047"/>
          </a:xfrm>
          <a:prstGeom prst="line">
            <a:avLst/>
          </a:prstGeom>
          <a:noFill/>
          <a:ln w="3810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</p:cxnSp>
      <p:cxnSp>
        <p:nvCxnSpPr>
          <p:cNvPr id="24" name="直接连接符 23"/>
          <p:cNvCxnSpPr>
            <a:stCxn id="57" idx="2"/>
            <a:endCxn id="13" idx="7"/>
          </p:cNvCxnSpPr>
          <p:nvPr/>
        </p:nvCxnSpPr>
        <p:spPr>
          <a:xfrm flipH="1">
            <a:off x="7265747" y="3187671"/>
            <a:ext cx="1187429" cy="476226"/>
          </a:xfrm>
          <a:prstGeom prst="line">
            <a:avLst/>
          </a:prstGeom>
          <a:noFill/>
          <a:ln w="3810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</p:cxnSp>
      <p:cxnSp>
        <p:nvCxnSpPr>
          <p:cNvPr id="25" name="直接连接符 24"/>
          <p:cNvCxnSpPr>
            <a:stCxn id="57" idx="6"/>
            <a:endCxn id="95" idx="1"/>
          </p:cNvCxnSpPr>
          <p:nvPr/>
        </p:nvCxnSpPr>
        <p:spPr>
          <a:xfrm>
            <a:off x="8921176" y="3187671"/>
            <a:ext cx="1231852" cy="476226"/>
          </a:xfrm>
          <a:prstGeom prst="line">
            <a:avLst/>
          </a:prstGeom>
          <a:noFill/>
          <a:ln w="3810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</p:cxnSp>
      <p:cxnSp>
        <p:nvCxnSpPr>
          <p:cNvPr id="152" name="直接箭头连接符 151"/>
          <p:cNvCxnSpPr/>
          <p:nvPr/>
        </p:nvCxnSpPr>
        <p:spPr>
          <a:xfrm flipH="1">
            <a:off x="7263228" y="3109833"/>
            <a:ext cx="1111250" cy="452120"/>
          </a:xfrm>
          <a:prstGeom prst="straightConnector1">
            <a:avLst/>
          </a:prstGeom>
          <a:ln w="38100">
            <a:solidFill>
              <a:srgbClr val="B5098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直接箭头连接符 131"/>
          <p:cNvCxnSpPr/>
          <p:nvPr/>
        </p:nvCxnSpPr>
        <p:spPr>
          <a:xfrm flipV="1">
            <a:off x="5627755" y="4487978"/>
            <a:ext cx="215265" cy="294005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/>
          <p:cNvCxnSpPr/>
          <p:nvPr/>
        </p:nvCxnSpPr>
        <p:spPr>
          <a:xfrm flipH="1">
            <a:off x="6327873" y="3836273"/>
            <a:ext cx="441960" cy="383540"/>
          </a:xfrm>
          <a:prstGeom prst="straightConnector1">
            <a:avLst/>
          </a:prstGeom>
          <a:ln w="38100">
            <a:solidFill>
              <a:srgbClr val="B5098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/>
          <p:cNvCxnSpPr/>
          <p:nvPr/>
        </p:nvCxnSpPr>
        <p:spPr>
          <a:xfrm flipH="1">
            <a:off x="5771613" y="4498578"/>
            <a:ext cx="267335" cy="370205"/>
          </a:xfrm>
          <a:prstGeom prst="straightConnector1">
            <a:avLst/>
          </a:prstGeom>
          <a:ln w="38100">
            <a:solidFill>
              <a:srgbClr val="B5098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/>
          <p:cNvCxnSpPr/>
          <p:nvPr/>
        </p:nvCxnSpPr>
        <p:spPr>
          <a:xfrm flipV="1">
            <a:off x="6277995" y="3757093"/>
            <a:ext cx="388620" cy="30607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8"/>
          <p:cNvSpPr txBox="1"/>
          <p:nvPr/>
        </p:nvSpPr>
        <p:spPr>
          <a:xfrm>
            <a:off x="4826000" y="5484495"/>
            <a:ext cx="1667510" cy="4210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当前最优解</a:t>
            </a:r>
            <a:endParaRPr lang="en-US" altLang="zh-CN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0" name="直接箭头连接符 29"/>
          <p:cNvCxnSpPr/>
          <p:nvPr/>
        </p:nvCxnSpPr>
        <p:spPr>
          <a:xfrm flipV="1">
            <a:off x="7184775" y="3098598"/>
            <a:ext cx="1004570" cy="39497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/>
          <p:cNvCxnSpPr/>
          <p:nvPr>
            <p:custDataLst>
              <p:tags r:id="rId1"/>
            </p:custDataLst>
          </p:nvPr>
        </p:nvCxnSpPr>
        <p:spPr>
          <a:xfrm>
            <a:off x="8971378" y="3058398"/>
            <a:ext cx="1224280" cy="462915"/>
          </a:xfrm>
          <a:prstGeom prst="straightConnector1">
            <a:avLst/>
          </a:prstGeom>
          <a:ln w="38100">
            <a:solidFill>
              <a:srgbClr val="B5098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/>
          <p:cNvCxnSpPr/>
          <p:nvPr>
            <p:custDataLst>
              <p:tags r:id="rId2"/>
            </p:custDataLst>
          </p:nvPr>
        </p:nvCxnSpPr>
        <p:spPr>
          <a:xfrm>
            <a:off x="10584278" y="3844528"/>
            <a:ext cx="444500" cy="335280"/>
          </a:xfrm>
          <a:prstGeom prst="straightConnector1">
            <a:avLst/>
          </a:prstGeom>
          <a:ln w="38100">
            <a:solidFill>
              <a:srgbClr val="B5098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箭头连接符 32"/>
          <p:cNvCxnSpPr/>
          <p:nvPr>
            <p:custDataLst>
              <p:tags r:id="rId3"/>
            </p:custDataLst>
          </p:nvPr>
        </p:nvCxnSpPr>
        <p:spPr>
          <a:xfrm>
            <a:off x="11354533" y="4534138"/>
            <a:ext cx="312420" cy="314325"/>
          </a:xfrm>
          <a:prstGeom prst="straightConnector1">
            <a:avLst/>
          </a:prstGeom>
          <a:ln w="38100">
            <a:solidFill>
              <a:srgbClr val="B5098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文本框 33"/>
          <p:cNvSpPr txBox="1"/>
          <p:nvPr/>
        </p:nvSpPr>
        <p:spPr>
          <a:xfrm>
            <a:off x="10986135" y="5484495"/>
            <a:ext cx="1000125" cy="4210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当前解</a:t>
            </a:r>
            <a:endParaRPr lang="en-US" altLang="zh-CN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5" name="直接箭头连接符 34"/>
          <p:cNvCxnSpPr/>
          <p:nvPr/>
        </p:nvCxnSpPr>
        <p:spPr>
          <a:xfrm flipH="1" flipV="1">
            <a:off x="11553575" y="4425748"/>
            <a:ext cx="308610" cy="47371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箭头连接符 35"/>
          <p:cNvCxnSpPr/>
          <p:nvPr/>
        </p:nvCxnSpPr>
        <p:spPr>
          <a:xfrm flipH="1" flipV="1">
            <a:off x="10730615" y="3757093"/>
            <a:ext cx="421640" cy="380365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箭头连接符 36"/>
          <p:cNvCxnSpPr/>
          <p:nvPr/>
        </p:nvCxnSpPr>
        <p:spPr>
          <a:xfrm flipH="1" flipV="1">
            <a:off x="9012305" y="2944293"/>
            <a:ext cx="1311275" cy="57658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8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7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0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3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9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>
                      <p:stCondLst>
                        <p:cond delay="indefinite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>
                      <p:stCondLst>
                        <p:cond delay="indefinite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>
                      <p:stCondLst>
                        <p:cond delay="indefinite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9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0" fill="hold">
                      <p:stCondLst>
                        <p:cond delay="indefinite"/>
                      </p:stCondLst>
                      <p:childTnLst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>
                      <p:stCondLst>
                        <p:cond delay="indefinite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5" fill="hold">
                      <p:stCondLst>
                        <p:cond delay="indefinite"/>
                      </p:stCondLst>
                      <p:childTnLst>
                        <p:par>
                          <p:cTn id="236" fill="hold">
                            <p:stCondLst>
                              <p:cond delay="0"/>
                            </p:stCondLst>
                            <p:childTnLst>
                              <p:par>
                                <p:cTn id="2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0" fill="hold">
                      <p:stCondLst>
                        <p:cond delay="indefinite"/>
                      </p:stCondLst>
                      <p:childTnLst>
                        <p:par>
                          <p:cTn id="241" fill="hold">
                            <p:stCondLst>
                              <p:cond delay="0"/>
                            </p:stCondLst>
                            <p:childTnLst>
                              <p:par>
                                <p:cTn id="24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6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5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0" fill="hold">
                      <p:stCondLst>
                        <p:cond delay="indefinite"/>
                      </p:stCondLst>
                      <p:childTnLst>
                        <p:par>
                          <p:cTn id="261" fill="hold">
                            <p:stCondLst>
                              <p:cond delay="0"/>
                            </p:stCondLst>
                            <p:childTnLst>
                              <p:par>
                                <p:cTn id="26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5" fill="hold">
                      <p:stCondLst>
                        <p:cond delay="indefinite"/>
                      </p:stCondLst>
                      <p:childTnLst>
                        <p:par>
                          <p:cTn id="266" fill="hold">
                            <p:stCondLst>
                              <p:cond delay="0"/>
                            </p:stCondLst>
                            <p:childTnLst>
                              <p:par>
                                <p:cTn id="26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8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7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5" fill="hold">
                      <p:stCondLst>
                        <p:cond delay="indefinite"/>
                      </p:stCondLst>
                      <p:childTnLst>
                        <p:par>
                          <p:cTn id="286" fill="hold">
                            <p:stCondLst>
                              <p:cond delay="0"/>
                            </p:stCondLst>
                            <p:childTnLst>
                              <p:par>
                                <p:cTn id="28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0" fill="hold">
                      <p:stCondLst>
                        <p:cond delay="indefinite"/>
                      </p:stCondLst>
                      <p:childTnLst>
                        <p:par>
                          <p:cTn id="291" fill="hold">
                            <p:stCondLst>
                              <p:cond delay="0"/>
                            </p:stCondLst>
                            <p:childTnLst>
                              <p:par>
                                <p:cTn id="29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5" fill="hold">
                      <p:stCondLst>
                        <p:cond delay="indefinite"/>
                      </p:stCondLst>
                      <p:childTnLst>
                        <p:par>
                          <p:cTn id="296" fill="hold">
                            <p:stCondLst>
                              <p:cond delay="0"/>
                            </p:stCondLst>
                            <p:childTnLst>
                              <p:par>
                                <p:cTn id="29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0" fill="hold">
                      <p:stCondLst>
                        <p:cond delay="indefinite"/>
                      </p:stCondLst>
                      <p:childTnLst>
                        <p:par>
                          <p:cTn id="301" fill="hold">
                            <p:stCondLst>
                              <p:cond delay="0"/>
                            </p:stCondLst>
                            <p:childTnLst>
                              <p:par>
                                <p:cTn id="30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5" fill="hold">
                      <p:stCondLst>
                        <p:cond delay="indefinite"/>
                      </p:stCondLst>
                      <p:childTnLst>
                        <p:par>
                          <p:cTn id="306" fill="hold">
                            <p:stCondLst>
                              <p:cond delay="0"/>
                            </p:stCondLst>
                            <p:childTnLst>
                              <p:par>
                                <p:cTn id="30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0" fill="hold">
                      <p:stCondLst>
                        <p:cond delay="indefinite"/>
                      </p:stCondLst>
                      <p:childTnLst>
                        <p:par>
                          <p:cTn id="311" fill="hold">
                            <p:stCondLst>
                              <p:cond delay="0"/>
                            </p:stCondLst>
                            <p:childTnLst>
                              <p:par>
                                <p:cTn id="3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5" fill="hold">
                      <p:stCondLst>
                        <p:cond delay="indefinite"/>
                      </p:stCondLst>
                      <p:childTnLst>
                        <p:par>
                          <p:cTn id="316" fill="hold">
                            <p:stCondLst>
                              <p:cond delay="0"/>
                            </p:stCondLst>
                            <p:childTnLst>
                              <p:par>
                                <p:cTn id="3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57" grpId="0" animBg="1"/>
      <p:bldP spid="58" grpId="0"/>
      <p:bldP spid="59" grpId="0" animBg="1"/>
      <p:bldP spid="60" grpId="0"/>
      <p:bldP spid="61" grpId="0" animBg="1"/>
      <p:bldP spid="62" grpId="0"/>
      <p:bldP spid="63" grpId="0" animBg="1"/>
      <p:bldP spid="64" grpId="0"/>
      <p:bldP spid="67" grpId="0" animBg="1"/>
      <p:bldP spid="2" grpId="0"/>
      <p:bldP spid="3" grpId="0" animBg="1"/>
      <p:bldP spid="6" grpId="0"/>
      <p:bldP spid="7" grpId="0" animBg="1"/>
      <p:bldP spid="8" grpId="0"/>
      <p:bldP spid="13" grpId="0" animBg="1"/>
      <p:bldP spid="14" grpId="0"/>
      <p:bldP spid="17" grpId="0" animBg="1"/>
      <p:bldP spid="18" grpId="0"/>
      <p:bldP spid="19" grpId="0" animBg="1"/>
      <p:bldP spid="20" grpId="0"/>
      <p:bldP spid="21" grpId="0" animBg="1"/>
      <p:bldP spid="22" grpId="0"/>
      <p:bldP spid="87" grpId="0" animBg="1"/>
      <p:bldP spid="88" grpId="0"/>
      <p:bldP spid="89" grpId="0" animBg="1"/>
      <p:bldP spid="90" grpId="0"/>
      <p:bldP spid="91" grpId="0" animBg="1"/>
      <p:bldP spid="92" grpId="0"/>
      <p:bldP spid="95" grpId="0" animBg="1"/>
      <p:bldP spid="96" grpId="0"/>
      <p:bldP spid="62" grpId="1"/>
      <p:bldP spid="61" grpId="1" animBg="1"/>
      <p:bldP spid="67" grpId="1" animBg="1"/>
      <p:bldP spid="2" grpId="1"/>
      <p:bldP spid="20" grpId="1"/>
      <p:bldP spid="19" grpId="1" animBg="1"/>
      <p:bldP spid="88" grpId="1"/>
      <p:bldP spid="87" grpId="1" animBg="1"/>
      <p:bldP spid="29" grpId="0"/>
      <p:bldP spid="3" grpId="1" animBg="1"/>
      <p:bldP spid="7" grpId="1" animBg="1"/>
      <p:bldP spid="8" grpId="1"/>
      <p:bldP spid="6" grpId="1"/>
      <p:bldP spid="22" grpId="1"/>
      <p:bldP spid="21" grpId="1" animBg="1"/>
      <p:bldP spid="17" grpId="1" animBg="1"/>
      <p:bldP spid="18" grpId="1"/>
      <p:bldP spid="34" grpId="0"/>
      <p:bldP spid="34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椭圆 6"/>
          <p:cNvSpPr/>
          <p:nvPr/>
        </p:nvSpPr>
        <p:spPr>
          <a:xfrm>
            <a:off x="1848464" y="845575"/>
            <a:ext cx="2212258" cy="2212258"/>
          </a:xfrm>
          <a:prstGeom prst="ellipse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算法设计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" name="椭圆 7"/>
          <p:cNvSpPr/>
          <p:nvPr/>
        </p:nvSpPr>
        <p:spPr>
          <a:xfrm>
            <a:off x="8131278" y="845575"/>
            <a:ext cx="2212258" cy="2212258"/>
          </a:xfrm>
          <a:prstGeom prst="ellipse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与分析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1" name="弧形 10"/>
          <p:cNvSpPr/>
          <p:nvPr/>
        </p:nvSpPr>
        <p:spPr>
          <a:xfrm rot="7802901">
            <a:off x="4557251" y="3429000"/>
            <a:ext cx="3077497" cy="2008239"/>
          </a:xfrm>
          <a:prstGeom prst="arc">
            <a:avLst>
              <a:gd name="adj1" fmla="val 12116962"/>
              <a:gd name="adj2" fmla="val 0"/>
            </a:avLst>
          </a:prstGeom>
          <a:noFill/>
          <a:ln w="63500">
            <a:solidFill>
              <a:srgbClr val="FFC000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8761095" y="3057525"/>
            <a:ext cx="3055620" cy="380047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342900" indent="-342900" algn="l">
              <a:buFont typeface="Wingdings" panose="05000000000000000000" charset="0"/>
              <a:buChar char="n"/>
            </a:pPr>
            <a:r>
              <a:rPr lang="zh-CN" altLang="en-US" sz="2400" b="1" strike="sngStrike" dirty="0">
                <a:solidFill>
                  <a:schemeClr val="bg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深度优先遍历</a:t>
            </a:r>
            <a:endParaRPr lang="zh-CN" altLang="en-US" sz="2400" b="1" strike="sngStrike" dirty="0">
              <a:solidFill>
                <a:schemeClr val="bg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l">
              <a:buFont typeface="Wingdings" panose="05000000000000000000" charset="0"/>
              <a:buChar char="n"/>
            </a:pPr>
            <a:r>
              <a:rPr lang="zh-CN" altLang="en-US" sz="2400" b="1" strike="sngStrike" dirty="0">
                <a:solidFill>
                  <a:schemeClr val="bg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广度优先遍历</a:t>
            </a:r>
            <a:endParaRPr lang="zh-CN" altLang="en-US" sz="2400" b="1" strike="sngStrike" dirty="0">
              <a:solidFill>
                <a:schemeClr val="bg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l">
              <a:buFont typeface="Wingdings" panose="05000000000000000000" charset="0"/>
              <a:buChar char="n"/>
            </a:pPr>
            <a:r>
              <a:rPr lang="zh-CN" altLang="en-US" sz="2400" b="1" strike="sngStrike" dirty="0">
                <a:solidFill>
                  <a:schemeClr val="bg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回溯算法基本思想</a:t>
            </a:r>
            <a:endParaRPr lang="zh-CN" altLang="en-US" sz="2400" b="1" strike="sngStrike" dirty="0">
              <a:solidFill>
                <a:schemeClr val="bg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l">
              <a:buFont typeface="Wingdings" panose="05000000000000000000" charset="0"/>
              <a:buChar char="n"/>
            </a:pPr>
            <a:r>
              <a:rPr lang="en-US" altLang="zh-CN" sz="2400" b="1" dirty="0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</a:t>
            </a:r>
            <a:r>
              <a:rPr lang="zh-CN" altLang="en-US" sz="2400" b="1" dirty="0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皇后问题</a:t>
            </a:r>
            <a:endParaRPr lang="zh-CN" altLang="en-US" sz="2400" b="1" dirty="0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l">
              <a:buFont typeface="Wingdings" panose="05000000000000000000" charset="0"/>
              <a:buChar char="p"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子集树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l">
              <a:buFont typeface="Wingdings" panose="05000000000000000000" charset="0"/>
              <a:buChar char="p"/>
            </a:pP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0-1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背包问题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l">
              <a:buFont typeface="Wingdings" panose="05000000000000000000" charset="0"/>
              <a:buChar char="p"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最大团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l">
              <a:buFont typeface="Wingdings" panose="05000000000000000000" charset="0"/>
              <a:buChar char="p"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排列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树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l">
              <a:buFont typeface="Wingdings" panose="05000000000000000000" charset="0"/>
              <a:buChar char="p"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旅行售货员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问题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342900" indent="-342900" algn="l">
              <a:buFont typeface="Wingdings" panose="05000000000000000000" charset="0"/>
              <a:buChar char="p"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图的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着色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问题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algn="l">
              <a:buFont typeface="Wingdings" panose="05000000000000000000" charset="0"/>
              <a:buNone/>
            </a:pP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1379855" y="75730"/>
            <a:ext cx="2487295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4000" b="1" dirty="0">
                <a:solidFill>
                  <a:schemeClr val="accent1">
                    <a:lumMod val="75000"/>
                  </a:schemeClr>
                </a:solidFill>
              </a:rPr>
              <a:t>n</a:t>
            </a:r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皇后</a:t>
            </a:r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问题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9" name="文本框 8"/>
          <p:cNvSpPr txBox="1"/>
          <p:nvPr>
            <p:custDataLst>
              <p:tags r:id="rId2"/>
            </p:custDataLst>
          </p:nvPr>
        </p:nvSpPr>
        <p:spPr>
          <a:xfrm>
            <a:off x="0" y="782320"/>
            <a:ext cx="12191365" cy="6991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000" b="1">
                <a:solidFill>
                  <a:schemeClr val="accent5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</a:t>
            </a:r>
            <a:r>
              <a:rPr lang="zh-CN" altLang="en-US" sz="2000" b="1">
                <a:solidFill>
                  <a:schemeClr val="accent5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皇后问题简述：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格的棋盘上放置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彼此不受攻击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个皇后。按照国际象棋的规则，皇后可以攻击与之处在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同一行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或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同一列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或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同一斜线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上的棋子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481455"/>
            <a:ext cx="5874385" cy="7092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000" b="1">
                <a:solidFill>
                  <a:schemeClr val="accent5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举例：</a:t>
            </a:r>
            <a:endParaRPr lang="zh-CN" altLang="en-US" sz="2000" b="1">
              <a:solidFill>
                <a:schemeClr val="accent5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457200"/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在</a:t>
            </a:r>
            <a:r>
              <a:rPr 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4*4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格的棋盘上放置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彼此不受攻击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个皇后</a:t>
            </a:r>
            <a:endParaRPr lang="en-US" altLang="zh-CN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1379855" y="64935"/>
            <a:ext cx="2487295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4000" b="1" dirty="0">
                <a:solidFill>
                  <a:schemeClr val="accent1">
                    <a:lumMod val="75000"/>
                  </a:schemeClr>
                </a:solidFill>
              </a:rPr>
              <a:t>n</a:t>
            </a:r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皇后</a:t>
            </a:r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问题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57" name="椭圆 56"/>
          <p:cNvSpPr/>
          <p:nvPr>
            <p:custDataLst>
              <p:tags r:id="rId2"/>
            </p:custDataLst>
          </p:nvPr>
        </p:nvSpPr>
        <p:spPr>
          <a:xfrm>
            <a:off x="6637076" y="1020731"/>
            <a:ext cx="468000" cy="468000"/>
          </a:xfrm>
          <a:prstGeom prst="ellipse">
            <a:avLst/>
          </a:prstGeom>
          <a:solidFill>
            <a:srgbClr val="CC00F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14" name="椭圆 13"/>
          <p:cNvSpPr/>
          <p:nvPr>
            <p:custDataLst>
              <p:tags r:id="rId3"/>
            </p:custDataLst>
          </p:nvPr>
        </p:nvSpPr>
        <p:spPr>
          <a:xfrm>
            <a:off x="3317269" y="1732905"/>
            <a:ext cx="468000" cy="468000"/>
          </a:xfrm>
          <a:prstGeom prst="ellipse">
            <a:avLst/>
          </a:prstGeom>
          <a:solidFill>
            <a:srgbClr val="CC00F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cxnSp>
        <p:nvCxnSpPr>
          <p:cNvPr id="16" name="直接连接符 15"/>
          <p:cNvCxnSpPr/>
          <p:nvPr>
            <p:custDataLst>
              <p:tags r:id="rId4"/>
            </p:custDataLst>
          </p:nvPr>
        </p:nvCxnSpPr>
        <p:spPr>
          <a:xfrm flipH="1">
            <a:off x="1973566" y="1967268"/>
            <a:ext cx="1343660" cy="704850"/>
          </a:xfrm>
          <a:prstGeom prst="line">
            <a:avLst/>
          </a:prstGeom>
          <a:noFill/>
          <a:ln w="3810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</p:cxnSp>
      <p:cxnSp>
        <p:nvCxnSpPr>
          <p:cNvPr id="17" name="直接连接符 16"/>
          <p:cNvCxnSpPr>
            <a:stCxn id="57" idx="3"/>
            <a:endCxn id="34" idx="0"/>
          </p:cNvCxnSpPr>
          <p:nvPr>
            <p:custDataLst>
              <p:tags r:id="rId5"/>
            </p:custDataLst>
          </p:nvPr>
        </p:nvCxnSpPr>
        <p:spPr>
          <a:xfrm flipH="1">
            <a:off x="5835092" y="1419898"/>
            <a:ext cx="870585" cy="340995"/>
          </a:xfrm>
          <a:prstGeom prst="line">
            <a:avLst/>
          </a:prstGeom>
          <a:noFill/>
          <a:ln w="3810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</p:cxnSp>
      <p:sp>
        <p:nvSpPr>
          <p:cNvPr id="95" name="椭圆 94"/>
          <p:cNvSpPr/>
          <p:nvPr>
            <p:custDataLst>
              <p:tags r:id="rId6"/>
            </p:custDataLst>
          </p:nvPr>
        </p:nvSpPr>
        <p:spPr>
          <a:xfrm>
            <a:off x="10227366" y="1761480"/>
            <a:ext cx="468000" cy="468000"/>
          </a:xfrm>
          <a:prstGeom prst="ellipse">
            <a:avLst/>
          </a:prstGeom>
          <a:solidFill>
            <a:srgbClr val="CC00F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cxnSp>
        <p:nvCxnSpPr>
          <p:cNvPr id="97" name="直接连接符 96"/>
          <p:cNvCxnSpPr>
            <a:stCxn id="95" idx="5"/>
            <a:endCxn id="51" idx="0"/>
          </p:cNvCxnSpPr>
          <p:nvPr>
            <p:custDataLst>
              <p:tags r:id="rId7"/>
            </p:custDataLst>
          </p:nvPr>
        </p:nvCxnSpPr>
        <p:spPr>
          <a:xfrm>
            <a:off x="10626738" y="2160943"/>
            <a:ext cx="666115" cy="478155"/>
          </a:xfrm>
          <a:prstGeom prst="line">
            <a:avLst/>
          </a:prstGeom>
          <a:noFill/>
          <a:ln w="3810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</p:cxnSp>
      <p:cxnSp>
        <p:nvCxnSpPr>
          <p:cNvPr id="24" name="直接连接符 23"/>
          <p:cNvCxnSpPr>
            <a:stCxn id="95" idx="6"/>
            <a:endCxn id="50" idx="0"/>
          </p:cNvCxnSpPr>
          <p:nvPr>
            <p:custDataLst>
              <p:tags r:id="rId8"/>
            </p:custDataLst>
          </p:nvPr>
        </p:nvCxnSpPr>
        <p:spPr>
          <a:xfrm>
            <a:off x="10695409" y="1995843"/>
            <a:ext cx="1263015" cy="615315"/>
          </a:xfrm>
          <a:prstGeom prst="line">
            <a:avLst/>
          </a:prstGeom>
          <a:noFill/>
          <a:ln w="3810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</p:cxnSp>
      <p:cxnSp>
        <p:nvCxnSpPr>
          <p:cNvPr id="25" name="直接连接符 24"/>
          <p:cNvCxnSpPr>
            <a:stCxn id="57" idx="2"/>
            <a:endCxn id="14" idx="7"/>
          </p:cNvCxnSpPr>
          <p:nvPr>
            <p:custDataLst>
              <p:tags r:id="rId9"/>
            </p:custDataLst>
          </p:nvPr>
        </p:nvCxnSpPr>
        <p:spPr>
          <a:xfrm flipH="1">
            <a:off x="3716711" y="1254731"/>
            <a:ext cx="2920365" cy="546735"/>
          </a:xfrm>
          <a:prstGeom prst="line">
            <a:avLst/>
          </a:prstGeom>
          <a:noFill/>
          <a:ln w="3810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</p:cxnSp>
      <p:cxnSp>
        <p:nvCxnSpPr>
          <p:cNvPr id="26" name="直接连接符 25"/>
          <p:cNvCxnSpPr>
            <a:endCxn id="95" idx="1"/>
          </p:cNvCxnSpPr>
          <p:nvPr>
            <p:custDataLst>
              <p:tags r:id="rId10"/>
            </p:custDataLst>
          </p:nvPr>
        </p:nvCxnSpPr>
        <p:spPr>
          <a:xfrm>
            <a:off x="7105076" y="1254731"/>
            <a:ext cx="3190875" cy="575310"/>
          </a:xfrm>
          <a:prstGeom prst="line">
            <a:avLst/>
          </a:prstGeom>
          <a:noFill/>
          <a:ln w="3810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</p:cxnSp>
      <p:sp>
        <p:nvSpPr>
          <p:cNvPr id="34" name="椭圆 33"/>
          <p:cNvSpPr/>
          <p:nvPr>
            <p:custDataLst>
              <p:tags r:id="rId11"/>
            </p:custDataLst>
          </p:nvPr>
        </p:nvSpPr>
        <p:spPr>
          <a:xfrm>
            <a:off x="5600729" y="1760845"/>
            <a:ext cx="468000" cy="468000"/>
          </a:xfrm>
          <a:prstGeom prst="ellipse">
            <a:avLst/>
          </a:prstGeom>
          <a:solidFill>
            <a:srgbClr val="CC00F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38" name="椭圆 37"/>
          <p:cNvSpPr/>
          <p:nvPr>
            <p:custDataLst>
              <p:tags r:id="rId12"/>
            </p:custDataLst>
          </p:nvPr>
        </p:nvSpPr>
        <p:spPr>
          <a:xfrm>
            <a:off x="7938135" y="1761490"/>
            <a:ext cx="467995" cy="467360"/>
          </a:xfrm>
          <a:prstGeom prst="ellipse">
            <a:avLst/>
          </a:prstGeom>
          <a:solidFill>
            <a:srgbClr val="CC00F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cxnSp>
        <p:nvCxnSpPr>
          <p:cNvPr id="39" name="直接连接符 38"/>
          <p:cNvCxnSpPr>
            <a:stCxn id="57" idx="5"/>
            <a:endCxn id="38" idx="1"/>
          </p:cNvCxnSpPr>
          <p:nvPr>
            <p:custDataLst>
              <p:tags r:id="rId13"/>
            </p:custDataLst>
          </p:nvPr>
        </p:nvCxnSpPr>
        <p:spPr>
          <a:xfrm>
            <a:off x="7036512" y="1419898"/>
            <a:ext cx="970280" cy="410210"/>
          </a:xfrm>
          <a:prstGeom prst="line">
            <a:avLst/>
          </a:prstGeom>
          <a:noFill/>
          <a:ln w="3810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</p:cxnSp>
      <p:sp>
        <p:nvSpPr>
          <p:cNvPr id="41" name="椭圆 40"/>
          <p:cNvSpPr/>
          <p:nvPr>
            <p:custDataLst>
              <p:tags r:id="rId14"/>
            </p:custDataLst>
          </p:nvPr>
        </p:nvSpPr>
        <p:spPr>
          <a:xfrm>
            <a:off x="1739294" y="2672070"/>
            <a:ext cx="468000" cy="468000"/>
          </a:xfrm>
          <a:prstGeom prst="ellipse">
            <a:avLst/>
          </a:prstGeom>
          <a:solidFill>
            <a:srgbClr val="CC00F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42" name="椭圆 41"/>
          <p:cNvSpPr/>
          <p:nvPr>
            <p:custDataLst>
              <p:tags r:id="rId15"/>
            </p:custDataLst>
          </p:nvPr>
        </p:nvSpPr>
        <p:spPr>
          <a:xfrm>
            <a:off x="3482369" y="2697470"/>
            <a:ext cx="468000" cy="468000"/>
          </a:xfrm>
          <a:prstGeom prst="ellipse">
            <a:avLst/>
          </a:prstGeom>
          <a:solidFill>
            <a:srgbClr val="CC00F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cxnSp>
        <p:nvCxnSpPr>
          <p:cNvPr id="45" name="直接连接符 44"/>
          <p:cNvCxnSpPr>
            <a:stCxn id="14" idx="4"/>
            <a:endCxn id="42" idx="0"/>
          </p:cNvCxnSpPr>
          <p:nvPr>
            <p:custDataLst>
              <p:tags r:id="rId16"/>
            </p:custDataLst>
          </p:nvPr>
        </p:nvCxnSpPr>
        <p:spPr>
          <a:xfrm>
            <a:off x="3551541" y="2200948"/>
            <a:ext cx="165100" cy="496570"/>
          </a:xfrm>
          <a:prstGeom prst="line">
            <a:avLst/>
          </a:prstGeom>
          <a:noFill/>
          <a:ln w="3810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</p:cxnSp>
      <p:sp>
        <p:nvSpPr>
          <p:cNvPr id="46" name="椭圆 45"/>
          <p:cNvSpPr/>
          <p:nvPr>
            <p:custDataLst>
              <p:tags r:id="rId17"/>
            </p:custDataLst>
          </p:nvPr>
        </p:nvSpPr>
        <p:spPr>
          <a:xfrm>
            <a:off x="6568469" y="2697470"/>
            <a:ext cx="468000" cy="468000"/>
          </a:xfrm>
          <a:prstGeom prst="ellipse">
            <a:avLst/>
          </a:prstGeom>
          <a:solidFill>
            <a:srgbClr val="CC00F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cxnSp>
        <p:nvCxnSpPr>
          <p:cNvPr id="47" name="直接连接符 46"/>
          <p:cNvCxnSpPr/>
          <p:nvPr>
            <p:custDataLst>
              <p:tags r:id="rId18"/>
            </p:custDataLst>
          </p:nvPr>
        </p:nvCxnSpPr>
        <p:spPr>
          <a:xfrm flipH="1">
            <a:off x="5600686" y="2213648"/>
            <a:ext cx="151130" cy="483870"/>
          </a:xfrm>
          <a:prstGeom prst="line">
            <a:avLst/>
          </a:prstGeom>
          <a:noFill/>
          <a:ln w="3810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</p:cxnSp>
      <p:sp>
        <p:nvSpPr>
          <p:cNvPr id="48" name="椭圆 47"/>
          <p:cNvSpPr/>
          <p:nvPr>
            <p:custDataLst>
              <p:tags r:id="rId19"/>
            </p:custDataLst>
          </p:nvPr>
        </p:nvSpPr>
        <p:spPr>
          <a:xfrm>
            <a:off x="4087524" y="2697470"/>
            <a:ext cx="468000" cy="468000"/>
          </a:xfrm>
          <a:prstGeom prst="ellipse">
            <a:avLst/>
          </a:prstGeom>
          <a:solidFill>
            <a:srgbClr val="CC00F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cxnSp>
        <p:nvCxnSpPr>
          <p:cNvPr id="49" name="直接连接符 48"/>
          <p:cNvCxnSpPr>
            <a:stCxn id="14" idx="6"/>
            <a:endCxn id="48" idx="1"/>
          </p:cNvCxnSpPr>
          <p:nvPr>
            <p:custDataLst>
              <p:tags r:id="rId20"/>
            </p:custDataLst>
          </p:nvPr>
        </p:nvCxnSpPr>
        <p:spPr>
          <a:xfrm>
            <a:off x="3785221" y="1967268"/>
            <a:ext cx="370840" cy="798830"/>
          </a:xfrm>
          <a:prstGeom prst="line">
            <a:avLst/>
          </a:prstGeom>
          <a:noFill/>
          <a:ln w="3810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</p:cxnSp>
      <p:sp>
        <p:nvSpPr>
          <p:cNvPr id="50" name="椭圆 49"/>
          <p:cNvSpPr/>
          <p:nvPr>
            <p:custDataLst>
              <p:tags r:id="rId21"/>
            </p:custDataLst>
          </p:nvPr>
        </p:nvSpPr>
        <p:spPr>
          <a:xfrm>
            <a:off x="11724061" y="2611110"/>
            <a:ext cx="468000" cy="468000"/>
          </a:xfrm>
          <a:prstGeom prst="ellipse">
            <a:avLst/>
          </a:prstGeom>
          <a:solidFill>
            <a:srgbClr val="CC00F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51" name="椭圆 50"/>
          <p:cNvSpPr/>
          <p:nvPr>
            <p:custDataLst>
              <p:tags r:id="rId22"/>
            </p:custDataLst>
          </p:nvPr>
        </p:nvSpPr>
        <p:spPr>
          <a:xfrm>
            <a:off x="11058581" y="2639050"/>
            <a:ext cx="468000" cy="468000"/>
          </a:xfrm>
          <a:prstGeom prst="ellipse">
            <a:avLst/>
          </a:prstGeom>
          <a:solidFill>
            <a:srgbClr val="CC00F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cxnSp>
        <p:nvCxnSpPr>
          <p:cNvPr id="52" name="直接连接符 51"/>
          <p:cNvCxnSpPr>
            <a:stCxn id="95" idx="4"/>
            <a:endCxn id="53" idx="0"/>
          </p:cNvCxnSpPr>
          <p:nvPr>
            <p:custDataLst>
              <p:tags r:id="rId23"/>
            </p:custDataLst>
          </p:nvPr>
        </p:nvCxnSpPr>
        <p:spPr>
          <a:xfrm>
            <a:off x="10461638" y="2229523"/>
            <a:ext cx="165735" cy="409575"/>
          </a:xfrm>
          <a:prstGeom prst="line">
            <a:avLst/>
          </a:prstGeom>
          <a:noFill/>
          <a:ln w="3810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</p:cxnSp>
      <p:sp>
        <p:nvSpPr>
          <p:cNvPr id="53" name="椭圆 52"/>
          <p:cNvSpPr/>
          <p:nvPr>
            <p:custDataLst>
              <p:tags r:id="rId24"/>
            </p:custDataLst>
          </p:nvPr>
        </p:nvSpPr>
        <p:spPr>
          <a:xfrm>
            <a:off x="10393101" y="2639050"/>
            <a:ext cx="468000" cy="468000"/>
          </a:xfrm>
          <a:prstGeom prst="ellipse">
            <a:avLst/>
          </a:prstGeom>
          <a:solidFill>
            <a:srgbClr val="CC00F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cxnSp>
        <p:nvCxnSpPr>
          <p:cNvPr id="54" name="直接连接符 53"/>
          <p:cNvCxnSpPr>
            <a:stCxn id="95" idx="3"/>
            <a:endCxn id="55" idx="0"/>
          </p:cNvCxnSpPr>
          <p:nvPr>
            <p:custDataLst>
              <p:tags r:id="rId25"/>
            </p:custDataLst>
          </p:nvPr>
        </p:nvCxnSpPr>
        <p:spPr>
          <a:xfrm flipH="1">
            <a:off x="9993643" y="2160943"/>
            <a:ext cx="302260" cy="478155"/>
          </a:xfrm>
          <a:prstGeom prst="line">
            <a:avLst/>
          </a:prstGeom>
          <a:noFill/>
          <a:ln w="3810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</p:cxnSp>
      <p:sp>
        <p:nvSpPr>
          <p:cNvPr id="55" name="椭圆 54"/>
          <p:cNvSpPr/>
          <p:nvPr>
            <p:custDataLst>
              <p:tags r:id="rId26"/>
            </p:custDataLst>
          </p:nvPr>
        </p:nvSpPr>
        <p:spPr>
          <a:xfrm>
            <a:off x="9759371" y="2639050"/>
            <a:ext cx="468000" cy="468000"/>
          </a:xfrm>
          <a:prstGeom prst="ellipse">
            <a:avLst/>
          </a:prstGeom>
          <a:solidFill>
            <a:srgbClr val="CC00F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cxnSp>
        <p:nvCxnSpPr>
          <p:cNvPr id="56" name="直接连接符 55"/>
          <p:cNvCxnSpPr>
            <a:stCxn id="38" idx="6"/>
            <a:endCxn id="68" idx="0"/>
          </p:cNvCxnSpPr>
          <p:nvPr>
            <p:custDataLst>
              <p:tags r:id="rId27"/>
            </p:custDataLst>
          </p:nvPr>
        </p:nvCxnSpPr>
        <p:spPr>
          <a:xfrm>
            <a:off x="8406143" y="1995208"/>
            <a:ext cx="864235" cy="643890"/>
          </a:xfrm>
          <a:prstGeom prst="line">
            <a:avLst/>
          </a:prstGeom>
          <a:noFill/>
          <a:ln w="3810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</p:cxnSp>
      <p:sp>
        <p:nvSpPr>
          <p:cNvPr id="68" name="椭圆 67"/>
          <p:cNvSpPr/>
          <p:nvPr>
            <p:custDataLst>
              <p:tags r:id="rId28"/>
            </p:custDataLst>
          </p:nvPr>
        </p:nvSpPr>
        <p:spPr>
          <a:xfrm>
            <a:off x="9036106" y="2639050"/>
            <a:ext cx="468000" cy="468000"/>
          </a:xfrm>
          <a:prstGeom prst="ellipse">
            <a:avLst/>
          </a:prstGeom>
          <a:solidFill>
            <a:srgbClr val="CC00F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cxnSp>
        <p:nvCxnSpPr>
          <p:cNvPr id="69" name="直接连接符 68"/>
          <p:cNvCxnSpPr>
            <a:stCxn id="38" idx="5"/>
            <a:endCxn id="70" idx="0"/>
          </p:cNvCxnSpPr>
          <p:nvPr>
            <p:custDataLst>
              <p:tags r:id="rId29"/>
            </p:custDataLst>
          </p:nvPr>
        </p:nvCxnSpPr>
        <p:spPr>
          <a:xfrm>
            <a:off x="8337563" y="2160308"/>
            <a:ext cx="302895" cy="478790"/>
          </a:xfrm>
          <a:prstGeom prst="line">
            <a:avLst/>
          </a:prstGeom>
          <a:noFill/>
          <a:ln w="3810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</p:cxnSp>
      <p:sp>
        <p:nvSpPr>
          <p:cNvPr id="70" name="椭圆 69"/>
          <p:cNvSpPr/>
          <p:nvPr>
            <p:custDataLst>
              <p:tags r:id="rId30"/>
            </p:custDataLst>
          </p:nvPr>
        </p:nvSpPr>
        <p:spPr>
          <a:xfrm>
            <a:off x="8406186" y="2639050"/>
            <a:ext cx="468000" cy="468000"/>
          </a:xfrm>
          <a:prstGeom prst="ellipse">
            <a:avLst/>
          </a:prstGeom>
          <a:solidFill>
            <a:srgbClr val="CC00F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cxnSp>
        <p:nvCxnSpPr>
          <p:cNvPr id="71" name="直接连接符 70"/>
          <p:cNvCxnSpPr>
            <a:stCxn id="38" idx="3"/>
            <a:endCxn id="72" idx="0"/>
          </p:cNvCxnSpPr>
          <p:nvPr>
            <p:custDataLst>
              <p:tags r:id="rId31"/>
            </p:custDataLst>
          </p:nvPr>
        </p:nvCxnSpPr>
        <p:spPr>
          <a:xfrm>
            <a:off x="8006728" y="2160308"/>
            <a:ext cx="46990" cy="511810"/>
          </a:xfrm>
          <a:prstGeom prst="line">
            <a:avLst/>
          </a:prstGeom>
          <a:noFill/>
          <a:ln w="3810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</p:cxnSp>
      <p:sp>
        <p:nvSpPr>
          <p:cNvPr id="72" name="椭圆 71"/>
          <p:cNvSpPr/>
          <p:nvPr>
            <p:custDataLst>
              <p:tags r:id="rId32"/>
            </p:custDataLst>
          </p:nvPr>
        </p:nvSpPr>
        <p:spPr>
          <a:xfrm>
            <a:off x="7819446" y="2672070"/>
            <a:ext cx="468000" cy="468000"/>
          </a:xfrm>
          <a:prstGeom prst="ellipse">
            <a:avLst/>
          </a:prstGeom>
          <a:solidFill>
            <a:srgbClr val="CC00F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cxnSp>
        <p:nvCxnSpPr>
          <p:cNvPr id="73" name="直接连接符 72"/>
          <p:cNvCxnSpPr>
            <a:stCxn id="38" idx="2"/>
            <a:endCxn id="74" idx="7"/>
          </p:cNvCxnSpPr>
          <p:nvPr>
            <p:custDataLst>
              <p:tags r:id="rId33"/>
            </p:custDataLst>
          </p:nvPr>
        </p:nvCxnSpPr>
        <p:spPr>
          <a:xfrm flipH="1">
            <a:off x="7499998" y="1995208"/>
            <a:ext cx="438150" cy="742950"/>
          </a:xfrm>
          <a:prstGeom prst="line">
            <a:avLst/>
          </a:prstGeom>
          <a:noFill/>
          <a:ln w="3810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</p:cxnSp>
      <p:sp>
        <p:nvSpPr>
          <p:cNvPr id="74" name="椭圆 73"/>
          <p:cNvSpPr/>
          <p:nvPr>
            <p:custDataLst>
              <p:tags r:id="rId34"/>
            </p:custDataLst>
          </p:nvPr>
        </p:nvSpPr>
        <p:spPr>
          <a:xfrm>
            <a:off x="7100570" y="2672080"/>
            <a:ext cx="467995" cy="450215"/>
          </a:xfrm>
          <a:prstGeom prst="ellipse">
            <a:avLst/>
          </a:prstGeom>
          <a:solidFill>
            <a:srgbClr val="CC00F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cxnSp>
        <p:nvCxnSpPr>
          <p:cNvPr id="76" name="直接连接符 75"/>
          <p:cNvCxnSpPr>
            <a:stCxn id="34" idx="6"/>
            <a:endCxn id="46" idx="0"/>
          </p:cNvCxnSpPr>
          <p:nvPr>
            <p:custDataLst>
              <p:tags r:id="rId35"/>
            </p:custDataLst>
          </p:nvPr>
        </p:nvCxnSpPr>
        <p:spPr>
          <a:xfrm>
            <a:off x="6068708" y="1994573"/>
            <a:ext cx="734060" cy="702945"/>
          </a:xfrm>
          <a:prstGeom prst="line">
            <a:avLst/>
          </a:prstGeom>
          <a:noFill/>
          <a:ln w="3810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</p:cxnSp>
      <p:sp>
        <p:nvSpPr>
          <p:cNvPr id="77" name="文本框 76"/>
          <p:cNvSpPr txBox="1"/>
          <p:nvPr>
            <p:custDataLst>
              <p:tags r:id="rId36"/>
            </p:custDataLst>
          </p:nvPr>
        </p:nvSpPr>
        <p:spPr>
          <a:xfrm>
            <a:off x="4726940" y="1131570"/>
            <a:ext cx="400050" cy="4102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lang="en-US" altLang="zh-CN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8" name="文本框 77"/>
          <p:cNvSpPr txBox="1"/>
          <p:nvPr>
            <p:custDataLst>
              <p:tags r:id="rId37"/>
            </p:custDataLst>
          </p:nvPr>
        </p:nvSpPr>
        <p:spPr>
          <a:xfrm>
            <a:off x="6236970" y="1488440"/>
            <a:ext cx="400050" cy="4102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lang="en-US" altLang="zh-CN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9" name="文本框 78"/>
          <p:cNvSpPr txBox="1"/>
          <p:nvPr>
            <p:custDataLst>
              <p:tags r:id="rId38"/>
            </p:custDataLst>
          </p:nvPr>
        </p:nvSpPr>
        <p:spPr>
          <a:xfrm>
            <a:off x="7253605" y="1534795"/>
            <a:ext cx="400050" cy="4102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lang="en-US" altLang="zh-CN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0" name="文本框 79"/>
          <p:cNvSpPr txBox="1"/>
          <p:nvPr>
            <p:custDataLst>
              <p:tags r:id="rId39"/>
            </p:custDataLst>
          </p:nvPr>
        </p:nvSpPr>
        <p:spPr>
          <a:xfrm>
            <a:off x="8805545" y="1136650"/>
            <a:ext cx="400050" cy="4102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lang="en-US" altLang="zh-CN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82" name="直接连接符 81"/>
          <p:cNvCxnSpPr>
            <a:stCxn id="14" idx="3"/>
            <a:endCxn id="83" idx="0"/>
          </p:cNvCxnSpPr>
          <p:nvPr>
            <p:custDataLst>
              <p:tags r:id="rId40"/>
            </p:custDataLst>
          </p:nvPr>
        </p:nvCxnSpPr>
        <p:spPr>
          <a:xfrm flipH="1">
            <a:off x="2980676" y="2132368"/>
            <a:ext cx="405130" cy="565150"/>
          </a:xfrm>
          <a:prstGeom prst="line">
            <a:avLst/>
          </a:prstGeom>
          <a:noFill/>
          <a:ln w="3810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</p:cxnSp>
      <p:sp>
        <p:nvSpPr>
          <p:cNvPr id="83" name="椭圆 82"/>
          <p:cNvSpPr/>
          <p:nvPr>
            <p:custDataLst>
              <p:tags r:id="rId41"/>
            </p:custDataLst>
          </p:nvPr>
        </p:nvSpPr>
        <p:spPr>
          <a:xfrm>
            <a:off x="2746404" y="2697470"/>
            <a:ext cx="468000" cy="468000"/>
          </a:xfrm>
          <a:prstGeom prst="ellipse">
            <a:avLst/>
          </a:prstGeom>
          <a:solidFill>
            <a:srgbClr val="CC00F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cxnSp>
        <p:nvCxnSpPr>
          <p:cNvPr id="84" name="直接连接符 83"/>
          <p:cNvCxnSpPr>
            <a:stCxn id="34" idx="5"/>
            <a:endCxn id="98" idx="0"/>
          </p:cNvCxnSpPr>
          <p:nvPr>
            <p:custDataLst>
              <p:tags r:id="rId42"/>
            </p:custDataLst>
          </p:nvPr>
        </p:nvCxnSpPr>
        <p:spPr>
          <a:xfrm>
            <a:off x="6000101" y="2160308"/>
            <a:ext cx="236220" cy="537210"/>
          </a:xfrm>
          <a:prstGeom prst="line">
            <a:avLst/>
          </a:prstGeom>
          <a:noFill/>
          <a:ln w="3810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</p:cxnSp>
      <p:sp>
        <p:nvSpPr>
          <p:cNvPr id="98" name="椭圆 97"/>
          <p:cNvSpPr/>
          <p:nvPr>
            <p:custDataLst>
              <p:tags r:id="rId43"/>
            </p:custDataLst>
          </p:nvPr>
        </p:nvSpPr>
        <p:spPr>
          <a:xfrm>
            <a:off x="6002076" y="2697470"/>
            <a:ext cx="468000" cy="468000"/>
          </a:xfrm>
          <a:prstGeom prst="ellipse">
            <a:avLst/>
          </a:prstGeom>
          <a:solidFill>
            <a:srgbClr val="CC00F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99" name="文本框 98"/>
          <p:cNvSpPr txBox="1"/>
          <p:nvPr>
            <p:custDataLst>
              <p:tags r:id="rId44"/>
            </p:custDataLst>
          </p:nvPr>
        </p:nvSpPr>
        <p:spPr>
          <a:xfrm>
            <a:off x="4966335" y="2121535"/>
            <a:ext cx="400050" cy="4102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lang="en-US" altLang="zh-CN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0" name="文本框 99"/>
          <p:cNvSpPr txBox="1"/>
          <p:nvPr>
            <p:custDataLst>
              <p:tags r:id="rId45"/>
            </p:custDataLst>
          </p:nvPr>
        </p:nvSpPr>
        <p:spPr>
          <a:xfrm>
            <a:off x="2823210" y="2052955"/>
            <a:ext cx="400050" cy="4102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lang="en-US" altLang="zh-CN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1" name="文本框 100"/>
          <p:cNvSpPr txBox="1"/>
          <p:nvPr>
            <p:custDataLst>
              <p:tags r:id="rId46"/>
            </p:custDataLst>
          </p:nvPr>
        </p:nvSpPr>
        <p:spPr>
          <a:xfrm>
            <a:off x="3551555" y="2213610"/>
            <a:ext cx="400050" cy="4102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lang="en-US" altLang="zh-CN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2" name="文本框 101"/>
          <p:cNvSpPr txBox="1"/>
          <p:nvPr>
            <p:custDataLst>
              <p:tags r:id="rId47"/>
            </p:custDataLst>
          </p:nvPr>
        </p:nvSpPr>
        <p:spPr>
          <a:xfrm>
            <a:off x="6402705" y="2052955"/>
            <a:ext cx="400050" cy="4102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lang="en-US" altLang="zh-CN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3" name="文本框 102"/>
          <p:cNvSpPr txBox="1"/>
          <p:nvPr>
            <p:custDataLst>
              <p:tags r:id="rId48"/>
            </p:custDataLst>
          </p:nvPr>
        </p:nvSpPr>
        <p:spPr>
          <a:xfrm>
            <a:off x="7321550" y="2160905"/>
            <a:ext cx="400050" cy="4102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lang="en-US" altLang="zh-CN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4" name="文本框 103"/>
          <p:cNvSpPr txBox="1"/>
          <p:nvPr>
            <p:custDataLst>
              <p:tags r:id="rId49"/>
            </p:custDataLst>
          </p:nvPr>
        </p:nvSpPr>
        <p:spPr>
          <a:xfrm>
            <a:off x="7653655" y="2228850"/>
            <a:ext cx="400050" cy="4102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lang="en-US" altLang="zh-CN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5" name="文本框 104"/>
          <p:cNvSpPr txBox="1"/>
          <p:nvPr>
            <p:custDataLst>
              <p:tags r:id="rId50"/>
            </p:custDataLst>
          </p:nvPr>
        </p:nvSpPr>
        <p:spPr>
          <a:xfrm>
            <a:off x="8337550" y="2160905"/>
            <a:ext cx="400050" cy="4102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lang="en-US" altLang="zh-CN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6" name="文本框 105"/>
          <p:cNvSpPr txBox="1"/>
          <p:nvPr>
            <p:custDataLst>
              <p:tags r:id="rId51"/>
            </p:custDataLst>
          </p:nvPr>
        </p:nvSpPr>
        <p:spPr>
          <a:xfrm>
            <a:off x="8870315" y="2042160"/>
            <a:ext cx="400050" cy="4102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lang="en-US" altLang="zh-CN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7" name="文本框 106"/>
          <p:cNvSpPr txBox="1"/>
          <p:nvPr>
            <p:custDataLst>
              <p:tags r:id="rId52"/>
            </p:custDataLst>
          </p:nvPr>
        </p:nvSpPr>
        <p:spPr>
          <a:xfrm>
            <a:off x="9827260" y="2121535"/>
            <a:ext cx="400050" cy="4102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lang="en-US" altLang="zh-CN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8" name="文本框 107"/>
          <p:cNvSpPr txBox="1"/>
          <p:nvPr>
            <p:custDataLst>
              <p:tags r:id="rId53"/>
            </p:custDataLst>
          </p:nvPr>
        </p:nvSpPr>
        <p:spPr>
          <a:xfrm>
            <a:off x="10460990" y="2159000"/>
            <a:ext cx="400050" cy="4102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lang="en-US" altLang="zh-CN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9" name="文本框 108"/>
          <p:cNvSpPr txBox="1"/>
          <p:nvPr>
            <p:custDataLst>
              <p:tags r:id="rId54"/>
            </p:custDataLst>
          </p:nvPr>
        </p:nvSpPr>
        <p:spPr>
          <a:xfrm>
            <a:off x="10953750" y="2129790"/>
            <a:ext cx="400050" cy="4102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lang="en-US" altLang="zh-CN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0" name="文本框 109"/>
          <p:cNvSpPr txBox="1"/>
          <p:nvPr>
            <p:custDataLst>
              <p:tags r:id="rId55"/>
            </p:custDataLst>
          </p:nvPr>
        </p:nvSpPr>
        <p:spPr>
          <a:xfrm>
            <a:off x="11459845" y="2042160"/>
            <a:ext cx="400050" cy="4102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lang="en-US" altLang="zh-CN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1" name="文本框 110"/>
          <p:cNvSpPr txBox="1"/>
          <p:nvPr>
            <p:custDataLst>
              <p:tags r:id="rId56"/>
            </p:custDataLst>
          </p:nvPr>
        </p:nvSpPr>
        <p:spPr>
          <a:xfrm>
            <a:off x="2207260" y="1995805"/>
            <a:ext cx="400050" cy="4102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lang="en-US" altLang="zh-CN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2" name="文本框 111"/>
          <p:cNvSpPr txBox="1"/>
          <p:nvPr>
            <p:custDataLst>
              <p:tags r:id="rId57"/>
            </p:custDataLst>
          </p:nvPr>
        </p:nvSpPr>
        <p:spPr>
          <a:xfrm>
            <a:off x="3950335" y="2121535"/>
            <a:ext cx="400050" cy="4102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lang="en-US" altLang="zh-CN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椭圆 3"/>
          <p:cNvSpPr/>
          <p:nvPr>
            <p:custDataLst>
              <p:tags r:id="rId58"/>
            </p:custDataLst>
          </p:nvPr>
        </p:nvSpPr>
        <p:spPr>
          <a:xfrm>
            <a:off x="5366441" y="2697470"/>
            <a:ext cx="468000" cy="468000"/>
          </a:xfrm>
          <a:prstGeom prst="ellipse">
            <a:avLst/>
          </a:prstGeom>
          <a:solidFill>
            <a:srgbClr val="CC00F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6" name="椭圆 5"/>
          <p:cNvSpPr/>
          <p:nvPr>
            <p:custDataLst>
              <p:tags r:id="rId59"/>
            </p:custDataLst>
          </p:nvPr>
        </p:nvSpPr>
        <p:spPr>
          <a:xfrm>
            <a:off x="4797454" y="2697470"/>
            <a:ext cx="468000" cy="468000"/>
          </a:xfrm>
          <a:prstGeom prst="ellipse">
            <a:avLst/>
          </a:prstGeom>
          <a:solidFill>
            <a:srgbClr val="CC00F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cxnSp>
        <p:nvCxnSpPr>
          <p:cNvPr id="7" name="直接连接符 6"/>
          <p:cNvCxnSpPr>
            <a:stCxn id="34" idx="2"/>
            <a:endCxn id="6" idx="0"/>
          </p:cNvCxnSpPr>
          <p:nvPr>
            <p:custDataLst>
              <p:tags r:id="rId60"/>
            </p:custDataLst>
          </p:nvPr>
        </p:nvCxnSpPr>
        <p:spPr>
          <a:xfrm flipH="1">
            <a:off x="5031726" y="1995208"/>
            <a:ext cx="568960" cy="702310"/>
          </a:xfrm>
          <a:prstGeom prst="line">
            <a:avLst/>
          </a:prstGeom>
          <a:noFill/>
          <a:ln w="3810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</p:cxnSp>
      <p:sp>
        <p:nvSpPr>
          <p:cNvPr id="8" name="文本框 7"/>
          <p:cNvSpPr txBox="1"/>
          <p:nvPr>
            <p:custDataLst>
              <p:tags r:id="rId61"/>
            </p:custDataLst>
          </p:nvPr>
        </p:nvSpPr>
        <p:spPr>
          <a:xfrm>
            <a:off x="5366385" y="2200910"/>
            <a:ext cx="400050" cy="4102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lang="en-US" altLang="zh-CN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62"/>
            </p:custDataLst>
          </p:nvPr>
        </p:nvSpPr>
        <p:spPr>
          <a:xfrm>
            <a:off x="6069965" y="2287270"/>
            <a:ext cx="400050" cy="4102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lang="en-US" altLang="zh-CN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2" name="矩形: 圆角 61"/>
          <p:cNvSpPr/>
          <p:nvPr/>
        </p:nvSpPr>
        <p:spPr>
          <a:xfrm>
            <a:off x="862965" y="950595"/>
            <a:ext cx="11330940" cy="695325"/>
          </a:xfrm>
          <a:prstGeom prst="roundRect">
            <a:avLst>
              <a:gd name="adj" fmla="val 10383"/>
            </a:avLst>
          </a:prstGeom>
          <a:solidFill>
            <a:schemeClr val="accent2">
              <a:lumMod val="75000"/>
              <a:alpha val="21000"/>
            </a:schemeClr>
          </a:solidFill>
          <a:ln>
            <a:solidFill>
              <a:schemeClr val="accent2">
                <a:lumMod val="75000"/>
                <a:alpha val="3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矩形: 圆角 58"/>
          <p:cNvSpPr/>
          <p:nvPr/>
        </p:nvSpPr>
        <p:spPr>
          <a:xfrm>
            <a:off x="861695" y="1645920"/>
            <a:ext cx="11332210" cy="806450"/>
          </a:xfrm>
          <a:prstGeom prst="roundRect">
            <a:avLst>
              <a:gd name="adj" fmla="val 2084"/>
            </a:avLst>
          </a:prstGeom>
          <a:solidFill>
            <a:srgbClr val="B50988">
              <a:alpha val="21000"/>
            </a:srgbClr>
          </a:solidFill>
          <a:ln>
            <a:solidFill>
              <a:srgbClr val="B50988">
                <a:alpha val="3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8" name="矩形: 圆角 217"/>
          <p:cNvSpPr/>
          <p:nvPr/>
        </p:nvSpPr>
        <p:spPr>
          <a:xfrm>
            <a:off x="861060" y="2463165"/>
            <a:ext cx="11330305" cy="812800"/>
          </a:xfrm>
          <a:prstGeom prst="roundRect">
            <a:avLst>
              <a:gd name="adj" fmla="val 6672"/>
            </a:avLst>
          </a:prstGeom>
          <a:solidFill>
            <a:srgbClr val="01A48D">
              <a:alpha val="21000"/>
            </a:srgbClr>
          </a:solidFill>
          <a:ln>
            <a:solidFill>
              <a:srgbClr val="01A48D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椭圆 20"/>
          <p:cNvSpPr/>
          <p:nvPr>
            <p:custDataLst>
              <p:tags r:id="rId63"/>
            </p:custDataLst>
          </p:nvPr>
        </p:nvSpPr>
        <p:spPr>
          <a:xfrm>
            <a:off x="911860" y="3683000"/>
            <a:ext cx="467995" cy="468630"/>
          </a:xfrm>
          <a:prstGeom prst="ellipse">
            <a:avLst/>
          </a:prstGeom>
          <a:solidFill>
            <a:srgbClr val="CC00F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cxnSp>
        <p:nvCxnSpPr>
          <p:cNvPr id="27" name="直接连接符 26"/>
          <p:cNvCxnSpPr>
            <a:stCxn id="41" idx="2"/>
            <a:endCxn id="21" idx="0"/>
          </p:cNvCxnSpPr>
          <p:nvPr>
            <p:custDataLst>
              <p:tags r:id="rId64"/>
            </p:custDataLst>
          </p:nvPr>
        </p:nvCxnSpPr>
        <p:spPr>
          <a:xfrm flipH="1">
            <a:off x="1146161" y="2905798"/>
            <a:ext cx="593090" cy="777240"/>
          </a:xfrm>
          <a:prstGeom prst="line">
            <a:avLst/>
          </a:prstGeom>
          <a:noFill/>
          <a:ln w="3810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</p:cxnSp>
      <p:sp>
        <p:nvSpPr>
          <p:cNvPr id="28" name="椭圆 27"/>
          <p:cNvSpPr/>
          <p:nvPr>
            <p:custDataLst>
              <p:tags r:id="rId65"/>
            </p:custDataLst>
          </p:nvPr>
        </p:nvSpPr>
        <p:spPr>
          <a:xfrm>
            <a:off x="1464974" y="3683625"/>
            <a:ext cx="468000" cy="468000"/>
          </a:xfrm>
          <a:prstGeom prst="ellipse">
            <a:avLst/>
          </a:prstGeom>
          <a:solidFill>
            <a:srgbClr val="CC00F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cxnSp>
        <p:nvCxnSpPr>
          <p:cNvPr id="29" name="直接连接符 28"/>
          <p:cNvCxnSpPr/>
          <p:nvPr>
            <p:custDataLst>
              <p:tags r:id="rId66"/>
            </p:custDataLst>
          </p:nvPr>
        </p:nvCxnSpPr>
        <p:spPr>
          <a:xfrm flipH="1">
            <a:off x="1699246" y="3071533"/>
            <a:ext cx="108585" cy="612140"/>
          </a:xfrm>
          <a:prstGeom prst="line">
            <a:avLst/>
          </a:prstGeom>
          <a:noFill/>
          <a:ln w="3810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</p:cxnSp>
      <p:sp>
        <p:nvSpPr>
          <p:cNvPr id="30" name="椭圆 29"/>
          <p:cNvSpPr/>
          <p:nvPr>
            <p:custDataLst>
              <p:tags r:id="rId67"/>
            </p:custDataLst>
          </p:nvPr>
        </p:nvSpPr>
        <p:spPr>
          <a:xfrm>
            <a:off x="1974244" y="3682990"/>
            <a:ext cx="468000" cy="468000"/>
          </a:xfrm>
          <a:prstGeom prst="ellipse">
            <a:avLst/>
          </a:prstGeom>
          <a:solidFill>
            <a:srgbClr val="CC00F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cxnSp>
        <p:nvCxnSpPr>
          <p:cNvPr id="31" name="直接连接符 30"/>
          <p:cNvCxnSpPr/>
          <p:nvPr>
            <p:custDataLst>
              <p:tags r:id="rId68"/>
            </p:custDataLst>
          </p:nvPr>
        </p:nvCxnSpPr>
        <p:spPr>
          <a:xfrm>
            <a:off x="2138666" y="3071533"/>
            <a:ext cx="60325" cy="624205"/>
          </a:xfrm>
          <a:prstGeom prst="line">
            <a:avLst/>
          </a:prstGeom>
          <a:noFill/>
          <a:ln w="3810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</p:cxnSp>
      <p:sp>
        <p:nvSpPr>
          <p:cNvPr id="32" name="椭圆 31"/>
          <p:cNvSpPr/>
          <p:nvPr>
            <p:custDataLst>
              <p:tags r:id="rId69"/>
            </p:custDataLst>
          </p:nvPr>
        </p:nvSpPr>
        <p:spPr>
          <a:xfrm>
            <a:off x="2442874" y="3695690"/>
            <a:ext cx="468000" cy="468000"/>
          </a:xfrm>
          <a:prstGeom prst="ellipse">
            <a:avLst/>
          </a:prstGeom>
          <a:solidFill>
            <a:srgbClr val="CC00F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cxnSp>
        <p:nvCxnSpPr>
          <p:cNvPr id="33" name="直接连接符 32"/>
          <p:cNvCxnSpPr>
            <a:stCxn id="41" idx="6"/>
            <a:endCxn id="32" idx="0"/>
          </p:cNvCxnSpPr>
          <p:nvPr>
            <p:custDataLst>
              <p:tags r:id="rId70"/>
            </p:custDataLst>
          </p:nvPr>
        </p:nvCxnSpPr>
        <p:spPr>
          <a:xfrm>
            <a:off x="2207246" y="2905798"/>
            <a:ext cx="469900" cy="789940"/>
          </a:xfrm>
          <a:prstGeom prst="line">
            <a:avLst/>
          </a:prstGeom>
          <a:noFill/>
          <a:ln w="3810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</p:cxnSp>
      <p:sp>
        <p:nvSpPr>
          <p:cNvPr id="35" name="椭圆 34"/>
          <p:cNvSpPr/>
          <p:nvPr>
            <p:custDataLst>
              <p:tags r:id="rId71"/>
            </p:custDataLst>
          </p:nvPr>
        </p:nvSpPr>
        <p:spPr>
          <a:xfrm>
            <a:off x="2998470" y="3695065"/>
            <a:ext cx="467995" cy="468630"/>
          </a:xfrm>
          <a:prstGeom prst="ellipse">
            <a:avLst/>
          </a:prstGeom>
          <a:solidFill>
            <a:srgbClr val="CC00F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36" name="椭圆 35"/>
          <p:cNvSpPr/>
          <p:nvPr>
            <p:custDataLst>
              <p:tags r:id="rId72"/>
            </p:custDataLst>
          </p:nvPr>
        </p:nvSpPr>
        <p:spPr>
          <a:xfrm>
            <a:off x="3551584" y="3695690"/>
            <a:ext cx="468000" cy="468000"/>
          </a:xfrm>
          <a:prstGeom prst="ellipse">
            <a:avLst/>
          </a:prstGeom>
          <a:solidFill>
            <a:srgbClr val="CC00F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37" name="椭圆 36"/>
          <p:cNvSpPr/>
          <p:nvPr>
            <p:custDataLst>
              <p:tags r:id="rId73"/>
            </p:custDataLst>
          </p:nvPr>
        </p:nvSpPr>
        <p:spPr>
          <a:xfrm>
            <a:off x="4060854" y="3695055"/>
            <a:ext cx="468000" cy="468000"/>
          </a:xfrm>
          <a:prstGeom prst="ellipse">
            <a:avLst/>
          </a:prstGeom>
          <a:solidFill>
            <a:srgbClr val="CC00F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40" name="椭圆 39"/>
          <p:cNvSpPr/>
          <p:nvPr>
            <p:custDataLst>
              <p:tags r:id="rId74"/>
            </p:custDataLst>
          </p:nvPr>
        </p:nvSpPr>
        <p:spPr>
          <a:xfrm>
            <a:off x="4529484" y="3707755"/>
            <a:ext cx="468000" cy="468000"/>
          </a:xfrm>
          <a:prstGeom prst="ellipse">
            <a:avLst/>
          </a:prstGeom>
          <a:solidFill>
            <a:srgbClr val="CC00F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43" name="椭圆 42"/>
          <p:cNvSpPr/>
          <p:nvPr>
            <p:custDataLst>
              <p:tags r:id="rId75"/>
            </p:custDataLst>
          </p:nvPr>
        </p:nvSpPr>
        <p:spPr>
          <a:xfrm>
            <a:off x="5047615" y="3695065"/>
            <a:ext cx="467995" cy="468630"/>
          </a:xfrm>
          <a:prstGeom prst="ellipse">
            <a:avLst/>
          </a:prstGeom>
          <a:solidFill>
            <a:srgbClr val="CC00F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44" name="椭圆 43"/>
          <p:cNvSpPr/>
          <p:nvPr>
            <p:custDataLst>
              <p:tags r:id="rId76"/>
            </p:custDataLst>
          </p:nvPr>
        </p:nvSpPr>
        <p:spPr>
          <a:xfrm>
            <a:off x="5600729" y="3695690"/>
            <a:ext cx="468000" cy="468000"/>
          </a:xfrm>
          <a:prstGeom prst="ellipse">
            <a:avLst/>
          </a:prstGeom>
          <a:solidFill>
            <a:srgbClr val="CC00F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58" name="椭圆 57"/>
          <p:cNvSpPr/>
          <p:nvPr>
            <p:custDataLst>
              <p:tags r:id="rId77"/>
            </p:custDataLst>
          </p:nvPr>
        </p:nvSpPr>
        <p:spPr>
          <a:xfrm>
            <a:off x="6109999" y="3695055"/>
            <a:ext cx="468000" cy="468000"/>
          </a:xfrm>
          <a:prstGeom prst="ellipse">
            <a:avLst/>
          </a:prstGeom>
          <a:solidFill>
            <a:srgbClr val="CC00F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60" name="椭圆 59"/>
          <p:cNvSpPr/>
          <p:nvPr>
            <p:custDataLst>
              <p:tags r:id="rId78"/>
            </p:custDataLst>
          </p:nvPr>
        </p:nvSpPr>
        <p:spPr>
          <a:xfrm>
            <a:off x="6578629" y="3707755"/>
            <a:ext cx="468000" cy="468000"/>
          </a:xfrm>
          <a:prstGeom prst="ellipse">
            <a:avLst/>
          </a:prstGeom>
          <a:solidFill>
            <a:srgbClr val="CC00F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61" name="椭圆 60"/>
          <p:cNvSpPr/>
          <p:nvPr>
            <p:custDataLst>
              <p:tags r:id="rId79"/>
            </p:custDataLst>
          </p:nvPr>
        </p:nvSpPr>
        <p:spPr>
          <a:xfrm>
            <a:off x="7100570" y="3707130"/>
            <a:ext cx="467995" cy="468630"/>
          </a:xfrm>
          <a:prstGeom prst="ellipse">
            <a:avLst/>
          </a:prstGeom>
          <a:solidFill>
            <a:srgbClr val="CC00F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63" name="椭圆 62"/>
          <p:cNvSpPr/>
          <p:nvPr>
            <p:custDataLst>
              <p:tags r:id="rId80"/>
            </p:custDataLst>
          </p:nvPr>
        </p:nvSpPr>
        <p:spPr>
          <a:xfrm>
            <a:off x="7653684" y="3707755"/>
            <a:ext cx="468000" cy="468000"/>
          </a:xfrm>
          <a:prstGeom prst="ellipse">
            <a:avLst/>
          </a:prstGeom>
          <a:solidFill>
            <a:srgbClr val="CC00F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64" name="椭圆 63"/>
          <p:cNvSpPr/>
          <p:nvPr>
            <p:custDataLst>
              <p:tags r:id="rId81"/>
            </p:custDataLst>
          </p:nvPr>
        </p:nvSpPr>
        <p:spPr>
          <a:xfrm>
            <a:off x="8162954" y="3707120"/>
            <a:ext cx="468000" cy="468000"/>
          </a:xfrm>
          <a:prstGeom prst="ellipse">
            <a:avLst/>
          </a:prstGeom>
          <a:solidFill>
            <a:srgbClr val="CC00F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65" name="椭圆 64"/>
          <p:cNvSpPr/>
          <p:nvPr>
            <p:custDataLst>
              <p:tags r:id="rId82"/>
            </p:custDataLst>
          </p:nvPr>
        </p:nvSpPr>
        <p:spPr>
          <a:xfrm>
            <a:off x="8631584" y="3719820"/>
            <a:ext cx="468000" cy="468000"/>
          </a:xfrm>
          <a:prstGeom prst="ellipse">
            <a:avLst/>
          </a:prstGeom>
          <a:solidFill>
            <a:srgbClr val="CC00F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66" name="椭圆 65"/>
          <p:cNvSpPr/>
          <p:nvPr>
            <p:custDataLst>
              <p:tags r:id="rId83"/>
            </p:custDataLst>
          </p:nvPr>
        </p:nvSpPr>
        <p:spPr>
          <a:xfrm>
            <a:off x="9206230" y="3707130"/>
            <a:ext cx="467995" cy="468630"/>
          </a:xfrm>
          <a:prstGeom prst="ellipse">
            <a:avLst/>
          </a:prstGeom>
          <a:solidFill>
            <a:srgbClr val="CC00F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67" name="椭圆 66"/>
          <p:cNvSpPr/>
          <p:nvPr>
            <p:custDataLst>
              <p:tags r:id="rId84"/>
            </p:custDataLst>
          </p:nvPr>
        </p:nvSpPr>
        <p:spPr>
          <a:xfrm>
            <a:off x="9759344" y="3707755"/>
            <a:ext cx="468000" cy="468000"/>
          </a:xfrm>
          <a:prstGeom prst="ellipse">
            <a:avLst/>
          </a:prstGeom>
          <a:solidFill>
            <a:srgbClr val="CC00F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85" name="椭圆 84"/>
          <p:cNvSpPr/>
          <p:nvPr>
            <p:custDataLst>
              <p:tags r:id="rId85"/>
            </p:custDataLst>
          </p:nvPr>
        </p:nvSpPr>
        <p:spPr>
          <a:xfrm>
            <a:off x="10268614" y="3707120"/>
            <a:ext cx="468000" cy="468000"/>
          </a:xfrm>
          <a:prstGeom prst="ellipse">
            <a:avLst/>
          </a:prstGeom>
          <a:solidFill>
            <a:srgbClr val="CC00F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86" name="椭圆 85"/>
          <p:cNvSpPr/>
          <p:nvPr>
            <p:custDataLst>
              <p:tags r:id="rId86"/>
            </p:custDataLst>
          </p:nvPr>
        </p:nvSpPr>
        <p:spPr>
          <a:xfrm>
            <a:off x="10737244" y="3719820"/>
            <a:ext cx="468000" cy="468000"/>
          </a:xfrm>
          <a:prstGeom prst="ellipse">
            <a:avLst/>
          </a:prstGeom>
          <a:solidFill>
            <a:srgbClr val="CC00F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87" name="椭圆 86"/>
          <p:cNvSpPr/>
          <p:nvPr>
            <p:custDataLst>
              <p:tags r:id="rId87"/>
            </p:custDataLst>
          </p:nvPr>
        </p:nvSpPr>
        <p:spPr>
          <a:xfrm>
            <a:off x="11205874" y="3707120"/>
            <a:ext cx="468000" cy="468000"/>
          </a:xfrm>
          <a:prstGeom prst="ellipse">
            <a:avLst/>
          </a:prstGeom>
          <a:solidFill>
            <a:srgbClr val="CC00F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88" name="椭圆 87"/>
          <p:cNvSpPr/>
          <p:nvPr>
            <p:custDataLst>
              <p:tags r:id="rId88"/>
            </p:custDataLst>
          </p:nvPr>
        </p:nvSpPr>
        <p:spPr>
          <a:xfrm>
            <a:off x="11674504" y="3719820"/>
            <a:ext cx="468000" cy="468000"/>
          </a:xfrm>
          <a:prstGeom prst="ellipse">
            <a:avLst/>
          </a:prstGeom>
          <a:solidFill>
            <a:srgbClr val="CC00F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89" name="矩形: 圆角 61"/>
          <p:cNvSpPr/>
          <p:nvPr/>
        </p:nvSpPr>
        <p:spPr>
          <a:xfrm>
            <a:off x="861060" y="3275965"/>
            <a:ext cx="11330940" cy="1054735"/>
          </a:xfrm>
          <a:prstGeom prst="roundRect">
            <a:avLst>
              <a:gd name="adj" fmla="val 10383"/>
            </a:avLst>
          </a:prstGeom>
          <a:solidFill>
            <a:schemeClr val="accent2">
              <a:lumMod val="75000"/>
              <a:alpha val="21000"/>
            </a:schemeClr>
          </a:solidFill>
          <a:ln>
            <a:solidFill>
              <a:schemeClr val="accent2">
                <a:lumMod val="75000"/>
                <a:alpha val="3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90" name="表格 89"/>
          <p:cNvGraphicFramePr/>
          <p:nvPr>
            <p:custDataLst>
              <p:tags r:id="rId89"/>
            </p:custDataLst>
          </p:nvPr>
        </p:nvGraphicFramePr>
        <p:xfrm>
          <a:off x="878840" y="4432300"/>
          <a:ext cx="2928620" cy="2291080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732155"/>
                <a:gridCol w="732155"/>
                <a:gridCol w="732155"/>
                <a:gridCol w="732155"/>
              </a:tblGrid>
              <a:tr h="5727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5727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5727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5727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91" name="文本框 90"/>
          <p:cNvSpPr txBox="1"/>
          <p:nvPr>
            <p:custDataLst>
              <p:tags r:id="rId90"/>
            </p:custDataLst>
          </p:nvPr>
        </p:nvSpPr>
        <p:spPr>
          <a:xfrm>
            <a:off x="5515610" y="339725"/>
            <a:ext cx="1927225" cy="4318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000" b="1">
                <a:solidFill>
                  <a:schemeClr val="accent5">
                    <a:lumMod val="75000"/>
                  </a:schemeClr>
                </a:solidFill>
              </a:rPr>
              <a:t>明确搜索</a:t>
            </a:r>
            <a:r>
              <a:rPr lang="zh-CN" altLang="en-US" sz="2000" b="1">
                <a:solidFill>
                  <a:schemeClr val="accent5">
                    <a:lumMod val="75000"/>
                  </a:schemeClr>
                </a:solidFill>
              </a:rPr>
              <a:t>范围：</a:t>
            </a:r>
            <a:endParaRPr lang="zh-CN" altLang="en-US" sz="2000" b="1">
              <a:solidFill>
                <a:schemeClr val="accent5">
                  <a:lumMod val="75000"/>
                </a:schemeClr>
              </a:solidFill>
            </a:endParaRPr>
          </a:p>
          <a:p>
            <a:endParaRPr lang="zh-CN" altLang="en-US" sz="2000" b="1">
              <a:solidFill>
                <a:schemeClr val="tx1"/>
              </a:solidFill>
            </a:endParaRPr>
          </a:p>
        </p:txBody>
      </p:sp>
      <p:sp>
        <p:nvSpPr>
          <p:cNvPr id="92" name="矩形: 圆角 61"/>
          <p:cNvSpPr/>
          <p:nvPr/>
        </p:nvSpPr>
        <p:spPr>
          <a:xfrm>
            <a:off x="878840" y="4432300"/>
            <a:ext cx="2873375" cy="592455"/>
          </a:xfrm>
          <a:prstGeom prst="roundRect">
            <a:avLst>
              <a:gd name="adj" fmla="val 10383"/>
            </a:avLst>
          </a:prstGeom>
          <a:solidFill>
            <a:schemeClr val="accent2">
              <a:lumMod val="75000"/>
              <a:alpha val="21000"/>
            </a:schemeClr>
          </a:solidFill>
          <a:ln>
            <a:solidFill>
              <a:schemeClr val="accent2">
                <a:lumMod val="75000"/>
                <a:alpha val="3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3" name="矩形: 圆角 58"/>
          <p:cNvSpPr/>
          <p:nvPr/>
        </p:nvSpPr>
        <p:spPr>
          <a:xfrm>
            <a:off x="878840" y="5024755"/>
            <a:ext cx="2906395" cy="549910"/>
          </a:xfrm>
          <a:prstGeom prst="roundRect">
            <a:avLst>
              <a:gd name="adj" fmla="val 2084"/>
            </a:avLst>
          </a:prstGeom>
          <a:solidFill>
            <a:srgbClr val="B50988">
              <a:alpha val="21000"/>
            </a:srgbClr>
          </a:solidFill>
          <a:ln>
            <a:solidFill>
              <a:srgbClr val="B50988">
                <a:alpha val="3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4" name="文本框 93"/>
          <p:cNvSpPr txBox="1"/>
          <p:nvPr>
            <p:custDataLst>
              <p:tags r:id="rId91"/>
            </p:custDataLst>
          </p:nvPr>
        </p:nvSpPr>
        <p:spPr>
          <a:xfrm>
            <a:off x="107315" y="1419860"/>
            <a:ext cx="626110" cy="4102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号</a:t>
            </a:r>
            <a:endParaRPr lang="zh-CN" altLang="en-US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6" name="文本框 95"/>
          <p:cNvSpPr txBox="1"/>
          <p:nvPr>
            <p:custDataLst>
              <p:tags r:id="rId92"/>
            </p:custDataLst>
          </p:nvPr>
        </p:nvSpPr>
        <p:spPr>
          <a:xfrm>
            <a:off x="107315" y="2159000"/>
            <a:ext cx="626110" cy="4102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号</a:t>
            </a:r>
            <a:endParaRPr lang="zh-CN" altLang="en-US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3" name="文本框 112"/>
          <p:cNvSpPr txBox="1"/>
          <p:nvPr>
            <p:custDataLst>
              <p:tags r:id="rId93"/>
            </p:custDataLst>
          </p:nvPr>
        </p:nvSpPr>
        <p:spPr>
          <a:xfrm>
            <a:off x="107315" y="3071495"/>
            <a:ext cx="626110" cy="4102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号</a:t>
            </a:r>
            <a:endParaRPr lang="zh-CN" altLang="en-US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4" name="文本框 113"/>
          <p:cNvSpPr txBox="1"/>
          <p:nvPr>
            <p:custDataLst>
              <p:tags r:id="rId94"/>
            </p:custDataLst>
          </p:nvPr>
        </p:nvSpPr>
        <p:spPr>
          <a:xfrm>
            <a:off x="107315" y="4150995"/>
            <a:ext cx="626110" cy="4102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号</a:t>
            </a:r>
            <a:endParaRPr lang="zh-CN" altLang="en-US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5" name="矩形: 圆角 217"/>
          <p:cNvSpPr/>
          <p:nvPr/>
        </p:nvSpPr>
        <p:spPr>
          <a:xfrm>
            <a:off x="878840" y="5574665"/>
            <a:ext cx="2906395" cy="567055"/>
          </a:xfrm>
          <a:prstGeom prst="roundRect">
            <a:avLst>
              <a:gd name="adj" fmla="val 6672"/>
            </a:avLst>
          </a:prstGeom>
          <a:solidFill>
            <a:srgbClr val="01A48D">
              <a:alpha val="21000"/>
            </a:srgbClr>
          </a:solidFill>
          <a:ln>
            <a:solidFill>
              <a:srgbClr val="01A48D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6" name="矩形: 圆角 61"/>
          <p:cNvSpPr/>
          <p:nvPr/>
        </p:nvSpPr>
        <p:spPr>
          <a:xfrm>
            <a:off x="878840" y="6141720"/>
            <a:ext cx="2929255" cy="579755"/>
          </a:xfrm>
          <a:prstGeom prst="roundRect">
            <a:avLst>
              <a:gd name="adj" fmla="val 10383"/>
            </a:avLst>
          </a:prstGeom>
          <a:solidFill>
            <a:schemeClr val="accent2">
              <a:lumMod val="75000"/>
              <a:alpha val="21000"/>
            </a:schemeClr>
          </a:solidFill>
          <a:ln>
            <a:solidFill>
              <a:schemeClr val="accent2">
                <a:lumMod val="75000"/>
                <a:alpha val="3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" grpId="0"/>
      <p:bldP spid="62" grpId="0" bldLvl="0" animBg="1"/>
      <p:bldP spid="92" grpId="0" bldLvl="0" animBg="1"/>
      <p:bldP spid="12" grpId="0" animBg="1"/>
      <p:bldP spid="93" grpId="0" bldLvl="0" animBg="1"/>
      <p:bldP spid="218" grpId="0" animBg="1"/>
      <p:bldP spid="115" grpId="0" bldLvl="0" animBg="1"/>
      <p:bldP spid="89" grpId="0" animBg="1"/>
      <p:bldP spid="116" grpId="0" bldLvl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9" name="矩形: 圆角 61"/>
          <p:cNvSpPr/>
          <p:nvPr/>
        </p:nvSpPr>
        <p:spPr>
          <a:xfrm>
            <a:off x="861060" y="3275965"/>
            <a:ext cx="11330940" cy="1054735"/>
          </a:xfrm>
          <a:prstGeom prst="roundRect">
            <a:avLst>
              <a:gd name="adj" fmla="val 10383"/>
            </a:avLst>
          </a:prstGeom>
          <a:solidFill>
            <a:schemeClr val="accent2">
              <a:lumMod val="75000"/>
              <a:alpha val="21000"/>
            </a:schemeClr>
          </a:solidFill>
          <a:ln>
            <a:solidFill>
              <a:schemeClr val="accent2">
                <a:lumMod val="75000"/>
                <a:alpha val="3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8" name="矩形: 圆角 217"/>
          <p:cNvSpPr/>
          <p:nvPr/>
        </p:nvSpPr>
        <p:spPr>
          <a:xfrm>
            <a:off x="861060" y="2463165"/>
            <a:ext cx="11330305" cy="812800"/>
          </a:xfrm>
          <a:prstGeom prst="roundRect">
            <a:avLst>
              <a:gd name="adj" fmla="val 6672"/>
            </a:avLst>
          </a:prstGeom>
          <a:solidFill>
            <a:srgbClr val="01A48D">
              <a:alpha val="21000"/>
            </a:srgbClr>
          </a:solidFill>
          <a:ln>
            <a:solidFill>
              <a:srgbClr val="01A48D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矩形: 圆角 58"/>
          <p:cNvSpPr/>
          <p:nvPr/>
        </p:nvSpPr>
        <p:spPr>
          <a:xfrm>
            <a:off x="861695" y="1645920"/>
            <a:ext cx="11332210" cy="806450"/>
          </a:xfrm>
          <a:prstGeom prst="roundRect">
            <a:avLst>
              <a:gd name="adj" fmla="val 2084"/>
            </a:avLst>
          </a:prstGeom>
          <a:solidFill>
            <a:srgbClr val="B50988">
              <a:alpha val="21000"/>
            </a:srgbClr>
          </a:solidFill>
          <a:ln>
            <a:solidFill>
              <a:srgbClr val="B50988">
                <a:alpha val="3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2" name="矩形: 圆角 61"/>
          <p:cNvSpPr/>
          <p:nvPr/>
        </p:nvSpPr>
        <p:spPr>
          <a:xfrm>
            <a:off x="862965" y="950595"/>
            <a:ext cx="11330940" cy="695325"/>
          </a:xfrm>
          <a:prstGeom prst="roundRect">
            <a:avLst>
              <a:gd name="adj" fmla="val 10383"/>
            </a:avLst>
          </a:prstGeom>
          <a:solidFill>
            <a:schemeClr val="accent2">
              <a:lumMod val="75000"/>
              <a:alpha val="21000"/>
            </a:schemeClr>
          </a:solidFill>
          <a:ln>
            <a:solidFill>
              <a:schemeClr val="accent2">
                <a:lumMod val="75000"/>
                <a:alpha val="3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1379855" y="64935"/>
            <a:ext cx="2487295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4000" b="1" dirty="0">
                <a:solidFill>
                  <a:schemeClr val="accent1">
                    <a:lumMod val="75000"/>
                  </a:schemeClr>
                </a:solidFill>
              </a:rPr>
              <a:t>n</a:t>
            </a:r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皇后</a:t>
            </a:r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问题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57" name="椭圆 56"/>
          <p:cNvSpPr/>
          <p:nvPr>
            <p:custDataLst>
              <p:tags r:id="rId2"/>
            </p:custDataLst>
          </p:nvPr>
        </p:nvSpPr>
        <p:spPr>
          <a:xfrm>
            <a:off x="6637076" y="1020731"/>
            <a:ext cx="468000" cy="468000"/>
          </a:xfrm>
          <a:prstGeom prst="ellipse">
            <a:avLst/>
          </a:prstGeom>
          <a:solidFill>
            <a:srgbClr val="CC00F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14" name="椭圆 13"/>
          <p:cNvSpPr/>
          <p:nvPr>
            <p:custDataLst>
              <p:tags r:id="rId3"/>
            </p:custDataLst>
          </p:nvPr>
        </p:nvSpPr>
        <p:spPr>
          <a:xfrm>
            <a:off x="3317269" y="1732905"/>
            <a:ext cx="468000" cy="468000"/>
          </a:xfrm>
          <a:prstGeom prst="ellipse">
            <a:avLst/>
          </a:prstGeom>
          <a:solidFill>
            <a:srgbClr val="CC00F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cxnSp>
        <p:nvCxnSpPr>
          <p:cNvPr id="16" name="直接连接符 15"/>
          <p:cNvCxnSpPr/>
          <p:nvPr/>
        </p:nvCxnSpPr>
        <p:spPr>
          <a:xfrm flipH="1">
            <a:off x="1973566" y="1967268"/>
            <a:ext cx="1343660" cy="704850"/>
          </a:xfrm>
          <a:prstGeom prst="line">
            <a:avLst/>
          </a:prstGeom>
          <a:noFill/>
          <a:ln w="3810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</p:cxnSp>
      <p:cxnSp>
        <p:nvCxnSpPr>
          <p:cNvPr id="17" name="直接连接符 16"/>
          <p:cNvCxnSpPr>
            <a:stCxn id="57" idx="3"/>
            <a:endCxn id="34" idx="0"/>
          </p:cNvCxnSpPr>
          <p:nvPr>
            <p:custDataLst>
              <p:tags r:id="rId4"/>
            </p:custDataLst>
          </p:nvPr>
        </p:nvCxnSpPr>
        <p:spPr>
          <a:xfrm flipH="1">
            <a:off x="5835092" y="1419898"/>
            <a:ext cx="870585" cy="340995"/>
          </a:xfrm>
          <a:prstGeom prst="line">
            <a:avLst/>
          </a:prstGeom>
          <a:noFill/>
          <a:ln w="3810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</p:cxnSp>
      <p:sp>
        <p:nvSpPr>
          <p:cNvPr id="95" name="椭圆 94"/>
          <p:cNvSpPr/>
          <p:nvPr>
            <p:custDataLst>
              <p:tags r:id="rId5"/>
            </p:custDataLst>
          </p:nvPr>
        </p:nvSpPr>
        <p:spPr>
          <a:xfrm>
            <a:off x="10227366" y="1761480"/>
            <a:ext cx="468000" cy="468000"/>
          </a:xfrm>
          <a:prstGeom prst="ellipse">
            <a:avLst/>
          </a:prstGeom>
          <a:solidFill>
            <a:srgbClr val="CC00F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cxnSp>
        <p:nvCxnSpPr>
          <p:cNvPr id="97" name="直接连接符 96"/>
          <p:cNvCxnSpPr>
            <a:stCxn id="95" idx="5"/>
            <a:endCxn id="51" idx="0"/>
          </p:cNvCxnSpPr>
          <p:nvPr>
            <p:custDataLst>
              <p:tags r:id="rId6"/>
            </p:custDataLst>
          </p:nvPr>
        </p:nvCxnSpPr>
        <p:spPr>
          <a:xfrm>
            <a:off x="10626738" y="2160943"/>
            <a:ext cx="666115" cy="478155"/>
          </a:xfrm>
          <a:prstGeom prst="line">
            <a:avLst/>
          </a:prstGeom>
          <a:noFill/>
          <a:ln w="3810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</p:cxnSp>
      <p:cxnSp>
        <p:nvCxnSpPr>
          <p:cNvPr id="24" name="直接连接符 23"/>
          <p:cNvCxnSpPr>
            <a:stCxn id="95" idx="6"/>
            <a:endCxn id="50" idx="0"/>
          </p:cNvCxnSpPr>
          <p:nvPr/>
        </p:nvCxnSpPr>
        <p:spPr>
          <a:xfrm>
            <a:off x="10695409" y="1995843"/>
            <a:ext cx="1263015" cy="615315"/>
          </a:xfrm>
          <a:prstGeom prst="line">
            <a:avLst/>
          </a:prstGeom>
          <a:noFill/>
          <a:ln w="3810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</p:cxnSp>
      <p:cxnSp>
        <p:nvCxnSpPr>
          <p:cNvPr id="25" name="直接连接符 24"/>
          <p:cNvCxnSpPr>
            <a:stCxn id="57" idx="2"/>
            <a:endCxn id="14" idx="7"/>
          </p:cNvCxnSpPr>
          <p:nvPr>
            <p:custDataLst>
              <p:tags r:id="rId7"/>
            </p:custDataLst>
          </p:nvPr>
        </p:nvCxnSpPr>
        <p:spPr>
          <a:xfrm flipH="1">
            <a:off x="3716711" y="1254731"/>
            <a:ext cx="2920365" cy="546735"/>
          </a:xfrm>
          <a:prstGeom prst="line">
            <a:avLst/>
          </a:prstGeom>
          <a:noFill/>
          <a:ln w="3810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</p:cxnSp>
      <p:cxnSp>
        <p:nvCxnSpPr>
          <p:cNvPr id="26" name="直接连接符 25"/>
          <p:cNvCxnSpPr>
            <a:endCxn id="95" idx="1"/>
          </p:cNvCxnSpPr>
          <p:nvPr>
            <p:custDataLst>
              <p:tags r:id="rId8"/>
            </p:custDataLst>
          </p:nvPr>
        </p:nvCxnSpPr>
        <p:spPr>
          <a:xfrm>
            <a:off x="7105076" y="1254731"/>
            <a:ext cx="3190875" cy="575310"/>
          </a:xfrm>
          <a:prstGeom prst="line">
            <a:avLst/>
          </a:prstGeom>
          <a:noFill/>
          <a:ln w="3810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</p:cxnSp>
      <p:sp>
        <p:nvSpPr>
          <p:cNvPr id="34" name="椭圆 33"/>
          <p:cNvSpPr/>
          <p:nvPr>
            <p:custDataLst>
              <p:tags r:id="rId9"/>
            </p:custDataLst>
          </p:nvPr>
        </p:nvSpPr>
        <p:spPr>
          <a:xfrm>
            <a:off x="5600729" y="1760845"/>
            <a:ext cx="468000" cy="468000"/>
          </a:xfrm>
          <a:prstGeom prst="ellipse">
            <a:avLst/>
          </a:prstGeom>
          <a:solidFill>
            <a:srgbClr val="CC00F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38" name="椭圆 37"/>
          <p:cNvSpPr/>
          <p:nvPr>
            <p:custDataLst>
              <p:tags r:id="rId10"/>
            </p:custDataLst>
          </p:nvPr>
        </p:nvSpPr>
        <p:spPr>
          <a:xfrm>
            <a:off x="7938135" y="1761490"/>
            <a:ext cx="467995" cy="467360"/>
          </a:xfrm>
          <a:prstGeom prst="ellipse">
            <a:avLst/>
          </a:prstGeom>
          <a:solidFill>
            <a:srgbClr val="CC00F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cxnSp>
        <p:nvCxnSpPr>
          <p:cNvPr id="39" name="直接连接符 38"/>
          <p:cNvCxnSpPr>
            <a:stCxn id="57" idx="5"/>
            <a:endCxn id="38" idx="1"/>
          </p:cNvCxnSpPr>
          <p:nvPr>
            <p:custDataLst>
              <p:tags r:id="rId11"/>
            </p:custDataLst>
          </p:nvPr>
        </p:nvCxnSpPr>
        <p:spPr>
          <a:xfrm>
            <a:off x="7036512" y="1419898"/>
            <a:ext cx="970280" cy="410210"/>
          </a:xfrm>
          <a:prstGeom prst="line">
            <a:avLst/>
          </a:prstGeom>
          <a:noFill/>
          <a:ln w="3810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</p:cxnSp>
      <p:sp>
        <p:nvSpPr>
          <p:cNvPr id="41" name="椭圆 40"/>
          <p:cNvSpPr/>
          <p:nvPr/>
        </p:nvSpPr>
        <p:spPr>
          <a:xfrm>
            <a:off x="1739294" y="2672070"/>
            <a:ext cx="468000" cy="468000"/>
          </a:xfrm>
          <a:prstGeom prst="ellipse">
            <a:avLst/>
          </a:prstGeom>
          <a:solidFill>
            <a:srgbClr val="CC00F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42" name="椭圆 41"/>
          <p:cNvSpPr/>
          <p:nvPr>
            <p:custDataLst>
              <p:tags r:id="rId12"/>
            </p:custDataLst>
          </p:nvPr>
        </p:nvSpPr>
        <p:spPr>
          <a:xfrm>
            <a:off x="3482369" y="2697470"/>
            <a:ext cx="468000" cy="468000"/>
          </a:xfrm>
          <a:prstGeom prst="ellipse">
            <a:avLst/>
          </a:prstGeom>
          <a:solidFill>
            <a:srgbClr val="CC00F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cxnSp>
        <p:nvCxnSpPr>
          <p:cNvPr id="45" name="直接连接符 44"/>
          <p:cNvCxnSpPr>
            <a:stCxn id="14" idx="4"/>
            <a:endCxn id="42" idx="0"/>
          </p:cNvCxnSpPr>
          <p:nvPr>
            <p:custDataLst>
              <p:tags r:id="rId13"/>
            </p:custDataLst>
          </p:nvPr>
        </p:nvCxnSpPr>
        <p:spPr>
          <a:xfrm>
            <a:off x="3551541" y="2200948"/>
            <a:ext cx="165100" cy="496570"/>
          </a:xfrm>
          <a:prstGeom prst="line">
            <a:avLst/>
          </a:prstGeom>
          <a:noFill/>
          <a:ln w="3810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</p:cxnSp>
      <p:sp>
        <p:nvSpPr>
          <p:cNvPr id="46" name="椭圆 45"/>
          <p:cNvSpPr/>
          <p:nvPr>
            <p:custDataLst>
              <p:tags r:id="rId14"/>
            </p:custDataLst>
          </p:nvPr>
        </p:nvSpPr>
        <p:spPr>
          <a:xfrm>
            <a:off x="6568469" y="2697470"/>
            <a:ext cx="468000" cy="468000"/>
          </a:xfrm>
          <a:prstGeom prst="ellipse">
            <a:avLst/>
          </a:prstGeom>
          <a:solidFill>
            <a:srgbClr val="CC00F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cxnSp>
        <p:nvCxnSpPr>
          <p:cNvPr id="47" name="直接连接符 46"/>
          <p:cNvCxnSpPr/>
          <p:nvPr/>
        </p:nvCxnSpPr>
        <p:spPr>
          <a:xfrm flipH="1">
            <a:off x="5600686" y="2213648"/>
            <a:ext cx="151130" cy="483870"/>
          </a:xfrm>
          <a:prstGeom prst="line">
            <a:avLst/>
          </a:prstGeom>
          <a:noFill/>
          <a:ln w="3810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</p:cxnSp>
      <p:sp>
        <p:nvSpPr>
          <p:cNvPr id="48" name="椭圆 47"/>
          <p:cNvSpPr/>
          <p:nvPr>
            <p:custDataLst>
              <p:tags r:id="rId15"/>
            </p:custDataLst>
          </p:nvPr>
        </p:nvSpPr>
        <p:spPr>
          <a:xfrm>
            <a:off x="4087524" y="2697470"/>
            <a:ext cx="468000" cy="468000"/>
          </a:xfrm>
          <a:prstGeom prst="ellipse">
            <a:avLst/>
          </a:prstGeom>
          <a:solidFill>
            <a:srgbClr val="CC00F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cxnSp>
        <p:nvCxnSpPr>
          <p:cNvPr id="49" name="直接连接符 48"/>
          <p:cNvCxnSpPr>
            <a:stCxn id="14" idx="6"/>
            <a:endCxn id="48" idx="1"/>
          </p:cNvCxnSpPr>
          <p:nvPr>
            <p:custDataLst>
              <p:tags r:id="rId16"/>
            </p:custDataLst>
          </p:nvPr>
        </p:nvCxnSpPr>
        <p:spPr>
          <a:xfrm>
            <a:off x="3785221" y="1967268"/>
            <a:ext cx="370840" cy="798830"/>
          </a:xfrm>
          <a:prstGeom prst="line">
            <a:avLst/>
          </a:prstGeom>
          <a:noFill/>
          <a:ln w="3810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</p:cxnSp>
      <p:sp>
        <p:nvSpPr>
          <p:cNvPr id="50" name="椭圆 49"/>
          <p:cNvSpPr/>
          <p:nvPr/>
        </p:nvSpPr>
        <p:spPr>
          <a:xfrm>
            <a:off x="11724061" y="2611110"/>
            <a:ext cx="468000" cy="468000"/>
          </a:xfrm>
          <a:prstGeom prst="ellipse">
            <a:avLst/>
          </a:prstGeom>
          <a:solidFill>
            <a:srgbClr val="CC00F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51" name="椭圆 50"/>
          <p:cNvSpPr/>
          <p:nvPr>
            <p:custDataLst>
              <p:tags r:id="rId17"/>
            </p:custDataLst>
          </p:nvPr>
        </p:nvSpPr>
        <p:spPr>
          <a:xfrm>
            <a:off x="11058581" y="2639050"/>
            <a:ext cx="468000" cy="468000"/>
          </a:xfrm>
          <a:prstGeom prst="ellipse">
            <a:avLst/>
          </a:prstGeom>
          <a:solidFill>
            <a:srgbClr val="CC00F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cxnSp>
        <p:nvCxnSpPr>
          <p:cNvPr id="52" name="直接连接符 51"/>
          <p:cNvCxnSpPr>
            <a:stCxn id="95" idx="4"/>
            <a:endCxn id="53" idx="0"/>
          </p:cNvCxnSpPr>
          <p:nvPr>
            <p:custDataLst>
              <p:tags r:id="rId18"/>
            </p:custDataLst>
          </p:nvPr>
        </p:nvCxnSpPr>
        <p:spPr>
          <a:xfrm>
            <a:off x="10461638" y="2229523"/>
            <a:ext cx="165735" cy="409575"/>
          </a:xfrm>
          <a:prstGeom prst="line">
            <a:avLst/>
          </a:prstGeom>
          <a:noFill/>
          <a:ln w="3810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</p:cxnSp>
      <p:sp>
        <p:nvSpPr>
          <p:cNvPr id="53" name="椭圆 52"/>
          <p:cNvSpPr/>
          <p:nvPr>
            <p:custDataLst>
              <p:tags r:id="rId19"/>
            </p:custDataLst>
          </p:nvPr>
        </p:nvSpPr>
        <p:spPr>
          <a:xfrm>
            <a:off x="10393101" y="2639050"/>
            <a:ext cx="468000" cy="468000"/>
          </a:xfrm>
          <a:prstGeom prst="ellipse">
            <a:avLst/>
          </a:prstGeom>
          <a:solidFill>
            <a:srgbClr val="CC00F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cxnSp>
        <p:nvCxnSpPr>
          <p:cNvPr id="54" name="直接连接符 53"/>
          <p:cNvCxnSpPr>
            <a:stCxn id="95" idx="3"/>
            <a:endCxn id="55" idx="0"/>
          </p:cNvCxnSpPr>
          <p:nvPr>
            <p:custDataLst>
              <p:tags r:id="rId20"/>
            </p:custDataLst>
          </p:nvPr>
        </p:nvCxnSpPr>
        <p:spPr>
          <a:xfrm flipH="1">
            <a:off x="9993643" y="2160943"/>
            <a:ext cx="302260" cy="478155"/>
          </a:xfrm>
          <a:prstGeom prst="line">
            <a:avLst/>
          </a:prstGeom>
          <a:noFill/>
          <a:ln w="3810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</p:cxnSp>
      <p:sp>
        <p:nvSpPr>
          <p:cNvPr id="55" name="椭圆 54"/>
          <p:cNvSpPr/>
          <p:nvPr>
            <p:custDataLst>
              <p:tags r:id="rId21"/>
            </p:custDataLst>
          </p:nvPr>
        </p:nvSpPr>
        <p:spPr>
          <a:xfrm>
            <a:off x="9759371" y="2639050"/>
            <a:ext cx="468000" cy="468000"/>
          </a:xfrm>
          <a:prstGeom prst="ellipse">
            <a:avLst/>
          </a:prstGeom>
          <a:solidFill>
            <a:srgbClr val="CC00F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cxnSp>
        <p:nvCxnSpPr>
          <p:cNvPr id="56" name="直接连接符 55"/>
          <p:cNvCxnSpPr>
            <a:stCxn id="38" idx="6"/>
            <a:endCxn id="68" idx="0"/>
          </p:cNvCxnSpPr>
          <p:nvPr>
            <p:custDataLst>
              <p:tags r:id="rId22"/>
            </p:custDataLst>
          </p:nvPr>
        </p:nvCxnSpPr>
        <p:spPr>
          <a:xfrm>
            <a:off x="8406143" y="1995208"/>
            <a:ext cx="864235" cy="643890"/>
          </a:xfrm>
          <a:prstGeom prst="line">
            <a:avLst/>
          </a:prstGeom>
          <a:noFill/>
          <a:ln w="3810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</p:cxnSp>
      <p:sp>
        <p:nvSpPr>
          <p:cNvPr id="68" name="椭圆 67"/>
          <p:cNvSpPr/>
          <p:nvPr>
            <p:custDataLst>
              <p:tags r:id="rId23"/>
            </p:custDataLst>
          </p:nvPr>
        </p:nvSpPr>
        <p:spPr>
          <a:xfrm>
            <a:off x="9036106" y="2639050"/>
            <a:ext cx="468000" cy="468000"/>
          </a:xfrm>
          <a:prstGeom prst="ellipse">
            <a:avLst/>
          </a:prstGeom>
          <a:solidFill>
            <a:srgbClr val="CC00F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cxnSp>
        <p:nvCxnSpPr>
          <p:cNvPr id="69" name="直接连接符 68"/>
          <p:cNvCxnSpPr>
            <a:stCxn id="38" idx="5"/>
            <a:endCxn id="70" idx="0"/>
          </p:cNvCxnSpPr>
          <p:nvPr/>
        </p:nvCxnSpPr>
        <p:spPr>
          <a:xfrm>
            <a:off x="8337563" y="2160308"/>
            <a:ext cx="302895" cy="478790"/>
          </a:xfrm>
          <a:prstGeom prst="line">
            <a:avLst/>
          </a:prstGeom>
          <a:noFill/>
          <a:ln w="3810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</p:cxnSp>
      <p:sp>
        <p:nvSpPr>
          <p:cNvPr id="70" name="椭圆 69"/>
          <p:cNvSpPr/>
          <p:nvPr/>
        </p:nvSpPr>
        <p:spPr>
          <a:xfrm>
            <a:off x="8406186" y="2639050"/>
            <a:ext cx="468000" cy="468000"/>
          </a:xfrm>
          <a:prstGeom prst="ellipse">
            <a:avLst/>
          </a:prstGeom>
          <a:solidFill>
            <a:srgbClr val="CC00F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cxnSp>
        <p:nvCxnSpPr>
          <p:cNvPr id="71" name="直接连接符 70"/>
          <p:cNvCxnSpPr>
            <a:stCxn id="38" idx="3"/>
            <a:endCxn id="72" idx="0"/>
          </p:cNvCxnSpPr>
          <p:nvPr>
            <p:custDataLst>
              <p:tags r:id="rId24"/>
            </p:custDataLst>
          </p:nvPr>
        </p:nvCxnSpPr>
        <p:spPr>
          <a:xfrm>
            <a:off x="8006728" y="2160308"/>
            <a:ext cx="46990" cy="511810"/>
          </a:xfrm>
          <a:prstGeom prst="line">
            <a:avLst/>
          </a:prstGeom>
          <a:noFill/>
          <a:ln w="3810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</p:cxnSp>
      <p:sp>
        <p:nvSpPr>
          <p:cNvPr id="72" name="椭圆 71"/>
          <p:cNvSpPr/>
          <p:nvPr>
            <p:custDataLst>
              <p:tags r:id="rId25"/>
            </p:custDataLst>
          </p:nvPr>
        </p:nvSpPr>
        <p:spPr>
          <a:xfrm>
            <a:off x="7819446" y="2672070"/>
            <a:ext cx="468000" cy="468000"/>
          </a:xfrm>
          <a:prstGeom prst="ellipse">
            <a:avLst/>
          </a:prstGeom>
          <a:solidFill>
            <a:srgbClr val="CC00F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cxnSp>
        <p:nvCxnSpPr>
          <p:cNvPr id="73" name="直接连接符 72"/>
          <p:cNvCxnSpPr>
            <a:stCxn id="38" idx="2"/>
            <a:endCxn id="74" idx="7"/>
          </p:cNvCxnSpPr>
          <p:nvPr>
            <p:custDataLst>
              <p:tags r:id="rId26"/>
            </p:custDataLst>
          </p:nvPr>
        </p:nvCxnSpPr>
        <p:spPr>
          <a:xfrm flipH="1">
            <a:off x="7499998" y="1995208"/>
            <a:ext cx="438150" cy="742950"/>
          </a:xfrm>
          <a:prstGeom prst="line">
            <a:avLst/>
          </a:prstGeom>
          <a:noFill/>
          <a:ln w="3810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</p:cxnSp>
      <p:sp>
        <p:nvSpPr>
          <p:cNvPr id="74" name="椭圆 73"/>
          <p:cNvSpPr/>
          <p:nvPr>
            <p:custDataLst>
              <p:tags r:id="rId27"/>
            </p:custDataLst>
          </p:nvPr>
        </p:nvSpPr>
        <p:spPr>
          <a:xfrm>
            <a:off x="7100570" y="2672080"/>
            <a:ext cx="467995" cy="450215"/>
          </a:xfrm>
          <a:prstGeom prst="ellipse">
            <a:avLst/>
          </a:prstGeom>
          <a:solidFill>
            <a:srgbClr val="CC00F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cxnSp>
        <p:nvCxnSpPr>
          <p:cNvPr id="76" name="直接连接符 75"/>
          <p:cNvCxnSpPr>
            <a:stCxn id="34" idx="6"/>
            <a:endCxn id="46" idx="0"/>
          </p:cNvCxnSpPr>
          <p:nvPr>
            <p:custDataLst>
              <p:tags r:id="rId28"/>
            </p:custDataLst>
          </p:nvPr>
        </p:nvCxnSpPr>
        <p:spPr>
          <a:xfrm>
            <a:off x="6068708" y="1994573"/>
            <a:ext cx="734060" cy="702945"/>
          </a:xfrm>
          <a:prstGeom prst="line">
            <a:avLst/>
          </a:prstGeom>
          <a:noFill/>
          <a:ln w="3810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</p:cxnSp>
      <p:sp>
        <p:nvSpPr>
          <p:cNvPr id="77" name="文本框 76"/>
          <p:cNvSpPr txBox="1"/>
          <p:nvPr>
            <p:custDataLst>
              <p:tags r:id="rId29"/>
            </p:custDataLst>
          </p:nvPr>
        </p:nvSpPr>
        <p:spPr>
          <a:xfrm>
            <a:off x="4726940" y="1131570"/>
            <a:ext cx="400050" cy="4102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lang="en-US" altLang="zh-CN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8" name="文本框 77"/>
          <p:cNvSpPr txBox="1"/>
          <p:nvPr>
            <p:custDataLst>
              <p:tags r:id="rId30"/>
            </p:custDataLst>
          </p:nvPr>
        </p:nvSpPr>
        <p:spPr>
          <a:xfrm>
            <a:off x="6236970" y="1488440"/>
            <a:ext cx="400050" cy="4102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lang="en-US" altLang="zh-CN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9" name="文本框 78"/>
          <p:cNvSpPr txBox="1"/>
          <p:nvPr>
            <p:custDataLst>
              <p:tags r:id="rId31"/>
            </p:custDataLst>
          </p:nvPr>
        </p:nvSpPr>
        <p:spPr>
          <a:xfrm>
            <a:off x="7253605" y="1534795"/>
            <a:ext cx="400050" cy="4102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lang="en-US" altLang="zh-CN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0" name="文本框 79"/>
          <p:cNvSpPr txBox="1"/>
          <p:nvPr>
            <p:custDataLst>
              <p:tags r:id="rId32"/>
            </p:custDataLst>
          </p:nvPr>
        </p:nvSpPr>
        <p:spPr>
          <a:xfrm>
            <a:off x="8805545" y="1136650"/>
            <a:ext cx="400050" cy="4102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lang="en-US" altLang="zh-CN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82" name="直接连接符 81"/>
          <p:cNvCxnSpPr>
            <a:stCxn id="14" idx="3"/>
            <a:endCxn id="83" idx="0"/>
          </p:cNvCxnSpPr>
          <p:nvPr>
            <p:custDataLst>
              <p:tags r:id="rId33"/>
            </p:custDataLst>
          </p:nvPr>
        </p:nvCxnSpPr>
        <p:spPr>
          <a:xfrm flipH="1">
            <a:off x="2980676" y="2132368"/>
            <a:ext cx="405130" cy="565150"/>
          </a:xfrm>
          <a:prstGeom prst="line">
            <a:avLst/>
          </a:prstGeom>
          <a:noFill/>
          <a:ln w="3810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</p:cxnSp>
      <p:sp>
        <p:nvSpPr>
          <p:cNvPr id="83" name="椭圆 82"/>
          <p:cNvSpPr/>
          <p:nvPr>
            <p:custDataLst>
              <p:tags r:id="rId34"/>
            </p:custDataLst>
          </p:nvPr>
        </p:nvSpPr>
        <p:spPr>
          <a:xfrm>
            <a:off x="2746404" y="2697470"/>
            <a:ext cx="468000" cy="468000"/>
          </a:xfrm>
          <a:prstGeom prst="ellipse">
            <a:avLst/>
          </a:prstGeom>
          <a:solidFill>
            <a:srgbClr val="CC00F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cxnSp>
        <p:nvCxnSpPr>
          <p:cNvPr id="84" name="直接连接符 83"/>
          <p:cNvCxnSpPr>
            <a:stCxn id="34" idx="5"/>
            <a:endCxn id="98" idx="0"/>
          </p:cNvCxnSpPr>
          <p:nvPr>
            <p:custDataLst>
              <p:tags r:id="rId35"/>
            </p:custDataLst>
          </p:nvPr>
        </p:nvCxnSpPr>
        <p:spPr>
          <a:xfrm>
            <a:off x="6000101" y="2160308"/>
            <a:ext cx="236220" cy="537210"/>
          </a:xfrm>
          <a:prstGeom prst="line">
            <a:avLst/>
          </a:prstGeom>
          <a:noFill/>
          <a:ln w="3810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</p:cxnSp>
      <p:sp>
        <p:nvSpPr>
          <p:cNvPr id="98" name="椭圆 97"/>
          <p:cNvSpPr/>
          <p:nvPr>
            <p:custDataLst>
              <p:tags r:id="rId36"/>
            </p:custDataLst>
          </p:nvPr>
        </p:nvSpPr>
        <p:spPr>
          <a:xfrm>
            <a:off x="6002076" y="2697470"/>
            <a:ext cx="468000" cy="468000"/>
          </a:xfrm>
          <a:prstGeom prst="ellipse">
            <a:avLst/>
          </a:prstGeom>
          <a:solidFill>
            <a:srgbClr val="CC00F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99" name="文本框 98"/>
          <p:cNvSpPr txBox="1"/>
          <p:nvPr>
            <p:custDataLst>
              <p:tags r:id="rId37"/>
            </p:custDataLst>
          </p:nvPr>
        </p:nvSpPr>
        <p:spPr>
          <a:xfrm>
            <a:off x="4966335" y="2121535"/>
            <a:ext cx="400050" cy="4102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lang="en-US" altLang="zh-CN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0" name="文本框 99"/>
          <p:cNvSpPr txBox="1"/>
          <p:nvPr>
            <p:custDataLst>
              <p:tags r:id="rId38"/>
            </p:custDataLst>
          </p:nvPr>
        </p:nvSpPr>
        <p:spPr>
          <a:xfrm>
            <a:off x="2823210" y="2052955"/>
            <a:ext cx="400050" cy="4102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lang="en-US" altLang="zh-CN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1" name="文本框 100"/>
          <p:cNvSpPr txBox="1"/>
          <p:nvPr>
            <p:custDataLst>
              <p:tags r:id="rId39"/>
            </p:custDataLst>
          </p:nvPr>
        </p:nvSpPr>
        <p:spPr>
          <a:xfrm>
            <a:off x="3551555" y="2213610"/>
            <a:ext cx="400050" cy="4102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lang="en-US" altLang="zh-CN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2" name="文本框 101"/>
          <p:cNvSpPr txBox="1"/>
          <p:nvPr>
            <p:custDataLst>
              <p:tags r:id="rId40"/>
            </p:custDataLst>
          </p:nvPr>
        </p:nvSpPr>
        <p:spPr>
          <a:xfrm>
            <a:off x="6402705" y="2052955"/>
            <a:ext cx="400050" cy="4102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lang="en-US" altLang="zh-CN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3" name="文本框 102"/>
          <p:cNvSpPr txBox="1"/>
          <p:nvPr>
            <p:custDataLst>
              <p:tags r:id="rId41"/>
            </p:custDataLst>
          </p:nvPr>
        </p:nvSpPr>
        <p:spPr>
          <a:xfrm>
            <a:off x="7321550" y="2160905"/>
            <a:ext cx="400050" cy="4102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lang="en-US" altLang="zh-CN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4" name="文本框 103"/>
          <p:cNvSpPr txBox="1"/>
          <p:nvPr>
            <p:custDataLst>
              <p:tags r:id="rId42"/>
            </p:custDataLst>
          </p:nvPr>
        </p:nvSpPr>
        <p:spPr>
          <a:xfrm>
            <a:off x="7653655" y="2228850"/>
            <a:ext cx="400050" cy="4102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lang="en-US" altLang="zh-CN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5" name="文本框 104"/>
          <p:cNvSpPr txBox="1"/>
          <p:nvPr/>
        </p:nvSpPr>
        <p:spPr>
          <a:xfrm>
            <a:off x="8406130" y="2132330"/>
            <a:ext cx="400050" cy="4102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lang="en-US" altLang="zh-CN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6" name="文本框 105"/>
          <p:cNvSpPr txBox="1"/>
          <p:nvPr>
            <p:custDataLst>
              <p:tags r:id="rId43"/>
            </p:custDataLst>
          </p:nvPr>
        </p:nvSpPr>
        <p:spPr>
          <a:xfrm>
            <a:off x="8870315" y="2042160"/>
            <a:ext cx="400050" cy="4102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lang="en-US" altLang="zh-CN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7" name="文本框 106"/>
          <p:cNvSpPr txBox="1"/>
          <p:nvPr>
            <p:custDataLst>
              <p:tags r:id="rId44"/>
            </p:custDataLst>
          </p:nvPr>
        </p:nvSpPr>
        <p:spPr>
          <a:xfrm>
            <a:off x="9827260" y="2121535"/>
            <a:ext cx="400050" cy="4102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lang="en-US" altLang="zh-CN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8" name="文本框 107"/>
          <p:cNvSpPr txBox="1"/>
          <p:nvPr>
            <p:custDataLst>
              <p:tags r:id="rId45"/>
            </p:custDataLst>
          </p:nvPr>
        </p:nvSpPr>
        <p:spPr>
          <a:xfrm>
            <a:off x="10460990" y="2159000"/>
            <a:ext cx="400050" cy="4102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lang="en-US" altLang="zh-CN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9" name="文本框 108"/>
          <p:cNvSpPr txBox="1"/>
          <p:nvPr>
            <p:custDataLst>
              <p:tags r:id="rId46"/>
            </p:custDataLst>
          </p:nvPr>
        </p:nvSpPr>
        <p:spPr>
          <a:xfrm>
            <a:off x="10953750" y="2129790"/>
            <a:ext cx="400050" cy="4102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lang="en-US" altLang="zh-CN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0" name="文本框 109"/>
          <p:cNvSpPr txBox="1"/>
          <p:nvPr/>
        </p:nvSpPr>
        <p:spPr>
          <a:xfrm>
            <a:off x="11459845" y="2042160"/>
            <a:ext cx="400050" cy="4102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lang="en-US" altLang="zh-CN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1" name="文本框 110"/>
          <p:cNvSpPr txBox="1"/>
          <p:nvPr/>
        </p:nvSpPr>
        <p:spPr>
          <a:xfrm>
            <a:off x="2207260" y="1995805"/>
            <a:ext cx="400050" cy="4102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lang="en-US" altLang="zh-CN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2" name="文本框 111"/>
          <p:cNvSpPr txBox="1"/>
          <p:nvPr>
            <p:custDataLst>
              <p:tags r:id="rId47"/>
            </p:custDataLst>
          </p:nvPr>
        </p:nvSpPr>
        <p:spPr>
          <a:xfrm>
            <a:off x="3950335" y="2121535"/>
            <a:ext cx="400050" cy="4102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lang="en-US" altLang="zh-CN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5366441" y="2697470"/>
            <a:ext cx="468000" cy="468000"/>
          </a:xfrm>
          <a:prstGeom prst="ellipse">
            <a:avLst/>
          </a:prstGeom>
          <a:solidFill>
            <a:srgbClr val="CC00F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6" name="椭圆 5"/>
          <p:cNvSpPr/>
          <p:nvPr>
            <p:custDataLst>
              <p:tags r:id="rId48"/>
            </p:custDataLst>
          </p:nvPr>
        </p:nvSpPr>
        <p:spPr>
          <a:xfrm>
            <a:off x="4797454" y="2697470"/>
            <a:ext cx="468000" cy="468000"/>
          </a:xfrm>
          <a:prstGeom prst="ellipse">
            <a:avLst/>
          </a:prstGeom>
          <a:solidFill>
            <a:srgbClr val="CC00F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cxnSp>
        <p:nvCxnSpPr>
          <p:cNvPr id="7" name="直接连接符 6"/>
          <p:cNvCxnSpPr>
            <a:stCxn id="34" idx="2"/>
            <a:endCxn id="6" idx="0"/>
          </p:cNvCxnSpPr>
          <p:nvPr>
            <p:custDataLst>
              <p:tags r:id="rId49"/>
            </p:custDataLst>
          </p:nvPr>
        </p:nvCxnSpPr>
        <p:spPr>
          <a:xfrm flipH="1">
            <a:off x="5031726" y="1995208"/>
            <a:ext cx="568960" cy="702310"/>
          </a:xfrm>
          <a:prstGeom prst="line">
            <a:avLst/>
          </a:prstGeom>
          <a:noFill/>
          <a:ln w="3810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</p:cxnSp>
      <p:sp>
        <p:nvSpPr>
          <p:cNvPr id="8" name="文本框 7"/>
          <p:cNvSpPr txBox="1"/>
          <p:nvPr/>
        </p:nvSpPr>
        <p:spPr>
          <a:xfrm>
            <a:off x="5265420" y="2200910"/>
            <a:ext cx="400050" cy="4102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lang="en-US" altLang="zh-CN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50"/>
            </p:custDataLst>
          </p:nvPr>
        </p:nvSpPr>
        <p:spPr>
          <a:xfrm>
            <a:off x="6069965" y="2287270"/>
            <a:ext cx="400050" cy="4102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lang="en-US" altLang="zh-CN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911860" y="3683000"/>
            <a:ext cx="467995" cy="468630"/>
          </a:xfrm>
          <a:prstGeom prst="ellipse">
            <a:avLst/>
          </a:prstGeom>
          <a:solidFill>
            <a:srgbClr val="CC00F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cxnSp>
        <p:nvCxnSpPr>
          <p:cNvPr id="27" name="直接连接符 26"/>
          <p:cNvCxnSpPr>
            <a:stCxn id="41" idx="2"/>
            <a:endCxn id="21" idx="0"/>
          </p:cNvCxnSpPr>
          <p:nvPr/>
        </p:nvCxnSpPr>
        <p:spPr>
          <a:xfrm flipH="1">
            <a:off x="1146161" y="2905798"/>
            <a:ext cx="593090" cy="777240"/>
          </a:xfrm>
          <a:prstGeom prst="line">
            <a:avLst/>
          </a:prstGeom>
          <a:noFill/>
          <a:ln w="3810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</p:cxnSp>
      <p:sp>
        <p:nvSpPr>
          <p:cNvPr id="28" name="椭圆 27"/>
          <p:cNvSpPr/>
          <p:nvPr/>
        </p:nvSpPr>
        <p:spPr>
          <a:xfrm>
            <a:off x="1464974" y="3683625"/>
            <a:ext cx="468000" cy="468000"/>
          </a:xfrm>
          <a:prstGeom prst="ellipse">
            <a:avLst/>
          </a:prstGeom>
          <a:solidFill>
            <a:srgbClr val="CC00F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cxnSp>
        <p:nvCxnSpPr>
          <p:cNvPr id="29" name="直接连接符 28"/>
          <p:cNvCxnSpPr/>
          <p:nvPr/>
        </p:nvCxnSpPr>
        <p:spPr>
          <a:xfrm flipH="1">
            <a:off x="1699246" y="3071533"/>
            <a:ext cx="108585" cy="612140"/>
          </a:xfrm>
          <a:prstGeom prst="line">
            <a:avLst/>
          </a:prstGeom>
          <a:noFill/>
          <a:ln w="3810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</p:cxnSp>
      <p:sp>
        <p:nvSpPr>
          <p:cNvPr id="30" name="椭圆 29"/>
          <p:cNvSpPr/>
          <p:nvPr/>
        </p:nvSpPr>
        <p:spPr>
          <a:xfrm>
            <a:off x="1974244" y="3682990"/>
            <a:ext cx="468000" cy="468000"/>
          </a:xfrm>
          <a:prstGeom prst="ellipse">
            <a:avLst/>
          </a:prstGeom>
          <a:solidFill>
            <a:srgbClr val="CC00F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cxnSp>
        <p:nvCxnSpPr>
          <p:cNvPr id="31" name="直接连接符 30"/>
          <p:cNvCxnSpPr/>
          <p:nvPr/>
        </p:nvCxnSpPr>
        <p:spPr>
          <a:xfrm>
            <a:off x="2138666" y="3071533"/>
            <a:ext cx="60325" cy="624205"/>
          </a:xfrm>
          <a:prstGeom prst="line">
            <a:avLst/>
          </a:prstGeom>
          <a:noFill/>
          <a:ln w="3810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</p:cxnSp>
      <p:sp>
        <p:nvSpPr>
          <p:cNvPr id="32" name="椭圆 31"/>
          <p:cNvSpPr/>
          <p:nvPr/>
        </p:nvSpPr>
        <p:spPr>
          <a:xfrm>
            <a:off x="2442874" y="3695690"/>
            <a:ext cx="468000" cy="468000"/>
          </a:xfrm>
          <a:prstGeom prst="ellipse">
            <a:avLst/>
          </a:prstGeom>
          <a:solidFill>
            <a:srgbClr val="CC00F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cxnSp>
        <p:nvCxnSpPr>
          <p:cNvPr id="33" name="直接连接符 32"/>
          <p:cNvCxnSpPr>
            <a:stCxn id="41" idx="6"/>
            <a:endCxn id="32" idx="0"/>
          </p:cNvCxnSpPr>
          <p:nvPr/>
        </p:nvCxnSpPr>
        <p:spPr>
          <a:xfrm>
            <a:off x="2207246" y="2905798"/>
            <a:ext cx="469900" cy="789940"/>
          </a:xfrm>
          <a:prstGeom prst="line">
            <a:avLst/>
          </a:prstGeom>
          <a:noFill/>
          <a:ln w="3810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</p:cxnSp>
      <p:graphicFrame>
        <p:nvGraphicFramePr>
          <p:cNvPr id="90" name="表格 89"/>
          <p:cNvGraphicFramePr/>
          <p:nvPr>
            <p:custDataLst>
              <p:tags r:id="rId51"/>
            </p:custDataLst>
          </p:nvPr>
        </p:nvGraphicFramePr>
        <p:xfrm>
          <a:off x="878840" y="4432300"/>
          <a:ext cx="2928620" cy="2291080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732155"/>
                <a:gridCol w="732155"/>
                <a:gridCol w="732155"/>
                <a:gridCol w="732155"/>
              </a:tblGrid>
              <a:tr h="5727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5727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5727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5727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91" name="文本框 90"/>
          <p:cNvSpPr txBox="1"/>
          <p:nvPr>
            <p:custDataLst>
              <p:tags r:id="rId52"/>
            </p:custDataLst>
          </p:nvPr>
        </p:nvSpPr>
        <p:spPr>
          <a:xfrm>
            <a:off x="5515610" y="339725"/>
            <a:ext cx="6678295" cy="4318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000" b="1">
                <a:solidFill>
                  <a:srgbClr val="249087"/>
                </a:solidFill>
              </a:rPr>
              <a:t>约束条件：</a:t>
            </a:r>
            <a:r>
              <a:rPr lang="zh-CN" altLang="en-US" sz="2000" b="1">
                <a:solidFill>
                  <a:schemeClr val="tx1"/>
                </a:solidFill>
              </a:rPr>
              <a:t>两两皇后不能在</a:t>
            </a:r>
            <a:r>
              <a:rPr lang="zh-CN" altLang="en-US" sz="2000" b="1">
                <a:solidFill>
                  <a:srgbClr val="FF0000"/>
                </a:solidFill>
              </a:rPr>
              <a:t>同一行</a:t>
            </a:r>
            <a:r>
              <a:rPr lang="zh-CN" altLang="en-US" sz="2000" b="1">
                <a:solidFill>
                  <a:schemeClr val="tx1"/>
                </a:solidFill>
              </a:rPr>
              <a:t>、</a:t>
            </a:r>
            <a:r>
              <a:rPr lang="zh-CN" altLang="en-US" sz="2000" b="1">
                <a:solidFill>
                  <a:srgbClr val="FF0000"/>
                </a:solidFill>
              </a:rPr>
              <a:t>同一列</a:t>
            </a:r>
            <a:r>
              <a:rPr lang="zh-CN" altLang="en-US" sz="2000" b="1">
                <a:solidFill>
                  <a:schemeClr val="tx1"/>
                </a:solidFill>
              </a:rPr>
              <a:t>、</a:t>
            </a:r>
            <a:r>
              <a:rPr lang="zh-CN" altLang="en-US" sz="2000" b="1">
                <a:solidFill>
                  <a:srgbClr val="FF0000"/>
                </a:solidFill>
              </a:rPr>
              <a:t>同一斜线</a:t>
            </a:r>
            <a:endParaRPr lang="zh-CN" altLang="en-US" sz="2000" b="1">
              <a:solidFill>
                <a:srgbClr val="FF0000"/>
              </a:solidFill>
            </a:endParaRPr>
          </a:p>
        </p:txBody>
      </p:sp>
      <p:sp>
        <p:nvSpPr>
          <p:cNvPr id="92" name="矩形: 圆角 61"/>
          <p:cNvSpPr/>
          <p:nvPr/>
        </p:nvSpPr>
        <p:spPr>
          <a:xfrm>
            <a:off x="911860" y="4432300"/>
            <a:ext cx="2873375" cy="592455"/>
          </a:xfrm>
          <a:prstGeom prst="roundRect">
            <a:avLst>
              <a:gd name="adj" fmla="val 10383"/>
            </a:avLst>
          </a:prstGeom>
          <a:solidFill>
            <a:schemeClr val="accent2">
              <a:lumMod val="75000"/>
              <a:alpha val="21000"/>
            </a:schemeClr>
          </a:solidFill>
          <a:ln>
            <a:solidFill>
              <a:schemeClr val="accent2">
                <a:lumMod val="75000"/>
                <a:alpha val="3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3" name="矩形: 圆角 58"/>
          <p:cNvSpPr/>
          <p:nvPr/>
        </p:nvSpPr>
        <p:spPr>
          <a:xfrm>
            <a:off x="878840" y="5024755"/>
            <a:ext cx="2906395" cy="549910"/>
          </a:xfrm>
          <a:prstGeom prst="roundRect">
            <a:avLst>
              <a:gd name="adj" fmla="val 2084"/>
            </a:avLst>
          </a:prstGeom>
          <a:solidFill>
            <a:srgbClr val="B50988">
              <a:alpha val="21000"/>
            </a:srgbClr>
          </a:solidFill>
          <a:ln>
            <a:solidFill>
              <a:srgbClr val="B50988">
                <a:alpha val="3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4" name="文本框 93"/>
          <p:cNvSpPr txBox="1"/>
          <p:nvPr>
            <p:custDataLst>
              <p:tags r:id="rId53"/>
            </p:custDataLst>
          </p:nvPr>
        </p:nvSpPr>
        <p:spPr>
          <a:xfrm>
            <a:off x="107315" y="1078230"/>
            <a:ext cx="626110" cy="4102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号</a:t>
            </a:r>
            <a:endParaRPr lang="zh-CN" altLang="en-US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6" name="文本框 95"/>
          <p:cNvSpPr txBox="1"/>
          <p:nvPr>
            <p:custDataLst>
              <p:tags r:id="rId54"/>
            </p:custDataLst>
          </p:nvPr>
        </p:nvSpPr>
        <p:spPr>
          <a:xfrm>
            <a:off x="107315" y="1830070"/>
            <a:ext cx="626110" cy="4102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号</a:t>
            </a:r>
            <a:endParaRPr lang="zh-CN" altLang="en-US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3" name="文本框 112"/>
          <p:cNvSpPr txBox="1"/>
          <p:nvPr>
            <p:custDataLst>
              <p:tags r:id="rId55"/>
            </p:custDataLst>
          </p:nvPr>
        </p:nvSpPr>
        <p:spPr>
          <a:xfrm>
            <a:off x="107315" y="2672080"/>
            <a:ext cx="626110" cy="4102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号</a:t>
            </a:r>
            <a:endParaRPr lang="zh-CN" altLang="en-US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4" name="文本框 113"/>
          <p:cNvSpPr txBox="1"/>
          <p:nvPr>
            <p:custDataLst>
              <p:tags r:id="rId56"/>
            </p:custDataLst>
          </p:nvPr>
        </p:nvSpPr>
        <p:spPr>
          <a:xfrm>
            <a:off x="107315" y="3683000"/>
            <a:ext cx="626110" cy="4102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号</a:t>
            </a:r>
            <a:endParaRPr lang="zh-CN" altLang="en-US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5" name="矩形: 圆角 217"/>
          <p:cNvSpPr/>
          <p:nvPr/>
        </p:nvSpPr>
        <p:spPr>
          <a:xfrm>
            <a:off x="878840" y="5574665"/>
            <a:ext cx="2906395" cy="567055"/>
          </a:xfrm>
          <a:prstGeom prst="roundRect">
            <a:avLst>
              <a:gd name="adj" fmla="val 6672"/>
            </a:avLst>
          </a:prstGeom>
          <a:solidFill>
            <a:srgbClr val="01A48D">
              <a:alpha val="21000"/>
            </a:srgbClr>
          </a:solidFill>
          <a:ln>
            <a:solidFill>
              <a:srgbClr val="01A48D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6" name="矩形: 圆角 61"/>
          <p:cNvSpPr/>
          <p:nvPr/>
        </p:nvSpPr>
        <p:spPr>
          <a:xfrm>
            <a:off x="878840" y="6141720"/>
            <a:ext cx="2929255" cy="579755"/>
          </a:xfrm>
          <a:prstGeom prst="roundRect">
            <a:avLst>
              <a:gd name="adj" fmla="val 10383"/>
            </a:avLst>
          </a:prstGeom>
          <a:solidFill>
            <a:schemeClr val="accent2">
              <a:lumMod val="75000"/>
              <a:alpha val="21000"/>
            </a:schemeClr>
          </a:solidFill>
          <a:ln>
            <a:solidFill>
              <a:schemeClr val="accent2">
                <a:lumMod val="75000"/>
                <a:alpha val="3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" grpId="0"/>
      <p:bldP spid="41" grpId="0" animBg="1"/>
      <p:bldP spid="111" grpId="0"/>
      <p:bldP spid="21" grpId="0" animBg="1"/>
      <p:bldP spid="28" grpId="0" animBg="1"/>
      <p:bldP spid="30" grpId="0" animBg="1"/>
      <p:bldP spid="32" grpId="0" animBg="1"/>
      <p:bldP spid="8" grpId="0"/>
      <p:bldP spid="4" grpId="0" animBg="1"/>
      <p:bldP spid="105" grpId="0"/>
      <p:bldP spid="70" grpId="0" animBg="1"/>
      <p:bldP spid="110" grpId="0"/>
      <p:bldP spid="50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" name="矩形: 圆角 58"/>
          <p:cNvSpPr/>
          <p:nvPr/>
        </p:nvSpPr>
        <p:spPr>
          <a:xfrm>
            <a:off x="861695" y="4330700"/>
            <a:ext cx="11332210" cy="981710"/>
          </a:xfrm>
          <a:prstGeom prst="roundRect">
            <a:avLst>
              <a:gd name="adj" fmla="val 2084"/>
            </a:avLst>
          </a:prstGeom>
          <a:solidFill>
            <a:srgbClr val="B50988">
              <a:alpha val="21000"/>
            </a:srgbClr>
          </a:solidFill>
          <a:ln>
            <a:solidFill>
              <a:srgbClr val="B50988">
                <a:alpha val="3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9" name="矩形: 圆角 61"/>
          <p:cNvSpPr/>
          <p:nvPr/>
        </p:nvSpPr>
        <p:spPr>
          <a:xfrm>
            <a:off x="861060" y="3275965"/>
            <a:ext cx="11330940" cy="1054735"/>
          </a:xfrm>
          <a:prstGeom prst="roundRect">
            <a:avLst>
              <a:gd name="adj" fmla="val 10383"/>
            </a:avLst>
          </a:prstGeom>
          <a:solidFill>
            <a:schemeClr val="accent2">
              <a:lumMod val="75000"/>
              <a:alpha val="21000"/>
            </a:schemeClr>
          </a:solidFill>
          <a:ln>
            <a:solidFill>
              <a:schemeClr val="accent2">
                <a:lumMod val="75000"/>
                <a:alpha val="3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8" name="矩形: 圆角 217"/>
          <p:cNvSpPr/>
          <p:nvPr/>
        </p:nvSpPr>
        <p:spPr>
          <a:xfrm>
            <a:off x="861060" y="2463165"/>
            <a:ext cx="11330305" cy="812800"/>
          </a:xfrm>
          <a:prstGeom prst="roundRect">
            <a:avLst>
              <a:gd name="adj" fmla="val 6672"/>
            </a:avLst>
          </a:prstGeom>
          <a:solidFill>
            <a:srgbClr val="01A48D">
              <a:alpha val="21000"/>
            </a:srgbClr>
          </a:solidFill>
          <a:ln>
            <a:solidFill>
              <a:srgbClr val="01A48D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矩形: 圆角 58"/>
          <p:cNvSpPr/>
          <p:nvPr/>
        </p:nvSpPr>
        <p:spPr>
          <a:xfrm>
            <a:off x="861695" y="1645920"/>
            <a:ext cx="11332210" cy="806450"/>
          </a:xfrm>
          <a:prstGeom prst="roundRect">
            <a:avLst>
              <a:gd name="adj" fmla="val 2084"/>
            </a:avLst>
          </a:prstGeom>
          <a:solidFill>
            <a:srgbClr val="B50988">
              <a:alpha val="21000"/>
            </a:srgbClr>
          </a:solidFill>
          <a:ln>
            <a:solidFill>
              <a:srgbClr val="B50988">
                <a:alpha val="3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2" name="矩形: 圆角 61"/>
          <p:cNvSpPr/>
          <p:nvPr/>
        </p:nvSpPr>
        <p:spPr>
          <a:xfrm>
            <a:off x="862965" y="950595"/>
            <a:ext cx="11330940" cy="695325"/>
          </a:xfrm>
          <a:prstGeom prst="roundRect">
            <a:avLst>
              <a:gd name="adj" fmla="val 10383"/>
            </a:avLst>
          </a:prstGeom>
          <a:solidFill>
            <a:schemeClr val="accent2">
              <a:lumMod val="75000"/>
              <a:alpha val="21000"/>
            </a:schemeClr>
          </a:solidFill>
          <a:ln>
            <a:solidFill>
              <a:schemeClr val="accent2">
                <a:lumMod val="75000"/>
                <a:alpha val="3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1379855" y="64935"/>
            <a:ext cx="2487295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4000" b="1" dirty="0">
                <a:solidFill>
                  <a:schemeClr val="accent1">
                    <a:lumMod val="75000"/>
                  </a:schemeClr>
                </a:solidFill>
              </a:rPr>
              <a:t>n</a:t>
            </a:r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皇后</a:t>
            </a:r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问题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57" name="椭圆 56"/>
          <p:cNvSpPr/>
          <p:nvPr>
            <p:custDataLst>
              <p:tags r:id="rId2"/>
            </p:custDataLst>
          </p:nvPr>
        </p:nvSpPr>
        <p:spPr>
          <a:xfrm>
            <a:off x="6637076" y="1020731"/>
            <a:ext cx="468000" cy="468000"/>
          </a:xfrm>
          <a:prstGeom prst="ellipse">
            <a:avLst/>
          </a:prstGeom>
          <a:solidFill>
            <a:srgbClr val="CC00F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14" name="椭圆 13"/>
          <p:cNvSpPr/>
          <p:nvPr>
            <p:custDataLst>
              <p:tags r:id="rId3"/>
            </p:custDataLst>
          </p:nvPr>
        </p:nvSpPr>
        <p:spPr>
          <a:xfrm>
            <a:off x="2355244" y="1819265"/>
            <a:ext cx="468000" cy="468000"/>
          </a:xfrm>
          <a:prstGeom prst="ellipse">
            <a:avLst/>
          </a:prstGeom>
          <a:solidFill>
            <a:srgbClr val="CC00F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cxnSp>
        <p:nvCxnSpPr>
          <p:cNvPr id="17" name="直接连接符 16"/>
          <p:cNvCxnSpPr>
            <a:stCxn id="57" idx="3"/>
            <a:endCxn id="34" idx="0"/>
          </p:cNvCxnSpPr>
          <p:nvPr>
            <p:custDataLst>
              <p:tags r:id="rId4"/>
            </p:custDataLst>
          </p:nvPr>
        </p:nvCxnSpPr>
        <p:spPr>
          <a:xfrm flipH="1">
            <a:off x="4893387" y="1419898"/>
            <a:ext cx="1812290" cy="399415"/>
          </a:xfrm>
          <a:prstGeom prst="line">
            <a:avLst/>
          </a:prstGeom>
          <a:noFill/>
          <a:ln w="3810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</p:cxnSp>
      <p:sp>
        <p:nvSpPr>
          <p:cNvPr id="95" name="椭圆 94"/>
          <p:cNvSpPr/>
          <p:nvPr>
            <p:custDataLst>
              <p:tags r:id="rId5"/>
            </p:custDataLst>
          </p:nvPr>
        </p:nvSpPr>
        <p:spPr>
          <a:xfrm>
            <a:off x="10227366" y="1761480"/>
            <a:ext cx="468000" cy="468000"/>
          </a:xfrm>
          <a:prstGeom prst="ellipse">
            <a:avLst/>
          </a:prstGeom>
          <a:solidFill>
            <a:srgbClr val="CC00F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cxnSp>
        <p:nvCxnSpPr>
          <p:cNvPr id="97" name="直接连接符 96"/>
          <p:cNvCxnSpPr>
            <a:stCxn id="95" idx="5"/>
            <a:endCxn id="51" idx="0"/>
          </p:cNvCxnSpPr>
          <p:nvPr>
            <p:custDataLst>
              <p:tags r:id="rId6"/>
            </p:custDataLst>
          </p:nvPr>
        </p:nvCxnSpPr>
        <p:spPr>
          <a:xfrm>
            <a:off x="10626738" y="2160943"/>
            <a:ext cx="666115" cy="478155"/>
          </a:xfrm>
          <a:prstGeom prst="line">
            <a:avLst/>
          </a:prstGeom>
          <a:noFill/>
          <a:ln w="3810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</p:cxnSp>
      <p:cxnSp>
        <p:nvCxnSpPr>
          <p:cNvPr id="25" name="直接连接符 24"/>
          <p:cNvCxnSpPr>
            <a:stCxn id="57" idx="2"/>
            <a:endCxn id="14" idx="7"/>
          </p:cNvCxnSpPr>
          <p:nvPr>
            <p:custDataLst>
              <p:tags r:id="rId7"/>
            </p:custDataLst>
          </p:nvPr>
        </p:nvCxnSpPr>
        <p:spPr>
          <a:xfrm flipH="1">
            <a:off x="2754686" y="1254731"/>
            <a:ext cx="3882390" cy="633095"/>
          </a:xfrm>
          <a:prstGeom prst="line">
            <a:avLst/>
          </a:prstGeom>
          <a:noFill/>
          <a:ln w="3810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</p:cxnSp>
      <p:cxnSp>
        <p:nvCxnSpPr>
          <p:cNvPr id="26" name="直接连接符 25"/>
          <p:cNvCxnSpPr>
            <a:endCxn id="95" idx="1"/>
          </p:cNvCxnSpPr>
          <p:nvPr>
            <p:custDataLst>
              <p:tags r:id="rId8"/>
            </p:custDataLst>
          </p:nvPr>
        </p:nvCxnSpPr>
        <p:spPr>
          <a:xfrm>
            <a:off x="7105076" y="1254731"/>
            <a:ext cx="3190875" cy="575310"/>
          </a:xfrm>
          <a:prstGeom prst="line">
            <a:avLst/>
          </a:prstGeom>
          <a:noFill/>
          <a:ln w="3810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</p:cxnSp>
      <p:sp>
        <p:nvSpPr>
          <p:cNvPr id="34" name="椭圆 33"/>
          <p:cNvSpPr/>
          <p:nvPr>
            <p:custDataLst>
              <p:tags r:id="rId9"/>
            </p:custDataLst>
          </p:nvPr>
        </p:nvSpPr>
        <p:spPr>
          <a:xfrm>
            <a:off x="4659024" y="1819265"/>
            <a:ext cx="468000" cy="468000"/>
          </a:xfrm>
          <a:prstGeom prst="ellipse">
            <a:avLst/>
          </a:prstGeom>
          <a:solidFill>
            <a:srgbClr val="CC00F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38" name="椭圆 37"/>
          <p:cNvSpPr/>
          <p:nvPr>
            <p:custDataLst>
              <p:tags r:id="rId10"/>
            </p:custDataLst>
          </p:nvPr>
        </p:nvSpPr>
        <p:spPr>
          <a:xfrm>
            <a:off x="7938135" y="1761490"/>
            <a:ext cx="467995" cy="467360"/>
          </a:xfrm>
          <a:prstGeom prst="ellipse">
            <a:avLst/>
          </a:prstGeom>
          <a:solidFill>
            <a:srgbClr val="CC00F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cxnSp>
        <p:nvCxnSpPr>
          <p:cNvPr id="39" name="直接连接符 38"/>
          <p:cNvCxnSpPr>
            <a:stCxn id="57" idx="5"/>
            <a:endCxn id="38" idx="1"/>
          </p:cNvCxnSpPr>
          <p:nvPr>
            <p:custDataLst>
              <p:tags r:id="rId11"/>
            </p:custDataLst>
          </p:nvPr>
        </p:nvCxnSpPr>
        <p:spPr>
          <a:xfrm>
            <a:off x="7036512" y="1419898"/>
            <a:ext cx="970280" cy="410210"/>
          </a:xfrm>
          <a:prstGeom prst="line">
            <a:avLst/>
          </a:prstGeom>
          <a:noFill/>
          <a:ln w="3810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</p:cxnSp>
      <p:sp>
        <p:nvSpPr>
          <p:cNvPr id="42" name="椭圆 41"/>
          <p:cNvSpPr/>
          <p:nvPr>
            <p:custDataLst>
              <p:tags r:id="rId12"/>
            </p:custDataLst>
          </p:nvPr>
        </p:nvSpPr>
        <p:spPr>
          <a:xfrm>
            <a:off x="2355244" y="2738110"/>
            <a:ext cx="468000" cy="468000"/>
          </a:xfrm>
          <a:prstGeom prst="ellipse">
            <a:avLst/>
          </a:prstGeom>
          <a:solidFill>
            <a:srgbClr val="CC00F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cxnSp>
        <p:nvCxnSpPr>
          <p:cNvPr id="45" name="直接连接符 44"/>
          <p:cNvCxnSpPr/>
          <p:nvPr>
            <p:custDataLst>
              <p:tags r:id="rId13"/>
            </p:custDataLst>
          </p:nvPr>
        </p:nvCxnSpPr>
        <p:spPr>
          <a:xfrm>
            <a:off x="2589516" y="2287308"/>
            <a:ext cx="0" cy="450850"/>
          </a:xfrm>
          <a:prstGeom prst="line">
            <a:avLst/>
          </a:prstGeom>
          <a:noFill/>
          <a:ln w="3810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</p:cxnSp>
      <p:sp>
        <p:nvSpPr>
          <p:cNvPr id="46" name="椭圆 45"/>
          <p:cNvSpPr/>
          <p:nvPr>
            <p:custDataLst>
              <p:tags r:id="rId14"/>
            </p:custDataLst>
          </p:nvPr>
        </p:nvSpPr>
        <p:spPr>
          <a:xfrm>
            <a:off x="5334029" y="2738110"/>
            <a:ext cx="468000" cy="468000"/>
          </a:xfrm>
          <a:prstGeom prst="ellipse">
            <a:avLst/>
          </a:prstGeom>
          <a:solidFill>
            <a:srgbClr val="CC00F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48" name="椭圆 47"/>
          <p:cNvSpPr/>
          <p:nvPr>
            <p:custDataLst>
              <p:tags r:id="rId15"/>
            </p:custDataLst>
          </p:nvPr>
        </p:nvSpPr>
        <p:spPr>
          <a:xfrm>
            <a:off x="3083589" y="2697470"/>
            <a:ext cx="468000" cy="468000"/>
          </a:xfrm>
          <a:prstGeom prst="ellipse">
            <a:avLst/>
          </a:prstGeom>
          <a:solidFill>
            <a:srgbClr val="CC00F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cxnSp>
        <p:nvCxnSpPr>
          <p:cNvPr id="49" name="直接连接符 48"/>
          <p:cNvCxnSpPr/>
          <p:nvPr>
            <p:custDataLst>
              <p:tags r:id="rId16"/>
            </p:custDataLst>
          </p:nvPr>
        </p:nvCxnSpPr>
        <p:spPr>
          <a:xfrm>
            <a:off x="2823196" y="2053628"/>
            <a:ext cx="328930" cy="712470"/>
          </a:xfrm>
          <a:prstGeom prst="line">
            <a:avLst/>
          </a:prstGeom>
          <a:noFill/>
          <a:ln w="3810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</p:cxnSp>
      <p:sp>
        <p:nvSpPr>
          <p:cNvPr id="51" name="椭圆 50"/>
          <p:cNvSpPr/>
          <p:nvPr>
            <p:custDataLst>
              <p:tags r:id="rId17"/>
            </p:custDataLst>
          </p:nvPr>
        </p:nvSpPr>
        <p:spPr>
          <a:xfrm>
            <a:off x="11058581" y="2639050"/>
            <a:ext cx="468000" cy="468000"/>
          </a:xfrm>
          <a:prstGeom prst="ellipse">
            <a:avLst/>
          </a:prstGeom>
          <a:solidFill>
            <a:srgbClr val="CC00F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cxnSp>
        <p:nvCxnSpPr>
          <p:cNvPr id="52" name="直接连接符 51"/>
          <p:cNvCxnSpPr>
            <a:stCxn id="95" idx="4"/>
            <a:endCxn id="53" idx="0"/>
          </p:cNvCxnSpPr>
          <p:nvPr>
            <p:custDataLst>
              <p:tags r:id="rId18"/>
            </p:custDataLst>
          </p:nvPr>
        </p:nvCxnSpPr>
        <p:spPr>
          <a:xfrm>
            <a:off x="10461638" y="2229523"/>
            <a:ext cx="165735" cy="409575"/>
          </a:xfrm>
          <a:prstGeom prst="line">
            <a:avLst/>
          </a:prstGeom>
          <a:noFill/>
          <a:ln w="3810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</p:cxnSp>
      <p:sp>
        <p:nvSpPr>
          <p:cNvPr id="53" name="椭圆 52"/>
          <p:cNvSpPr/>
          <p:nvPr>
            <p:custDataLst>
              <p:tags r:id="rId19"/>
            </p:custDataLst>
          </p:nvPr>
        </p:nvSpPr>
        <p:spPr>
          <a:xfrm>
            <a:off x="10393101" y="2639050"/>
            <a:ext cx="468000" cy="468000"/>
          </a:xfrm>
          <a:prstGeom prst="ellipse">
            <a:avLst/>
          </a:prstGeom>
          <a:solidFill>
            <a:srgbClr val="CC00F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cxnSp>
        <p:nvCxnSpPr>
          <p:cNvPr id="54" name="直接连接符 53"/>
          <p:cNvCxnSpPr>
            <a:stCxn id="95" idx="3"/>
            <a:endCxn id="55" idx="0"/>
          </p:cNvCxnSpPr>
          <p:nvPr>
            <p:custDataLst>
              <p:tags r:id="rId20"/>
            </p:custDataLst>
          </p:nvPr>
        </p:nvCxnSpPr>
        <p:spPr>
          <a:xfrm flipH="1">
            <a:off x="9993643" y="2160943"/>
            <a:ext cx="302260" cy="478155"/>
          </a:xfrm>
          <a:prstGeom prst="line">
            <a:avLst/>
          </a:prstGeom>
          <a:noFill/>
          <a:ln w="3810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</p:cxnSp>
      <p:sp>
        <p:nvSpPr>
          <p:cNvPr id="55" name="椭圆 54"/>
          <p:cNvSpPr/>
          <p:nvPr>
            <p:custDataLst>
              <p:tags r:id="rId21"/>
            </p:custDataLst>
          </p:nvPr>
        </p:nvSpPr>
        <p:spPr>
          <a:xfrm>
            <a:off x="9759371" y="2639050"/>
            <a:ext cx="468000" cy="468000"/>
          </a:xfrm>
          <a:prstGeom prst="ellipse">
            <a:avLst/>
          </a:prstGeom>
          <a:solidFill>
            <a:srgbClr val="CC00F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cxnSp>
        <p:nvCxnSpPr>
          <p:cNvPr id="56" name="直接连接符 55"/>
          <p:cNvCxnSpPr>
            <a:stCxn id="38" idx="6"/>
            <a:endCxn id="68" idx="0"/>
          </p:cNvCxnSpPr>
          <p:nvPr>
            <p:custDataLst>
              <p:tags r:id="rId22"/>
            </p:custDataLst>
          </p:nvPr>
        </p:nvCxnSpPr>
        <p:spPr>
          <a:xfrm>
            <a:off x="8406143" y="1995208"/>
            <a:ext cx="864235" cy="643890"/>
          </a:xfrm>
          <a:prstGeom prst="line">
            <a:avLst/>
          </a:prstGeom>
          <a:noFill/>
          <a:ln w="3810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</p:cxnSp>
      <p:sp>
        <p:nvSpPr>
          <p:cNvPr id="68" name="椭圆 67"/>
          <p:cNvSpPr/>
          <p:nvPr>
            <p:custDataLst>
              <p:tags r:id="rId23"/>
            </p:custDataLst>
          </p:nvPr>
        </p:nvSpPr>
        <p:spPr>
          <a:xfrm>
            <a:off x="9036106" y="2639050"/>
            <a:ext cx="468000" cy="468000"/>
          </a:xfrm>
          <a:prstGeom prst="ellipse">
            <a:avLst/>
          </a:prstGeom>
          <a:solidFill>
            <a:srgbClr val="CC00F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cxnSp>
        <p:nvCxnSpPr>
          <p:cNvPr id="71" name="直接连接符 70"/>
          <p:cNvCxnSpPr>
            <a:stCxn id="38" idx="3"/>
            <a:endCxn id="72" idx="0"/>
          </p:cNvCxnSpPr>
          <p:nvPr>
            <p:custDataLst>
              <p:tags r:id="rId24"/>
            </p:custDataLst>
          </p:nvPr>
        </p:nvCxnSpPr>
        <p:spPr>
          <a:xfrm>
            <a:off x="8006728" y="2160308"/>
            <a:ext cx="46990" cy="511810"/>
          </a:xfrm>
          <a:prstGeom prst="line">
            <a:avLst/>
          </a:prstGeom>
          <a:noFill/>
          <a:ln w="3810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</p:cxnSp>
      <p:sp>
        <p:nvSpPr>
          <p:cNvPr id="72" name="椭圆 71"/>
          <p:cNvSpPr/>
          <p:nvPr>
            <p:custDataLst>
              <p:tags r:id="rId25"/>
            </p:custDataLst>
          </p:nvPr>
        </p:nvSpPr>
        <p:spPr>
          <a:xfrm>
            <a:off x="7819446" y="2672070"/>
            <a:ext cx="468000" cy="468000"/>
          </a:xfrm>
          <a:prstGeom prst="ellipse">
            <a:avLst/>
          </a:prstGeom>
          <a:solidFill>
            <a:srgbClr val="CC00F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cxnSp>
        <p:nvCxnSpPr>
          <p:cNvPr id="73" name="直接连接符 72"/>
          <p:cNvCxnSpPr>
            <a:stCxn id="38" idx="2"/>
            <a:endCxn id="74" idx="7"/>
          </p:cNvCxnSpPr>
          <p:nvPr>
            <p:custDataLst>
              <p:tags r:id="rId26"/>
            </p:custDataLst>
          </p:nvPr>
        </p:nvCxnSpPr>
        <p:spPr>
          <a:xfrm flipH="1">
            <a:off x="7499998" y="1995208"/>
            <a:ext cx="438150" cy="742950"/>
          </a:xfrm>
          <a:prstGeom prst="line">
            <a:avLst/>
          </a:prstGeom>
          <a:noFill/>
          <a:ln w="3810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</p:cxnSp>
      <p:sp>
        <p:nvSpPr>
          <p:cNvPr id="74" name="椭圆 73"/>
          <p:cNvSpPr/>
          <p:nvPr>
            <p:custDataLst>
              <p:tags r:id="rId27"/>
            </p:custDataLst>
          </p:nvPr>
        </p:nvSpPr>
        <p:spPr>
          <a:xfrm>
            <a:off x="7100570" y="2672080"/>
            <a:ext cx="467995" cy="450215"/>
          </a:xfrm>
          <a:prstGeom prst="ellipse">
            <a:avLst/>
          </a:prstGeom>
          <a:solidFill>
            <a:srgbClr val="CC00F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cxnSp>
        <p:nvCxnSpPr>
          <p:cNvPr id="76" name="直接连接符 75"/>
          <p:cNvCxnSpPr>
            <a:stCxn id="34" idx="6"/>
            <a:endCxn id="46" idx="0"/>
          </p:cNvCxnSpPr>
          <p:nvPr>
            <p:custDataLst>
              <p:tags r:id="rId28"/>
            </p:custDataLst>
          </p:nvPr>
        </p:nvCxnSpPr>
        <p:spPr>
          <a:xfrm>
            <a:off x="5127003" y="2053628"/>
            <a:ext cx="441325" cy="684530"/>
          </a:xfrm>
          <a:prstGeom prst="line">
            <a:avLst/>
          </a:prstGeom>
          <a:noFill/>
          <a:ln w="3810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</p:cxnSp>
      <p:sp>
        <p:nvSpPr>
          <p:cNvPr id="77" name="文本框 76"/>
          <p:cNvSpPr txBox="1"/>
          <p:nvPr>
            <p:custDataLst>
              <p:tags r:id="rId29"/>
            </p:custDataLst>
          </p:nvPr>
        </p:nvSpPr>
        <p:spPr>
          <a:xfrm>
            <a:off x="4726940" y="1131570"/>
            <a:ext cx="400050" cy="4102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lang="en-US" altLang="zh-CN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8" name="文本框 77"/>
          <p:cNvSpPr txBox="1"/>
          <p:nvPr>
            <p:custDataLst>
              <p:tags r:id="rId30"/>
            </p:custDataLst>
          </p:nvPr>
        </p:nvSpPr>
        <p:spPr>
          <a:xfrm>
            <a:off x="6236970" y="1488440"/>
            <a:ext cx="400050" cy="4102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lang="en-US" altLang="zh-CN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9" name="文本框 78"/>
          <p:cNvSpPr txBox="1"/>
          <p:nvPr>
            <p:custDataLst>
              <p:tags r:id="rId31"/>
            </p:custDataLst>
          </p:nvPr>
        </p:nvSpPr>
        <p:spPr>
          <a:xfrm>
            <a:off x="7253605" y="1534795"/>
            <a:ext cx="400050" cy="4102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lang="en-US" altLang="zh-CN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0" name="文本框 79"/>
          <p:cNvSpPr txBox="1"/>
          <p:nvPr>
            <p:custDataLst>
              <p:tags r:id="rId32"/>
            </p:custDataLst>
          </p:nvPr>
        </p:nvSpPr>
        <p:spPr>
          <a:xfrm>
            <a:off x="8805545" y="1136650"/>
            <a:ext cx="400050" cy="4102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lang="en-US" altLang="zh-CN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82" name="直接连接符 81"/>
          <p:cNvCxnSpPr/>
          <p:nvPr>
            <p:custDataLst>
              <p:tags r:id="rId33"/>
            </p:custDataLst>
          </p:nvPr>
        </p:nvCxnSpPr>
        <p:spPr>
          <a:xfrm flipH="1">
            <a:off x="1777351" y="2218728"/>
            <a:ext cx="646430" cy="519430"/>
          </a:xfrm>
          <a:prstGeom prst="line">
            <a:avLst/>
          </a:prstGeom>
          <a:noFill/>
          <a:ln w="3810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</p:cxnSp>
      <p:sp>
        <p:nvSpPr>
          <p:cNvPr id="83" name="椭圆 82"/>
          <p:cNvSpPr/>
          <p:nvPr>
            <p:custDataLst>
              <p:tags r:id="rId34"/>
            </p:custDataLst>
          </p:nvPr>
        </p:nvSpPr>
        <p:spPr>
          <a:xfrm>
            <a:off x="1543079" y="2738110"/>
            <a:ext cx="468000" cy="468000"/>
          </a:xfrm>
          <a:prstGeom prst="ellipse">
            <a:avLst/>
          </a:prstGeom>
          <a:solidFill>
            <a:srgbClr val="CC00F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cxnSp>
        <p:nvCxnSpPr>
          <p:cNvPr id="84" name="直接连接符 83"/>
          <p:cNvCxnSpPr>
            <a:stCxn id="34" idx="4"/>
            <a:endCxn id="98" idx="0"/>
          </p:cNvCxnSpPr>
          <p:nvPr>
            <p:custDataLst>
              <p:tags r:id="rId35"/>
            </p:custDataLst>
          </p:nvPr>
        </p:nvCxnSpPr>
        <p:spPr>
          <a:xfrm>
            <a:off x="4893296" y="2287308"/>
            <a:ext cx="0" cy="450850"/>
          </a:xfrm>
          <a:prstGeom prst="line">
            <a:avLst/>
          </a:prstGeom>
          <a:noFill/>
          <a:ln w="3810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</p:cxnSp>
      <p:sp>
        <p:nvSpPr>
          <p:cNvPr id="98" name="椭圆 97"/>
          <p:cNvSpPr/>
          <p:nvPr>
            <p:custDataLst>
              <p:tags r:id="rId36"/>
            </p:custDataLst>
          </p:nvPr>
        </p:nvSpPr>
        <p:spPr>
          <a:xfrm>
            <a:off x="4659051" y="2738110"/>
            <a:ext cx="468000" cy="468000"/>
          </a:xfrm>
          <a:prstGeom prst="ellipse">
            <a:avLst/>
          </a:prstGeom>
          <a:solidFill>
            <a:srgbClr val="CC00F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99" name="文本框 98"/>
          <p:cNvSpPr txBox="1"/>
          <p:nvPr>
            <p:custDataLst>
              <p:tags r:id="rId37"/>
            </p:custDataLst>
          </p:nvPr>
        </p:nvSpPr>
        <p:spPr>
          <a:xfrm>
            <a:off x="4114800" y="2160905"/>
            <a:ext cx="400050" cy="4102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lang="en-US" altLang="zh-CN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0" name="文本框 99"/>
          <p:cNvSpPr txBox="1"/>
          <p:nvPr>
            <p:custDataLst>
              <p:tags r:id="rId38"/>
            </p:custDataLst>
          </p:nvPr>
        </p:nvSpPr>
        <p:spPr>
          <a:xfrm>
            <a:off x="1777365" y="2121535"/>
            <a:ext cx="400050" cy="4102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lang="en-US" altLang="zh-CN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1" name="文本框 100"/>
          <p:cNvSpPr txBox="1"/>
          <p:nvPr>
            <p:custDataLst>
              <p:tags r:id="rId39"/>
            </p:custDataLst>
          </p:nvPr>
        </p:nvSpPr>
        <p:spPr>
          <a:xfrm>
            <a:off x="2223770" y="2287270"/>
            <a:ext cx="400050" cy="4102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lang="en-US" altLang="zh-CN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2" name="文本框 101"/>
          <p:cNvSpPr txBox="1"/>
          <p:nvPr>
            <p:custDataLst>
              <p:tags r:id="rId40"/>
            </p:custDataLst>
          </p:nvPr>
        </p:nvSpPr>
        <p:spPr>
          <a:xfrm>
            <a:off x="5115560" y="2327910"/>
            <a:ext cx="400050" cy="4102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lang="en-US" altLang="zh-CN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3" name="文本框 102"/>
          <p:cNvSpPr txBox="1"/>
          <p:nvPr>
            <p:custDataLst>
              <p:tags r:id="rId41"/>
            </p:custDataLst>
          </p:nvPr>
        </p:nvSpPr>
        <p:spPr>
          <a:xfrm>
            <a:off x="7321550" y="2160905"/>
            <a:ext cx="400050" cy="4102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lang="en-US" altLang="zh-CN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4" name="文本框 103"/>
          <p:cNvSpPr txBox="1"/>
          <p:nvPr>
            <p:custDataLst>
              <p:tags r:id="rId42"/>
            </p:custDataLst>
          </p:nvPr>
        </p:nvSpPr>
        <p:spPr>
          <a:xfrm>
            <a:off x="7653655" y="2228850"/>
            <a:ext cx="400050" cy="4102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lang="en-US" altLang="zh-CN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6" name="文本框 105"/>
          <p:cNvSpPr txBox="1"/>
          <p:nvPr>
            <p:custDataLst>
              <p:tags r:id="rId43"/>
            </p:custDataLst>
          </p:nvPr>
        </p:nvSpPr>
        <p:spPr>
          <a:xfrm>
            <a:off x="8870315" y="2042160"/>
            <a:ext cx="400050" cy="4102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lang="en-US" altLang="zh-CN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7" name="文本框 106"/>
          <p:cNvSpPr txBox="1"/>
          <p:nvPr>
            <p:custDataLst>
              <p:tags r:id="rId44"/>
            </p:custDataLst>
          </p:nvPr>
        </p:nvSpPr>
        <p:spPr>
          <a:xfrm>
            <a:off x="9827260" y="2121535"/>
            <a:ext cx="400050" cy="4102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lang="en-US" altLang="zh-CN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8" name="文本框 107"/>
          <p:cNvSpPr txBox="1"/>
          <p:nvPr>
            <p:custDataLst>
              <p:tags r:id="rId45"/>
            </p:custDataLst>
          </p:nvPr>
        </p:nvSpPr>
        <p:spPr>
          <a:xfrm>
            <a:off x="10460990" y="2159000"/>
            <a:ext cx="400050" cy="4102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lang="en-US" altLang="zh-CN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9" name="文本框 108"/>
          <p:cNvSpPr txBox="1"/>
          <p:nvPr>
            <p:custDataLst>
              <p:tags r:id="rId46"/>
            </p:custDataLst>
          </p:nvPr>
        </p:nvSpPr>
        <p:spPr>
          <a:xfrm>
            <a:off x="10953750" y="2129790"/>
            <a:ext cx="400050" cy="4102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lang="en-US" altLang="zh-CN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2" name="文本框 111"/>
          <p:cNvSpPr txBox="1"/>
          <p:nvPr>
            <p:custDataLst>
              <p:tags r:id="rId47"/>
            </p:custDataLst>
          </p:nvPr>
        </p:nvSpPr>
        <p:spPr>
          <a:xfrm>
            <a:off x="3091815" y="2121535"/>
            <a:ext cx="400050" cy="4102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lang="en-US" altLang="zh-CN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椭圆 5"/>
          <p:cNvSpPr/>
          <p:nvPr>
            <p:custDataLst>
              <p:tags r:id="rId48"/>
            </p:custDataLst>
          </p:nvPr>
        </p:nvSpPr>
        <p:spPr>
          <a:xfrm>
            <a:off x="4046884" y="2738110"/>
            <a:ext cx="468000" cy="468000"/>
          </a:xfrm>
          <a:prstGeom prst="ellipse">
            <a:avLst/>
          </a:prstGeom>
          <a:solidFill>
            <a:srgbClr val="CC00F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cxnSp>
        <p:nvCxnSpPr>
          <p:cNvPr id="7" name="直接连接符 6"/>
          <p:cNvCxnSpPr>
            <a:stCxn id="34" idx="2"/>
            <a:endCxn id="6" idx="0"/>
          </p:cNvCxnSpPr>
          <p:nvPr>
            <p:custDataLst>
              <p:tags r:id="rId49"/>
            </p:custDataLst>
          </p:nvPr>
        </p:nvCxnSpPr>
        <p:spPr>
          <a:xfrm flipH="1">
            <a:off x="4281156" y="2053628"/>
            <a:ext cx="377825" cy="684530"/>
          </a:xfrm>
          <a:prstGeom prst="line">
            <a:avLst/>
          </a:prstGeom>
          <a:noFill/>
          <a:ln w="3810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</p:cxnSp>
      <p:sp>
        <p:nvSpPr>
          <p:cNvPr id="9" name="文本框 8"/>
          <p:cNvSpPr txBox="1"/>
          <p:nvPr>
            <p:custDataLst>
              <p:tags r:id="rId50"/>
            </p:custDataLst>
          </p:nvPr>
        </p:nvSpPr>
        <p:spPr>
          <a:xfrm>
            <a:off x="4588510" y="2287270"/>
            <a:ext cx="400050" cy="4102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lang="en-US" altLang="zh-CN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椭圆 34"/>
          <p:cNvSpPr/>
          <p:nvPr>
            <p:custDataLst>
              <p:tags r:id="rId51"/>
            </p:custDataLst>
          </p:nvPr>
        </p:nvSpPr>
        <p:spPr>
          <a:xfrm>
            <a:off x="911860" y="3719830"/>
            <a:ext cx="467995" cy="468630"/>
          </a:xfrm>
          <a:prstGeom prst="ellipse">
            <a:avLst/>
          </a:prstGeom>
          <a:solidFill>
            <a:srgbClr val="CC00F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36" name="椭圆 35"/>
          <p:cNvSpPr/>
          <p:nvPr>
            <p:custDataLst>
              <p:tags r:id="rId52"/>
            </p:custDataLst>
          </p:nvPr>
        </p:nvSpPr>
        <p:spPr>
          <a:xfrm>
            <a:off x="1543079" y="3720455"/>
            <a:ext cx="468000" cy="468000"/>
          </a:xfrm>
          <a:prstGeom prst="ellipse">
            <a:avLst/>
          </a:prstGeom>
          <a:solidFill>
            <a:srgbClr val="CC00F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37" name="椭圆 36"/>
          <p:cNvSpPr/>
          <p:nvPr>
            <p:custDataLst>
              <p:tags r:id="rId53"/>
            </p:custDataLst>
          </p:nvPr>
        </p:nvSpPr>
        <p:spPr>
          <a:xfrm>
            <a:off x="1543079" y="4669145"/>
            <a:ext cx="468000" cy="468000"/>
          </a:xfrm>
          <a:prstGeom prst="ellipse">
            <a:avLst/>
          </a:prstGeom>
          <a:solidFill>
            <a:srgbClr val="CC00F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40" name="椭圆 39"/>
          <p:cNvSpPr/>
          <p:nvPr>
            <p:custDataLst>
              <p:tags r:id="rId54"/>
            </p:custDataLst>
          </p:nvPr>
        </p:nvSpPr>
        <p:spPr>
          <a:xfrm>
            <a:off x="2121564" y="3719820"/>
            <a:ext cx="468000" cy="468000"/>
          </a:xfrm>
          <a:prstGeom prst="ellipse">
            <a:avLst/>
          </a:prstGeom>
          <a:solidFill>
            <a:srgbClr val="CC00F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43" name="椭圆 42"/>
          <p:cNvSpPr/>
          <p:nvPr>
            <p:custDataLst>
              <p:tags r:id="rId55"/>
            </p:custDataLst>
          </p:nvPr>
        </p:nvSpPr>
        <p:spPr>
          <a:xfrm>
            <a:off x="2623820" y="3719195"/>
            <a:ext cx="467995" cy="468630"/>
          </a:xfrm>
          <a:prstGeom prst="ellipse">
            <a:avLst/>
          </a:prstGeom>
          <a:solidFill>
            <a:srgbClr val="CC00F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44" name="椭圆 43"/>
          <p:cNvSpPr/>
          <p:nvPr>
            <p:custDataLst>
              <p:tags r:id="rId56"/>
            </p:custDataLst>
          </p:nvPr>
        </p:nvSpPr>
        <p:spPr>
          <a:xfrm>
            <a:off x="3152169" y="3720455"/>
            <a:ext cx="468000" cy="468000"/>
          </a:xfrm>
          <a:prstGeom prst="ellipse">
            <a:avLst/>
          </a:prstGeom>
          <a:solidFill>
            <a:srgbClr val="CC00F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58" name="椭圆 57"/>
          <p:cNvSpPr/>
          <p:nvPr>
            <p:custDataLst>
              <p:tags r:id="rId57"/>
            </p:custDataLst>
          </p:nvPr>
        </p:nvSpPr>
        <p:spPr>
          <a:xfrm>
            <a:off x="3646834" y="3720455"/>
            <a:ext cx="468000" cy="468000"/>
          </a:xfrm>
          <a:prstGeom prst="ellipse">
            <a:avLst/>
          </a:prstGeom>
          <a:solidFill>
            <a:srgbClr val="CC00F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60" name="椭圆 59"/>
          <p:cNvSpPr/>
          <p:nvPr>
            <p:custDataLst>
              <p:tags r:id="rId58"/>
            </p:custDataLst>
          </p:nvPr>
        </p:nvSpPr>
        <p:spPr>
          <a:xfrm>
            <a:off x="3152169" y="4684385"/>
            <a:ext cx="468000" cy="468000"/>
          </a:xfrm>
          <a:prstGeom prst="ellipse">
            <a:avLst/>
          </a:prstGeom>
          <a:solidFill>
            <a:srgbClr val="CC00F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61" name="椭圆 60"/>
          <p:cNvSpPr/>
          <p:nvPr>
            <p:custDataLst>
              <p:tags r:id="rId59"/>
            </p:custDataLst>
          </p:nvPr>
        </p:nvSpPr>
        <p:spPr>
          <a:xfrm>
            <a:off x="3646805" y="4684395"/>
            <a:ext cx="467995" cy="468630"/>
          </a:xfrm>
          <a:prstGeom prst="ellipse">
            <a:avLst/>
          </a:prstGeom>
          <a:solidFill>
            <a:srgbClr val="CC00F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91" name="文本框 90"/>
          <p:cNvSpPr txBox="1"/>
          <p:nvPr>
            <p:custDataLst>
              <p:tags r:id="rId60"/>
            </p:custDataLst>
          </p:nvPr>
        </p:nvSpPr>
        <p:spPr>
          <a:xfrm>
            <a:off x="5515610" y="339725"/>
            <a:ext cx="6678295" cy="4318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000" b="1">
                <a:solidFill>
                  <a:srgbClr val="249087"/>
                </a:solidFill>
              </a:rPr>
              <a:t>约束条件：</a:t>
            </a:r>
            <a:r>
              <a:rPr lang="zh-CN" altLang="en-US" sz="2000" b="1">
                <a:solidFill>
                  <a:schemeClr val="tx1"/>
                </a:solidFill>
              </a:rPr>
              <a:t>两两皇后不能在</a:t>
            </a:r>
            <a:r>
              <a:rPr lang="zh-CN" altLang="en-US" sz="2000" b="1">
                <a:solidFill>
                  <a:srgbClr val="FF0000"/>
                </a:solidFill>
              </a:rPr>
              <a:t>同一行</a:t>
            </a:r>
            <a:r>
              <a:rPr lang="zh-CN" altLang="en-US" sz="2000" b="1">
                <a:solidFill>
                  <a:schemeClr val="tx1"/>
                </a:solidFill>
              </a:rPr>
              <a:t>、</a:t>
            </a:r>
            <a:r>
              <a:rPr lang="zh-CN" altLang="en-US" sz="2000" b="1">
                <a:solidFill>
                  <a:srgbClr val="FF0000"/>
                </a:solidFill>
              </a:rPr>
              <a:t>同一列</a:t>
            </a:r>
            <a:r>
              <a:rPr lang="zh-CN" altLang="en-US" sz="2000" b="1">
                <a:solidFill>
                  <a:schemeClr val="tx1"/>
                </a:solidFill>
              </a:rPr>
              <a:t>、</a:t>
            </a:r>
            <a:r>
              <a:rPr lang="zh-CN" altLang="en-US" sz="2000" b="1">
                <a:solidFill>
                  <a:srgbClr val="FF0000"/>
                </a:solidFill>
              </a:rPr>
              <a:t>同一斜线</a:t>
            </a:r>
            <a:endParaRPr lang="zh-CN" altLang="en-US" sz="2000" b="1">
              <a:solidFill>
                <a:srgbClr val="FF0000"/>
              </a:solidFill>
            </a:endParaRPr>
          </a:p>
        </p:txBody>
      </p:sp>
      <p:sp>
        <p:nvSpPr>
          <p:cNvPr id="94" name="文本框 93"/>
          <p:cNvSpPr txBox="1"/>
          <p:nvPr>
            <p:custDataLst>
              <p:tags r:id="rId61"/>
            </p:custDataLst>
          </p:nvPr>
        </p:nvSpPr>
        <p:spPr>
          <a:xfrm>
            <a:off x="107315" y="1477645"/>
            <a:ext cx="626110" cy="4102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号</a:t>
            </a:r>
            <a:endParaRPr lang="zh-CN" altLang="en-US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6" name="文本框 95"/>
          <p:cNvSpPr txBox="1"/>
          <p:nvPr>
            <p:custDataLst>
              <p:tags r:id="rId62"/>
            </p:custDataLst>
          </p:nvPr>
        </p:nvSpPr>
        <p:spPr>
          <a:xfrm>
            <a:off x="107315" y="2261870"/>
            <a:ext cx="626110" cy="4102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号</a:t>
            </a:r>
            <a:endParaRPr lang="zh-CN" altLang="en-US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3" name="文本框 112"/>
          <p:cNvSpPr txBox="1"/>
          <p:nvPr>
            <p:custDataLst>
              <p:tags r:id="rId63"/>
            </p:custDataLst>
          </p:nvPr>
        </p:nvSpPr>
        <p:spPr>
          <a:xfrm>
            <a:off x="107315" y="3082290"/>
            <a:ext cx="626110" cy="4102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号</a:t>
            </a:r>
            <a:endParaRPr lang="zh-CN" altLang="en-US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4" name="文本框 113"/>
          <p:cNvSpPr txBox="1"/>
          <p:nvPr>
            <p:custDataLst>
              <p:tags r:id="rId64"/>
            </p:custDataLst>
          </p:nvPr>
        </p:nvSpPr>
        <p:spPr>
          <a:xfrm>
            <a:off x="120015" y="4093210"/>
            <a:ext cx="626110" cy="4102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号</a:t>
            </a:r>
            <a:endParaRPr lang="zh-CN" altLang="en-US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0" name="直接连接符 9"/>
          <p:cNvCxnSpPr/>
          <p:nvPr>
            <p:custDataLst>
              <p:tags r:id="rId65"/>
            </p:custDataLst>
          </p:nvPr>
        </p:nvCxnSpPr>
        <p:spPr>
          <a:xfrm flipH="1">
            <a:off x="1146161" y="2971838"/>
            <a:ext cx="396875" cy="748030"/>
          </a:xfrm>
          <a:prstGeom prst="line">
            <a:avLst/>
          </a:prstGeom>
          <a:noFill/>
          <a:ln w="3810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</p:cxnSp>
      <p:cxnSp>
        <p:nvCxnSpPr>
          <p:cNvPr id="11" name="直接连接符 10"/>
          <p:cNvCxnSpPr/>
          <p:nvPr>
            <p:custDataLst>
              <p:tags r:id="rId66"/>
            </p:custDataLst>
          </p:nvPr>
        </p:nvCxnSpPr>
        <p:spPr>
          <a:xfrm>
            <a:off x="1777351" y="3206153"/>
            <a:ext cx="0" cy="514350"/>
          </a:xfrm>
          <a:prstGeom prst="line">
            <a:avLst/>
          </a:prstGeom>
          <a:noFill/>
          <a:ln w="3810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</p:cxnSp>
      <p:sp>
        <p:nvSpPr>
          <p:cNvPr id="15" name="文本框 14"/>
          <p:cNvSpPr txBox="1"/>
          <p:nvPr>
            <p:custDataLst>
              <p:tags r:id="rId67"/>
            </p:custDataLst>
          </p:nvPr>
        </p:nvSpPr>
        <p:spPr>
          <a:xfrm>
            <a:off x="979805" y="3272790"/>
            <a:ext cx="400050" cy="4102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lang="en-US" altLang="zh-CN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文本框 17"/>
          <p:cNvSpPr txBox="1"/>
          <p:nvPr>
            <p:custDataLst>
              <p:tags r:id="rId68"/>
            </p:custDataLst>
          </p:nvPr>
        </p:nvSpPr>
        <p:spPr>
          <a:xfrm>
            <a:off x="1468120" y="3285490"/>
            <a:ext cx="400050" cy="4102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lang="en-US" altLang="zh-CN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椭圆 18"/>
          <p:cNvSpPr/>
          <p:nvPr>
            <p:custDataLst>
              <p:tags r:id="rId69"/>
            </p:custDataLst>
          </p:nvPr>
        </p:nvSpPr>
        <p:spPr>
          <a:xfrm>
            <a:off x="912524" y="4669145"/>
            <a:ext cx="468000" cy="468000"/>
          </a:xfrm>
          <a:prstGeom prst="ellipse">
            <a:avLst/>
          </a:prstGeom>
          <a:solidFill>
            <a:srgbClr val="CC00F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cxnSp>
        <p:nvCxnSpPr>
          <p:cNvPr id="22" name="直接连接符 21"/>
          <p:cNvCxnSpPr/>
          <p:nvPr>
            <p:custDataLst>
              <p:tags r:id="rId70"/>
            </p:custDataLst>
          </p:nvPr>
        </p:nvCxnSpPr>
        <p:spPr>
          <a:xfrm>
            <a:off x="1145526" y="4163733"/>
            <a:ext cx="0" cy="514350"/>
          </a:xfrm>
          <a:prstGeom prst="line">
            <a:avLst/>
          </a:prstGeom>
          <a:noFill/>
          <a:ln w="3810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</p:cxnSp>
      <p:sp>
        <p:nvSpPr>
          <p:cNvPr id="23" name="文本框 22"/>
          <p:cNvSpPr txBox="1"/>
          <p:nvPr>
            <p:custDataLst>
              <p:tags r:id="rId71"/>
            </p:custDataLst>
          </p:nvPr>
        </p:nvSpPr>
        <p:spPr>
          <a:xfrm>
            <a:off x="746125" y="4188460"/>
            <a:ext cx="400050" cy="4102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lang="en-US" altLang="zh-CN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9" name="文本框 58"/>
          <p:cNvSpPr txBox="1"/>
          <p:nvPr>
            <p:custDataLst>
              <p:tags r:id="rId72"/>
            </p:custDataLst>
          </p:nvPr>
        </p:nvSpPr>
        <p:spPr>
          <a:xfrm>
            <a:off x="1380490" y="4258945"/>
            <a:ext cx="400050" cy="4102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lang="en-US" altLang="zh-CN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81" name="直接连接符 80"/>
          <p:cNvCxnSpPr/>
          <p:nvPr>
            <p:custDataLst>
              <p:tags r:id="rId73"/>
            </p:custDataLst>
          </p:nvPr>
        </p:nvCxnSpPr>
        <p:spPr>
          <a:xfrm>
            <a:off x="1777351" y="4188498"/>
            <a:ext cx="1905" cy="495300"/>
          </a:xfrm>
          <a:prstGeom prst="line">
            <a:avLst/>
          </a:prstGeom>
          <a:noFill/>
          <a:ln w="3810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</p:cxnSp>
      <p:cxnSp>
        <p:nvCxnSpPr>
          <p:cNvPr id="117" name="直接连接符 116"/>
          <p:cNvCxnSpPr/>
          <p:nvPr>
            <p:custDataLst>
              <p:tags r:id="rId74"/>
            </p:custDataLst>
          </p:nvPr>
        </p:nvCxnSpPr>
        <p:spPr>
          <a:xfrm flipH="1">
            <a:off x="2355836" y="3137573"/>
            <a:ext cx="67945" cy="582295"/>
          </a:xfrm>
          <a:prstGeom prst="line">
            <a:avLst/>
          </a:prstGeom>
          <a:noFill/>
          <a:ln w="3810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</p:cxnSp>
      <p:cxnSp>
        <p:nvCxnSpPr>
          <p:cNvPr id="118" name="直接连接符 117"/>
          <p:cNvCxnSpPr>
            <a:stCxn id="42" idx="5"/>
            <a:endCxn id="43" idx="0"/>
          </p:cNvCxnSpPr>
          <p:nvPr>
            <p:custDataLst>
              <p:tags r:id="rId75"/>
            </p:custDataLst>
          </p:nvPr>
        </p:nvCxnSpPr>
        <p:spPr>
          <a:xfrm>
            <a:off x="2754616" y="3137573"/>
            <a:ext cx="103505" cy="581660"/>
          </a:xfrm>
          <a:prstGeom prst="line">
            <a:avLst/>
          </a:prstGeom>
          <a:noFill/>
          <a:ln w="3810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</p:cxnSp>
      <p:sp>
        <p:nvSpPr>
          <p:cNvPr id="119" name="椭圆 118"/>
          <p:cNvSpPr/>
          <p:nvPr>
            <p:custDataLst>
              <p:tags r:id="rId76"/>
            </p:custDataLst>
          </p:nvPr>
        </p:nvSpPr>
        <p:spPr>
          <a:xfrm>
            <a:off x="2122199" y="4669145"/>
            <a:ext cx="468000" cy="468000"/>
          </a:xfrm>
          <a:prstGeom prst="ellipse">
            <a:avLst/>
          </a:prstGeom>
          <a:solidFill>
            <a:srgbClr val="CC00F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120" name="椭圆 119"/>
          <p:cNvSpPr/>
          <p:nvPr>
            <p:custDataLst>
              <p:tags r:id="rId77"/>
            </p:custDataLst>
          </p:nvPr>
        </p:nvSpPr>
        <p:spPr>
          <a:xfrm>
            <a:off x="2623820" y="4683760"/>
            <a:ext cx="467995" cy="468630"/>
          </a:xfrm>
          <a:prstGeom prst="ellipse">
            <a:avLst/>
          </a:prstGeom>
          <a:solidFill>
            <a:srgbClr val="CC00F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cxnSp>
        <p:nvCxnSpPr>
          <p:cNvPr id="121" name="直接连接符 120"/>
          <p:cNvCxnSpPr/>
          <p:nvPr>
            <p:custDataLst>
              <p:tags r:id="rId78"/>
            </p:custDataLst>
          </p:nvPr>
        </p:nvCxnSpPr>
        <p:spPr>
          <a:xfrm>
            <a:off x="2355836" y="4187863"/>
            <a:ext cx="635" cy="481330"/>
          </a:xfrm>
          <a:prstGeom prst="line">
            <a:avLst/>
          </a:prstGeom>
          <a:noFill/>
          <a:ln w="3810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</p:cxnSp>
      <p:cxnSp>
        <p:nvCxnSpPr>
          <p:cNvPr id="122" name="直接连接符 121"/>
          <p:cNvCxnSpPr>
            <a:stCxn id="43" idx="4"/>
            <a:endCxn id="120" idx="0"/>
          </p:cNvCxnSpPr>
          <p:nvPr>
            <p:custDataLst>
              <p:tags r:id="rId79"/>
            </p:custDataLst>
          </p:nvPr>
        </p:nvCxnSpPr>
        <p:spPr>
          <a:xfrm>
            <a:off x="2858121" y="4187863"/>
            <a:ext cx="0" cy="495935"/>
          </a:xfrm>
          <a:prstGeom prst="line">
            <a:avLst/>
          </a:prstGeom>
          <a:noFill/>
          <a:ln w="3810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</p:cxnSp>
      <p:sp>
        <p:nvSpPr>
          <p:cNvPr id="123" name="文本框 122"/>
          <p:cNvSpPr txBox="1"/>
          <p:nvPr>
            <p:custDataLst>
              <p:tags r:id="rId80"/>
            </p:custDataLst>
          </p:nvPr>
        </p:nvSpPr>
        <p:spPr>
          <a:xfrm>
            <a:off x="2121535" y="3206115"/>
            <a:ext cx="400050" cy="4102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lang="en-US" altLang="zh-CN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4" name="文本框 123"/>
          <p:cNvSpPr txBox="1"/>
          <p:nvPr>
            <p:custDataLst>
              <p:tags r:id="rId81"/>
            </p:custDataLst>
          </p:nvPr>
        </p:nvSpPr>
        <p:spPr>
          <a:xfrm>
            <a:off x="2521585" y="3310255"/>
            <a:ext cx="400050" cy="4102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lang="en-US" altLang="zh-CN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5" name="文本框 124"/>
          <p:cNvSpPr txBox="1"/>
          <p:nvPr>
            <p:custDataLst>
              <p:tags r:id="rId82"/>
            </p:custDataLst>
          </p:nvPr>
        </p:nvSpPr>
        <p:spPr>
          <a:xfrm>
            <a:off x="2011045" y="4258945"/>
            <a:ext cx="400050" cy="4102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lang="en-US" altLang="zh-CN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6" name="文本框 125"/>
          <p:cNvSpPr txBox="1"/>
          <p:nvPr>
            <p:custDataLst>
              <p:tags r:id="rId83"/>
            </p:custDataLst>
          </p:nvPr>
        </p:nvSpPr>
        <p:spPr>
          <a:xfrm>
            <a:off x="2521585" y="4267835"/>
            <a:ext cx="400050" cy="4102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lang="en-US" altLang="zh-CN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27" name="直接连接符 126"/>
          <p:cNvCxnSpPr>
            <a:stCxn id="48" idx="4"/>
            <a:endCxn id="44" idx="0"/>
          </p:cNvCxnSpPr>
          <p:nvPr>
            <p:custDataLst>
              <p:tags r:id="rId84"/>
            </p:custDataLst>
          </p:nvPr>
        </p:nvCxnSpPr>
        <p:spPr>
          <a:xfrm>
            <a:off x="3317861" y="3165513"/>
            <a:ext cx="68580" cy="554990"/>
          </a:xfrm>
          <a:prstGeom prst="line">
            <a:avLst/>
          </a:prstGeom>
          <a:noFill/>
          <a:ln w="3810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</p:cxnSp>
      <p:cxnSp>
        <p:nvCxnSpPr>
          <p:cNvPr id="128" name="直接连接符 127"/>
          <p:cNvCxnSpPr>
            <a:stCxn id="48" idx="5"/>
            <a:endCxn id="58" idx="0"/>
          </p:cNvCxnSpPr>
          <p:nvPr>
            <p:custDataLst>
              <p:tags r:id="rId85"/>
            </p:custDataLst>
          </p:nvPr>
        </p:nvCxnSpPr>
        <p:spPr>
          <a:xfrm>
            <a:off x="3482961" y="3096933"/>
            <a:ext cx="398145" cy="623570"/>
          </a:xfrm>
          <a:prstGeom prst="line">
            <a:avLst/>
          </a:prstGeom>
          <a:noFill/>
          <a:ln w="3810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</p:cxnSp>
      <p:cxnSp>
        <p:nvCxnSpPr>
          <p:cNvPr id="129" name="直接连接符 128"/>
          <p:cNvCxnSpPr>
            <a:stCxn id="44" idx="4"/>
            <a:endCxn id="60" idx="0"/>
          </p:cNvCxnSpPr>
          <p:nvPr>
            <p:custDataLst>
              <p:tags r:id="rId86"/>
            </p:custDataLst>
          </p:nvPr>
        </p:nvCxnSpPr>
        <p:spPr>
          <a:xfrm>
            <a:off x="3386441" y="4188498"/>
            <a:ext cx="0" cy="495935"/>
          </a:xfrm>
          <a:prstGeom prst="line">
            <a:avLst/>
          </a:prstGeom>
          <a:noFill/>
          <a:ln w="3810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</p:cxnSp>
      <p:cxnSp>
        <p:nvCxnSpPr>
          <p:cNvPr id="130" name="直接连接符 129"/>
          <p:cNvCxnSpPr>
            <a:endCxn id="61" idx="0"/>
          </p:cNvCxnSpPr>
          <p:nvPr>
            <p:custDataLst>
              <p:tags r:id="rId87"/>
            </p:custDataLst>
          </p:nvPr>
        </p:nvCxnSpPr>
        <p:spPr>
          <a:xfrm>
            <a:off x="3868406" y="4189768"/>
            <a:ext cx="12700" cy="494665"/>
          </a:xfrm>
          <a:prstGeom prst="line">
            <a:avLst/>
          </a:prstGeom>
          <a:noFill/>
          <a:ln w="3810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</p:cxnSp>
      <p:sp>
        <p:nvSpPr>
          <p:cNvPr id="131" name="文本框 130"/>
          <p:cNvSpPr txBox="1"/>
          <p:nvPr>
            <p:custDataLst>
              <p:tags r:id="rId88"/>
            </p:custDataLst>
          </p:nvPr>
        </p:nvSpPr>
        <p:spPr>
          <a:xfrm>
            <a:off x="2986405" y="3272790"/>
            <a:ext cx="400050" cy="4102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lang="en-US" altLang="zh-CN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2" name="文本框 131"/>
          <p:cNvSpPr txBox="1"/>
          <p:nvPr>
            <p:custDataLst>
              <p:tags r:id="rId89"/>
            </p:custDataLst>
          </p:nvPr>
        </p:nvSpPr>
        <p:spPr>
          <a:xfrm>
            <a:off x="3386455" y="3285490"/>
            <a:ext cx="400050" cy="4102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lang="en-US" altLang="zh-CN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3" name="文本框 132"/>
          <p:cNvSpPr txBox="1"/>
          <p:nvPr>
            <p:custDataLst>
              <p:tags r:id="rId90"/>
            </p:custDataLst>
          </p:nvPr>
        </p:nvSpPr>
        <p:spPr>
          <a:xfrm>
            <a:off x="3091815" y="4330700"/>
            <a:ext cx="400050" cy="4102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lang="en-US" altLang="zh-CN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4" name="文本框 133"/>
          <p:cNvSpPr txBox="1"/>
          <p:nvPr>
            <p:custDataLst>
              <p:tags r:id="rId91"/>
            </p:custDataLst>
          </p:nvPr>
        </p:nvSpPr>
        <p:spPr>
          <a:xfrm>
            <a:off x="3551555" y="4274185"/>
            <a:ext cx="400050" cy="4102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lang="en-US" altLang="zh-CN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1379855" y="64935"/>
            <a:ext cx="2487295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4000" b="1" dirty="0">
                <a:solidFill>
                  <a:schemeClr val="accent1">
                    <a:lumMod val="75000"/>
                  </a:schemeClr>
                </a:solidFill>
              </a:rPr>
              <a:t>n</a:t>
            </a:r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皇后</a:t>
            </a:r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问题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91" name="文本框 90"/>
          <p:cNvSpPr txBox="1"/>
          <p:nvPr/>
        </p:nvSpPr>
        <p:spPr>
          <a:xfrm>
            <a:off x="0" y="771525"/>
            <a:ext cx="6678295" cy="4318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000" b="1">
                <a:solidFill>
                  <a:srgbClr val="249087"/>
                </a:solidFill>
              </a:rPr>
              <a:t>约束条件：</a:t>
            </a:r>
            <a:r>
              <a:rPr lang="zh-CN" altLang="en-US" sz="2000" b="1">
                <a:solidFill>
                  <a:schemeClr val="tx1"/>
                </a:solidFill>
              </a:rPr>
              <a:t>两两皇后不能在</a:t>
            </a:r>
            <a:r>
              <a:rPr lang="zh-CN" altLang="en-US" sz="2000" b="1">
                <a:solidFill>
                  <a:srgbClr val="FF0000"/>
                </a:solidFill>
              </a:rPr>
              <a:t>同一行</a:t>
            </a:r>
            <a:r>
              <a:rPr lang="zh-CN" altLang="en-US" sz="2000" b="1">
                <a:solidFill>
                  <a:schemeClr val="tx1"/>
                </a:solidFill>
              </a:rPr>
              <a:t>、</a:t>
            </a:r>
            <a:r>
              <a:rPr lang="zh-CN" altLang="en-US" sz="2000" b="1">
                <a:solidFill>
                  <a:srgbClr val="FF0000"/>
                </a:solidFill>
              </a:rPr>
              <a:t>同一列</a:t>
            </a:r>
            <a:r>
              <a:rPr lang="zh-CN" altLang="en-US" sz="2000" b="1">
                <a:solidFill>
                  <a:schemeClr val="tx1"/>
                </a:solidFill>
              </a:rPr>
              <a:t>、</a:t>
            </a:r>
            <a:r>
              <a:rPr lang="zh-CN" altLang="en-US" sz="2000" b="1">
                <a:solidFill>
                  <a:srgbClr val="FF0000"/>
                </a:solidFill>
              </a:rPr>
              <a:t>同一斜线</a:t>
            </a:r>
            <a:endParaRPr lang="zh-CN" altLang="en-US" sz="2000" b="1">
              <a:solidFill>
                <a:srgbClr val="FF000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1203325"/>
            <a:ext cx="2089785" cy="4318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000" b="1">
                <a:solidFill>
                  <a:schemeClr val="tx1"/>
                </a:solidFill>
              </a:rPr>
              <a:t>不能在</a:t>
            </a:r>
            <a:r>
              <a:rPr lang="zh-CN" altLang="en-US" sz="2000" b="1">
                <a:solidFill>
                  <a:srgbClr val="FF0000"/>
                </a:solidFill>
              </a:rPr>
              <a:t>同一行</a:t>
            </a:r>
            <a:endParaRPr lang="zh-CN" altLang="en-US" sz="2000" b="1">
              <a:solidFill>
                <a:srgbClr val="FF0000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1635125"/>
            <a:ext cx="2089785" cy="4318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000" b="1">
                <a:solidFill>
                  <a:schemeClr val="tx1"/>
                </a:solidFill>
              </a:rPr>
              <a:t>不能在</a:t>
            </a:r>
            <a:r>
              <a:rPr lang="zh-CN" altLang="en-US" sz="2000" b="1">
                <a:solidFill>
                  <a:srgbClr val="FF0000"/>
                </a:solidFill>
              </a:rPr>
              <a:t>同一列</a:t>
            </a:r>
            <a:endParaRPr lang="zh-CN" altLang="en-US" sz="2000" b="1">
              <a:solidFill>
                <a:srgbClr val="FF0000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0" y="2066925"/>
            <a:ext cx="2089150" cy="4318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000" b="1">
                <a:solidFill>
                  <a:schemeClr val="tx1"/>
                </a:solidFill>
              </a:rPr>
              <a:t>不能在</a:t>
            </a:r>
            <a:r>
              <a:rPr lang="zh-CN" altLang="en-US" sz="2000" b="1">
                <a:solidFill>
                  <a:srgbClr val="FF0000"/>
                </a:solidFill>
              </a:rPr>
              <a:t>同一斜线</a:t>
            </a:r>
            <a:endParaRPr lang="zh-CN" altLang="en-US" sz="2000" b="1">
              <a:solidFill>
                <a:srgbClr val="FF0000"/>
              </a:solidFill>
            </a:endParaRPr>
          </a:p>
        </p:txBody>
      </p:sp>
      <p:graphicFrame>
        <p:nvGraphicFramePr>
          <p:cNvPr id="90" name="表格 89"/>
          <p:cNvGraphicFramePr/>
          <p:nvPr>
            <p:custDataLst>
              <p:tags r:id="rId2"/>
            </p:custDataLst>
          </p:nvPr>
        </p:nvGraphicFramePr>
        <p:xfrm>
          <a:off x="5772785" y="2066925"/>
          <a:ext cx="4061460" cy="3268980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1015365"/>
                <a:gridCol w="1015365"/>
                <a:gridCol w="1005205"/>
                <a:gridCol w="1025525"/>
              </a:tblGrid>
              <a:tr h="81724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81724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81724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81724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46" name="文本框 45"/>
          <p:cNvSpPr txBox="1"/>
          <p:nvPr>
            <p:custDataLst>
              <p:tags r:id="rId3"/>
            </p:custDataLst>
          </p:nvPr>
        </p:nvSpPr>
        <p:spPr>
          <a:xfrm>
            <a:off x="5134610" y="228600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文本框 46"/>
          <p:cNvSpPr txBox="1"/>
          <p:nvPr>
            <p:custDataLst>
              <p:tags r:id="rId4"/>
            </p:custDataLst>
          </p:nvPr>
        </p:nvSpPr>
        <p:spPr>
          <a:xfrm>
            <a:off x="5134610" y="310705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" name="文本框 48"/>
          <p:cNvSpPr txBox="1"/>
          <p:nvPr>
            <p:custDataLst>
              <p:tags r:id="rId5"/>
            </p:custDataLst>
          </p:nvPr>
        </p:nvSpPr>
        <p:spPr>
          <a:xfrm>
            <a:off x="5134610" y="392811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文本框 49"/>
          <p:cNvSpPr txBox="1"/>
          <p:nvPr>
            <p:custDataLst>
              <p:tags r:id="rId6"/>
            </p:custDataLst>
          </p:nvPr>
        </p:nvSpPr>
        <p:spPr>
          <a:xfrm>
            <a:off x="5134610" y="474916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" name="文本框 54"/>
          <p:cNvSpPr txBox="1"/>
          <p:nvPr>
            <p:custDataLst>
              <p:tags r:id="rId7"/>
            </p:custDataLst>
          </p:nvPr>
        </p:nvSpPr>
        <p:spPr>
          <a:xfrm>
            <a:off x="5134610" y="188722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i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文本框 38"/>
          <p:cNvSpPr txBox="1"/>
          <p:nvPr>
            <p:custDataLst>
              <p:tags r:id="rId8"/>
            </p:custDataLst>
          </p:nvPr>
        </p:nvSpPr>
        <p:spPr>
          <a:xfrm>
            <a:off x="6978650" y="166814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文本框 39"/>
          <p:cNvSpPr txBox="1"/>
          <p:nvPr>
            <p:custDataLst>
              <p:tags r:id="rId9"/>
            </p:custDataLst>
          </p:nvPr>
        </p:nvSpPr>
        <p:spPr>
          <a:xfrm>
            <a:off x="7984490" y="166814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文本框 40"/>
          <p:cNvSpPr txBox="1"/>
          <p:nvPr>
            <p:custDataLst>
              <p:tags r:id="rId10"/>
            </p:custDataLst>
          </p:nvPr>
        </p:nvSpPr>
        <p:spPr>
          <a:xfrm>
            <a:off x="8990330" y="166814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文本框 44"/>
          <p:cNvSpPr txBox="1"/>
          <p:nvPr>
            <p:custDataLst>
              <p:tags r:id="rId11"/>
            </p:custDataLst>
          </p:nvPr>
        </p:nvSpPr>
        <p:spPr>
          <a:xfrm>
            <a:off x="5972810" y="166814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" name="文本框 55"/>
          <p:cNvSpPr txBox="1"/>
          <p:nvPr>
            <p:custDataLst>
              <p:tags r:id="rId12"/>
            </p:custDataLst>
          </p:nvPr>
        </p:nvSpPr>
        <p:spPr>
          <a:xfrm>
            <a:off x="5669915" y="166814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j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089150" y="1203325"/>
            <a:ext cx="2809240" cy="4318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--&gt;  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循环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递归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099310" y="1635125"/>
            <a:ext cx="2289175" cy="4318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--&gt;  x</a:t>
            </a:r>
            <a:r>
              <a:rPr lang="en-US" altLang="zh-CN" sz="2000" b="1" baseline="-25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≠y</a:t>
            </a:r>
            <a:r>
              <a:rPr lang="en-US" altLang="zh-CN" sz="2000" b="1" baseline="-25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</a:t>
            </a:r>
            <a:endParaRPr lang="en-US" altLang="zh-CN" sz="2000" b="1" baseline="-250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099310" y="2066925"/>
            <a:ext cx="2499360" cy="4318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--&gt;  |x</a:t>
            </a:r>
            <a:r>
              <a:rPr lang="en-US" altLang="zh-CN" sz="2000" b="1" baseline="-25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-y</a:t>
            </a:r>
            <a:r>
              <a:rPr lang="en-US" altLang="zh-CN" sz="2000" b="1" baseline="-25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|≠|x</a:t>
            </a:r>
            <a:r>
              <a:rPr lang="en-US" altLang="zh-CN" sz="2000" b="1" baseline="-25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-y</a:t>
            </a:r>
            <a:r>
              <a:rPr lang="en-US" altLang="zh-CN" sz="2000" b="1" baseline="-25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|</a:t>
            </a:r>
            <a:endParaRPr lang="zh-CN" altLang="en-US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059805" y="2193925"/>
            <a:ext cx="431800" cy="586105"/>
          </a:xfrm>
          <a:prstGeom prst="rect">
            <a:avLst/>
          </a:prstGeom>
          <a:solidFill>
            <a:srgbClr val="E8F4F2"/>
          </a:solidFill>
          <a:ln>
            <a:solidFill>
              <a:srgbClr val="E8F4F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4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altLang="zh-CN" sz="4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7082155" y="3013710"/>
            <a:ext cx="431800" cy="586105"/>
          </a:xfrm>
          <a:prstGeom prst="rect">
            <a:avLst/>
          </a:prstGeom>
          <a:solidFill>
            <a:srgbClr val="E8F4F2"/>
          </a:solidFill>
          <a:ln>
            <a:solidFill>
              <a:srgbClr val="E8F4F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4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altLang="zh-CN" sz="4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2620010" y="2684780"/>
            <a:ext cx="1768475" cy="4318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x(0,0)  y(1,1)</a:t>
            </a:r>
            <a:endParaRPr lang="en-US" altLang="zh-CN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: 圆角 58"/>
          <p:cNvSpPr/>
          <p:nvPr/>
        </p:nvSpPr>
        <p:spPr>
          <a:xfrm>
            <a:off x="2733675" y="2098040"/>
            <a:ext cx="725805" cy="418465"/>
          </a:xfrm>
          <a:prstGeom prst="roundRect">
            <a:avLst>
              <a:gd name="adj" fmla="val 2084"/>
            </a:avLst>
          </a:prstGeom>
          <a:solidFill>
            <a:srgbClr val="B50988">
              <a:alpha val="21000"/>
            </a:srgbClr>
          </a:solidFill>
          <a:ln>
            <a:solidFill>
              <a:srgbClr val="B50988">
                <a:alpha val="3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矩形: 圆角 58"/>
          <p:cNvSpPr/>
          <p:nvPr/>
        </p:nvSpPr>
        <p:spPr>
          <a:xfrm>
            <a:off x="5973445" y="2193925"/>
            <a:ext cx="638175" cy="1405890"/>
          </a:xfrm>
          <a:prstGeom prst="roundRect">
            <a:avLst>
              <a:gd name="adj" fmla="val 2084"/>
            </a:avLst>
          </a:prstGeom>
          <a:solidFill>
            <a:srgbClr val="B50988">
              <a:alpha val="21000"/>
            </a:srgbClr>
          </a:solidFill>
          <a:ln>
            <a:solidFill>
              <a:srgbClr val="B50988">
                <a:alpha val="3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9" name="矩形: 圆角 61"/>
          <p:cNvSpPr/>
          <p:nvPr/>
        </p:nvSpPr>
        <p:spPr>
          <a:xfrm>
            <a:off x="3649345" y="2090420"/>
            <a:ext cx="739140" cy="396240"/>
          </a:xfrm>
          <a:prstGeom prst="roundRect">
            <a:avLst>
              <a:gd name="adj" fmla="val 10383"/>
            </a:avLst>
          </a:prstGeom>
          <a:solidFill>
            <a:schemeClr val="accent2">
              <a:lumMod val="75000"/>
              <a:alpha val="21000"/>
            </a:schemeClr>
          </a:solidFill>
          <a:ln>
            <a:solidFill>
              <a:schemeClr val="accent2">
                <a:lumMod val="75000"/>
                <a:alpha val="3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矩形: 圆角 61"/>
          <p:cNvSpPr/>
          <p:nvPr/>
        </p:nvSpPr>
        <p:spPr>
          <a:xfrm>
            <a:off x="5973445" y="3013710"/>
            <a:ext cx="1644015" cy="586105"/>
          </a:xfrm>
          <a:prstGeom prst="roundRect">
            <a:avLst>
              <a:gd name="adj" fmla="val 10383"/>
            </a:avLst>
          </a:prstGeom>
          <a:solidFill>
            <a:schemeClr val="accent2">
              <a:lumMod val="75000"/>
              <a:alpha val="21000"/>
            </a:schemeClr>
          </a:solidFill>
          <a:ln>
            <a:solidFill>
              <a:schemeClr val="accent2">
                <a:lumMod val="75000"/>
                <a:alpha val="3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" grpId="0"/>
      <p:bldP spid="4" grpId="0"/>
      <p:bldP spid="6" grpId="0"/>
      <p:bldP spid="7" grpId="0"/>
      <p:bldP spid="9" grpId="0"/>
      <p:bldP spid="10" grpId="0"/>
      <p:bldP spid="11" grpId="0"/>
      <p:bldP spid="14" grpId="0"/>
      <p:bldP spid="12" grpId="0" animBg="1"/>
      <p:bldP spid="13" grpId="0" animBg="1"/>
      <p:bldP spid="8" grpId="0" animBg="1"/>
      <p:bldP spid="15" grpId="0" animBg="1"/>
      <p:bldP spid="89" grpId="0" animBg="1"/>
      <p:bldP spid="1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1379855" y="64935"/>
            <a:ext cx="2487295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4000" b="1" dirty="0">
                <a:solidFill>
                  <a:schemeClr val="accent1">
                    <a:lumMod val="75000"/>
                  </a:schemeClr>
                </a:solidFill>
              </a:rPr>
              <a:t>n</a:t>
            </a:r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皇后</a:t>
            </a:r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问题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91" name="文本框 90"/>
          <p:cNvSpPr txBox="1"/>
          <p:nvPr>
            <p:custDataLst>
              <p:tags r:id="rId2"/>
            </p:custDataLst>
          </p:nvPr>
        </p:nvSpPr>
        <p:spPr>
          <a:xfrm>
            <a:off x="5134610" y="0"/>
            <a:ext cx="6280785" cy="4318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000" b="1">
                <a:solidFill>
                  <a:srgbClr val="249087"/>
                </a:solidFill>
              </a:rPr>
              <a:t>约束条件：</a:t>
            </a:r>
            <a:r>
              <a:rPr lang="zh-CN" altLang="en-US" sz="2000" b="1">
                <a:solidFill>
                  <a:schemeClr val="tx1"/>
                </a:solidFill>
              </a:rPr>
              <a:t>两两皇后不能在</a:t>
            </a:r>
            <a:r>
              <a:rPr lang="zh-CN" altLang="en-US" sz="2000" b="1">
                <a:solidFill>
                  <a:srgbClr val="FF0000"/>
                </a:solidFill>
              </a:rPr>
              <a:t>同一行</a:t>
            </a:r>
            <a:r>
              <a:rPr lang="zh-CN" altLang="en-US" sz="2000" b="1">
                <a:solidFill>
                  <a:schemeClr val="tx1"/>
                </a:solidFill>
              </a:rPr>
              <a:t>、</a:t>
            </a:r>
            <a:r>
              <a:rPr lang="zh-CN" altLang="en-US" sz="2000" b="1">
                <a:solidFill>
                  <a:srgbClr val="FF0000"/>
                </a:solidFill>
              </a:rPr>
              <a:t>同一列</a:t>
            </a:r>
            <a:r>
              <a:rPr lang="zh-CN" altLang="en-US" sz="2000" b="1">
                <a:solidFill>
                  <a:schemeClr val="tx1"/>
                </a:solidFill>
              </a:rPr>
              <a:t>、</a:t>
            </a:r>
            <a:r>
              <a:rPr lang="zh-CN" altLang="en-US" sz="2000" b="1">
                <a:solidFill>
                  <a:srgbClr val="FF0000"/>
                </a:solidFill>
              </a:rPr>
              <a:t>同一斜线</a:t>
            </a:r>
            <a:endParaRPr lang="zh-CN" altLang="en-US" sz="2000" b="1">
              <a:solidFill>
                <a:srgbClr val="FF0000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163185" y="431800"/>
            <a:ext cx="1814830" cy="4318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000" b="1">
                <a:solidFill>
                  <a:srgbClr val="249087"/>
                </a:solidFill>
              </a:rPr>
              <a:t>限界条件：</a:t>
            </a:r>
            <a:r>
              <a:rPr lang="zh-CN" altLang="en-US" sz="2000" b="1">
                <a:solidFill>
                  <a:schemeClr val="tx1"/>
                </a:solidFill>
              </a:rPr>
              <a:t>无</a:t>
            </a:r>
            <a:endParaRPr lang="zh-CN" altLang="en-US" sz="2000" b="1">
              <a:solidFill>
                <a:schemeClr val="tx1"/>
              </a:solidFill>
            </a:endParaRPr>
          </a:p>
        </p:txBody>
      </p:sp>
      <p:graphicFrame>
        <p:nvGraphicFramePr>
          <p:cNvPr id="17" name="表格 16"/>
          <p:cNvGraphicFramePr/>
          <p:nvPr>
            <p:custDataLst>
              <p:tags r:id="rId3"/>
            </p:custDataLst>
          </p:nvPr>
        </p:nvGraphicFramePr>
        <p:xfrm>
          <a:off x="669290" y="1262380"/>
          <a:ext cx="4061460" cy="3268980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1015365"/>
                <a:gridCol w="1015365"/>
                <a:gridCol w="1005205"/>
                <a:gridCol w="1025525"/>
              </a:tblGrid>
              <a:tr h="81724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81724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81724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81724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18" name="文本框 17"/>
          <p:cNvSpPr txBox="1"/>
          <p:nvPr>
            <p:custDataLst>
              <p:tags r:id="rId4"/>
            </p:custDataLst>
          </p:nvPr>
        </p:nvSpPr>
        <p:spPr>
          <a:xfrm>
            <a:off x="31115" y="148145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文本框 18"/>
          <p:cNvSpPr txBox="1"/>
          <p:nvPr>
            <p:custDataLst>
              <p:tags r:id="rId5"/>
            </p:custDataLst>
          </p:nvPr>
        </p:nvSpPr>
        <p:spPr>
          <a:xfrm>
            <a:off x="31115" y="230251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文本框 19"/>
          <p:cNvSpPr txBox="1"/>
          <p:nvPr>
            <p:custDataLst>
              <p:tags r:id="rId6"/>
            </p:custDataLst>
          </p:nvPr>
        </p:nvSpPr>
        <p:spPr>
          <a:xfrm>
            <a:off x="31115" y="312356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文本框 20"/>
          <p:cNvSpPr txBox="1"/>
          <p:nvPr>
            <p:custDataLst>
              <p:tags r:id="rId7"/>
            </p:custDataLst>
          </p:nvPr>
        </p:nvSpPr>
        <p:spPr>
          <a:xfrm>
            <a:off x="31115" y="394462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>
            <p:custDataLst>
              <p:tags r:id="rId8"/>
            </p:custDataLst>
          </p:nvPr>
        </p:nvSpPr>
        <p:spPr>
          <a:xfrm>
            <a:off x="31115" y="108267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i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9"/>
            </p:custDataLst>
          </p:nvPr>
        </p:nvSpPr>
        <p:spPr>
          <a:xfrm>
            <a:off x="1875155" y="86360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10"/>
            </p:custDataLst>
          </p:nvPr>
        </p:nvSpPr>
        <p:spPr>
          <a:xfrm>
            <a:off x="2880995" y="86360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文本框 24"/>
          <p:cNvSpPr txBox="1"/>
          <p:nvPr>
            <p:custDataLst>
              <p:tags r:id="rId11"/>
            </p:custDataLst>
          </p:nvPr>
        </p:nvSpPr>
        <p:spPr>
          <a:xfrm>
            <a:off x="3886835" y="86360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文本框 25"/>
          <p:cNvSpPr txBox="1"/>
          <p:nvPr>
            <p:custDataLst>
              <p:tags r:id="rId12"/>
            </p:custDataLst>
          </p:nvPr>
        </p:nvSpPr>
        <p:spPr>
          <a:xfrm>
            <a:off x="869315" y="86360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文本框 26"/>
          <p:cNvSpPr txBox="1"/>
          <p:nvPr>
            <p:custDataLst>
              <p:tags r:id="rId13"/>
            </p:custDataLst>
          </p:nvPr>
        </p:nvSpPr>
        <p:spPr>
          <a:xfrm>
            <a:off x="566420" y="86360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j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956310" y="1389380"/>
            <a:ext cx="431800" cy="586105"/>
          </a:xfrm>
          <a:prstGeom prst="rect">
            <a:avLst/>
          </a:prstGeom>
          <a:solidFill>
            <a:srgbClr val="E8F4F2"/>
          </a:solidFill>
          <a:ln>
            <a:solidFill>
              <a:srgbClr val="E8F4F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4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altLang="zh-CN" sz="4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32" name="表格 31"/>
          <p:cNvGraphicFramePr/>
          <p:nvPr>
            <p:custDataLst>
              <p:tags r:id="rId14"/>
            </p:custDataLst>
          </p:nvPr>
        </p:nvGraphicFramePr>
        <p:xfrm>
          <a:off x="669290" y="1262380"/>
          <a:ext cx="4061460" cy="3268980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1015365"/>
                <a:gridCol w="1015365"/>
                <a:gridCol w="1005205"/>
                <a:gridCol w="1025525"/>
              </a:tblGrid>
              <a:tr h="81724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solidFill>
                            <a:srgbClr val="CC00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4000" b="1">
                        <a:solidFill>
                          <a:srgbClr val="CC00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FF0000"/>
                    </a:solidFill>
                  </a:tcPr>
                </a:tc>
              </a:tr>
              <a:tr h="81724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81724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81724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  <p:sp>
        <p:nvSpPr>
          <p:cNvPr id="33" name="文本框 32"/>
          <p:cNvSpPr txBox="1"/>
          <p:nvPr/>
        </p:nvSpPr>
        <p:spPr>
          <a:xfrm>
            <a:off x="0" y="5383530"/>
            <a:ext cx="4488180" cy="4318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行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为基准，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行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只能放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个皇后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0" y="5753735"/>
            <a:ext cx="4488180" cy="4318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按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列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为基准，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列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只能放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个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皇后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" name="椭圆 56"/>
          <p:cNvSpPr/>
          <p:nvPr/>
        </p:nvSpPr>
        <p:spPr>
          <a:xfrm>
            <a:off x="8201081" y="921671"/>
            <a:ext cx="468000" cy="468000"/>
          </a:xfrm>
          <a:prstGeom prst="ellipse">
            <a:avLst/>
          </a:prstGeom>
          <a:solidFill>
            <a:srgbClr val="0026E5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cxnSp>
        <p:nvCxnSpPr>
          <p:cNvPr id="35" name="直接连接符 34"/>
          <p:cNvCxnSpPr/>
          <p:nvPr/>
        </p:nvCxnSpPr>
        <p:spPr>
          <a:xfrm flipH="1">
            <a:off x="6429431" y="1155671"/>
            <a:ext cx="1771650" cy="487680"/>
          </a:xfrm>
          <a:prstGeom prst="line">
            <a:avLst/>
          </a:prstGeom>
          <a:noFill/>
          <a:ln w="3810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</p:cxnSp>
      <p:sp>
        <p:nvSpPr>
          <p:cNvPr id="36" name="椭圆 35"/>
          <p:cNvSpPr/>
          <p:nvPr/>
        </p:nvSpPr>
        <p:spPr>
          <a:xfrm>
            <a:off x="6195116" y="1643666"/>
            <a:ext cx="468000" cy="468000"/>
          </a:xfrm>
          <a:prstGeom prst="ellipse">
            <a:avLst/>
          </a:prstGeom>
          <a:solidFill>
            <a:srgbClr val="CC00F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77" name="文本框 76"/>
          <p:cNvSpPr txBox="1"/>
          <p:nvPr/>
        </p:nvSpPr>
        <p:spPr>
          <a:xfrm>
            <a:off x="6978015" y="1071245"/>
            <a:ext cx="400050" cy="4102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endParaRPr lang="en-US" altLang="zh-CN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4806315" y="1262380"/>
            <a:ext cx="614680" cy="4102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i=0</a:t>
            </a:r>
            <a:endParaRPr lang="en-US" altLang="zh-CN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0" y="5022215"/>
            <a:ext cx="2205990" cy="4318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深度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+1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=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层级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2148205" y="5022215"/>
            <a:ext cx="3109595" cy="4318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深度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=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放置皇后的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个数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矩形 43"/>
          <p:cNvSpPr/>
          <p:nvPr>
            <p:custDataLst>
              <p:tags r:id="rId15"/>
            </p:custDataLst>
          </p:nvPr>
        </p:nvSpPr>
        <p:spPr>
          <a:xfrm>
            <a:off x="2984500" y="2209165"/>
            <a:ext cx="431800" cy="586105"/>
          </a:xfrm>
          <a:prstGeom prst="rect">
            <a:avLst/>
          </a:prstGeom>
          <a:solidFill>
            <a:srgbClr val="E8F4F2"/>
          </a:solidFill>
          <a:ln>
            <a:solidFill>
              <a:srgbClr val="E8F4F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4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altLang="zh-CN" sz="4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48" name="直接连接符 47"/>
          <p:cNvCxnSpPr/>
          <p:nvPr/>
        </p:nvCxnSpPr>
        <p:spPr>
          <a:xfrm flipH="1">
            <a:off x="5769666" y="1877666"/>
            <a:ext cx="425450" cy="625475"/>
          </a:xfrm>
          <a:prstGeom prst="line">
            <a:avLst/>
          </a:prstGeom>
          <a:noFill/>
          <a:ln w="3810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</p:cxnSp>
      <p:sp>
        <p:nvSpPr>
          <p:cNvPr id="51" name="椭圆 50"/>
          <p:cNvSpPr/>
          <p:nvPr/>
        </p:nvSpPr>
        <p:spPr>
          <a:xfrm>
            <a:off x="5535351" y="2503456"/>
            <a:ext cx="468000" cy="468000"/>
          </a:xfrm>
          <a:prstGeom prst="ellipse">
            <a:avLst/>
          </a:prstGeom>
          <a:solidFill>
            <a:srgbClr val="CC00F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5603240" y="1892300"/>
            <a:ext cx="400050" cy="4102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lang="en-US" altLang="zh-CN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4796790" y="1981835"/>
            <a:ext cx="614680" cy="4102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i=1</a:t>
            </a:r>
            <a:endParaRPr lang="en-US" altLang="zh-CN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54" name="表格 53"/>
          <p:cNvGraphicFramePr/>
          <p:nvPr>
            <p:custDataLst>
              <p:tags r:id="rId16"/>
            </p:custDataLst>
          </p:nvPr>
        </p:nvGraphicFramePr>
        <p:xfrm>
          <a:off x="669290" y="1262380"/>
          <a:ext cx="4061460" cy="3268980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1015365"/>
                <a:gridCol w="1015365"/>
                <a:gridCol w="1005205"/>
                <a:gridCol w="1025525"/>
              </a:tblGrid>
              <a:tr h="81724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solidFill>
                            <a:srgbClr val="CC00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4000" b="1">
                        <a:solidFill>
                          <a:srgbClr val="CC00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FF0000"/>
                    </a:solidFill>
                  </a:tcPr>
                </a:tc>
              </a:tr>
              <a:tr h="81724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solidFill>
                            <a:srgbClr val="CC00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4000" b="1">
                        <a:solidFill>
                          <a:srgbClr val="CC00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chemeClr val="accent2"/>
                    </a:solidFill>
                  </a:tcPr>
                </a:tc>
              </a:tr>
              <a:tr h="81724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chemeClr val="accent2"/>
                    </a:solidFill>
                  </a:tcPr>
                </a:tc>
              </a:tr>
              <a:tr h="81724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8" name="表格 57"/>
          <p:cNvGraphicFramePr/>
          <p:nvPr>
            <p:custDataLst>
              <p:tags r:id="rId17"/>
            </p:custDataLst>
          </p:nvPr>
        </p:nvGraphicFramePr>
        <p:xfrm>
          <a:off x="669290" y="1262380"/>
          <a:ext cx="4061460" cy="3268980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1015365"/>
                <a:gridCol w="1015365"/>
                <a:gridCol w="1005205"/>
                <a:gridCol w="1025525"/>
              </a:tblGrid>
              <a:tr h="81724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solidFill>
                            <a:srgbClr val="CC00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4000" b="1">
                        <a:solidFill>
                          <a:srgbClr val="CC00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FF0000"/>
                    </a:solidFill>
                  </a:tcPr>
                </a:tc>
              </a:tr>
              <a:tr h="81724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4000" b="1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E8F4F2"/>
                    </a:solidFill>
                  </a:tcPr>
                </a:tc>
              </a:tr>
              <a:tr h="81724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E8F4F2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E8F4F2"/>
                    </a:solidFill>
                  </a:tcPr>
                </a:tc>
              </a:tr>
              <a:tr h="81724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E8F4F2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  <p:sp>
        <p:nvSpPr>
          <p:cNvPr id="59" name="矩形 58"/>
          <p:cNvSpPr/>
          <p:nvPr/>
        </p:nvSpPr>
        <p:spPr>
          <a:xfrm>
            <a:off x="3977640" y="2209165"/>
            <a:ext cx="431800" cy="586105"/>
          </a:xfrm>
          <a:prstGeom prst="rect">
            <a:avLst/>
          </a:prstGeom>
          <a:solidFill>
            <a:srgbClr val="E8F4F2"/>
          </a:solidFill>
          <a:ln>
            <a:solidFill>
              <a:srgbClr val="E8F4F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4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altLang="zh-CN" sz="4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61" name="直接连接符 60"/>
          <p:cNvCxnSpPr/>
          <p:nvPr/>
        </p:nvCxnSpPr>
        <p:spPr>
          <a:xfrm>
            <a:off x="6663111" y="1877666"/>
            <a:ext cx="307340" cy="626110"/>
          </a:xfrm>
          <a:prstGeom prst="line">
            <a:avLst/>
          </a:prstGeom>
          <a:noFill/>
          <a:ln w="3810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</p:cxnSp>
      <p:sp>
        <p:nvSpPr>
          <p:cNvPr id="62" name="椭圆 61"/>
          <p:cNvSpPr/>
          <p:nvPr/>
        </p:nvSpPr>
        <p:spPr>
          <a:xfrm>
            <a:off x="6736136" y="2504091"/>
            <a:ext cx="468000" cy="468000"/>
          </a:xfrm>
          <a:prstGeom prst="ellipse">
            <a:avLst/>
          </a:prstGeom>
          <a:solidFill>
            <a:srgbClr val="CC00F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6734810" y="1935480"/>
            <a:ext cx="400050" cy="4102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lang="en-US" altLang="zh-CN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64" name="表格 63"/>
          <p:cNvGraphicFramePr/>
          <p:nvPr>
            <p:custDataLst>
              <p:tags r:id="rId18"/>
            </p:custDataLst>
          </p:nvPr>
        </p:nvGraphicFramePr>
        <p:xfrm>
          <a:off x="702310" y="1262380"/>
          <a:ext cx="4061460" cy="3268980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1015365"/>
                <a:gridCol w="1015365"/>
                <a:gridCol w="1005205"/>
                <a:gridCol w="1025525"/>
              </a:tblGrid>
              <a:tr h="81724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solidFill>
                            <a:srgbClr val="CC00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4000" b="1">
                        <a:solidFill>
                          <a:srgbClr val="CC00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FF0000"/>
                    </a:solidFill>
                  </a:tcPr>
                </a:tc>
              </a:tr>
              <a:tr h="81724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4000" b="1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solidFill>
                            <a:srgbClr val="CC00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4000" b="1">
                        <a:solidFill>
                          <a:srgbClr val="CC00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E8F4F2"/>
                    </a:solidFill>
                  </a:tcPr>
                </a:tc>
              </a:tr>
              <a:tr h="81724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E8F4F2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chemeClr val="accent2"/>
                    </a:solidFill>
                  </a:tcPr>
                </a:tc>
              </a:tr>
              <a:tr h="81724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E8F4F2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  <p:sp>
        <p:nvSpPr>
          <p:cNvPr id="65" name="矩形 64"/>
          <p:cNvSpPr/>
          <p:nvPr/>
        </p:nvSpPr>
        <p:spPr>
          <a:xfrm>
            <a:off x="2028190" y="3029585"/>
            <a:ext cx="431800" cy="586105"/>
          </a:xfrm>
          <a:prstGeom prst="rect">
            <a:avLst/>
          </a:prstGeom>
          <a:solidFill>
            <a:srgbClr val="E8F4F2"/>
          </a:solidFill>
          <a:ln>
            <a:solidFill>
              <a:srgbClr val="E8F4F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4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altLang="zh-CN" sz="4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4" name="直接连接符 3"/>
          <p:cNvCxnSpPr>
            <a:stCxn id="62" idx="4"/>
            <a:endCxn id="7" idx="0"/>
          </p:cNvCxnSpPr>
          <p:nvPr/>
        </p:nvCxnSpPr>
        <p:spPr>
          <a:xfrm flipH="1">
            <a:off x="6969181" y="2971771"/>
            <a:ext cx="1270" cy="643890"/>
          </a:xfrm>
          <a:prstGeom prst="line">
            <a:avLst/>
          </a:prstGeom>
          <a:noFill/>
          <a:ln w="3810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</p:cxnSp>
      <p:sp>
        <p:nvSpPr>
          <p:cNvPr id="6" name="文本框 5"/>
          <p:cNvSpPr txBox="1"/>
          <p:nvPr/>
        </p:nvSpPr>
        <p:spPr>
          <a:xfrm>
            <a:off x="6577965" y="3123565"/>
            <a:ext cx="400050" cy="4102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lang="en-US" altLang="zh-CN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6734866" y="3615976"/>
            <a:ext cx="468000" cy="468000"/>
          </a:xfrm>
          <a:prstGeom prst="ellipse">
            <a:avLst/>
          </a:prstGeom>
          <a:solidFill>
            <a:srgbClr val="CC00F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graphicFrame>
        <p:nvGraphicFramePr>
          <p:cNvPr id="8" name="表格 7"/>
          <p:cNvGraphicFramePr/>
          <p:nvPr>
            <p:custDataLst>
              <p:tags r:id="rId19"/>
            </p:custDataLst>
          </p:nvPr>
        </p:nvGraphicFramePr>
        <p:xfrm>
          <a:off x="695325" y="1265555"/>
          <a:ext cx="4061460" cy="3268980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1015365"/>
                <a:gridCol w="1015365"/>
                <a:gridCol w="1005205"/>
                <a:gridCol w="1025525"/>
              </a:tblGrid>
              <a:tr h="81724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solidFill>
                            <a:srgbClr val="CC00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4000" b="1">
                        <a:solidFill>
                          <a:srgbClr val="CC00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FF0000"/>
                    </a:solidFill>
                  </a:tcPr>
                </a:tc>
              </a:tr>
              <a:tr h="81724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4000" b="1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solidFill>
                            <a:srgbClr val="CC00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4000" b="1">
                        <a:solidFill>
                          <a:srgbClr val="CC00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E8F4F2"/>
                    </a:solidFill>
                  </a:tcPr>
                </a:tc>
              </a:tr>
              <a:tr h="81724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solidFill>
                            <a:srgbClr val="CC00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4000" b="1">
                        <a:solidFill>
                          <a:srgbClr val="CC00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E8F4F2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chemeClr val="accent2"/>
                    </a:solidFill>
                  </a:tcPr>
                </a:tc>
              </a:tr>
              <a:tr h="81724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249087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表格 8"/>
          <p:cNvGraphicFramePr/>
          <p:nvPr>
            <p:custDataLst>
              <p:tags r:id="rId20"/>
            </p:custDataLst>
          </p:nvPr>
        </p:nvGraphicFramePr>
        <p:xfrm>
          <a:off x="735330" y="1265555"/>
          <a:ext cx="4061460" cy="3268980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1015365"/>
                <a:gridCol w="1015365"/>
                <a:gridCol w="1005205"/>
                <a:gridCol w="1025525"/>
              </a:tblGrid>
              <a:tr h="81724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solidFill>
                            <a:srgbClr val="CC00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4000" b="1">
                        <a:solidFill>
                          <a:srgbClr val="CC00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FF0000"/>
                    </a:solidFill>
                  </a:tcPr>
                </a:tc>
              </a:tr>
              <a:tr h="81724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4000" b="1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solidFill>
                            <a:srgbClr val="CC00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4000" b="1">
                        <a:solidFill>
                          <a:srgbClr val="CC00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E8F4F2"/>
                    </a:solidFill>
                  </a:tcPr>
                </a:tc>
              </a:tr>
              <a:tr h="81724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4000" b="1">
                        <a:solidFill>
                          <a:srgbClr val="CC00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chemeClr val="accent2"/>
                    </a:solidFill>
                  </a:tcPr>
                </a:tc>
              </a:tr>
              <a:tr h="81724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E8F4F2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表格 9"/>
          <p:cNvGraphicFramePr/>
          <p:nvPr>
            <p:custDataLst>
              <p:tags r:id="rId21"/>
            </p:custDataLst>
          </p:nvPr>
        </p:nvGraphicFramePr>
        <p:xfrm>
          <a:off x="716280" y="1252220"/>
          <a:ext cx="4061460" cy="3268980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1015365"/>
                <a:gridCol w="1015365"/>
                <a:gridCol w="1005205"/>
                <a:gridCol w="1025525"/>
              </a:tblGrid>
              <a:tr h="81724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solidFill>
                            <a:srgbClr val="CC00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4000" b="1">
                        <a:solidFill>
                          <a:srgbClr val="CC00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FF0000"/>
                    </a:solidFill>
                  </a:tcPr>
                </a:tc>
              </a:tr>
              <a:tr h="81724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4000" b="1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4000" b="1">
                        <a:solidFill>
                          <a:srgbClr val="CC00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chemeClr val="tx1"/>
                    </a:solidFill>
                  </a:tcPr>
                </a:tc>
              </a:tr>
              <a:tr h="81724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4000" b="1">
                        <a:solidFill>
                          <a:srgbClr val="CC00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E8F4F2"/>
                    </a:solidFill>
                  </a:tcPr>
                </a:tc>
              </a:tr>
              <a:tr h="81724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E8F4F2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E8F4F2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  <p:sp>
        <p:nvSpPr>
          <p:cNvPr id="11" name="文本框 10"/>
          <p:cNvSpPr txBox="1"/>
          <p:nvPr/>
        </p:nvSpPr>
        <p:spPr>
          <a:xfrm>
            <a:off x="4806315" y="3029585"/>
            <a:ext cx="614680" cy="4102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i=2</a:t>
            </a:r>
            <a:endParaRPr lang="en-US" altLang="zh-CN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2" name="表格 11"/>
          <p:cNvGraphicFramePr/>
          <p:nvPr>
            <p:custDataLst>
              <p:tags r:id="rId22"/>
            </p:custDataLst>
          </p:nvPr>
        </p:nvGraphicFramePr>
        <p:xfrm>
          <a:off x="702310" y="1252220"/>
          <a:ext cx="4061460" cy="3268980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1015365"/>
                <a:gridCol w="1015365"/>
                <a:gridCol w="1005205"/>
                <a:gridCol w="1025525"/>
              </a:tblGrid>
              <a:tr h="817245"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4000" b="1">
                        <a:solidFill>
                          <a:srgbClr val="CC00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E8F4F2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E8F4F2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E8F4F2"/>
                    </a:solidFill>
                  </a:tcPr>
                </a:tc>
              </a:tr>
              <a:tr h="81724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E8F4F2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E8F4F2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4000" b="1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4000" b="1">
                        <a:solidFill>
                          <a:srgbClr val="CC00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chemeClr val="tx1"/>
                    </a:solidFill>
                  </a:tcPr>
                </a:tc>
              </a:tr>
              <a:tr h="81724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E8F4F2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4000" b="1">
                        <a:solidFill>
                          <a:srgbClr val="CC00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E8F4F2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E8F4F2"/>
                    </a:solidFill>
                  </a:tcPr>
                </a:tc>
              </a:tr>
              <a:tr h="81724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E8F4F2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E8F4F2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E8F4F2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E8F4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ff"/>
                                      </p:to>
                                    </p:animClr>
                                    <p:set>
                                      <p:cBhvr>
                                        <p:cTn id="12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ff"/>
                                      </p:to>
                                    </p:animClr>
                                    <p:set>
                                      <p:cBhvr>
                                        <p:cTn id="30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  <p:set>
                                      <p:cBhvr>
                                        <p:cTn id="34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5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00"/>
                            </p:stCondLst>
                            <p:childTnLst>
                              <p:par>
                                <p:cTn id="7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0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26e5"/>
                                      </p:to>
                                    </p:animClr>
                                    <p:set>
                                      <p:cBhvr>
                                        <p:cTn id="8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7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9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ff"/>
                                      </p:to>
                                    </p:animClr>
                                    <p:set>
                                      <p:cBhvr>
                                        <p:cTn id="10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50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26e5"/>
                                      </p:to>
                                    </p:animClr>
                                    <p:set>
                                      <p:cBhvr>
                                        <p:cTn id="12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8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ff"/>
                                      </p:to>
                                    </p:animClr>
                                    <p:set>
                                      <p:cBhvr>
                                        <p:cTn id="129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0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>
                            <p:stCondLst>
                              <p:cond delay="500"/>
                            </p:stCondLst>
                            <p:childTnLst>
                              <p:par>
                                <p:cTn id="15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ff"/>
                                      </p:to>
                                    </p:animClr>
                                    <p:set>
                                      <p:cBhvr>
                                        <p:cTn id="15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1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26e5"/>
                                      </p:to>
                                    </p:animClr>
                                    <p:set>
                                      <p:cBhvr>
                                        <p:cTn id="162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3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7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8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9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ff"/>
                                      </p:to>
                                    </p:animClr>
                                    <p:set>
                                      <p:cBhvr>
                                        <p:cTn id="180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1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0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91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2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ff"/>
                                      </p:to>
                                    </p:animClr>
                                    <p:set>
                                      <p:cBhvr>
                                        <p:cTn id="19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>
                      <p:stCondLst>
                        <p:cond delay="indefinite"/>
                      </p:stCondLst>
                      <p:childTnLst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id="204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0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8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9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ff"/>
                                      </p:to>
                                    </p:animClr>
                                    <p:set>
                                      <p:cBhvr>
                                        <p:cTn id="210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1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>
                      <p:stCondLst>
                        <p:cond delay="indefinite"/>
                      </p:stCondLst>
                      <p:childTnLst>
                        <p:par>
                          <p:cTn id="213" fill="hold">
                            <p:stCondLst>
                              <p:cond delay="0"/>
                            </p:stCondLst>
                            <p:childTnLst>
                              <p:par>
                                <p:cTn id="2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8" grpId="0" bldLvl="0" animBg="1"/>
      <p:bldP spid="33" grpId="0"/>
      <p:bldP spid="34" grpId="0"/>
      <p:bldP spid="57" grpId="0" bldLvl="0" animBg="1"/>
      <p:bldP spid="36" grpId="0" bldLvl="0" animBg="1"/>
      <p:bldP spid="77" grpId="0"/>
      <p:bldP spid="37" grpId="0"/>
      <p:bldP spid="38" grpId="0"/>
      <p:bldP spid="42" grpId="0"/>
      <p:bldP spid="44" grpId="0" bldLvl="0" animBg="1"/>
      <p:bldP spid="51" grpId="0" bldLvl="0" animBg="1"/>
      <p:bldP spid="52" grpId="0"/>
      <p:bldP spid="53" grpId="0"/>
      <p:bldP spid="62" grpId="0" bldLvl="0" animBg="1"/>
      <p:bldP spid="63" grpId="0"/>
      <p:bldP spid="59" grpId="0" animBg="1"/>
      <p:bldP spid="65" grpId="0" animBg="1"/>
      <p:bldP spid="6" grpId="0"/>
      <p:bldP spid="7" grpId="0" bldLvl="0" animBg="1"/>
      <p:bldP spid="1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1379855" y="64935"/>
            <a:ext cx="2487295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4000" b="1" dirty="0">
                <a:solidFill>
                  <a:schemeClr val="accent1">
                    <a:lumMod val="75000"/>
                  </a:schemeClr>
                </a:solidFill>
              </a:rPr>
              <a:t>n</a:t>
            </a:r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皇后</a:t>
            </a:r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问题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91" name="文本框 90"/>
          <p:cNvSpPr txBox="1"/>
          <p:nvPr>
            <p:custDataLst>
              <p:tags r:id="rId2"/>
            </p:custDataLst>
          </p:nvPr>
        </p:nvSpPr>
        <p:spPr>
          <a:xfrm>
            <a:off x="5134610" y="0"/>
            <a:ext cx="6280785" cy="4318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000" b="1">
                <a:solidFill>
                  <a:srgbClr val="249087"/>
                </a:solidFill>
              </a:rPr>
              <a:t>约束条件：</a:t>
            </a:r>
            <a:r>
              <a:rPr lang="zh-CN" altLang="en-US" sz="2000" b="1">
                <a:solidFill>
                  <a:schemeClr val="tx1"/>
                </a:solidFill>
              </a:rPr>
              <a:t>两两皇后不能在</a:t>
            </a:r>
            <a:r>
              <a:rPr lang="zh-CN" altLang="en-US" sz="2000" b="1">
                <a:solidFill>
                  <a:srgbClr val="FF0000"/>
                </a:solidFill>
              </a:rPr>
              <a:t>同一行</a:t>
            </a:r>
            <a:r>
              <a:rPr lang="zh-CN" altLang="en-US" sz="2000" b="1">
                <a:solidFill>
                  <a:schemeClr val="tx1"/>
                </a:solidFill>
              </a:rPr>
              <a:t>、</a:t>
            </a:r>
            <a:r>
              <a:rPr lang="zh-CN" altLang="en-US" sz="2000" b="1">
                <a:solidFill>
                  <a:srgbClr val="FF0000"/>
                </a:solidFill>
              </a:rPr>
              <a:t>同一列</a:t>
            </a:r>
            <a:r>
              <a:rPr lang="zh-CN" altLang="en-US" sz="2000" b="1">
                <a:solidFill>
                  <a:schemeClr val="tx1"/>
                </a:solidFill>
              </a:rPr>
              <a:t>、</a:t>
            </a:r>
            <a:r>
              <a:rPr lang="zh-CN" altLang="en-US" sz="2000" b="1">
                <a:solidFill>
                  <a:srgbClr val="FF0000"/>
                </a:solidFill>
              </a:rPr>
              <a:t>同一斜线</a:t>
            </a:r>
            <a:endParaRPr lang="zh-CN" altLang="en-US" sz="2000" b="1">
              <a:solidFill>
                <a:srgbClr val="FF0000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163185" y="431800"/>
            <a:ext cx="1814830" cy="4318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000" b="1">
                <a:solidFill>
                  <a:srgbClr val="249087"/>
                </a:solidFill>
              </a:rPr>
              <a:t>限界条件：</a:t>
            </a:r>
            <a:r>
              <a:rPr lang="zh-CN" altLang="en-US" sz="2000" b="1">
                <a:solidFill>
                  <a:schemeClr val="tx1"/>
                </a:solidFill>
              </a:rPr>
              <a:t>无</a:t>
            </a:r>
            <a:endParaRPr lang="zh-CN" altLang="en-US" sz="2000" b="1">
              <a:solidFill>
                <a:schemeClr val="tx1"/>
              </a:solidFill>
            </a:endParaRPr>
          </a:p>
        </p:txBody>
      </p:sp>
      <p:graphicFrame>
        <p:nvGraphicFramePr>
          <p:cNvPr id="17" name="表格 16"/>
          <p:cNvGraphicFramePr/>
          <p:nvPr>
            <p:custDataLst>
              <p:tags r:id="rId3"/>
            </p:custDataLst>
          </p:nvPr>
        </p:nvGraphicFramePr>
        <p:xfrm>
          <a:off x="669290" y="1262380"/>
          <a:ext cx="4061460" cy="3268980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1015365"/>
                <a:gridCol w="1015365"/>
                <a:gridCol w="1005205"/>
                <a:gridCol w="1025525"/>
              </a:tblGrid>
              <a:tr h="81724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81724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81724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81724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18" name="文本框 17"/>
          <p:cNvSpPr txBox="1"/>
          <p:nvPr>
            <p:custDataLst>
              <p:tags r:id="rId4"/>
            </p:custDataLst>
          </p:nvPr>
        </p:nvSpPr>
        <p:spPr>
          <a:xfrm>
            <a:off x="31115" y="148145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文本框 18"/>
          <p:cNvSpPr txBox="1"/>
          <p:nvPr>
            <p:custDataLst>
              <p:tags r:id="rId5"/>
            </p:custDataLst>
          </p:nvPr>
        </p:nvSpPr>
        <p:spPr>
          <a:xfrm>
            <a:off x="31115" y="230251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文本框 19"/>
          <p:cNvSpPr txBox="1"/>
          <p:nvPr>
            <p:custDataLst>
              <p:tags r:id="rId6"/>
            </p:custDataLst>
          </p:nvPr>
        </p:nvSpPr>
        <p:spPr>
          <a:xfrm>
            <a:off x="31115" y="312356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文本框 20"/>
          <p:cNvSpPr txBox="1"/>
          <p:nvPr>
            <p:custDataLst>
              <p:tags r:id="rId7"/>
            </p:custDataLst>
          </p:nvPr>
        </p:nvSpPr>
        <p:spPr>
          <a:xfrm>
            <a:off x="31115" y="394462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>
            <p:custDataLst>
              <p:tags r:id="rId8"/>
            </p:custDataLst>
          </p:nvPr>
        </p:nvSpPr>
        <p:spPr>
          <a:xfrm>
            <a:off x="31115" y="108267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i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9"/>
            </p:custDataLst>
          </p:nvPr>
        </p:nvSpPr>
        <p:spPr>
          <a:xfrm>
            <a:off x="1875155" y="86360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10"/>
            </p:custDataLst>
          </p:nvPr>
        </p:nvSpPr>
        <p:spPr>
          <a:xfrm>
            <a:off x="2880995" y="86360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文本框 24"/>
          <p:cNvSpPr txBox="1"/>
          <p:nvPr>
            <p:custDataLst>
              <p:tags r:id="rId11"/>
            </p:custDataLst>
          </p:nvPr>
        </p:nvSpPr>
        <p:spPr>
          <a:xfrm>
            <a:off x="3886835" y="86360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文本框 25"/>
          <p:cNvSpPr txBox="1"/>
          <p:nvPr>
            <p:custDataLst>
              <p:tags r:id="rId12"/>
            </p:custDataLst>
          </p:nvPr>
        </p:nvSpPr>
        <p:spPr>
          <a:xfrm>
            <a:off x="869315" y="86360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文本框 26"/>
          <p:cNvSpPr txBox="1"/>
          <p:nvPr>
            <p:custDataLst>
              <p:tags r:id="rId13"/>
            </p:custDataLst>
          </p:nvPr>
        </p:nvSpPr>
        <p:spPr>
          <a:xfrm>
            <a:off x="566420" y="86360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j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1978025" y="1412240"/>
            <a:ext cx="431800" cy="586105"/>
          </a:xfrm>
          <a:prstGeom prst="rect">
            <a:avLst/>
          </a:prstGeom>
          <a:solidFill>
            <a:srgbClr val="E8F4F2"/>
          </a:solidFill>
          <a:ln>
            <a:solidFill>
              <a:srgbClr val="E8F4F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4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altLang="zh-CN" sz="4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0" y="5383530"/>
            <a:ext cx="4488180" cy="4318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行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为基准，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行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只能放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个皇后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0" y="5753735"/>
            <a:ext cx="4488180" cy="4318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按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列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为基准，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列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只能放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个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皇后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" name="椭圆 56"/>
          <p:cNvSpPr/>
          <p:nvPr/>
        </p:nvSpPr>
        <p:spPr>
          <a:xfrm>
            <a:off x="8201081" y="921671"/>
            <a:ext cx="468000" cy="468000"/>
          </a:xfrm>
          <a:prstGeom prst="ellipse">
            <a:avLst/>
          </a:prstGeom>
          <a:solidFill>
            <a:srgbClr val="CC00F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cxnSp>
        <p:nvCxnSpPr>
          <p:cNvPr id="35" name="直接连接符 34"/>
          <p:cNvCxnSpPr/>
          <p:nvPr/>
        </p:nvCxnSpPr>
        <p:spPr>
          <a:xfrm flipH="1">
            <a:off x="6429431" y="1155671"/>
            <a:ext cx="1771650" cy="487680"/>
          </a:xfrm>
          <a:prstGeom prst="line">
            <a:avLst/>
          </a:prstGeom>
          <a:noFill/>
          <a:ln w="3810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</p:cxnSp>
      <p:sp>
        <p:nvSpPr>
          <p:cNvPr id="36" name="椭圆 35"/>
          <p:cNvSpPr/>
          <p:nvPr/>
        </p:nvSpPr>
        <p:spPr>
          <a:xfrm>
            <a:off x="6195116" y="1643666"/>
            <a:ext cx="468000" cy="468000"/>
          </a:xfrm>
          <a:prstGeom prst="ellipse">
            <a:avLst/>
          </a:prstGeom>
          <a:solidFill>
            <a:schemeClr val="tx1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77" name="文本框 76"/>
          <p:cNvSpPr txBox="1"/>
          <p:nvPr/>
        </p:nvSpPr>
        <p:spPr>
          <a:xfrm>
            <a:off x="6978015" y="1071245"/>
            <a:ext cx="400050" cy="4102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endParaRPr lang="en-US" altLang="zh-CN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4806315" y="1262380"/>
            <a:ext cx="614680" cy="4102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i=0</a:t>
            </a:r>
            <a:endParaRPr lang="en-US" altLang="zh-CN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0" y="5022215"/>
            <a:ext cx="2205990" cy="4318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深度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+1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=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层级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2148205" y="5022215"/>
            <a:ext cx="3109595" cy="4318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深度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=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放置皇后的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个数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48" name="直接连接符 47"/>
          <p:cNvCxnSpPr/>
          <p:nvPr/>
        </p:nvCxnSpPr>
        <p:spPr>
          <a:xfrm flipH="1">
            <a:off x="5769666" y="1877666"/>
            <a:ext cx="425450" cy="625475"/>
          </a:xfrm>
          <a:prstGeom prst="line">
            <a:avLst/>
          </a:prstGeom>
          <a:noFill/>
          <a:ln w="3810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</p:cxnSp>
      <p:sp>
        <p:nvSpPr>
          <p:cNvPr id="51" name="椭圆 50"/>
          <p:cNvSpPr/>
          <p:nvPr/>
        </p:nvSpPr>
        <p:spPr>
          <a:xfrm>
            <a:off x="5535351" y="2503456"/>
            <a:ext cx="468000" cy="468000"/>
          </a:xfrm>
          <a:prstGeom prst="ellipse">
            <a:avLst/>
          </a:prstGeom>
          <a:solidFill>
            <a:schemeClr val="tx1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5603240" y="1892300"/>
            <a:ext cx="400050" cy="4102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lang="en-US" altLang="zh-CN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4796790" y="1981835"/>
            <a:ext cx="614680" cy="4102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i=1</a:t>
            </a:r>
            <a:endParaRPr lang="en-US" altLang="zh-CN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61" name="直接连接符 60"/>
          <p:cNvCxnSpPr/>
          <p:nvPr/>
        </p:nvCxnSpPr>
        <p:spPr>
          <a:xfrm>
            <a:off x="6663111" y="1877666"/>
            <a:ext cx="307340" cy="626110"/>
          </a:xfrm>
          <a:prstGeom prst="line">
            <a:avLst/>
          </a:prstGeom>
          <a:noFill/>
          <a:ln w="3810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</p:cxnSp>
      <p:sp>
        <p:nvSpPr>
          <p:cNvPr id="62" name="椭圆 61"/>
          <p:cNvSpPr/>
          <p:nvPr/>
        </p:nvSpPr>
        <p:spPr>
          <a:xfrm>
            <a:off x="6736136" y="2504091"/>
            <a:ext cx="468000" cy="468000"/>
          </a:xfrm>
          <a:prstGeom prst="ellipse">
            <a:avLst/>
          </a:prstGeom>
          <a:solidFill>
            <a:schemeClr val="tx1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6734810" y="1935480"/>
            <a:ext cx="400050" cy="4102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lang="en-US" altLang="zh-CN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" name="直接连接符 3"/>
          <p:cNvCxnSpPr>
            <a:stCxn id="62" idx="4"/>
            <a:endCxn id="7" idx="0"/>
          </p:cNvCxnSpPr>
          <p:nvPr/>
        </p:nvCxnSpPr>
        <p:spPr>
          <a:xfrm flipH="1">
            <a:off x="6969181" y="2971771"/>
            <a:ext cx="1270" cy="643890"/>
          </a:xfrm>
          <a:prstGeom prst="line">
            <a:avLst/>
          </a:prstGeom>
          <a:noFill/>
          <a:ln w="3810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</p:cxnSp>
      <p:sp>
        <p:nvSpPr>
          <p:cNvPr id="6" name="文本框 5"/>
          <p:cNvSpPr txBox="1"/>
          <p:nvPr/>
        </p:nvSpPr>
        <p:spPr>
          <a:xfrm>
            <a:off x="6577965" y="3123565"/>
            <a:ext cx="400050" cy="4102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lang="en-US" altLang="zh-CN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6734866" y="3615976"/>
            <a:ext cx="468000" cy="468000"/>
          </a:xfrm>
          <a:prstGeom prst="ellipse">
            <a:avLst/>
          </a:prstGeom>
          <a:solidFill>
            <a:schemeClr val="tx1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cxnSp>
        <p:nvCxnSpPr>
          <p:cNvPr id="11" name="直接连接符 10"/>
          <p:cNvCxnSpPr/>
          <p:nvPr/>
        </p:nvCxnSpPr>
        <p:spPr>
          <a:xfrm flipH="1">
            <a:off x="7909616" y="1321406"/>
            <a:ext cx="360045" cy="322580"/>
          </a:xfrm>
          <a:prstGeom prst="line">
            <a:avLst/>
          </a:prstGeom>
          <a:noFill/>
          <a:ln w="3810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</p:cxnSp>
      <p:sp>
        <p:nvSpPr>
          <p:cNvPr id="12" name="椭圆 11"/>
          <p:cNvSpPr/>
          <p:nvPr/>
        </p:nvSpPr>
        <p:spPr>
          <a:xfrm>
            <a:off x="7675301" y="1644301"/>
            <a:ext cx="468000" cy="468000"/>
          </a:xfrm>
          <a:prstGeom prst="ellipse">
            <a:avLst/>
          </a:prstGeom>
          <a:solidFill>
            <a:srgbClr val="CC00F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742555" y="1233170"/>
            <a:ext cx="400050" cy="4102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lang="en-US" altLang="zh-CN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4" name="表格 13"/>
          <p:cNvGraphicFramePr/>
          <p:nvPr>
            <p:custDataLst>
              <p:tags r:id="rId14"/>
            </p:custDataLst>
          </p:nvPr>
        </p:nvGraphicFramePr>
        <p:xfrm>
          <a:off x="669290" y="1245235"/>
          <a:ext cx="4061460" cy="3268980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1015365"/>
                <a:gridCol w="1015365"/>
                <a:gridCol w="1005205"/>
                <a:gridCol w="1025525"/>
              </a:tblGrid>
              <a:tr h="81724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solidFill>
                            <a:srgbClr val="CC00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4000" b="1">
                        <a:solidFill>
                          <a:srgbClr val="CC00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FF0000"/>
                    </a:solidFill>
                  </a:tcPr>
                </a:tc>
              </a:tr>
              <a:tr h="81724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81724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FF0000"/>
                    </a:solidFill>
                  </a:tcPr>
                </a:tc>
              </a:tr>
              <a:tr h="81724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15" name="矩形 14"/>
          <p:cNvSpPr/>
          <p:nvPr/>
        </p:nvSpPr>
        <p:spPr>
          <a:xfrm>
            <a:off x="4006850" y="2208530"/>
            <a:ext cx="431800" cy="586105"/>
          </a:xfrm>
          <a:prstGeom prst="rect">
            <a:avLst/>
          </a:prstGeom>
          <a:solidFill>
            <a:srgbClr val="E8F4F2"/>
          </a:solidFill>
          <a:ln>
            <a:solidFill>
              <a:srgbClr val="E8F4F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4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altLang="zh-CN" sz="4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7534910" y="2112010"/>
            <a:ext cx="400050" cy="4102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lang="en-US" altLang="zh-CN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9" name="直接连接符 28"/>
          <p:cNvCxnSpPr/>
          <p:nvPr/>
        </p:nvCxnSpPr>
        <p:spPr>
          <a:xfrm>
            <a:off x="7909616" y="2111981"/>
            <a:ext cx="635" cy="392430"/>
          </a:xfrm>
          <a:prstGeom prst="line">
            <a:avLst/>
          </a:prstGeom>
          <a:noFill/>
          <a:ln w="3810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</p:cxnSp>
      <p:sp>
        <p:nvSpPr>
          <p:cNvPr id="30" name="椭圆 29"/>
          <p:cNvSpPr/>
          <p:nvPr/>
        </p:nvSpPr>
        <p:spPr>
          <a:xfrm>
            <a:off x="7675936" y="2504726"/>
            <a:ext cx="468000" cy="468000"/>
          </a:xfrm>
          <a:prstGeom prst="ellipse">
            <a:avLst/>
          </a:prstGeom>
          <a:solidFill>
            <a:srgbClr val="CC00F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graphicFrame>
        <p:nvGraphicFramePr>
          <p:cNvPr id="31" name="表格 30"/>
          <p:cNvGraphicFramePr/>
          <p:nvPr>
            <p:custDataLst>
              <p:tags r:id="rId15"/>
            </p:custDataLst>
          </p:nvPr>
        </p:nvGraphicFramePr>
        <p:xfrm>
          <a:off x="693420" y="1248410"/>
          <a:ext cx="4061460" cy="3268980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1015365"/>
                <a:gridCol w="1015365"/>
                <a:gridCol w="1005205"/>
                <a:gridCol w="1025525"/>
              </a:tblGrid>
              <a:tr h="81724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solidFill>
                            <a:srgbClr val="CC00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4000" b="1">
                        <a:solidFill>
                          <a:srgbClr val="CC00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FF0000"/>
                    </a:solidFill>
                  </a:tcPr>
                </a:tc>
              </a:tr>
              <a:tr h="81724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solidFill>
                            <a:srgbClr val="CC00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4000" b="1">
                        <a:solidFill>
                          <a:srgbClr val="CC00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81724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FF0000"/>
                    </a:solidFill>
                  </a:tcPr>
                </a:tc>
              </a:tr>
              <a:tr h="81724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chemeClr val="accent2"/>
                    </a:solidFill>
                  </a:tcPr>
                </a:tc>
              </a:tr>
            </a:tbl>
          </a:graphicData>
        </a:graphic>
      </p:graphicFrame>
      <p:sp>
        <p:nvSpPr>
          <p:cNvPr id="39" name="文本框 38"/>
          <p:cNvSpPr txBox="1"/>
          <p:nvPr>
            <p:custDataLst>
              <p:tags r:id="rId16"/>
            </p:custDataLst>
          </p:nvPr>
        </p:nvSpPr>
        <p:spPr>
          <a:xfrm>
            <a:off x="4806315" y="3029585"/>
            <a:ext cx="614680" cy="4102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i=2</a:t>
            </a:r>
            <a:endParaRPr lang="en-US" altLang="zh-CN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0" name="直接连接符 39"/>
          <p:cNvCxnSpPr>
            <a:stCxn id="30" idx="4"/>
            <a:endCxn id="41" idx="0"/>
          </p:cNvCxnSpPr>
          <p:nvPr/>
        </p:nvCxnSpPr>
        <p:spPr>
          <a:xfrm flipH="1">
            <a:off x="7909616" y="2972406"/>
            <a:ext cx="635" cy="651510"/>
          </a:xfrm>
          <a:prstGeom prst="line">
            <a:avLst/>
          </a:prstGeom>
          <a:noFill/>
          <a:ln w="3810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</p:cxnSp>
      <p:sp>
        <p:nvSpPr>
          <p:cNvPr id="41" name="椭圆 40"/>
          <p:cNvSpPr/>
          <p:nvPr/>
        </p:nvSpPr>
        <p:spPr>
          <a:xfrm>
            <a:off x="7675301" y="3624231"/>
            <a:ext cx="468000" cy="468000"/>
          </a:xfrm>
          <a:prstGeom prst="ellipse">
            <a:avLst/>
          </a:prstGeom>
          <a:solidFill>
            <a:srgbClr val="CC00F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7534910" y="3123565"/>
            <a:ext cx="400050" cy="4102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endParaRPr lang="en-US" altLang="zh-CN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46" name="表格 45"/>
          <p:cNvGraphicFramePr/>
          <p:nvPr>
            <p:custDataLst>
              <p:tags r:id="rId17"/>
            </p:custDataLst>
          </p:nvPr>
        </p:nvGraphicFramePr>
        <p:xfrm>
          <a:off x="669290" y="1233170"/>
          <a:ext cx="4061460" cy="3268980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1015365"/>
                <a:gridCol w="1015365"/>
                <a:gridCol w="1005205"/>
                <a:gridCol w="1025525"/>
              </a:tblGrid>
              <a:tr h="81724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solidFill>
                            <a:srgbClr val="CC00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4000" b="1">
                        <a:solidFill>
                          <a:srgbClr val="CC00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FF0000"/>
                    </a:solidFill>
                  </a:tcPr>
                </a:tc>
              </a:tr>
              <a:tr h="81724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solidFill>
                            <a:srgbClr val="CC00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4000" b="1">
                        <a:solidFill>
                          <a:srgbClr val="CC00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81724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solidFill>
                            <a:srgbClr val="CC00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4000" b="1">
                        <a:solidFill>
                          <a:srgbClr val="CC00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FF0000"/>
                    </a:solidFill>
                  </a:tcPr>
                </a:tc>
              </a:tr>
              <a:tr h="81724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249087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chemeClr val="accent2"/>
                    </a:solidFill>
                  </a:tcPr>
                </a:tc>
              </a:tr>
            </a:tbl>
          </a:graphicData>
        </a:graphic>
      </p:graphicFrame>
      <p:sp>
        <p:nvSpPr>
          <p:cNvPr id="47" name="矩形 46"/>
          <p:cNvSpPr/>
          <p:nvPr/>
        </p:nvSpPr>
        <p:spPr>
          <a:xfrm>
            <a:off x="2984500" y="3850640"/>
            <a:ext cx="431800" cy="586105"/>
          </a:xfrm>
          <a:prstGeom prst="rect">
            <a:avLst/>
          </a:prstGeom>
          <a:solidFill>
            <a:srgbClr val="E8F4F2"/>
          </a:solidFill>
          <a:ln>
            <a:solidFill>
              <a:srgbClr val="E8F4F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4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altLang="zh-CN" sz="4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7501255" y="4182745"/>
            <a:ext cx="400050" cy="4102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lang="en-US" altLang="zh-CN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55" name="直接连接符 54"/>
          <p:cNvCxnSpPr>
            <a:stCxn id="41" idx="4"/>
            <a:endCxn id="56" idx="0"/>
          </p:cNvCxnSpPr>
          <p:nvPr/>
        </p:nvCxnSpPr>
        <p:spPr>
          <a:xfrm>
            <a:off x="7909616" y="4091911"/>
            <a:ext cx="0" cy="592455"/>
          </a:xfrm>
          <a:prstGeom prst="line">
            <a:avLst/>
          </a:prstGeom>
          <a:noFill/>
          <a:ln w="3810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</p:cxnSp>
      <p:sp>
        <p:nvSpPr>
          <p:cNvPr id="56" name="椭圆 55"/>
          <p:cNvSpPr/>
          <p:nvPr/>
        </p:nvSpPr>
        <p:spPr>
          <a:xfrm>
            <a:off x="7675301" y="4684681"/>
            <a:ext cx="468000" cy="468000"/>
          </a:xfrm>
          <a:prstGeom prst="ellipse">
            <a:avLst/>
          </a:prstGeom>
          <a:solidFill>
            <a:srgbClr val="CC00F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60" name="矩形 59"/>
          <p:cNvSpPr/>
          <p:nvPr/>
        </p:nvSpPr>
        <p:spPr>
          <a:xfrm>
            <a:off x="972820" y="3037840"/>
            <a:ext cx="431800" cy="586105"/>
          </a:xfrm>
          <a:prstGeom prst="rect">
            <a:avLst/>
          </a:prstGeom>
          <a:solidFill>
            <a:srgbClr val="E8F4F2"/>
          </a:solidFill>
          <a:ln>
            <a:solidFill>
              <a:srgbClr val="E8F4F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4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altLang="zh-CN" sz="4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7675245" y="5383530"/>
            <a:ext cx="465455" cy="4318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解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7" name="文本框 66"/>
          <p:cNvSpPr txBox="1"/>
          <p:nvPr/>
        </p:nvSpPr>
        <p:spPr>
          <a:xfrm>
            <a:off x="4806315" y="4182745"/>
            <a:ext cx="614680" cy="4102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i=3</a:t>
            </a:r>
            <a:endParaRPr lang="en-US" altLang="zh-CN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68" name="表格 67"/>
          <p:cNvGraphicFramePr/>
          <p:nvPr>
            <p:custDataLst>
              <p:tags r:id="rId18"/>
            </p:custDataLst>
          </p:nvPr>
        </p:nvGraphicFramePr>
        <p:xfrm>
          <a:off x="693420" y="1233170"/>
          <a:ext cx="4061460" cy="3268980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1015365"/>
                <a:gridCol w="1015365"/>
                <a:gridCol w="1005205"/>
                <a:gridCol w="1025525"/>
              </a:tblGrid>
              <a:tr h="81724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solidFill>
                            <a:srgbClr val="CC00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4000" b="1">
                        <a:solidFill>
                          <a:srgbClr val="CC00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FF0000"/>
                    </a:solidFill>
                  </a:tcPr>
                </a:tc>
              </a:tr>
              <a:tr h="81724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solidFill>
                            <a:srgbClr val="CC00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4000" b="1">
                        <a:solidFill>
                          <a:srgbClr val="CC00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81724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solidFill>
                            <a:srgbClr val="CC00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4000" b="1">
                        <a:solidFill>
                          <a:srgbClr val="CC00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FF0000"/>
                    </a:solidFill>
                  </a:tcPr>
                </a:tc>
              </a:tr>
              <a:tr h="81724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249087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chemeClr val="accent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9" name="表格 68"/>
          <p:cNvGraphicFramePr/>
          <p:nvPr>
            <p:custDataLst>
              <p:tags r:id="rId19"/>
            </p:custDataLst>
          </p:nvPr>
        </p:nvGraphicFramePr>
        <p:xfrm>
          <a:off x="693420" y="1233170"/>
          <a:ext cx="4061460" cy="3268980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1015365"/>
                <a:gridCol w="1015365"/>
                <a:gridCol w="1005205"/>
                <a:gridCol w="1025525"/>
              </a:tblGrid>
              <a:tr h="81724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solidFill>
                            <a:srgbClr val="CC00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4000" b="1">
                        <a:solidFill>
                          <a:srgbClr val="CC00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FF0000"/>
                    </a:solidFill>
                  </a:tcPr>
                </a:tc>
              </a:tr>
              <a:tr h="81724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solidFill>
                            <a:srgbClr val="CC00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4000" b="1">
                        <a:solidFill>
                          <a:srgbClr val="CC00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817245"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4000" b="1">
                        <a:solidFill>
                          <a:srgbClr val="CC00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FF0000"/>
                    </a:solidFill>
                  </a:tcPr>
                </a:tc>
              </a:tr>
              <a:tr h="81724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E8F4F2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chemeClr val="accent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0" name="表格 69"/>
          <p:cNvGraphicFramePr/>
          <p:nvPr>
            <p:custDataLst>
              <p:tags r:id="rId20"/>
            </p:custDataLst>
          </p:nvPr>
        </p:nvGraphicFramePr>
        <p:xfrm>
          <a:off x="669290" y="1233170"/>
          <a:ext cx="4061460" cy="3268980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1015365"/>
                <a:gridCol w="1015365"/>
                <a:gridCol w="1005205"/>
                <a:gridCol w="1025525"/>
              </a:tblGrid>
              <a:tr h="81724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solidFill>
                            <a:srgbClr val="CC00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4000" b="1">
                        <a:solidFill>
                          <a:srgbClr val="CC00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FF0000"/>
                    </a:solidFill>
                  </a:tcPr>
                </a:tc>
              </a:tr>
              <a:tr h="81724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4000" b="1">
                        <a:solidFill>
                          <a:srgbClr val="CC00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chemeClr val="tx1"/>
                    </a:solidFill>
                  </a:tcPr>
                </a:tc>
              </a:tr>
              <a:tr h="81724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E8F4F2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FF0000"/>
                    </a:solidFill>
                  </a:tcPr>
                </a:tc>
              </a:tr>
              <a:tr h="81724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E8F4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1" name="表格 70"/>
          <p:cNvGraphicFramePr/>
          <p:nvPr>
            <p:custDataLst>
              <p:tags r:id="rId21"/>
            </p:custDataLst>
          </p:nvPr>
        </p:nvGraphicFramePr>
        <p:xfrm>
          <a:off x="693420" y="1248410"/>
          <a:ext cx="4061460" cy="3268980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1015365"/>
                <a:gridCol w="1015365"/>
                <a:gridCol w="1005205"/>
                <a:gridCol w="1025525"/>
              </a:tblGrid>
              <a:tr h="81724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4000" b="1">
                        <a:solidFill>
                          <a:srgbClr val="CC00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E8F4F2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E8F4F2"/>
                    </a:solidFill>
                  </a:tcPr>
                </a:tc>
              </a:tr>
              <a:tr h="81724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E8F4F2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E8F4F2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E8F4F2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E8F4F2"/>
                    </a:solidFill>
                  </a:tcPr>
                </a:tc>
              </a:tr>
              <a:tr h="81724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E8F4F2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E8F4F2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E8F4F2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E8F4F2"/>
                    </a:solidFill>
                  </a:tcPr>
                </a:tc>
              </a:tr>
              <a:tr h="81724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E8F4F2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E8F4F2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E8F4F2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E8F4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26e5"/>
                                      </p:to>
                                    </p:animClr>
                                    <p:set>
                                      <p:cBhvr>
                                        <p:cTn id="19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26e5"/>
                                      </p:to>
                                    </p:animClr>
                                    <p:set>
                                      <p:cBhvr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26e5"/>
                                      </p:to>
                                    </p:animClr>
                                    <p:set>
                                      <p:cBhvr>
                                        <p:cTn id="7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500"/>
                            </p:stCondLst>
                            <p:childTnLst>
                              <p:par>
                                <p:cTn id="9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9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26e5"/>
                                      </p:to>
                                    </p:animClr>
                                    <p:set>
                                      <p:cBhvr>
                                        <p:cTn id="100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9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0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ff"/>
                                      </p:to>
                                    </p:animClr>
                                    <p:set>
                                      <p:cBhvr>
                                        <p:cTn id="12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ff"/>
                                      </p:to>
                                    </p:animClr>
                                    <p:set>
                                      <p:cBhvr>
                                        <p:cTn id="13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4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ff"/>
                                      </p:to>
                                    </p:animClr>
                                    <p:set>
                                      <p:cBhvr>
                                        <p:cTn id="15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6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6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7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ff"/>
                                      </p:to>
                                    </p:animClr>
                                    <p:set>
                                      <p:cBhvr>
                                        <p:cTn id="168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9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12" grpId="0" animBg="1"/>
      <p:bldP spid="13" grpId="0"/>
      <p:bldP spid="15" grpId="0" animBg="1"/>
      <p:bldP spid="16" grpId="0"/>
      <p:bldP spid="30" grpId="0" bldLvl="0" animBg="1"/>
      <p:bldP spid="41" grpId="0" bldLvl="0" animBg="1"/>
      <p:bldP spid="45" grpId="0"/>
      <p:bldP spid="47" grpId="0" animBg="1"/>
      <p:bldP spid="49" grpId="0"/>
      <p:bldP spid="56" grpId="0" bldLvl="0" animBg="1"/>
      <p:bldP spid="60" grpId="0" animBg="1"/>
      <p:bldP spid="66" grpId="0"/>
      <p:bldP spid="6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1379855" y="64935"/>
            <a:ext cx="2487295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4000" b="1" dirty="0">
                <a:solidFill>
                  <a:schemeClr val="accent1">
                    <a:lumMod val="75000"/>
                  </a:schemeClr>
                </a:solidFill>
              </a:rPr>
              <a:t>n</a:t>
            </a:r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皇后</a:t>
            </a:r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问题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91" name="文本框 90"/>
          <p:cNvSpPr txBox="1"/>
          <p:nvPr>
            <p:custDataLst>
              <p:tags r:id="rId2"/>
            </p:custDataLst>
          </p:nvPr>
        </p:nvSpPr>
        <p:spPr>
          <a:xfrm>
            <a:off x="5134610" y="0"/>
            <a:ext cx="6280785" cy="4318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000" b="1">
                <a:solidFill>
                  <a:srgbClr val="249087"/>
                </a:solidFill>
              </a:rPr>
              <a:t>约束条件：</a:t>
            </a:r>
            <a:r>
              <a:rPr lang="zh-CN" altLang="en-US" sz="2000" b="1">
                <a:solidFill>
                  <a:schemeClr val="tx1"/>
                </a:solidFill>
              </a:rPr>
              <a:t>两两皇后不能在</a:t>
            </a:r>
            <a:r>
              <a:rPr lang="zh-CN" altLang="en-US" sz="2000" b="1">
                <a:solidFill>
                  <a:srgbClr val="FF0000"/>
                </a:solidFill>
              </a:rPr>
              <a:t>同一行</a:t>
            </a:r>
            <a:r>
              <a:rPr lang="zh-CN" altLang="en-US" sz="2000" b="1">
                <a:solidFill>
                  <a:schemeClr val="tx1"/>
                </a:solidFill>
              </a:rPr>
              <a:t>、</a:t>
            </a:r>
            <a:r>
              <a:rPr lang="zh-CN" altLang="en-US" sz="2000" b="1">
                <a:solidFill>
                  <a:srgbClr val="FF0000"/>
                </a:solidFill>
              </a:rPr>
              <a:t>同一列</a:t>
            </a:r>
            <a:r>
              <a:rPr lang="zh-CN" altLang="en-US" sz="2000" b="1">
                <a:solidFill>
                  <a:schemeClr val="tx1"/>
                </a:solidFill>
              </a:rPr>
              <a:t>、</a:t>
            </a:r>
            <a:r>
              <a:rPr lang="zh-CN" altLang="en-US" sz="2000" b="1">
                <a:solidFill>
                  <a:srgbClr val="FF0000"/>
                </a:solidFill>
              </a:rPr>
              <a:t>同一斜线</a:t>
            </a:r>
            <a:endParaRPr lang="zh-CN" altLang="en-US" sz="2000" b="1">
              <a:solidFill>
                <a:srgbClr val="FF0000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163185" y="431800"/>
            <a:ext cx="1814830" cy="4318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000" b="1">
                <a:solidFill>
                  <a:srgbClr val="249087"/>
                </a:solidFill>
              </a:rPr>
              <a:t>限界条件：</a:t>
            </a:r>
            <a:r>
              <a:rPr lang="zh-CN" altLang="en-US" sz="2000" b="1">
                <a:solidFill>
                  <a:schemeClr val="tx1"/>
                </a:solidFill>
              </a:rPr>
              <a:t>无</a:t>
            </a:r>
            <a:endParaRPr lang="zh-CN" altLang="en-US" sz="2000" b="1">
              <a:solidFill>
                <a:schemeClr val="tx1"/>
              </a:solidFill>
            </a:endParaRPr>
          </a:p>
        </p:txBody>
      </p:sp>
      <p:graphicFrame>
        <p:nvGraphicFramePr>
          <p:cNvPr id="17" name="表格 16"/>
          <p:cNvGraphicFramePr/>
          <p:nvPr>
            <p:custDataLst>
              <p:tags r:id="rId3"/>
            </p:custDataLst>
          </p:nvPr>
        </p:nvGraphicFramePr>
        <p:xfrm>
          <a:off x="669290" y="1262380"/>
          <a:ext cx="4061460" cy="3268980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1015365"/>
                <a:gridCol w="1015365"/>
                <a:gridCol w="1005205"/>
                <a:gridCol w="1025525"/>
              </a:tblGrid>
              <a:tr h="81724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E8F4F2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81724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81724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81724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18" name="文本框 17"/>
          <p:cNvSpPr txBox="1"/>
          <p:nvPr>
            <p:custDataLst>
              <p:tags r:id="rId4"/>
            </p:custDataLst>
          </p:nvPr>
        </p:nvSpPr>
        <p:spPr>
          <a:xfrm>
            <a:off x="31115" y="148145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文本框 18"/>
          <p:cNvSpPr txBox="1"/>
          <p:nvPr>
            <p:custDataLst>
              <p:tags r:id="rId5"/>
            </p:custDataLst>
          </p:nvPr>
        </p:nvSpPr>
        <p:spPr>
          <a:xfrm>
            <a:off x="31115" y="230251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文本框 19"/>
          <p:cNvSpPr txBox="1"/>
          <p:nvPr>
            <p:custDataLst>
              <p:tags r:id="rId6"/>
            </p:custDataLst>
          </p:nvPr>
        </p:nvSpPr>
        <p:spPr>
          <a:xfrm>
            <a:off x="31115" y="312356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文本框 20"/>
          <p:cNvSpPr txBox="1"/>
          <p:nvPr>
            <p:custDataLst>
              <p:tags r:id="rId7"/>
            </p:custDataLst>
          </p:nvPr>
        </p:nvSpPr>
        <p:spPr>
          <a:xfrm>
            <a:off x="31115" y="394462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>
            <p:custDataLst>
              <p:tags r:id="rId8"/>
            </p:custDataLst>
          </p:nvPr>
        </p:nvSpPr>
        <p:spPr>
          <a:xfrm>
            <a:off x="31115" y="1082675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i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9"/>
            </p:custDataLst>
          </p:nvPr>
        </p:nvSpPr>
        <p:spPr>
          <a:xfrm>
            <a:off x="1875155" y="86360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10"/>
            </p:custDataLst>
          </p:nvPr>
        </p:nvSpPr>
        <p:spPr>
          <a:xfrm>
            <a:off x="2880995" y="86360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文本框 24"/>
          <p:cNvSpPr txBox="1"/>
          <p:nvPr>
            <p:custDataLst>
              <p:tags r:id="rId11"/>
            </p:custDataLst>
          </p:nvPr>
        </p:nvSpPr>
        <p:spPr>
          <a:xfrm>
            <a:off x="3886835" y="86360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文本框 25"/>
          <p:cNvSpPr txBox="1"/>
          <p:nvPr>
            <p:custDataLst>
              <p:tags r:id="rId12"/>
            </p:custDataLst>
          </p:nvPr>
        </p:nvSpPr>
        <p:spPr>
          <a:xfrm>
            <a:off x="869315" y="86360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文本框 26"/>
          <p:cNvSpPr txBox="1"/>
          <p:nvPr>
            <p:custDataLst>
              <p:tags r:id="rId13"/>
            </p:custDataLst>
          </p:nvPr>
        </p:nvSpPr>
        <p:spPr>
          <a:xfrm>
            <a:off x="566420" y="863600"/>
            <a:ext cx="638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j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0" y="5383530"/>
            <a:ext cx="4488180" cy="4318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行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为基准，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行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只能放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个皇后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0" y="5753735"/>
            <a:ext cx="4488180" cy="4318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按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列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为基准，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列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只能放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个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皇后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" name="椭圆 56"/>
          <p:cNvSpPr/>
          <p:nvPr/>
        </p:nvSpPr>
        <p:spPr>
          <a:xfrm>
            <a:off x="8201081" y="921671"/>
            <a:ext cx="468000" cy="468000"/>
          </a:xfrm>
          <a:prstGeom prst="ellipse">
            <a:avLst/>
          </a:prstGeom>
          <a:solidFill>
            <a:srgbClr val="CC00F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cxnSp>
        <p:nvCxnSpPr>
          <p:cNvPr id="35" name="直接连接符 34"/>
          <p:cNvCxnSpPr/>
          <p:nvPr/>
        </p:nvCxnSpPr>
        <p:spPr>
          <a:xfrm flipH="1">
            <a:off x="6429431" y="1155671"/>
            <a:ext cx="1771650" cy="487680"/>
          </a:xfrm>
          <a:prstGeom prst="line">
            <a:avLst/>
          </a:prstGeom>
          <a:noFill/>
          <a:ln w="3810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</p:cxnSp>
      <p:sp>
        <p:nvSpPr>
          <p:cNvPr id="36" name="椭圆 35"/>
          <p:cNvSpPr/>
          <p:nvPr/>
        </p:nvSpPr>
        <p:spPr>
          <a:xfrm>
            <a:off x="6195116" y="1643666"/>
            <a:ext cx="468000" cy="468000"/>
          </a:xfrm>
          <a:prstGeom prst="ellipse">
            <a:avLst/>
          </a:prstGeom>
          <a:solidFill>
            <a:schemeClr val="tx1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77" name="文本框 76"/>
          <p:cNvSpPr txBox="1"/>
          <p:nvPr/>
        </p:nvSpPr>
        <p:spPr>
          <a:xfrm>
            <a:off x="6978015" y="1071245"/>
            <a:ext cx="400050" cy="4102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endParaRPr lang="en-US" altLang="zh-CN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4806315" y="1262380"/>
            <a:ext cx="614680" cy="4102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i=0</a:t>
            </a:r>
            <a:endParaRPr lang="en-US" altLang="zh-CN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0" y="5022215"/>
            <a:ext cx="2205990" cy="4318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深度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+1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=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层级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2148205" y="5022215"/>
            <a:ext cx="3109595" cy="4318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深度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=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放置皇后的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个数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48" name="直接连接符 47"/>
          <p:cNvCxnSpPr/>
          <p:nvPr/>
        </p:nvCxnSpPr>
        <p:spPr>
          <a:xfrm flipH="1">
            <a:off x="5769666" y="1877666"/>
            <a:ext cx="425450" cy="625475"/>
          </a:xfrm>
          <a:prstGeom prst="line">
            <a:avLst/>
          </a:prstGeom>
          <a:noFill/>
          <a:ln w="3810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</p:cxnSp>
      <p:sp>
        <p:nvSpPr>
          <p:cNvPr id="51" name="椭圆 50"/>
          <p:cNvSpPr/>
          <p:nvPr/>
        </p:nvSpPr>
        <p:spPr>
          <a:xfrm>
            <a:off x="5535351" y="2503456"/>
            <a:ext cx="468000" cy="468000"/>
          </a:xfrm>
          <a:prstGeom prst="ellipse">
            <a:avLst/>
          </a:prstGeom>
          <a:solidFill>
            <a:schemeClr val="tx1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5603240" y="1892300"/>
            <a:ext cx="400050" cy="4102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lang="en-US" altLang="zh-CN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4796790" y="1981835"/>
            <a:ext cx="614680" cy="4102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i=1</a:t>
            </a:r>
            <a:endParaRPr lang="en-US" altLang="zh-CN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61" name="直接连接符 60"/>
          <p:cNvCxnSpPr/>
          <p:nvPr/>
        </p:nvCxnSpPr>
        <p:spPr>
          <a:xfrm>
            <a:off x="6663111" y="1877666"/>
            <a:ext cx="307340" cy="626110"/>
          </a:xfrm>
          <a:prstGeom prst="line">
            <a:avLst/>
          </a:prstGeom>
          <a:noFill/>
          <a:ln w="3810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</p:cxnSp>
      <p:sp>
        <p:nvSpPr>
          <p:cNvPr id="62" name="椭圆 61"/>
          <p:cNvSpPr/>
          <p:nvPr/>
        </p:nvSpPr>
        <p:spPr>
          <a:xfrm>
            <a:off x="6736136" y="2504091"/>
            <a:ext cx="468000" cy="468000"/>
          </a:xfrm>
          <a:prstGeom prst="ellipse">
            <a:avLst/>
          </a:prstGeom>
          <a:solidFill>
            <a:schemeClr val="tx1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6734810" y="1935480"/>
            <a:ext cx="400050" cy="4102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lang="en-US" altLang="zh-CN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" name="直接连接符 3"/>
          <p:cNvCxnSpPr>
            <a:stCxn id="62" idx="4"/>
            <a:endCxn id="7" idx="0"/>
          </p:cNvCxnSpPr>
          <p:nvPr/>
        </p:nvCxnSpPr>
        <p:spPr>
          <a:xfrm flipH="1">
            <a:off x="6969181" y="2971771"/>
            <a:ext cx="1270" cy="643890"/>
          </a:xfrm>
          <a:prstGeom prst="line">
            <a:avLst/>
          </a:prstGeom>
          <a:noFill/>
          <a:ln w="3810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</p:cxnSp>
      <p:sp>
        <p:nvSpPr>
          <p:cNvPr id="6" name="文本框 5"/>
          <p:cNvSpPr txBox="1"/>
          <p:nvPr/>
        </p:nvSpPr>
        <p:spPr>
          <a:xfrm>
            <a:off x="6577965" y="3123565"/>
            <a:ext cx="400050" cy="4102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lang="en-US" altLang="zh-CN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6734866" y="3615976"/>
            <a:ext cx="468000" cy="468000"/>
          </a:xfrm>
          <a:prstGeom prst="ellipse">
            <a:avLst/>
          </a:prstGeom>
          <a:solidFill>
            <a:schemeClr val="tx1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cxnSp>
        <p:nvCxnSpPr>
          <p:cNvPr id="11" name="直接连接符 10"/>
          <p:cNvCxnSpPr/>
          <p:nvPr/>
        </p:nvCxnSpPr>
        <p:spPr>
          <a:xfrm flipH="1">
            <a:off x="7909616" y="1321406"/>
            <a:ext cx="360045" cy="322580"/>
          </a:xfrm>
          <a:prstGeom prst="line">
            <a:avLst/>
          </a:prstGeom>
          <a:noFill/>
          <a:ln w="3810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</p:cxnSp>
      <p:sp>
        <p:nvSpPr>
          <p:cNvPr id="12" name="椭圆 11"/>
          <p:cNvSpPr/>
          <p:nvPr/>
        </p:nvSpPr>
        <p:spPr>
          <a:xfrm>
            <a:off x="7675301" y="1644301"/>
            <a:ext cx="468000" cy="468000"/>
          </a:xfrm>
          <a:prstGeom prst="ellipse">
            <a:avLst/>
          </a:prstGeom>
          <a:solidFill>
            <a:schemeClr val="tx1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742555" y="1233170"/>
            <a:ext cx="400050" cy="4102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lang="en-US" altLang="zh-CN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7534910" y="2112010"/>
            <a:ext cx="400050" cy="4102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lang="en-US" altLang="zh-CN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9" name="直接连接符 28"/>
          <p:cNvCxnSpPr/>
          <p:nvPr/>
        </p:nvCxnSpPr>
        <p:spPr>
          <a:xfrm>
            <a:off x="7909616" y="2111981"/>
            <a:ext cx="635" cy="392430"/>
          </a:xfrm>
          <a:prstGeom prst="line">
            <a:avLst/>
          </a:prstGeom>
          <a:noFill/>
          <a:ln w="3810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</p:cxnSp>
      <p:sp>
        <p:nvSpPr>
          <p:cNvPr id="30" name="椭圆 29"/>
          <p:cNvSpPr/>
          <p:nvPr/>
        </p:nvSpPr>
        <p:spPr>
          <a:xfrm>
            <a:off x="7675936" y="2504726"/>
            <a:ext cx="468000" cy="468000"/>
          </a:xfrm>
          <a:prstGeom prst="ellipse">
            <a:avLst/>
          </a:prstGeom>
          <a:solidFill>
            <a:schemeClr val="tx1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39" name="文本框 38"/>
          <p:cNvSpPr txBox="1"/>
          <p:nvPr>
            <p:custDataLst>
              <p:tags r:id="rId14"/>
            </p:custDataLst>
          </p:nvPr>
        </p:nvSpPr>
        <p:spPr>
          <a:xfrm>
            <a:off x="4806315" y="3029585"/>
            <a:ext cx="614680" cy="4102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i=2</a:t>
            </a:r>
            <a:endParaRPr lang="en-US" altLang="zh-CN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0" name="直接连接符 39"/>
          <p:cNvCxnSpPr>
            <a:stCxn id="30" idx="4"/>
            <a:endCxn id="41" idx="0"/>
          </p:cNvCxnSpPr>
          <p:nvPr/>
        </p:nvCxnSpPr>
        <p:spPr>
          <a:xfrm flipH="1">
            <a:off x="7909616" y="2972406"/>
            <a:ext cx="635" cy="651510"/>
          </a:xfrm>
          <a:prstGeom prst="line">
            <a:avLst/>
          </a:prstGeom>
          <a:noFill/>
          <a:ln w="3810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</p:cxnSp>
      <p:sp>
        <p:nvSpPr>
          <p:cNvPr id="41" name="椭圆 40"/>
          <p:cNvSpPr/>
          <p:nvPr/>
        </p:nvSpPr>
        <p:spPr>
          <a:xfrm>
            <a:off x="7675301" y="3624231"/>
            <a:ext cx="468000" cy="468000"/>
          </a:xfrm>
          <a:prstGeom prst="ellipse">
            <a:avLst/>
          </a:prstGeom>
          <a:solidFill>
            <a:schemeClr val="tx1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7534910" y="3123565"/>
            <a:ext cx="400050" cy="4102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endParaRPr lang="en-US" altLang="zh-CN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7501255" y="4182745"/>
            <a:ext cx="400050" cy="4102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lang="en-US" altLang="zh-CN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55" name="直接连接符 54"/>
          <p:cNvCxnSpPr>
            <a:stCxn id="41" idx="4"/>
            <a:endCxn id="56" idx="0"/>
          </p:cNvCxnSpPr>
          <p:nvPr/>
        </p:nvCxnSpPr>
        <p:spPr>
          <a:xfrm>
            <a:off x="7909616" y="4091911"/>
            <a:ext cx="0" cy="592455"/>
          </a:xfrm>
          <a:prstGeom prst="line">
            <a:avLst/>
          </a:prstGeom>
          <a:noFill/>
          <a:ln w="3810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</p:cxnSp>
      <p:sp>
        <p:nvSpPr>
          <p:cNvPr id="56" name="椭圆 55"/>
          <p:cNvSpPr/>
          <p:nvPr/>
        </p:nvSpPr>
        <p:spPr>
          <a:xfrm>
            <a:off x="7675301" y="4684681"/>
            <a:ext cx="468000" cy="468000"/>
          </a:xfrm>
          <a:prstGeom prst="ellipse">
            <a:avLst/>
          </a:prstGeom>
          <a:solidFill>
            <a:schemeClr val="tx1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7675245" y="5383530"/>
            <a:ext cx="465455" cy="4318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解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7" name="文本框 66"/>
          <p:cNvSpPr txBox="1"/>
          <p:nvPr/>
        </p:nvSpPr>
        <p:spPr>
          <a:xfrm>
            <a:off x="4806315" y="4182745"/>
            <a:ext cx="614680" cy="4102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i=3</a:t>
            </a:r>
            <a:endParaRPr lang="en-US" altLang="zh-CN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8" name="直接连接符 7"/>
          <p:cNvCxnSpPr>
            <a:stCxn id="57" idx="5"/>
          </p:cNvCxnSpPr>
          <p:nvPr>
            <p:custDataLst>
              <p:tags r:id="rId15"/>
            </p:custDataLst>
          </p:nvPr>
        </p:nvCxnSpPr>
        <p:spPr>
          <a:xfrm>
            <a:off x="8600496" y="1321406"/>
            <a:ext cx="304165" cy="321945"/>
          </a:xfrm>
          <a:prstGeom prst="line">
            <a:avLst/>
          </a:prstGeom>
          <a:noFill/>
          <a:ln w="3810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</p:cxnSp>
      <p:sp>
        <p:nvSpPr>
          <p:cNvPr id="9" name="椭圆 8"/>
          <p:cNvSpPr/>
          <p:nvPr>
            <p:custDataLst>
              <p:tags r:id="rId16"/>
            </p:custDataLst>
          </p:nvPr>
        </p:nvSpPr>
        <p:spPr>
          <a:xfrm>
            <a:off x="8670346" y="1643666"/>
            <a:ext cx="468000" cy="468000"/>
          </a:xfrm>
          <a:prstGeom prst="ellipse">
            <a:avLst/>
          </a:prstGeom>
          <a:solidFill>
            <a:schemeClr val="tx1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10" name="文本框 9"/>
          <p:cNvSpPr txBox="1"/>
          <p:nvPr>
            <p:custDataLst>
              <p:tags r:id="rId17"/>
            </p:custDataLst>
          </p:nvPr>
        </p:nvSpPr>
        <p:spPr>
          <a:xfrm>
            <a:off x="8737600" y="1232535"/>
            <a:ext cx="400050" cy="4102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lang="en-US" altLang="zh-CN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文本框 31"/>
          <p:cNvSpPr txBox="1"/>
          <p:nvPr>
            <p:custDataLst>
              <p:tags r:id="rId18"/>
            </p:custDataLst>
          </p:nvPr>
        </p:nvSpPr>
        <p:spPr>
          <a:xfrm>
            <a:off x="8529955" y="2111375"/>
            <a:ext cx="400050" cy="4102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endParaRPr lang="en-US" altLang="zh-CN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3" name="直接连接符 42"/>
          <p:cNvCxnSpPr/>
          <p:nvPr>
            <p:custDataLst>
              <p:tags r:id="rId19"/>
            </p:custDataLst>
          </p:nvPr>
        </p:nvCxnSpPr>
        <p:spPr>
          <a:xfrm>
            <a:off x="8904661" y="2111346"/>
            <a:ext cx="635" cy="392430"/>
          </a:xfrm>
          <a:prstGeom prst="line">
            <a:avLst/>
          </a:prstGeom>
          <a:noFill/>
          <a:ln w="3810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</p:cxnSp>
      <p:sp>
        <p:nvSpPr>
          <p:cNvPr id="44" name="椭圆 43"/>
          <p:cNvSpPr/>
          <p:nvPr>
            <p:custDataLst>
              <p:tags r:id="rId20"/>
            </p:custDataLst>
          </p:nvPr>
        </p:nvSpPr>
        <p:spPr>
          <a:xfrm>
            <a:off x="8670981" y="2504091"/>
            <a:ext cx="468000" cy="468000"/>
          </a:xfrm>
          <a:prstGeom prst="ellipse">
            <a:avLst/>
          </a:prstGeom>
          <a:solidFill>
            <a:schemeClr val="tx1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cxnSp>
        <p:nvCxnSpPr>
          <p:cNvPr id="50" name="直接连接符 49"/>
          <p:cNvCxnSpPr>
            <a:stCxn id="44" idx="4"/>
            <a:endCxn id="54" idx="0"/>
          </p:cNvCxnSpPr>
          <p:nvPr>
            <p:custDataLst>
              <p:tags r:id="rId21"/>
            </p:custDataLst>
          </p:nvPr>
        </p:nvCxnSpPr>
        <p:spPr>
          <a:xfrm flipH="1">
            <a:off x="8904661" y="2971771"/>
            <a:ext cx="635" cy="651510"/>
          </a:xfrm>
          <a:prstGeom prst="line">
            <a:avLst/>
          </a:prstGeom>
          <a:noFill/>
          <a:ln w="3810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</p:cxnSp>
      <p:sp>
        <p:nvSpPr>
          <p:cNvPr id="54" name="椭圆 53"/>
          <p:cNvSpPr/>
          <p:nvPr>
            <p:custDataLst>
              <p:tags r:id="rId22"/>
            </p:custDataLst>
          </p:nvPr>
        </p:nvSpPr>
        <p:spPr>
          <a:xfrm>
            <a:off x="8670346" y="3623596"/>
            <a:ext cx="468000" cy="468000"/>
          </a:xfrm>
          <a:prstGeom prst="ellipse">
            <a:avLst/>
          </a:prstGeom>
          <a:solidFill>
            <a:schemeClr val="tx1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58" name="文本框 57"/>
          <p:cNvSpPr txBox="1"/>
          <p:nvPr>
            <p:custDataLst>
              <p:tags r:id="rId23"/>
            </p:custDataLst>
          </p:nvPr>
        </p:nvSpPr>
        <p:spPr>
          <a:xfrm>
            <a:off x="8529955" y="3122930"/>
            <a:ext cx="400050" cy="4102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lang="en-US" altLang="zh-CN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9" name="文本框 58"/>
          <p:cNvSpPr txBox="1"/>
          <p:nvPr>
            <p:custDataLst>
              <p:tags r:id="rId24"/>
            </p:custDataLst>
          </p:nvPr>
        </p:nvSpPr>
        <p:spPr>
          <a:xfrm>
            <a:off x="8496300" y="4182110"/>
            <a:ext cx="400050" cy="4102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lang="en-US" altLang="zh-CN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64" name="直接连接符 63"/>
          <p:cNvCxnSpPr>
            <a:stCxn id="54" idx="4"/>
            <a:endCxn id="65" idx="0"/>
          </p:cNvCxnSpPr>
          <p:nvPr>
            <p:custDataLst>
              <p:tags r:id="rId25"/>
            </p:custDataLst>
          </p:nvPr>
        </p:nvCxnSpPr>
        <p:spPr>
          <a:xfrm>
            <a:off x="8904661" y="4091276"/>
            <a:ext cx="0" cy="592455"/>
          </a:xfrm>
          <a:prstGeom prst="line">
            <a:avLst/>
          </a:prstGeom>
          <a:noFill/>
          <a:ln w="3810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</p:cxnSp>
      <p:sp>
        <p:nvSpPr>
          <p:cNvPr id="65" name="椭圆 64"/>
          <p:cNvSpPr/>
          <p:nvPr>
            <p:custDataLst>
              <p:tags r:id="rId26"/>
            </p:custDataLst>
          </p:nvPr>
        </p:nvSpPr>
        <p:spPr>
          <a:xfrm>
            <a:off x="8670346" y="4684046"/>
            <a:ext cx="468000" cy="468000"/>
          </a:xfrm>
          <a:prstGeom prst="ellipse">
            <a:avLst/>
          </a:prstGeom>
          <a:solidFill>
            <a:schemeClr val="tx1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graphicFrame>
        <p:nvGraphicFramePr>
          <p:cNvPr id="85" name="表格 84"/>
          <p:cNvGraphicFramePr/>
          <p:nvPr>
            <p:custDataLst>
              <p:tags r:id="rId27"/>
            </p:custDataLst>
          </p:nvPr>
        </p:nvGraphicFramePr>
        <p:xfrm>
          <a:off x="669290" y="1262380"/>
          <a:ext cx="4061460" cy="3268980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1015365"/>
                <a:gridCol w="1015365"/>
                <a:gridCol w="1005205"/>
                <a:gridCol w="1025525"/>
              </a:tblGrid>
              <a:tr h="81724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E8F4F2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solidFill>
                            <a:srgbClr val="CC00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4000" b="1">
                        <a:solidFill>
                          <a:srgbClr val="CC00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81724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solidFill>
                            <a:srgbClr val="CC00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4000" b="1">
                        <a:solidFill>
                          <a:srgbClr val="CC00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81724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solidFill>
                            <a:srgbClr val="CC00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4000" b="1">
                        <a:solidFill>
                          <a:srgbClr val="CC00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81724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solidFill>
                            <a:srgbClr val="CC00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4000" b="1">
                        <a:solidFill>
                          <a:srgbClr val="CC00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86" name="文本框 85"/>
          <p:cNvSpPr txBox="1"/>
          <p:nvPr/>
        </p:nvSpPr>
        <p:spPr>
          <a:xfrm>
            <a:off x="8669020" y="5383530"/>
            <a:ext cx="465455" cy="4318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解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7" name="椭圆 86"/>
          <p:cNvSpPr/>
          <p:nvPr>
            <p:custDataLst>
              <p:tags r:id="rId28"/>
            </p:custDataLst>
          </p:nvPr>
        </p:nvSpPr>
        <p:spPr>
          <a:xfrm>
            <a:off x="10057186" y="1643031"/>
            <a:ext cx="468000" cy="468000"/>
          </a:xfrm>
          <a:prstGeom prst="ellipse">
            <a:avLst/>
          </a:prstGeom>
          <a:solidFill>
            <a:schemeClr val="tx1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cxnSp>
        <p:nvCxnSpPr>
          <p:cNvPr id="88" name="直接连接符 87"/>
          <p:cNvCxnSpPr/>
          <p:nvPr>
            <p:custDataLst>
              <p:tags r:id="rId29"/>
            </p:custDataLst>
          </p:nvPr>
        </p:nvCxnSpPr>
        <p:spPr>
          <a:xfrm flipH="1">
            <a:off x="9631736" y="1877031"/>
            <a:ext cx="425450" cy="625475"/>
          </a:xfrm>
          <a:prstGeom prst="line">
            <a:avLst/>
          </a:prstGeom>
          <a:noFill/>
          <a:ln w="3810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</p:cxnSp>
      <p:sp>
        <p:nvSpPr>
          <p:cNvPr id="89" name="椭圆 88"/>
          <p:cNvSpPr/>
          <p:nvPr>
            <p:custDataLst>
              <p:tags r:id="rId30"/>
            </p:custDataLst>
          </p:nvPr>
        </p:nvSpPr>
        <p:spPr>
          <a:xfrm>
            <a:off x="9397421" y="2502821"/>
            <a:ext cx="468000" cy="468000"/>
          </a:xfrm>
          <a:prstGeom prst="ellipse">
            <a:avLst/>
          </a:prstGeom>
          <a:solidFill>
            <a:schemeClr val="tx1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90" name="文本框 89"/>
          <p:cNvSpPr txBox="1"/>
          <p:nvPr>
            <p:custDataLst>
              <p:tags r:id="rId31"/>
            </p:custDataLst>
          </p:nvPr>
        </p:nvSpPr>
        <p:spPr>
          <a:xfrm>
            <a:off x="9465310" y="1891665"/>
            <a:ext cx="400050" cy="4102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endParaRPr lang="en-US" altLang="zh-CN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92" name="直接连接符 91"/>
          <p:cNvCxnSpPr/>
          <p:nvPr>
            <p:custDataLst>
              <p:tags r:id="rId32"/>
            </p:custDataLst>
          </p:nvPr>
        </p:nvCxnSpPr>
        <p:spPr>
          <a:xfrm>
            <a:off x="10525181" y="1877031"/>
            <a:ext cx="307340" cy="626110"/>
          </a:xfrm>
          <a:prstGeom prst="line">
            <a:avLst/>
          </a:prstGeom>
          <a:noFill/>
          <a:ln w="3810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</p:cxnSp>
      <p:sp>
        <p:nvSpPr>
          <p:cNvPr id="93" name="椭圆 92"/>
          <p:cNvSpPr/>
          <p:nvPr>
            <p:custDataLst>
              <p:tags r:id="rId33"/>
            </p:custDataLst>
          </p:nvPr>
        </p:nvSpPr>
        <p:spPr>
          <a:xfrm>
            <a:off x="10598206" y="2503456"/>
            <a:ext cx="468000" cy="468000"/>
          </a:xfrm>
          <a:prstGeom prst="ellipse">
            <a:avLst/>
          </a:prstGeom>
          <a:solidFill>
            <a:schemeClr val="tx1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94" name="文本框 93"/>
          <p:cNvSpPr txBox="1"/>
          <p:nvPr>
            <p:custDataLst>
              <p:tags r:id="rId34"/>
            </p:custDataLst>
          </p:nvPr>
        </p:nvSpPr>
        <p:spPr>
          <a:xfrm>
            <a:off x="10596880" y="1934845"/>
            <a:ext cx="400050" cy="4102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lang="en-US" altLang="zh-CN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95" name="直接连接符 94"/>
          <p:cNvCxnSpPr>
            <a:endCxn id="97" idx="0"/>
          </p:cNvCxnSpPr>
          <p:nvPr>
            <p:custDataLst>
              <p:tags r:id="rId35"/>
            </p:custDataLst>
          </p:nvPr>
        </p:nvCxnSpPr>
        <p:spPr>
          <a:xfrm flipH="1">
            <a:off x="9631736" y="2980026"/>
            <a:ext cx="1270" cy="643890"/>
          </a:xfrm>
          <a:prstGeom prst="line">
            <a:avLst/>
          </a:prstGeom>
          <a:noFill/>
          <a:ln w="3810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</p:cxnSp>
      <p:sp>
        <p:nvSpPr>
          <p:cNvPr id="96" name="文本框 95"/>
          <p:cNvSpPr txBox="1"/>
          <p:nvPr>
            <p:custDataLst>
              <p:tags r:id="rId36"/>
            </p:custDataLst>
          </p:nvPr>
        </p:nvSpPr>
        <p:spPr>
          <a:xfrm>
            <a:off x="9232900" y="3123565"/>
            <a:ext cx="400050" cy="4102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lang="en-US" altLang="zh-CN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7" name="椭圆 96"/>
          <p:cNvSpPr/>
          <p:nvPr>
            <p:custDataLst>
              <p:tags r:id="rId37"/>
            </p:custDataLst>
          </p:nvPr>
        </p:nvSpPr>
        <p:spPr>
          <a:xfrm>
            <a:off x="9397421" y="3624231"/>
            <a:ext cx="468000" cy="468000"/>
          </a:xfrm>
          <a:prstGeom prst="ellipse">
            <a:avLst/>
          </a:prstGeom>
          <a:solidFill>
            <a:schemeClr val="tx1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cxnSp>
        <p:nvCxnSpPr>
          <p:cNvPr id="98" name="直接连接符 97"/>
          <p:cNvCxnSpPr>
            <a:stCxn id="57" idx="6"/>
            <a:endCxn id="87" idx="0"/>
          </p:cNvCxnSpPr>
          <p:nvPr/>
        </p:nvCxnSpPr>
        <p:spPr>
          <a:xfrm>
            <a:off x="8669076" y="1155671"/>
            <a:ext cx="1622425" cy="487045"/>
          </a:xfrm>
          <a:prstGeom prst="line">
            <a:avLst/>
          </a:prstGeom>
          <a:noFill/>
          <a:ln w="3810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</p:cxnSp>
      <p:sp>
        <p:nvSpPr>
          <p:cNvPr id="99" name="文本框 98"/>
          <p:cNvSpPr txBox="1"/>
          <p:nvPr>
            <p:custDataLst>
              <p:tags r:id="rId38"/>
            </p:custDataLst>
          </p:nvPr>
        </p:nvSpPr>
        <p:spPr>
          <a:xfrm>
            <a:off x="9397365" y="979170"/>
            <a:ext cx="400050" cy="4102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lang="en-US" altLang="zh-CN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6003290" y="5924550"/>
            <a:ext cx="4871085" cy="4318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当根节点变为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死结点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，回溯算法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结束</a:t>
            </a:r>
            <a:endParaRPr lang="zh-CN" altLang="en-US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1379855" y="64935"/>
            <a:ext cx="2487295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4000" b="1" dirty="0">
                <a:solidFill>
                  <a:schemeClr val="accent1">
                    <a:lumMod val="75000"/>
                  </a:schemeClr>
                </a:solidFill>
              </a:rPr>
              <a:t>n</a:t>
            </a:r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皇后</a:t>
            </a:r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问题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91" name="文本框 90"/>
          <p:cNvSpPr txBox="1"/>
          <p:nvPr/>
        </p:nvSpPr>
        <p:spPr>
          <a:xfrm>
            <a:off x="0" y="771525"/>
            <a:ext cx="5123815" cy="4318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000" b="1">
                <a:solidFill>
                  <a:srgbClr val="2490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时间复杂度分析：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O(n</a:t>
            </a:r>
            <a:r>
              <a:rPr lang="en-US" altLang="zh-CN" sz="2000" b="1" baseline="300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n+1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   O(n</a:t>
            </a:r>
            <a:r>
              <a:rPr lang="en-US" altLang="zh-CN" sz="2000" b="1" baseline="300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n!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endParaRPr lang="en-US" altLang="zh-CN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" grpId="0"/>
    </p:bldLst>
  </p:timing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BEAUTIFY_FLAG" val=""/>
</p:tagLst>
</file>

<file path=ppt/tags/tag51.xml><?xml version="1.0" encoding="utf-8"?>
<p:tagLst xmlns:p="http://schemas.openxmlformats.org/presentationml/2006/main">
  <p:tag name="KSO_WM_BEAUTIFY_FLAG" val=""/>
</p:tagLst>
</file>

<file path=ppt/tags/tag52.xml><?xml version="1.0" encoding="utf-8"?>
<p:tagLst xmlns:p="http://schemas.openxmlformats.org/presentationml/2006/main">
  <p:tag name="KSO_WM_BEAUTIFY_FLAG" val=""/>
</p:tagLst>
</file>

<file path=ppt/tags/tag53.xml><?xml version="1.0" encoding="utf-8"?>
<p:tagLst xmlns:p="http://schemas.openxmlformats.org/presentationml/2006/main">
  <p:tag name="KSO_WM_BEAUTIFY_FLAG" val=""/>
</p:tagLst>
</file>

<file path=ppt/tags/tag54.xml><?xml version="1.0" encoding="utf-8"?>
<p:tagLst xmlns:p="http://schemas.openxmlformats.org/presentationml/2006/main">
  <p:tag name="KSO_WM_BEAUTIFY_FLAG" val=""/>
</p:tagLst>
</file>

<file path=ppt/tags/tag55.xml><?xml version="1.0" encoding="utf-8"?>
<p:tagLst xmlns:p="http://schemas.openxmlformats.org/presentationml/2006/main">
  <p:tag name="KSO_WM_BEAUTIFY_FLAG" val=""/>
</p:tagLst>
</file>

<file path=ppt/tags/tag56.xml><?xml version="1.0" encoding="utf-8"?>
<p:tagLst xmlns:p="http://schemas.openxmlformats.org/presentationml/2006/main">
  <p:tag name="KSO_WM_BEAUTIFY_FLAG" val=""/>
</p:tagLst>
</file>

<file path=ppt/tags/tag57.xml><?xml version="1.0" encoding="utf-8"?>
<p:tagLst xmlns:p="http://schemas.openxmlformats.org/presentationml/2006/main">
  <p:tag name="KSO_WM_BEAUTIFY_FLAG" val=""/>
</p:tagLst>
</file>

<file path=ppt/tags/tag58.xml><?xml version="1.0" encoding="utf-8"?>
<p:tagLst xmlns:p="http://schemas.openxmlformats.org/presentationml/2006/main">
  <p:tag name="KSO_WM_BEAUTIFY_FLAG" val=""/>
</p:tagLst>
</file>

<file path=ppt/tags/tag59.xml><?xml version="1.0" encoding="utf-8"?>
<p:tagLst xmlns:p="http://schemas.openxmlformats.org/presentationml/2006/main">
  <p:tag name="KSO_WM_BEAUTIFY_FLAG" val=""/>
</p:tagLst>
</file>

<file path=ppt/tags/tag60.xml><?xml version="1.0" encoding="utf-8"?>
<p:tagLst xmlns:p="http://schemas.openxmlformats.org/presentationml/2006/main">
  <p:tag name="KSO_WM_BEAUTIFY_FLAG" val=""/>
</p:tagLst>
</file>

<file path=ppt/tags/tag61.xml><?xml version="1.0" encoding="utf-8"?>
<p:tagLst xmlns:p="http://schemas.openxmlformats.org/presentationml/2006/main">
  <p:tag name="KSO_WM_BEAUTIFY_FLAG" val=""/>
</p:tagLst>
</file>

<file path=ppt/tags/tag62.xml><?xml version="1.0" encoding="utf-8"?>
<p:tagLst xmlns:p="http://schemas.openxmlformats.org/presentationml/2006/main">
  <p:tag name="KSO_WM_BEAUTIFY_FLAG" val="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BEAUTIFY_FLAG" val=""/>
</p:tagLst>
</file>

<file path=ppt/tags/tag83.xml><?xml version="1.0" encoding="utf-8"?>
<p:tagLst xmlns:p="http://schemas.openxmlformats.org/presentationml/2006/main">
  <p:tag name="KSO_WM_BEAUTIFY_FLAG" val="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KSO_WM_BEAUTIFY_FLAG" val="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BEAUTIFY_FLAG" val=""/>
</p:tagLst>
</file>

<file path=ppt/tags/tag88.xml><?xml version="1.0" encoding="utf-8"?>
<p:tagLst xmlns:p="http://schemas.openxmlformats.org/presentationml/2006/main">
  <p:tag name="KSO_WM_BEAUTIFY_FLAG" val=""/>
</p:tagLst>
</file>

<file path=ppt/tags/tag89.xml><?xml version="1.0" encoding="utf-8"?>
<p:tagLst xmlns:p="http://schemas.openxmlformats.org/presentationml/2006/main">
  <p:tag name="KSO_WM_BEAUTIFY_FLAG" val=""/>
</p:tagLst>
</file>

<file path=ppt/tags/tag90.xml><?xml version="1.0" encoding="utf-8"?>
<p:tagLst xmlns:p="http://schemas.openxmlformats.org/presentationml/2006/main">
  <p:tag name="KSO_WM_BEAUTIFY_FLAG" val=""/>
</p:tagLst>
</file>

<file path=ppt/tags/tag91.xml><?xml version="1.0" encoding="utf-8"?>
<p:tagLst xmlns:p="http://schemas.openxmlformats.org/presentationml/2006/main">
  <p:tag name="KSO_WM_BEAUTIFY_FLAG" val=""/>
</p:tagLst>
</file>

<file path=ppt/tags/tag92.xml><?xml version="1.0" encoding="utf-8"?>
<p:tagLst xmlns:p="http://schemas.openxmlformats.org/presentationml/2006/main">
  <p:tag name="KSO_WM_BEAUTIFY_FLAG" val=""/>
</p:tagLst>
</file>

<file path=ppt/tags/tag93.xml><?xml version="1.0" encoding="utf-8"?>
<p:tagLst xmlns:p="http://schemas.openxmlformats.org/presentationml/2006/main">
  <p:tag name="KSO_WM_BEAUTIFY_FLAG" val=""/>
</p:tagLst>
</file>

<file path=ppt/tags/tag94.xml><?xml version="1.0" encoding="utf-8"?>
<p:tagLst xmlns:p="http://schemas.openxmlformats.org/presentationml/2006/main">
  <p:tag name="KSO_WM_BEAUTIFY_FLAG" val=""/>
</p:tagLst>
</file>

<file path=ppt/tags/tag95.xml><?xml version="1.0" encoding="utf-8"?>
<p:tagLst xmlns:p="http://schemas.openxmlformats.org/presentationml/2006/main">
  <p:tag name="KSO_WM_BEAUTIFY_FLAG" val=""/>
</p:tagLst>
</file>

<file path=ppt/tags/tag96.xml><?xml version="1.0" encoding="utf-8"?>
<p:tagLst xmlns:p="http://schemas.openxmlformats.org/presentationml/2006/main">
  <p:tag name="KSO_WM_BEAUTIFY_FLAG" val=""/>
</p:tagLst>
</file>

<file path=ppt/tags/tag97.xml><?xml version="1.0" encoding="utf-8"?>
<p:tagLst xmlns:p="http://schemas.openxmlformats.org/presentationml/2006/main">
  <p:tag name="KSO_WM_BEAUTIFY_FLAG" val=""/>
</p:tagLst>
</file>

<file path=ppt/tags/tag98.xml><?xml version="1.0" encoding="utf-8"?>
<p:tagLst xmlns:p="http://schemas.openxmlformats.org/presentationml/2006/main">
  <p:tag name="KSO_WM_BEAUTIFY_FLAG" val=""/>
</p:tagLst>
</file>

<file path=ppt/tags/tag99.xml><?xml version="1.0" encoding="utf-8"?>
<p:tagLst xmlns:p="http://schemas.openxmlformats.org/presentationml/2006/main">
  <p:tag name="KSO_WM_BEAUTIFY_FLAG" val=""/>
</p:tagLst>
</file>

<file path=ppt/tags/tag100.xml><?xml version="1.0" encoding="utf-8"?>
<p:tagLst xmlns:p="http://schemas.openxmlformats.org/presentationml/2006/main">
  <p:tag name="KSO_WM_BEAUTIFY_FLAG" val=""/>
</p:tagLst>
</file>

<file path=ppt/tags/tag101.xml><?xml version="1.0" encoding="utf-8"?>
<p:tagLst xmlns:p="http://schemas.openxmlformats.org/presentationml/2006/main">
  <p:tag name="KSO_WM_BEAUTIFY_FLAG" val=""/>
</p:tagLst>
</file>

<file path=ppt/tags/tag102.xml><?xml version="1.0" encoding="utf-8"?>
<p:tagLst xmlns:p="http://schemas.openxmlformats.org/presentationml/2006/main">
  <p:tag name="KSO_WM_BEAUTIFY_FLAG" val=""/>
</p:tagLst>
</file>

<file path=ppt/tags/tag103.xml><?xml version="1.0" encoding="utf-8"?>
<p:tagLst xmlns:p="http://schemas.openxmlformats.org/presentationml/2006/main">
  <p:tag name="KSO_WM_BEAUTIFY_FLAG" val=""/>
</p:tagLst>
</file>

<file path=ppt/tags/tag104.xml><?xml version="1.0" encoding="utf-8"?>
<p:tagLst xmlns:p="http://schemas.openxmlformats.org/presentationml/2006/main">
  <p:tag name="KSO_WM_BEAUTIFY_FLAG" val=""/>
</p:tagLst>
</file>

<file path=ppt/tags/tag105.xml><?xml version="1.0" encoding="utf-8"?>
<p:tagLst xmlns:p="http://schemas.openxmlformats.org/presentationml/2006/main">
  <p:tag name="KSO_WM_BEAUTIFY_FLAG" val=""/>
</p:tagLst>
</file>

<file path=ppt/tags/tag106.xml><?xml version="1.0" encoding="utf-8"?>
<p:tagLst xmlns:p="http://schemas.openxmlformats.org/presentationml/2006/main">
  <p:tag name="KSO_WM_BEAUTIFY_FLAG" val=""/>
</p:tagLst>
</file>

<file path=ppt/tags/tag107.xml><?xml version="1.0" encoding="utf-8"?>
<p:tagLst xmlns:p="http://schemas.openxmlformats.org/presentationml/2006/main">
  <p:tag name="KSO_WM_BEAUTIFY_FLAG" val=""/>
</p:tagLst>
</file>

<file path=ppt/tags/tag108.xml><?xml version="1.0" encoding="utf-8"?>
<p:tagLst xmlns:p="http://schemas.openxmlformats.org/presentationml/2006/main">
  <p:tag name="KSO_WM_BEAUTIFY_FLAG" val=""/>
</p:tagLst>
</file>

<file path=ppt/tags/tag109.xml><?xml version="1.0" encoding="utf-8"?>
<p:tagLst xmlns:p="http://schemas.openxmlformats.org/presentationml/2006/main">
  <p:tag name="KSO_WM_BEAUTIFY_FLAG" val=""/>
</p:tagLst>
</file>

<file path=ppt/tags/tag110.xml><?xml version="1.0" encoding="utf-8"?>
<p:tagLst xmlns:p="http://schemas.openxmlformats.org/presentationml/2006/main">
  <p:tag name="KSO_WM_BEAUTIFY_FLAG" val=""/>
</p:tagLst>
</file>

<file path=ppt/tags/tag111.xml><?xml version="1.0" encoding="utf-8"?>
<p:tagLst xmlns:p="http://schemas.openxmlformats.org/presentationml/2006/main">
  <p:tag name="KSO_WM_BEAUTIFY_FLAG" val=""/>
</p:tagLst>
</file>

<file path=ppt/tags/tag112.xml><?xml version="1.0" encoding="utf-8"?>
<p:tagLst xmlns:p="http://schemas.openxmlformats.org/presentationml/2006/main">
  <p:tag name="KSO_WM_BEAUTIFY_FLAG" val=""/>
</p:tagLst>
</file>

<file path=ppt/tags/tag113.xml><?xml version="1.0" encoding="utf-8"?>
<p:tagLst xmlns:p="http://schemas.openxmlformats.org/presentationml/2006/main">
  <p:tag name="KSO_WM_BEAUTIFY_FLAG" val=""/>
</p:tagLst>
</file>

<file path=ppt/tags/tag114.xml><?xml version="1.0" encoding="utf-8"?>
<p:tagLst xmlns:p="http://schemas.openxmlformats.org/presentationml/2006/main">
  <p:tag name="KSO_WM_BEAUTIFY_FLAG" val=""/>
</p:tagLst>
</file>

<file path=ppt/tags/tag115.xml><?xml version="1.0" encoding="utf-8"?>
<p:tagLst xmlns:p="http://schemas.openxmlformats.org/presentationml/2006/main">
  <p:tag name="KSO_WM_BEAUTIFY_FLAG" val=""/>
</p:tagLst>
</file>

<file path=ppt/tags/tag116.xml><?xml version="1.0" encoding="utf-8"?>
<p:tagLst xmlns:p="http://schemas.openxmlformats.org/presentationml/2006/main">
  <p:tag name="KSO_WM_BEAUTIFY_FLAG" val=""/>
</p:tagLst>
</file>

<file path=ppt/tags/tag117.xml><?xml version="1.0" encoding="utf-8"?>
<p:tagLst xmlns:p="http://schemas.openxmlformats.org/presentationml/2006/main">
  <p:tag name="KSO_WM_BEAUTIFY_FLAG" val=""/>
</p:tagLst>
</file>

<file path=ppt/tags/tag118.xml><?xml version="1.0" encoding="utf-8"?>
<p:tagLst xmlns:p="http://schemas.openxmlformats.org/presentationml/2006/main">
  <p:tag name="KSO_WM_BEAUTIFY_FLAG" val=""/>
</p:tagLst>
</file>

<file path=ppt/tags/tag119.xml><?xml version="1.0" encoding="utf-8"?>
<p:tagLst xmlns:p="http://schemas.openxmlformats.org/presentationml/2006/main">
  <p:tag name="KSO_WM_BEAUTIFY_FLAG" val=""/>
</p:tagLst>
</file>

<file path=ppt/tags/tag120.xml><?xml version="1.0" encoding="utf-8"?>
<p:tagLst xmlns:p="http://schemas.openxmlformats.org/presentationml/2006/main">
  <p:tag name="KSO_WM_BEAUTIFY_FLAG" val=""/>
</p:tagLst>
</file>

<file path=ppt/tags/tag121.xml><?xml version="1.0" encoding="utf-8"?>
<p:tagLst xmlns:p="http://schemas.openxmlformats.org/presentationml/2006/main">
  <p:tag name="KSO_WM_BEAUTIFY_FLAG" val=""/>
</p:tagLst>
</file>

<file path=ppt/tags/tag122.xml><?xml version="1.0" encoding="utf-8"?>
<p:tagLst xmlns:p="http://schemas.openxmlformats.org/presentationml/2006/main">
  <p:tag name="KSO_WM_BEAUTIFY_FLAG" val=""/>
</p:tagLst>
</file>

<file path=ppt/tags/tag123.xml><?xml version="1.0" encoding="utf-8"?>
<p:tagLst xmlns:p="http://schemas.openxmlformats.org/presentationml/2006/main">
  <p:tag name="KSO_WM_BEAUTIFY_FLAG" val=""/>
</p:tagLst>
</file>

<file path=ppt/tags/tag124.xml><?xml version="1.0" encoding="utf-8"?>
<p:tagLst xmlns:p="http://schemas.openxmlformats.org/presentationml/2006/main">
  <p:tag name="KSO_WM_BEAUTIFY_FLAG" val=""/>
</p:tagLst>
</file>

<file path=ppt/tags/tag125.xml><?xml version="1.0" encoding="utf-8"?>
<p:tagLst xmlns:p="http://schemas.openxmlformats.org/presentationml/2006/main">
  <p:tag name="KSO_WM_BEAUTIFY_FLAG" val=""/>
</p:tagLst>
</file>

<file path=ppt/tags/tag126.xml><?xml version="1.0" encoding="utf-8"?>
<p:tagLst xmlns:p="http://schemas.openxmlformats.org/presentationml/2006/main">
  <p:tag name="KSO_WM_BEAUTIFY_FLAG" val=""/>
</p:tagLst>
</file>

<file path=ppt/tags/tag127.xml><?xml version="1.0" encoding="utf-8"?>
<p:tagLst xmlns:p="http://schemas.openxmlformats.org/presentationml/2006/main">
  <p:tag name="KSO_WM_BEAUTIFY_FLAG" val=""/>
</p:tagLst>
</file>

<file path=ppt/tags/tag128.xml><?xml version="1.0" encoding="utf-8"?>
<p:tagLst xmlns:p="http://schemas.openxmlformats.org/presentationml/2006/main">
  <p:tag name="KSO_WM_BEAUTIFY_FLAG" val=""/>
</p:tagLst>
</file>

<file path=ppt/tags/tag129.xml><?xml version="1.0" encoding="utf-8"?>
<p:tagLst xmlns:p="http://schemas.openxmlformats.org/presentationml/2006/main">
  <p:tag name="KSO_WM_BEAUTIFY_FLAG" val=""/>
</p:tagLst>
</file>

<file path=ppt/tags/tag130.xml><?xml version="1.0" encoding="utf-8"?>
<p:tagLst xmlns:p="http://schemas.openxmlformats.org/presentationml/2006/main">
  <p:tag name="KSO_WM_BEAUTIFY_FLAG" val=""/>
</p:tagLst>
</file>

<file path=ppt/tags/tag131.xml><?xml version="1.0" encoding="utf-8"?>
<p:tagLst xmlns:p="http://schemas.openxmlformats.org/presentationml/2006/main">
  <p:tag name="KSO_WM_BEAUTIFY_FLAG" val=""/>
</p:tagLst>
</file>

<file path=ppt/tags/tag132.xml><?xml version="1.0" encoding="utf-8"?>
<p:tagLst xmlns:p="http://schemas.openxmlformats.org/presentationml/2006/main">
  <p:tag name="KSO_WM_BEAUTIFY_FLAG" val=""/>
</p:tagLst>
</file>

<file path=ppt/tags/tag133.xml><?xml version="1.0" encoding="utf-8"?>
<p:tagLst xmlns:p="http://schemas.openxmlformats.org/presentationml/2006/main">
  <p:tag name="KSO_WM_BEAUTIFY_FLAG" val=""/>
</p:tagLst>
</file>

<file path=ppt/tags/tag134.xml><?xml version="1.0" encoding="utf-8"?>
<p:tagLst xmlns:p="http://schemas.openxmlformats.org/presentationml/2006/main">
  <p:tag name="KSO_WM_BEAUTIFY_FLAG" val=""/>
</p:tagLst>
</file>

<file path=ppt/tags/tag135.xml><?xml version="1.0" encoding="utf-8"?>
<p:tagLst xmlns:p="http://schemas.openxmlformats.org/presentationml/2006/main">
  <p:tag name="KSO_WM_BEAUTIFY_FLAG" val=""/>
</p:tagLst>
</file>

<file path=ppt/tags/tag136.xml><?xml version="1.0" encoding="utf-8"?>
<p:tagLst xmlns:p="http://schemas.openxmlformats.org/presentationml/2006/main">
  <p:tag name="KSO_WM_BEAUTIFY_FLAG" val=""/>
</p:tagLst>
</file>

<file path=ppt/tags/tag137.xml><?xml version="1.0" encoding="utf-8"?>
<p:tagLst xmlns:p="http://schemas.openxmlformats.org/presentationml/2006/main">
  <p:tag name="KSO_WM_BEAUTIFY_FLAG" val=""/>
</p:tagLst>
</file>

<file path=ppt/tags/tag138.xml><?xml version="1.0" encoding="utf-8"?>
<p:tagLst xmlns:p="http://schemas.openxmlformats.org/presentationml/2006/main">
  <p:tag name="KSO_WM_BEAUTIFY_FLAG" val=""/>
</p:tagLst>
</file>

<file path=ppt/tags/tag139.xml><?xml version="1.0" encoding="utf-8"?>
<p:tagLst xmlns:p="http://schemas.openxmlformats.org/presentationml/2006/main">
  <p:tag name="KSO_WM_BEAUTIFY_FLAG" val=""/>
</p:tagLst>
</file>

<file path=ppt/tags/tag140.xml><?xml version="1.0" encoding="utf-8"?>
<p:tagLst xmlns:p="http://schemas.openxmlformats.org/presentationml/2006/main">
  <p:tag name="KSO_WM_BEAUTIFY_FLAG" val=""/>
</p:tagLst>
</file>

<file path=ppt/tags/tag141.xml><?xml version="1.0" encoding="utf-8"?>
<p:tagLst xmlns:p="http://schemas.openxmlformats.org/presentationml/2006/main">
  <p:tag name="KSO_WM_BEAUTIFY_FLAG" val=""/>
</p:tagLst>
</file>

<file path=ppt/tags/tag142.xml><?xml version="1.0" encoding="utf-8"?>
<p:tagLst xmlns:p="http://schemas.openxmlformats.org/presentationml/2006/main">
  <p:tag name="KSO_WM_BEAUTIFY_FLAG" val=""/>
</p:tagLst>
</file>

<file path=ppt/tags/tag143.xml><?xml version="1.0" encoding="utf-8"?>
<p:tagLst xmlns:p="http://schemas.openxmlformats.org/presentationml/2006/main">
  <p:tag name="KSO_WM_BEAUTIFY_FLAG" val=""/>
</p:tagLst>
</file>

<file path=ppt/tags/tag144.xml><?xml version="1.0" encoding="utf-8"?>
<p:tagLst xmlns:p="http://schemas.openxmlformats.org/presentationml/2006/main">
  <p:tag name="KSO_WM_BEAUTIFY_FLAG" val=""/>
</p:tagLst>
</file>

<file path=ppt/tags/tag145.xml><?xml version="1.0" encoding="utf-8"?>
<p:tagLst xmlns:p="http://schemas.openxmlformats.org/presentationml/2006/main">
  <p:tag name="KSO_WM_BEAUTIFY_FLAG" val=""/>
</p:tagLst>
</file>

<file path=ppt/tags/tag146.xml><?xml version="1.0" encoding="utf-8"?>
<p:tagLst xmlns:p="http://schemas.openxmlformats.org/presentationml/2006/main">
  <p:tag name="KSO_WM_BEAUTIFY_FLAG" val=""/>
</p:tagLst>
</file>

<file path=ppt/tags/tag147.xml><?xml version="1.0" encoding="utf-8"?>
<p:tagLst xmlns:p="http://schemas.openxmlformats.org/presentationml/2006/main">
  <p:tag name="KSO_WM_BEAUTIFY_FLAG" val=""/>
</p:tagLst>
</file>

<file path=ppt/tags/tag148.xml><?xml version="1.0" encoding="utf-8"?>
<p:tagLst xmlns:p="http://schemas.openxmlformats.org/presentationml/2006/main">
  <p:tag name="KSO_WM_BEAUTIFY_FLAG" val=""/>
</p:tagLst>
</file>

<file path=ppt/tags/tag149.xml><?xml version="1.0" encoding="utf-8"?>
<p:tagLst xmlns:p="http://schemas.openxmlformats.org/presentationml/2006/main">
  <p:tag name="KSO_WM_BEAUTIFY_FLAG" val=""/>
</p:tagLst>
</file>

<file path=ppt/tags/tag150.xml><?xml version="1.0" encoding="utf-8"?>
<p:tagLst xmlns:p="http://schemas.openxmlformats.org/presentationml/2006/main">
  <p:tag name="KSO_WM_BEAUTIFY_FLAG" val=""/>
</p:tagLst>
</file>

<file path=ppt/tags/tag151.xml><?xml version="1.0" encoding="utf-8"?>
<p:tagLst xmlns:p="http://schemas.openxmlformats.org/presentationml/2006/main">
  <p:tag name="KSO_WM_BEAUTIFY_FLAG" val=""/>
</p:tagLst>
</file>

<file path=ppt/tags/tag152.xml><?xml version="1.0" encoding="utf-8"?>
<p:tagLst xmlns:p="http://schemas.openxmlformats.org/presentationml/2006/main">
  <p:tag name="KSO_WM_BEAUTIFY_FLAG" val=""/>
</p:tagLst>
</file>

<file path=ppt/tags/tag153.xml><?xml version="1.0" encoding="utf-8"?>
<p:tagLst xmlns:p="http://schemas.openxmlformats.org/presentationml/2006/main">
  <p:tag name="KSO_WM_BEAUTIFY_FLAG" val=""/>
</p:tagLst>
</file>

<file path=ppt/tags/tag154.xml><?xml version="1.0" encoding="utf-8"?>
<p:tagLst xmlns:p="http://schemas.openxmlformats.org/presentationml/2006/main">
  <p:tag name="KSO_WM_BEAUTIFY_FLAG" val=""/>
</p:tagLst>
</file>

<file path=ppt/tags/tag155.xml><?xml version="1.0" encoding="utf-8"?>
<p:tagLst xmlns:p="http://schemas.openxmlformats.org/presentationml/2006/main">
  <p:tag name="KSO_WM_BEAUTIFY_FLAG" val=""/>
</p:tagLst>
</file>

<file path=ppt/tags/tag156.xml><?xml version="1.0" encoding="utf-8"?>
<p:tagLst xmlns:p="http://schemas.openxmlformats.org/presentationml/2006/main">
  <p:tag name="KSO_WM_BEAUTIFY_FLAG" val=""/>
</p:tagLst>
</file>

<file path=ppt/tags/tag157.xml><?xml version="1.0" encoding="utf-8"?>
<p:tagLst xmlns:p="http://schemas.openxmlformats.org/presentationml/2006/main">
  <p:tag name="KSO_WM_BEAUTIFY_FLAG" val=""/>
</p:tagLst>
</file>

<file path=ppt/tags/tag158.xml><?xml version="1.0" encoding="utf-8"?>
<p:tagLst xmlns:p="http://schemas.openxmlformats.org/presentationml/2006/main">
  <p:tag name="KSO_WM_BEAUTIFY_FLAG" val=""/>
</p:tagLst>
</file>

<file path=ppt/tags/tag159.xml><?xml version="1.0" encoding="utf-8"?>
<p:tagLst xmlns:p="http://schemas.openxmlformats.org/presentationml/2006/main">
  <p:tag name="KSO_WM_BEAUTIFY_FLAG" val=""/>
</p:tagLst>
</file>

<file path=ppt/tags/tag160.xml><?xml version="1.0" encoding="utf-8"?>
<p:tagLst xmlns:p="http://schemas.openxmlformats.org/presentationml/2006/main">
  <p:tag name="KSO_WM_BEAUTIFY_FLAG" val=""/>
</p:tagLst>
</file>

<file path=ppt/tags/tag161.xml><?xml version="1.0" encoding="utf-8"?>
<p:tagLst xmlns:p="http://schemas.openxmlformats.org/presentationml/2006/main">
  <p:tag name="KSO_WM_BEAUTIFY_FLAG" val=""/>
</p:tagLst>
</file>

<file path=ppt/tags/tag162.xml><?xml version="1.0" encoding="utf-8"?>
<p:tagLst xmlns:p="http://schemas.openxmlformats.org/presentationml/2006/main">
  <p:tag name="KSO_WM_BEAUTIFY_FLAG" val=""/>
</p:tagLst>
</file>

<file path=ppt/tags/tag163.xml><?xml version="1.0" encoding="utf-8"?>
<p:tagLst xmlns:p="http://schemas.openxmlformats.org/presentationml/2006/main">
  <p:tag name="KSO_WM_BEAUTIFY_FLAG" val=""/>
</p:tagLst>
</file>

<file path=ppt/tags/tag164.xml><?xml version="1.0" encoding="utf-8"?>
<p:tagLst xmlns:p="http://schemas.openxmlformats.org/presentationml/2006/main">
  <p:tag name="KSO_WM_BEAUTIFY_FLAG" val=""/>
</p:tagLst>
</file>

<file path=ppt/tags/tag165.xml><?xml version="1.0" encoding="utf-8"?>
<p:tagLst xmlns:p="http://schemas.openxmlformats.org/presentationml/2006/main">
  <p:tag name="KSO_WM_BEAUTIFY_FLAG" val=""/>
</p:tagLst>
</file>

<file path=ppt/tags/tag166.xml><?xml version="1.0" encoding="utf-8"?>
<p:tagLst xmlns:p="http://schemas.openxmlformats.org/presentationml/2006/main">
  <p:tag name="KSO_WM_BEAUTIFY_FLAG" val=""/>
</p:tagLst>
</file>

<file path=ppt/tags/tag167.xml><?xml version="1.0" encoding="utf-8"?>
<p:tagLst xmlns:p="http://schemas.openxmlformats.org/presentationml/2006/main">
  <p:tag name="KSO_WM_BEAUTIFY_FLAG" val=""/>
</p:tagLst>
</file>

<file path=ppt/tags/tag168.xml><?xml version="1.0" encoding="utf-8"?>
<p:tagLst xmlns:p="http://schemas.openxmlformats.org/presentationml/2006/main">
  <p:tag name="KSO_WM_BEAUTIFY_FLAG" val=""/>
</p:tagLst>
</file>

<file path=ppt/tags/tag169.xml><?xml version="1.0" encoding="utf-8"?>
<p:tagLst xmlns:p="http://schemas.openxmlformats.org/presentationml/2006/main">
  <p:tag name="KSO_WM_BEAUTIFY_FLAG" val=""/>
</p:tagLst>
</file>

<file path=ppt/tags/tag170.xml><?xml version="1.0" encoding="utf-8"?>
<p:tagLst xmlns:p="http://schemas.openxmlformats.org/presentationml/2006/main">
  <p:tag name="KSO_WM_BEAUTIFY_FLAG" val=""/>
</p:tagLst>
</file>

<file path=ppt/tags/tag171.xml><?xml version="1.0" encoding="utf-8"?>
<p:tagLst xmlns:p="http://schemas.openxmlformats.org/presentationml/2006/main">
  <p:tag name="KSO_WM_BEAUTIFY_FLAG" val=""/>
</p:tagLst>
</file>

<file path=ppt/tags/tag172.xml><?xml version="1.0" encoding="utf-8"?>
<p:tagLst xmlns:p="http://schemas.openxmlformats.org/presentationml/2006/main">
  <p:tag name="KSO_WM_BEAUTIFY_FLAG" val=""/>
</p:tagLst>
</file>

<file path=ppt/tags/tag173.xml><?xml version="1.0" encoding="utf-8"?>
<p:tagLst xmlns:p="http://schemas.openxmlformats.org/presentationml/2006/main">
  <p:tag name="KSO_WM_BEAUTIFY_FLAG" val=""/>
</p:tagLst>
</file>

<file path=ppt/tags/tag174.xml><?xml version="1.0" encoding="utf-8"?>
<p:tagLst xmlns:p="http://schemas.openxmlformats.org/presentationml/2006/main">
  <p:tag name="KSO_WM_BEAUTIFY_FLAG" val=""/>
</p:tagLst>
</file>

<file path=ppt/tags/tag175.xml><?xml version="1.0" encoding="utf-8"?>
<p:tagLst xmlns:p="http://schemas.openxmlformats.org/presentationml/2006/main">
  <p:tag name="KSO_WM_BEAUTIFY_FLAG" val=""/>
</p:tagLst>
</file>

<file path=ppt/tags/tag176.xml><?xml version="1.0" encoding="utf-8"?>
<p:tagLst xmlns:p="http://schemas.openxmlformats.org/presentationml/2006/main">
  <p:tag name="KSO_WM_BEAUTIFY_FLAG" val=""/>
</p:tagLst>
</file>

<file path=ppt/tags/tag177.xml><?xml version="1.0" encoding="utf-8"?>
<p:tagLst xmlns:p="http://schemas.openxmlformats.org/presentationml/2006/main">
  <p:tag name="KSO_WM_BEAUTIFY_FLAG" val=""/>
</p:tagLst>
</file>

<file path=ppt/tags/tag178.xml><?xml version="1.0" encoding="utf-8"?>
<p:tagLst xmlns:p="http://schemas.openxmlformats.org/presentationml/2006/main">
  <p:tag name="KSO_WM_BEAUTIFY_FLAG" val=""/>
</p:tagLst>
</file>

<file path=ppt/tags/tag179.xml><?xml version="1.0" encoding="utf-8"?>
<p:tagLst xmlns:p="http://schemas.openxmlformats.org/presentationml/2006/main">
  <p:tag name="KSO_WM_BEAUTIFY_FLAG" val=""/>
</p:tagLst>
</file>

<file path=ppt/tags/tag180.xml><?xml version="1.0" encoding="utf-8"?>
<p:tagLst xmlns:p="http://schemas.openxmlformats.org/presentationml/2006/main">
  <p:tag name="KSO_WM_BEAUTIFY_FLAG" val=""/>
</p:tagLst>
</file>

<file path=ppt/tags/tag181.xml><?xml version="1.0" encoding="utf-8"?>
<p:tagLst xmlns:p="http://schemas.openxmlformats.org/presentationml/2006/main">
  <p:tag name="KSO_WM_BEAUTIFY_FLAG" val=""/>
</p:tagLst>
</file>

<file path=ppt/tags/tag182.xml><?xml version="1.0" encoding="utf-8"?>
<p:tagLst xmlns:p="http://schemas.openxmlformats.org/presentationml/2006/main">
  <p:tag name="KSO_WM_BEAUTIFY_FLAG" val=""/>
</p:tagLst>
</file>

<file path=ppt/tags/tag183.xml><?xml version="1.0" encoding="utf-8"?>
<p:tagLst xmlns:p="http://schemas.openxmlformats.org/presentationml/2006/main">
  <p:tag name="KSO_WM_BEAUTIFY_FLAG" val=""/>
</p:tagLst>
</file>

<file path=ppt/tags/tag184.xml><?xml version="1.0" encoding="utf-8"?>
<p:tagLst xmlns:p="http://schemas.openxmlformats.org/presentationml/2006/main">
  <p:tag name="KSO_WM_BEAUTIFY_FLAG" val=""/>
</p:tagLst>
</file>

<file path=ppt/tags/tag185.xml><?xml version="1.0" encoding="utf-8"?>
<p:tagLst xmlns:p="http://schemas.openxmlformats.org/presentationml/2006/main">
  <p:tag name="KSO_WM_BEAUTIFY_FLAG" val=""/>
</p:tagLst>
</file>

<file path=ppt/tags/tag186.xml><?xml version="1.0" encoding="utf-8"?>
<p:tagLst xmlns:p="http://schemas.openxmlformats.org/presentationml/2006/main">
  <p:tag name="KSO_WM_BEAUTIFY_FLAG" val=""/>
</p:tagLst>
</file>

<file path=ppt/tags/tag187.xml><?xml version="1.0" encoding="utf-8"?>
<p:tagLst xmlns:p="http://schemas.openxmlformats.org/presentationml/2006/main">
  <p:tag name="KSO_WM_BEAUTIFY_FLAG" val=""/>
</p:tagLst>
</file>

<file path=ppt/tags/tag188.xml><?xml version="1.0" encoding="utf-8"?>
<p:tagLst xmlns:p="http://schemas.openxmlformats.org/presentationml/2006/main">
  <p:tag name="KSO_WM_BEAUTIFY_FLAG" val=""/>
</p:tagLst>
</file>

<file path=ppt/tags/tag189.xml><?xml version="1.0" encoding="utf-8"?>
<p:tagLst xmlns:p="http://schemas.openxmlformats.org/presentationml/2006/main">
  <p:tag name="KSO_WM_BEAUTIFY_FLAG" val=""/>
</p:tagLst>
</file>

<file path=ppt/tags/tag190.xml><?xml version="1.0" encoding="utf-8"?>
<p:tagLst xmlns:p="http://schemas.openxmlformats.org/presentationml/2006/main">
  <p:tag name="KSO_WM_BEAUTIFY_FLAG" val=""/>
</p:tagLst>
</file>

<file path=ppt/tags/tag191.xml><?xml version="1.0" encoding="utf-8"?>
<p:tagLst xmlns:p="http://schemas.openxmlformats.org/presentationml/2006/main">
  <p:tag name="KSO_WM_BEAUTIFY_FLAG" val=""/>
</p:tagLst>
</file>

<file path=ppt/tags/tag192.xml><?xml version="1.0" encoding="utf-8"?>
<p:tagLst xmlns:p="http://schemas.openxmlformats.org/presentationml/2006/main">
  <p:tag name="KSO_WM_BEAUTIFY_FLAG" val=""/>
</p:tagLst>
</file>

<file path=ppt/tags/tag193.xml><?xml version="1.0" encoding="utf-8"?>
<p:tagLst xmlns:p="http://schemas.openxmlformats.org/presentationml/2006/main">
  <p:tag name="KSO_WM_BEAUTIFY_FLAG" val=""/>
</p:tagLst>
</file>

<file path=ppt/tags/tag194.xml><?xml version="1.0" encoding="utf-8"?>
<p:tagLst xmlns:p="http://schemas.openxmlformats.org/presentationml/2006/main">
  <p:tag name="KSO_WM_BEAUTIFY_FLAG" val=""/>
</p:tagLst>
</file>

<file path=ppt/tags/tag195.xml><?xml version="1.0" encoding="utf-8"?>
<p:tagLst xmlns:p="http://schemas.openxmlformats.org/presentationml/2006/main">
  <p:tag name="KSO_WM_BEAUTIFY_FLAG" val=""/>
</p:tagLst>
</file>

<file path=ppt/tags/tag196.xml><?xml version="1.0" encoding="utf-8"?>
<p:tagLst xmlns:p="http://schemas.openxmlformats.org/presentationml/2006/main">
  <p:tag name="KSO_WM_BEAUTIFY_FLAG" val=""/>
</p:tagLst>
</file>

<file path=ppt/tags/tag197.xml><?xml version="1.0" encoding="utf-8"?>
<p:tagLst xmlns:p="http://schemas.openxmlformats.org/presentationml/2006/main">
  <p:tag name="KSO_WM_BEAUTIFY_FLAG" val=""/>
</p:tagLst>
</file>

<file path=ppt/tags/tag198.xml><?xml version="1.0" encoding="utf-8"?>
<p:tagLst xmlns:p="http://schemas.openxmlformats.org/presentationml/2006/main">
  <p:tag name="KSO_WM_BEAUTIFY_FLAG" val=""/>
</p:tagLst>
</file>

<file path=ppt/tags/tag199.xml><?xml version="1.0" encoding="utf-8"?>
<p:tagLst xmlns:p="http://schemas.openxmlformats.org/presentationml/2006/main">
  <p:tag name="KSO_WM_BEAUTIFY_FLAG" val=""/>
</p:tagLst>
</file>

<file path=ppt/tags/tag200.xml><?xml version="1.0" encoding="utf-8"?>
<p:tagLst xmlns:p="http://schemas.openxmlformats.org/presentationml/2006/main">
  <p:tag name="KSO_WM_BEAUTIFY_FLAG" val=""/>
</p:tagLst>
</file>

<file path=ppt/tags/tag201.xml><?xml version="1.0" encoding="utf-8"?>
<p:tagLst xmlns:p="http://schemas.openxmlformats.org/presentationml/2006/main">
  <p:tag name="KSO_WM_BEAUTIFY_FLAG" val=""/>
</p:tagLst>
</file>

<file path=ppt/tags/tag202.xml><?xml version="1.0" encoding="utf-8"?>
<p:tagLst xmlns:p="http://schemas.openxmlformats.org/presentationml/2006/main">
  <p:tag name="KSO_WM_BEAUTIFY_FLAG" val=""/>
</p:tagLst>
</file>

<file path=ppt/tags/tag203.xml><?xml version="1.0" encoding="utf-8"?>
<p:tagLst xmlns:p="http://schemas.openxmlformats.org/presentationml/2006/main">
  <p:tag name="KSO_WM_BEAUTIFY_FLAG" val=""/>
</p:tagLst>
</file>

<file path=ppt/tags/tag204.xml><?xml version="1.0" encoding="utf-8"?>
<p:tagLst xmlns:p="http://schemas.openxmlformats.org/presentationml/2006/main">
  <p:tag name="KSO_WM_BEAUTIFY_FLAG" val=""/>
</p:tagLst>
</file>

<file path=ppt/tags/tag205.xml><?xml version="1.0" encoding="utf-8"?>
<p:tagLst xmlns:p="http://schemas.openxmlformats.org/presentationml/2006/main">
  <p:tag name="KSO_WM_BEAUTIFY_FLAG" val=""/>
</p:tagLst>
</file>

<file path=ppt/tags/tag206.xml><?xml version="1.0" encoding="utf-8"?>
<p:tagLst xmlns:p="http://schemas.openxmlformats.org/presentationml/2006/main">
  <p:tag name="KSO_WM_BEAUTIFY_FLAG" val=""/>
</p:tagLst>
</file>

<file path=ppt/tags/tag207.xml><?xml version="1.0" encoding="utf-8"?>
<p:tagLst xmlns:p="http://schemas.openxmlformats.org/presentationml/2006/main">
  <p:tag name="KSO_WM_BEAUTIFY_FLAG" val=""/>
</p:tagLst>
</file>

<file path=ppt/tags/tag208.xml><?xml version="1.0" encoding="utf-8"?>
<p:tagLst xmlns:p="http://schemas.openxmlformats.org/presentationml/2006/main">
  <p:tag name="KSO_WM_BEAUTIFY_FLAG" val=""/>
</p:tagLst>
</file>

<file path=ppt/tags/tag209.xml><?xml version="1.0" encoding="utf-8"?>
<p:tagLst xmlns:p="http://schemas.openxmlformats.org/presentationml/2006/main">
  <p:tag name="KSO_WM_BEAUTIFY_FLAG" val=""/>
</p:tagLst>
</file>

<file path=ppt/tags/tag210.xml><?xml version="1.0" encoding="utf-8"?>
<p:tagLst xmlns:p="http://schemas.openxmlformats.org/presentationml/2006/main">
  <p:tag name="KSO_WM_BEAUTIFY_FLAG" val=""/>
</p:tagLst>
</file>

<file path=ppt/tags/tag211.xml><?xml version="1.0" encoding="utf-8"?>
<p:tagLst xmlns:p="http://schemas.openxmlformats.org/presentationml/2006/main">
  <p:tag name="KSO_WM_BEAUTIFY_FLAG" val=""/>
</p:tagLst>
</file>

<file path=ppt/tags/tag212.xml><?xml version="1.0" encoding="utf-8"?>
<p:tagLst xmlns:p="http://schemas.openxmlformats.org/presentationml/2006/main">
  <p:tag name="KSO_WM_BEAUTIFY_FLAG" val=""/>
</p:tagLst>
</file>

<file path=ppt/tags/tag213.xml><?xml version="1.0" encoding="utf-8"?>
<p:tagLst xmlns:p="http://schemas.openxmlformats.org/presentationml/2006/main">
  <p:tag name="KSO_WM_BEAUTIFY_FLAG" val=""/>
</p:tagLst>
</file>

<file path=ppt/tags/tag214.xml><?xml version="1.0" encoding="utf-8"?>
<p:tagLst xmlns:p="http://schemas.openxmlformats.org/presentationml/2006/main">
  <p:tag name="KSO_WM_BEAUTIFY_FLAG" val=""/>
</p:tagLst>
</file>

<file path=ppt/tags/tag215.xml><?xml version="1.0" encoding="utf-8"?>
<p:tagLst xmlns:p="http://schemas.openxmlformats.org/presentationml/2006/main">
  <p:tag name="KSO_WM_BEAUTIFY_FLAG" val=""/>
</p:tagLst>
</file>

<file path=ppt/tags/tag216.xml><?xml version="1.0" encoding="utf-8"?>
<p:tagLst xmlns:p="http://schemas.openxmlformats.org/presentationml/2006/main">
  <p:tag name="KSO_WM_BEAUTIFY_FLAG" val=""/>
</p:tagLst>
</file>

<file path=ppt/tags/tag217.xml><?xml version="1.0" encoding="utf-8"?>
<p:tagLst xmlns:p="http://schemas.openxmlformats.org/presentationml/2006/main">
  <p:tag name="KSO_WM_BEAUTIFY_FLAG" val=""/>
</p:tagLst>
</file>

<file path=ppt/tags/tag218.xml><?xml version="1.0" encoding="utf-8"?>
<p:tagLst xmlns:p="http://schemas.openxmlformats.org/presentationml/2006/main">
  <p:tag name="KSO_WM_BEAUTIFY_FLAG" val=""/>
</p:tagLst>
</file>

<file path=ppt/tags/tag219.xml><?xml version="1.0" encoding="utf-8"?>
<p:tagLst xmlns:p="http://schemas.openxmlformats.org/presentationml/2006/main">
  <p:tag name="KSO_WM_BEAUTIFY_FLAG" val=""/>
</p:tagLst>
</file>

<file path=ppt/tags/tag220.xml><?xml version="1.0" encoding="utf-8"?>
<p:tagLst xmlns:p="http://schemas.openxmlformats.org/presentationml/2006/main">
  <p:tag name="KSO_WM_BEAUTIFY_FLAG" val=""/>
</p:tagLst>
</file>

<file path=ppt/tags/tag221.xml><?xml version="1.0" encoding="utf-8"?>
<p:tagLst xmlns:p="http://schemas.openxmlformats.org/presentationml/2006/main">
  <p:tag name="KSO_WM_BEAUTIFY_FLAG" val=""/>
</p:tagLst>
</file>

<file path=ppt/tags/tag222.xml><?xml version="1.0" encoding="utf-8"?>
<p:tagLst xmlns:p="http://schemas.openxmlformats.org/presentationml/2006/main">
  <p:tag name="KSO_WM_BEAUTIFY_FLAG" val=""/>
</p:tagLst>
</file>

<file path=ppt/tags/tag223.xml><?xml version="1.0" encoding="utf-8"?>
<p:tagLst xmlns:p="http://schemas.openxmlformats.org/presentationml/2006/main">
  <p:tag name="KSO_WM_BEAUTIFY_FLAG" val=""/>
</p:tagLst>
</file>

<file path=ppt/tags/tag224.xml><?xml version="1.0" encoding="utf-8"?>
<p:tagLst xmlns:p="http://schemas.openxmlformats.org/presentationml/2006/main">
  <p:tag name="KSO_WM_BEAUTIFY_FLAG" val=""/>
</p:tagLst>
</file>

<file path=ppt/tags/tag225.xml><?xml version="1.0" encoding="utf-8"?>
<p:tagLst xmlns:p="http://schemas.openxmlformats.org/presentationml/2006/main">
  <p:tag name="KSO_WM_BEAUTIFY_FLAG" val=""/>
</p:tagLst>
</file>

<file path=ppt/tags/tag226.xml><?xml version="1.0" encoding="utf-8"?>
<p:tagLst xmlns:p="http://schemas.openxmlformats.org/presentationml/2006/main">
  <p:tag name="KSO_WM_BEAUTIFY_FLAG" val=""/>
</p:tagLst>
</file>

<file path=ppt/tags/tag227.xml><?xml version="1.0" encoding="utf-8"?>
<p:tagLst xmlns:p="http://schemas.openxmlformats.org/presentationml/2006/main">
  <p:tag name="KSO_WM_BEAUTIFY_FLAG" val=""/>
</p:tagLst>
</file>

<file path=ppt/tags/tag228.xml><?xml version="1.0" encoding="utf-8"?>
<p:tagLst xmlns:p="http://schemas.openxmlformats.org/presentationml/2006/main">
  <p:tag name="KSO_WM_BEAUTIFY_FLAG" val=""/>
</p:tagLst>
</file>

<file path=ppt/tags/tag229.xml><?xml version="1.0" encoding="utf-8"?>
<p:tagLst xmlns:p="http://schemas.openxmlformats.org/presentationml/2006/main">
  <p:tag name="KSO_WM_BEAUTIFY_FLAG" val=""/>
</p:tagLst>
</file>

<file path=ppt/tags/tag230.xml><?xml version="1.0" encoding="utf-8"?>
<p:tagLst xmlns:p="http://schemas.openxmlformats.org/presentationml/2006/main">
  <p:tag name="KSO_WM_BEAUTIFY_FLAG" val=""/>
</p:tagLst>
</file>

<file path=ppt/tags/tag231.xml><?xml version="1.0" encoding="utf-8"?>
<p:tagLst xmlns:p="http://schemas.openxmlformats.org/presentationml/2006/main">
  <p:tag name="KSO_WM_BEAUTIFY_FLAG" val=""/>
</p:tagLst>
</file>

<file path=ppt/tags/tag232.xml><?xml version="1.0" encoding="utf-8"?>
<p:tagLst xmlns:p="http://schemas.openxmlformats.org/presentationml/2006/main">
  <p:tag name="KSO_WM_BEAUTIFY_FLAG" val=""/>
</p:tagLst>
</file>

<file path=ppt/tags/tag233.xml><?xml version="1.0" encoding="utf-8"?>
<p:tagLst xmlns:p="http://schemas.openxmlformats.org/presentationml/2006/main">
  <p:tag name="KSO_WM_BEAUTIFY_FLAG" val=""/>
</p:tagLst>
</file>

<file path=ppt/tags/tag234.xml><?xml version="1.0" encoding="utf-8"?>
<p:tagLst xmlns:p="http://schemas.openxmlformats.org/presentationml/2006/main">
  <p:tag name="KSO_WM_BEAUTIFY_FLAG" val=""/>
</p:tagLst>
</file>

<file path=ppt/tags/tag235.xml><?xml version="1.0" encoding="utf-8"?>
<p:tagLst xmlns:p="http://schemas.openxmlformats.org/presentationml/2006/main">
  <p:tag name="KSO_WM_BEAUTIFY_FLAG" val=""/>
</p:tagLst>
</file>

<file path=ppt/tags/tag236.xml><?xml version="1.0" encoding="utf-8"?>
<p:tagLst xmlns:p="http://schemas.openxmlformats.org/presentationml/2006/main">
  <p:tag name="KSO_WM_BEAUTIFY_FLAG" val=""/>
</p:tagLst>
</file>

<file path=ppt/tags/tag237.xml><?xml version="1.0" encoding="utf-8"?>
<p:tagLst xmlns:p="http://schemas.openxmlformats.org/presentationml/2006/main">
  <p:tag name="KSO_WM_BEAUTIFY_FLAG" val=""/>
</p:tagLst>
</file>

<file path=ppt/tags/tag238.xml><?xml version="1.0" encoding="utf-8"?>
<p:tagLst xmlns:p="http://schemas.openxmlformats.org/presentationml/2006/main">
  <p:tag name="KSO_WM_BEAUTIFY_FLAG" val=""/>
</p:tagLst>
</file>

<file path=ppt/tags/tag239.xml><?xml version="1.0" encoding="utf-8"?>
<p:tagLst xmlns:p="http://schemas.openxmlformats.org/presentationml/2006/main">
  <p:tag name="KSO_WM_BEAUTIFY_FLAG" val=""/>
</p:tagLst>
</file>

<file path=ppt/tags/tag240.xml><?xml version="1.0" encoding="utf-8"?>
<p:tagLst xmlns:p="http://schemas.openxmlformats.org/presentationml/2006/main">
  <p:tag name="KSO_WM_BEAUTIFY_FLAG" val=""/>
</p:tagLst>
</file>

<file path=ppt/tags/tag241.xml><?xml version="1.0" encoding="utf-8"?>
<p:tagLst xmlns:p="http://schemas.openxmlformats.org/presentationml/2006/main">
  <p:tag name="KSO_WM_BEAUTIFY_FLAG" val=""/>
</p:tagLst>
</file>

<file path=ppt/tags/tag242.xml><?xml version="1.0" encoding="utf-8"?>
<p:tagLst xmlns:p="http://schemas.openxmlformats.org/presentationml/2006/main">
  <p:tag name="KSO_WM_BEAUTIFY_FLAG" val=""/>
</p:tagLst>
</file>

<file path=ppt/tags/tag243.xml><?xml version="1.0" encoding="utf-8"?>
<p:tagLst xmlns:p="http://schemas.openxmlformats.org/presentationml/2006/main">
  <p:tag name="KSO_WM_BEAUTIFY_FLAG" val=""/>
</p:tagLst>
</file>

<file path=ppt/tags/tag244.xml><?xml version="1.0" encoding="utf-8"?>
<p:tagLst xmlns:p="http://schemas.openxmlformats.org/presentationml/2006/main">
  <p:tag name="KSO_WM_BEAUTIFY_FLAG" val=""/>
</p:tagLst>
</file>

<file path=ppt/tags/tag245.xml><?xml version="1.0" encoding="utf-8"?>
<p:tagLst xmlns:p="http://schemas.openxmlformats.org/presentationml/2006/main">
  <p:tag name="KSO_WM_BEAUTIFY_FLAG" val=""/>
</p:tagLst>
</file>

<file path=ppt/tags/tag246.xml><?xml version="1.0" encoding="utf-8"?>
<p:tagLst xmlns:p="http://schemas.openxmlformats.org/presentationml/2006/main">
  <p:tag name="KSO_WM_BEAUTIFY_FLAG" val=""/>
</p:tagLst>
</file>

<file path=ppt/tags/tag247.xml><?xml version="1.0" encoding="utf-8"?>
<p:tagLst xmlns:p="http://schemas.openxmlformats.org/presentationml/2006/main">
  <p:tag name="KSO_WM_BEAUTIFY_FLAG" val=""/>
</p:tagLst>
</file>

<file path=ppt/tags/tag248.xml><?xml version="1.0" encoding="utf-8"?>
<p:tagLst xmlns:p="http://schemas.openxmlformats.org/presentationml/2006/main">
  <p:tag name="KSO_WM_BEAUTIFY_FLAG" val=""/>
</p:tagLst>
</file>

<file path=ppt/tags/tag249.xml><?xml version="1.0" encoding="utf-8"?>
<p:tagLst xmlns:p="http://schemas.openxmlformats.org/presentationml/2006/main">
  <p:tag name="KSO_WM_BEAUTIFY_FLAG" val=""/>
</p:tagLst>
</file>

<file path=ppt/tags/tag250.xml><?xml version="1.0" encoding="utf-8"?>
<p:tagLst xmlns:p="http://schemas.openxmlformats.org/presentationml/2006/main">
  <p:tag name="KSO_WM_BEAUTIFY_FLAG" val=""/>
</p:tagLst>
</file>

<file path=ppt/tags/tag251.xml><?xml version="1.0" encoding="utf-8"?>
<p:tagLst xmlns:p="http://schemas.openxmlformats.org/presentationml/2006/main">
  <p:tag name="KSO_WM_BEAUTIFY_FLAG" val=""/>
</p:tagLst>
</file>

<file path=ppt/tags/tag252.xml><?xml version="1.0" encoding="utf-8"?>
<p:tagLst xmlns:p="http://schemas.openxmlformats.org/presentationml/2006/main">
  <p:tag name="KSO_WM_BEAUTIFY_FLAG" val=""/>
</p:tagLst>
</file>

<file path=ppt/tags/tag253.xml><?xml version="1.0" encoding="utf-8"?>
<p:tagLst xmlns:p="http://schemas.openxmlformats.org/presentationml/2006/main">
  <p:tag name="KSO_WM_BEAUTIFY_FLAG" val=""/>
</p:tagLst>
</file>

<file path=ppt/tags/tag254.xml><?xml version="1.0" encoding="utf-8"?>
<p:tagLst xmlns:p="http://schemas.openxmlformats.org/presentationml/2006/main">
  <p:tag name="KSO_WM_BEAUTIFY_FLAG" val=""/>
</p:tagLst>
</file>

<file path=ppt/tags/tag255.xml><?xml version="1.0" encoding="utf-8"?>
<p:tagLst xmlns:p="http://schemas.openxmlformats.org/presentationml/2006/main">
  <p:tag name="KSO_WM_BEAUTIFY_FLAG" val=""/>
</p:tagLst>
</file>

<file path=ppt/tags/tag256.xml><?xml version="1.0" encoding="utf-8"?>
<p:tagLst xmlns:p="http://schemas.openxmlformats.org/presentationml/2006/main">
  <p:tag name="KSO_WM_BEAUTIFY_FLAG" val=""/>
</p:tagLst>
</file>

<file path=ppt/tags/tag257.xml><?xml version="1.0" encoding="utf-8"?>
<p:tagLst xmlns:p="http://schemas.openxmlformats.org/presentationml/2006/main">
  <p:tag name="KSO_WM_BEAUTIFY_FLAG" val=""/>
</p:tagLst>
</file>

<file path=ppt/tags/tag258.xml><?xml version="1.0" encoding="utf-8"?>
<p:tagLst xmlns:p="http://schemas.openxmlformats.org/presentationml/2006/main">
  <p:tag name="KSO_WM_BEAUTIFY_FLAG" val=""/>
</p:tagLst>
</file>

<file path=ppt/tags/tag259.xml><?xml version="1.0" encoding="utf-8"?>
<p:tagLst xmlns:p="http://schemas.openxmlformats.org/presentationml/2006/main">
  <p:tag name="KSO_WM_BEAUTIFY_FLAG" val=""/>
</p:tagLst>
</file>

<file path=ppt/tags/tag260.xml><?xml version="1.0" encoding="utf-8"?>
<p:tagLst xmlns:p="http://schemas.openxmlformats.org/presentationml/2006/main">
  <p:tag name="KSO_WM_BEAUTIFY_FLAG" val=""/>
</p:tagLst>
</file>

<file path=ppt/tags/tag261.xml><?xml version="1.0" encoding="utf-8"?>
<p:tagLst xmlns:p="http://schemas.openxmlformats.org/presentationml/2006/main">
  <p:tag name="KSO_WM_BEAUTIFY_FLAG" val=""/>
</p:tagLst>
</file>

<file path=ppt/tags/tag262.xml><?xml version="1.0" encoding="utf-8"?>
<p:tagLst xmlns:p="http://schemas.openxmlformats.org/presentationml/2006/main">
  <p:tag name="KSO_WM_BEAUTIFY_FLAG" val=""/>
</p:tagLst>
</file>

<file path=ppt/tags/tag263.xml><?xml version="1.0" encoding="utf-8"?>
<p:tagLst xmlns:p="http://schemas.openxmlformats.org/presentationml/2006/main">
  <p:tag name="KSO_WM_BEAUTIFY_FLAG" val=""/>
</p:tagLst>
</file>

<file path=ppt/tags/tag264.xml><?xml version="1.0" encoding="utf-8"?>
<p:tagLst xmlns:p="http://schemas.openxmlformats.org/presentationml/2006/main">
  <p:tag name="KSO_WM_BEAUTIFY_FLAG" val=""/>
</p:tagLst>
</file>

<file path=ppt/tags/tag265.xml><?xml version="1.0" encoding="utf-8"?>
<p:tagLst xmlns:p="http://schemas.openxmlformats.org/presentationml/2006/main">
  <p:tag name="KSO_WM_BEAUTIFY_FLAG" val=""/>
</p:tagLst>
</file>

<file path=ppt/tags/tag266.xml><?xml version="1.0" encoding="utf-8"?>
<p:tagLst xmlns:p="http://schemas.openxmlformats.org/presentationml/2006/main">
  <p:tag name="KSO_WM_BEAUTIFY_FLAG" val=""/>
</p:tagLst>
</file>

<file path=ppt/tags/tag267.xml><?xml version="1.0" encoding="utf-8"?>
<p:tagLst xmlns:p="http://schemas.openxmlformats.org/presentationml/2006/main">
  <p:tag name="KSO_WM_BEAUTIFY_FLAG" val=""/>
</p:tagLst>
</file>

<file path=ppt/tags/tag268.xml><?xml version="1.0" encoding="utf-8"?>
<p:tagLst xmlns:p="http://schemas.openxmlformats.org/presentationml/2006/main">
  <p:tag name="KSO_WM_BEAUTIFY_FLAG" val=""/>
</p:tagLst>
</file>

<file path=ppt/tags/tag269.xml><?xml version="1.0" encoding="utf-8"?>
<p:tagLst xmlns:p="http://schemas.openxmlformats.org/presentationml/2006/main">
  <p:tag name="KSO_WM_BEAUTIFY_FLAG" val=""/>
</p:tagLst>
</file>

<file path=ppt/tags/tag270.xml><?xml version="1.0" encoding="utf-8"?>
<p:tagLst xmlns:p="http://schemas.openxmlformats.org/presentationml/2006/main">
  <p:tag name="KSO_WM_BEAUTIFY_FLAG" val=""/>
</p:tagLst>
</file>

<file path=ppt/tags/tag271.xml><?xml version="1.0" encoding="utf-8"?>
<p:tagLst xmlns:p="http://schemas.openxmlformats.org/presentationml/2006/main">
  <p:tag name="KSO_WM_BEAUTIFY_FLAG" val=""/>
</p:tagLst>
</file>

<file path=ppt/tags/tag272.xml><?xml version="1.0" encoding="utf-8"?>
<p:tagLst xmlns:p="http://schemas.openxmlformats.org/presentationml/2006/main">
  <p:tag name="KSO_WM_BEAUTIFY_FLAG" val=""/>
</p:tagLst>
</file>

<file path=ppt/tags/tag273.xml><?xml version="1.0" encoding="utf-8"?>
<p:tagLst xmlns:p="http://schemas.openxmlformats.org/presentationml/2006/main">
  <p:tag name="KSO_WM_BEAUTIFY_FLAG" val=""/>
</p:tagLst>
</file>

<file path=ppt/tags/tag274.xml><?xml version="1.0" encoding="utf-8"?>
<p:tagLst xmlns:p="http://schemas.openxmlformats.org/presentationml/2006/main">
  <p:tag name="KSO_WM_BEAUTIFY_FLAG" val=""/>
</p:tagLst>
</file>

<file path=ppt/tags/tag275.xml><?xml version="1.0" encoding="utf-8"?>
<p:tagLst xmlns:p="http://schemas.openxmlformats.org/presentationml/2006/main">
  <p:tag name="KSO_WM_BEAUTIFY_FLAG" val=""/>
</p:tagLst>
</file>

<file path=ppt/tags/tag276.xml><?xml version="1.0" encoding="utf-8"?>
<p:tagLst xmlns:p="http://schemas.openxmlformats.org/presentationml/2006/main">
  <p:tag name="KSO_WM_BEAUTIFY_FLAG" val=""/>
</p:tagLst>
</file>

<file path=ppt/tags/tag277.xml><?xml version="1.0" encoding="utf-8"?>
<p:tagLst xmlns:p="http://schemas.openxmlformats.org/presentationml/2006/main">
  <p:tag name="KSO_WM_BEAUTIFY_FLAG" val=""/>
</p:tagLst>
</file>

<file path=ppt/tags/tag278.xml><?xml version="1.0" encoding="utf-8"?>
<p:tagLst xmlns:p="http://schemas.openxmlformats.org/presentationml/2006/main">
  <p:tag name="KSO_WM_BEAUTIFY_FLAG" val=""/>
</p:tagLst>
</file>

<file path=ppt/tags/tag279.xml><?xml version="1.0" encoding="utf-8"?>
<p:tagLst xmlns:p="http://schemas.openxmlformats.org/presentationml/2006/main">
  <p:tag name="KSO_WM_BEAUTIFY_FLAG" val=""/>
</p:tagLst>
</file>

<file path=ppt/tags/tag280.xml><?xml version="1.0" encoding="utf-8"?>
<p:tagLst xmlns:p="http://schemas.openxmlformats.org/presentationml/2006/main">
  <p:tag name="KSO_WM_BEAUTIFY_FLAG" val=""/>
</p:tagLst>
</file>

<file path=ppt/tags/tag281.xml><?xml version="1.0" encoding="utf-8"?>
<p:tagLst xmlns:p="http://schemas.openxmlformats.org/presentationml/2006/main">
  <p:tag name="KSO_WM_BEAUTIFY_FLAG" val=""/>
</p:tagLst>
</file>

<file path=ppt/tags/tag282.xml><?xml version="1.0" encoding="utf-8"?>
<p:tagLst xmlns:p="http://schemas.openxmlformats.org/presentationml/2006/main">
  <p:tag name="KSO_WM_BEAUTIFY_FLAG" val=""/>
</p:tagLst>
</file>

<file path=ppt/tags/tag283.xml><?xml version="1.0" encoding="utf-8"?>
<p:tagLst xmlns:p="http://schemas.openxmlformats.org/presentationml/2006/main">
  <p:tag name="KSO_WM_BEAUTIFY_FLAG" val=""/>
</p:tagLst>
</file>

<file path=ppt/tags/tag284.xml><?xml version="1.0" encoding="utf-8"?>
<p:tagLst xmlns:p="http://schemas.openxmlformats.org/presentationml/2006/main">
  <p:tag name="KSO_WM_BEAUTIFY_FLAG" val=""/>
</p:tagLst>
</file>

<file path=ppt/tags/tag285.xml><?xml version="1.0" encoding="utf-8"?>
<p:tagLst xmlns:p="http://schemas.openxmlformats.org/presentationml/2006/main">
  <p:tag name="KSO_WM_BEAUTIFY_FLAG" val=""/>
</p:tagLst>
</file>

<file path=ppt/tags/tag286.xml><?xml version="1.0" encoding="utf-8"?>
<p:tagLst xmlns:p="http://schemas.openxmlformats.org/presentationml/2006/main">
  <p:tag name="KSO_WM_BEAUTIFY_FLAG" val=""/>
</p:tagLst>
</file>

<file path=ppt/tags/tag287.xml><?xml version="1.0" encoding="utf-8"?>
<p:tagLst xmlns:p="http://schemas.openxmlformats.org/presentationml/2006/main">
  <p:tag name="KSO_WM_BEAUTIFY_FLAG" val=""/>
</p:tagLst>
</file>

<file path=ppt/tags/tag288.xml><?xml version="1.0" encoding="utf-8"?>
<p:tagLst xmlns:p="http://schemas.openxmlformats.org/presentationml/2006/main">
  <p:tag name="KSO_WM_BEAUTIFY_FLAG" val=""/>
</p:tagLst>
</file>

<file path=ppt/tags/tag289.xml><?xml version="1.0" encoding="utf-8"?>
<p:tagLst xmlns:p="http://schemas.openxmlformats.org/presentationml/2006/main">
  <p:tag name="KSO_WM_BEAUTIFY_FLAG" val=""/>
</p:tagLst>
</file>

<file path=ppt/tags/tag290.xml><?xml version="1.0" encoding="utf-8"?>
<p:tagLst xmlns:p="http://schemas.openxmlformats.org/presentationml/2006/main">
  <p:tag name="KSO_WM_BEAUTIFY_FLAG" val=""/>
</p:tagLst>
</file>

<file path=ppt/tags/tag291.xml><?xml version="1.0" encoding="utf-8"?>
<p:tagLst xmlns:p="http://schemas.openxmlformats.org/presentationml/2006/main">
  <p:tag name="KSO_WM_BEAUTIFY_FLAG" val=""/>
</p:tagLst>
</file>

<file path=ppt/tags/tag292.xml><?xml version="1.0" encoding="utf-8"?>
<p:tagLst xmlns:p="http://schemas.openxmlformats.org/presentationml/2006/main">
  <p:tag name="KSO_WM_BEAUTIFY_FLAG" val=""/>
</p:tagLst>
</file>

<file path=ppt/tags/tag293.xml><?xml version="1.0" encoding="utf-8"?>
<p:tagLst xmlns:p="http://schemas.openxmlformats.org/presentationml/2006/main">
  <p:tag name="KSO_WM_BEAUTIFY_FLAG" val=""/>
</p:tagLst>
</file>

<file path=ppt/tags/tag294.xml><?xml version="1.0" encoding="utf-8"?>
<p:tagLst xmlns:p="http://schemas.openxmlformats.org/presentationml/2006/main">
  <p:tag name="KSO_WM_BEAUTIFY_FLAG" val=""/>
</p:tagLst>
</file>

<file path=ppt/tags/tag295.xml><?xml version="1.0" encoding="utf-8"?>
<p:tagLst xmlns:p="http://schemas.openxmlformats.org/presentationml/2006/main">
  <p:tag name="KSO_WM_BEAUTIFY_FLAG" val=""/>
</p:tagLst>
</file>

<file path=ppt/tags/tag296.xml><?xml version="1.0" encoding="utf-8"?>
<p:tagLst xmlns:p="http://schemas.openxmlformats.org/presentationml/2006/main">
  <p:tag name="KSO_WM_BEAUTIFY_FLAG" val=""/>
</p:tagLst>
</file>

<file path=ppt/tags/tag297.xml><?xml version="1.0" encoding="utf-8"?>
<p:tagLst xmlns:p="http://schemas.openxmlformats.org/presentationml/2006/main">
  <p:tag name="KSO_WM_BEAUTIFY_FLAG" val=""/>
</p:tagLst>
</file>

<file path=ppt/tags/tag298.xml><?xml version="1.0" encoding="utf-8"?>
<p:tagLst xmlns:p="http://schemas.openxmlformats.org/presentationml/2006/main">
  <p:tag name="KSO_WM_BEAUTIFY_FLAG" val=""/>
</p:tagLst>
</file>

<file path=ppt/tags/tag299.xml><?xml version="1.0" encoding="utf-8"?>
<p:tagLst xmlns:p="http://schemas.openxmlformats.org/presentationml/2006/main">
  <p:tag name="KSO_WM_BEAUTIFY_FLAG" val=""/>
</p:tagLst>
</file>

<file path=ppt/tags/tag300.xml><?xml version="1.0" encoding="utf-8"?>
<p:tagLst xmlns:p="http://schemas.openxmlformats.org/presentationml/2006/main">
  <p:tag name="KSO_WM_BEAUTIFY_FLAG" val=""/>
</p:tagLst>
</file>

<file path=ppt/tags/tag301.xml><?xml version="1.0" encoding="utf-8"?>
<p:tagLst xmlns:p="http://schemas.openxmlformats.org/presentationml/2006/main">
  <p:tag name="KSO_WM_BEAUTIFY_FLAG" val=""/>
</p:tagLst>
</file>

<file path=ppt/tags/tag302.xml><?xml version="1.0" encoding="utf-8"?>
<p:tagLst xmlns:p="http://schemas.openxmlformats.org/presentationml/2006/main">
  <p:tag name="KSO_WM_BEAUTIFY_FLAG" val=""/>
</p:tagLst>
</file>

<file path=ppt/tags/tag303.xml><?xml version="1.0" encoding="utf-8"?>
<p:tagLst xmlns:p="http://schemas.openxmlformats.org/presentationml/2006/main">
  <p:tag name="KSO_WM_BEAUTIFY_FLAG" val=""/>
</p:tagLst>
</file>

<file path=ppt/tags/tag304.xml><?xml version="1.0" encoding="utf-8"?>
<p:tagLst xmlns:p="http://schemas.openxmlformats.org/presentationml/2006/main">
  <p:tag name="KSO_WM_BEAUTIFY_FLAG" val=""/>
</p:tagLst>
</file>

<file path=ppt/tags/tag305.xml><?xml version="1.0" encoding="utf-8"?>
<p:tagLst xmlns:p="http://schemas.openxmlformats.org/presentationml/2006/main">
  <p:tag name="KSO_WM_BEAUTIFY_FLAG" val=""/>
</p:tagLst>
</file>

<file path=ppt/tags/tag306.xml><?xml version="1.0" encoding="utf-8"?>
<p:tagLst xmlns:p="http://schemas.openxmlformats.org/presentationml/2006/main">
  <p:tag name="KSO_WM_BEAUTIFY_FLAG" val=""/>
</p:tagLst>
</file>

<file path=ppt/tags/tag307.xml><?xml version="1.0" encoding="utf-8"?>
<p:tagLst xmlns:p="http://schemas.openxmlformats.org/presentationml/2006/main">
  <p:tag name="KSO_WM_BEAUTIFY_FLAG" val=""/>
</p:tagLst>
</file>

<file path=ppt/tags/tag308.xml><?xml version="1.0" encoding="utf-8"?>
<p:tagLst xmlns:p="http://schemas.openxmlformats.org/presentationml/2006/main">
  <p:tag name="KSO_WM_BEAUTIFY_FLAG" val=""/>
</p:tagLst>
</file>

<file path=ppt/tags/tag309.xml><?xml version="1.0" encoding="utf-8"?>
<p:tagLst xmlns:p="http://schemas.openxmlformats.org/presentationml/2006/main">
  <p:tag name="KSO_WM_BEAUTIFY_FLAG" val=""/>
</p:tagLst>
</file>

<file path=ppt/tags/tag310.xml><?xml version="1.0" encoding="utf-8"?>
<p:tagLst xmlns:p="http://schemas.openxmlformats.org/presentationml/2006/main">
  <p:tag name="KSO_WM_BEAUTIFY_FLAG" val=""/>
</p:tagLst>
</file>

<file path=ppt/tags/tag311.xml><?xml version="1.0" encoding="utf-8"?>
<p:tagLst xmlns:p="http://schemas.openxmlformats.org/presentationml/2006/main">
  <p:tag name="KSO_WM_BEAUTIFY_FLAG" val=""/>
</p:tagLst>
</file>

<file path=ppt/tags/tag312.xml><?xml version="1.0" encoding="utf-8"?>
<p:tagLst xmlns:p="http://schemas.openxmlformats.org/presentationml/2006/main">
  <p:tag name="KSO_WM_BEAUTIFY_FLAG" val=""/>
</p:tagLst>
</file>

<file path=ppt/tags/tag313.xml><?xml version="1.0" encoding="utf-8"?>
<p:tagLst xmlns:p="http://schemas.openxmlformats.org/presentationml/2006/main">
  <p:tag name="KSO_WM_BEAUTIFY_FLAG" val=""/>
</p:tagLst>
</file>

<file path=ppt/tags/tag314.xml><?xml version="1.0" encoding="utf-8"?>
<p:tagLst xmlns:p="http://schemas.openxmlformats.org/presentationml/2006/main">
  <p:tag name="KSO_WM_BEAUTIFY_FLAG" val=""/>
</p:tagLst>
</file>

<file path=ppt/tags/tag315.xml><?xml version="1.0" encoding="utf-8"?>
<p:tagLst xmlns:p="http://schemas.openxmlformats.org/presentationml/2006/main">
  <p:tag name="KSO_WM_BEAUTIFY_FLAG" val=""/>
</p:tagLst>
</file>

<file path=ppt/tags/tag316.xml><?xml version="1.0" encoding="utf-8"?>
<p:tagLst xmlns:p="http://schemas.openxmlformats.org/presentationml/2006/main">
  <p:tag name="KSO_WM_BEAUTIFY_FLAG" val=""/>
</p:tagLst>
</file>

<file path=ppt/tags/tag317.xml><?xml version="1.0" encoding="utf-8"?>
<p:tagLst xmlns:p="http://schemas.openxmlformats.org/presentationml/2006/main">
  <p:tag name="KSO_WM_BEAUTIFY_FLAG" val=""/>
</p:tagLst>
</file>

<file path=ppt/tags/tag318.xml><?xml version="1.0" encoding="utf-8"?>
<p:tagLst xmlns:p="http://schemas.openxmlformats.org/presentationml/2006/main">
  <p:tag name="KSO_WM_BEAUTIFY_FLAG" val=""/>
</p:tagLst>
</file>

<file path=ppt/tags/tag319.xml><?xml version="1.0" encoding="utf-8"?>
<p:tagLst xmlns:p="http://schemas.openxmlformats.org/presentationml/2006/main">
  <p:tag name="KSO_WM_BEAUTIFY_FLAG" val=""/>
</p:tagLst>
</file>

<file path=ppt/tags/tag320.xml><?xml version="1.0" encoding="utf-8"?>
<p:tagLst xmlns:p="http://schemas.openxmlformats.org/presentationml/2006/main">
  <p:tag name="KSO_WM_BEAUTIFY_FLAG" val=""/>
</p:tagLst>
</file>

<file path=ppt/tags/tag321.xml><?xml version="1.0" encoding="utf-8"?>
<p:tagLst xmlns:p="http://schemas.openxmlformats.org/presentationml/2006/main">
  <p:tag name="KSO_WM_BEAUTIFY_FLAG" val=""/>
</p:tagLst>
</file>

<file path=ppt/tags/tag322.xml><?xml version="1.0" encoding="utf-8"?>
<p:tagLst xmlns:p="http://schemas.openxmlformats.org/presentationml/2006/main">
  <p:tag name="KSO_WM_BEAUTIFY_FLAG" val=""/>
</p:tagLst>
</file>

<file path=ppt/tags/tag323.xml><?xml version="1.0" encoding="utf-8"?>
<p:tagLst xmlns:p="http://schemas.openxmlformats.org/presentationml/2006/main">
  <p:tag name="KSO_WM_BEAUTIFY_FLAG" val=""/>
</p:tagLst>
</file>

<file path=ppt/tags/tag324.xml><?xml version="1.0" encoding="utf-8"?>
<p:tagLst xmlns:p="http://schemas.openxmlformats.org/presentationml/2006/main">
  <p:tag name="KSO_WM_BEAUTIFY_FLAG" val=""/>
</p:tagLst>
</file>

<file path=ppt/tags/tag325.xml><?xml version="1.0" encoding="utf-8"?>
<p:tagLst xmlns:p="http://schemas.openxmlformats.org/presentationml/2006/main">
  <p:tag name="KSO_WM_BEAUTIFY_FLAG" val=""/>
</p:tagLst>
</file>

<file path=ppt/tags/tag326.xml><?xml version="1.0" encoding="utf-8"?>
<p:tagLst xmlns:p="http://schemas.openxmlformats.org/presentationml/2006/main">
  <p:tag name="KSO_WM_BEAUTIFY_FLAG" val=""/>
</p:tagLst>
</file>

<file path=ppt/tags/tag327.xml><?xml version="1.0" encoding="utf-8"?>
<p:tagLst xmlns:p="http://schemas.openxmlformats.org/presentationml/2006/main">
  <p:tag name="KSO_WM_BEAUTIFY_FLAG" val=""/>
</p:tagLst>
</file>

<file path=ppt/tags/tag328.xml><?xml version="1.0" encoding="utf-8"?>
<p:tagLst xmlns:p="http://schemas.openxmlformats.org/presentationml/2006/main">
  <p:tag name="KSO_WM_BEAUTIFY_FLAG" val=""/>
</p:tagLst>
</file>

<file path=ppt/tags/tag329.xml><?xml version="1.0" encoding="utf-8"?>
<p:tagLst xmlns:p="http://schemas.openxmlformats.org/presentationml/2006/main">
  <p:tag name="KSO_WM_BEAUTIFY_FLAG" val=""/>
</p:tagLst>
</file>

<file path=ppt/tags/tag330.xml><?xml version="1.0" encoding="utf-8"?>
<p:tagLst xmlns:p="http://schemas.openxmlformats.org/presentationml/2006/main">
  <p:tag name="KSO_WM_BEAUTIFY_FLAG" val=""/>
</p:tagLst>
</file>

<file path=ppt/tags/tag331.xml><?xml version="1.0" encoding="utf-8"?>
<p:tagLst xmlns:p="http://schemas.openxmlformats.org/presentationml/2006/main">
  <p:tag name="KSO_WM_BEAUTIFY_FLAG" val=""/>
</p:tagLst>
</file>

<file path=ppt/tags/tag332.xml><?xml version="1.0" encoding="utf-8"?>
<p:tagLst xmlns:p="http://schemas.openxmlformats.org/presentationml/2006/main">
  <p:tag name="KSO_WM_BEAUTIFY_FLAG" val=""/>
</p:tagLst>
</file>

<file path=ppt/tags/tag333.xml><?xml version="1.0" encoding="utf-8"?>
<p:tagLst xmlns:p="http://schemas.openxmlformats.org/presentationml/2006/main">
  <p:tag name="KSO_WM_BEAUTIFY_FLAG" val=""/>
</p:tagLst>
</file>

<file path=ppt/tags/tag334.xml><?xml version="1.0" encoding="utf-8"?>
<p:tagLst xmlns:p="http://schemas.openxmlformats.org/presentationml/2006/main">
  <p:tag name="KSO_WM_BEAUTIFY_FLAG" val=""/>
</p:tagLst>
</file>

<file path=ppt/tags/tag335.xml><?xml version="1.0" encoding="utf-8"?>
<p:tagLst xmlns:p="http://schemas.openxmlformats.org/presentationml/2006/main">
  <p:tag name="KSO_WM_BEAUTIFY_FLAG" val=""/>
</p:tagLst>
</file>

<file path=ppt/tags/tag336.xml><?xml version="1.0" encoding="utf-8"?>
<p:tagLst xmlns:p="http://schemas.openxmlformats.org/presentationml/2006/main">
  <p:tag name="KSO_WM_BEAUTIFY_FLAG" val=""/>
</p:tagLst>
</file>

<file path=ppt/tags/tag337.xml><?xml version="1.0" encoding="utf-8"?>
<p:tagLst xmlns:p="http://schemas.openxmlformats.org/presentationml/2006/main">
  <p:tag name="KSO_WM_BEAUTIFY_FLAG" val=""/>
</p:tagLst>
</file>

<file path=ppt/tags/tag338.xml><?xml version="1.0" encoding="utf-8"?>
<p:tagLst xmlns:p="http://schemas.openxmlformats.org/presentationml/2006/main">
  <p:tag name="KSO_WM_BEAUTIFY_FLAG" val=""/>
</p:tagLst>
</file>

<file path=ppt/tags/tag339.xml><?xml version="1.0" encoding="utf-8"?>
<p:tagLst xmlns:p="http://schemas.openxmlformats.org/presentationml/2006/main">
  <p:tag name="KSO_WM_BEAUTIFY_FLAG" val=""/>
</p:tagLst>
</file>

<file path=ppt/tags/tag340.xml><?xml version="1.0" encoding="utf-8"?>
<p:tagLst xmlns:p="http://schemas.openxmlformats.org/presentationml/2006/main">
  <p:tag name="KSO_WM_BEAUTIFY_FLAG" val=""/>
</p:tagLst>
</file>

<file path=ppt/tags/tag341.xml><?xml version="1.0" encoding="utf-8"?>
<p:tagLst xmlns:p="http://schemas.openxmlformats.org/presentationml/2006/main">
  <p:tag name="KSO_WM_BEAUTIFY_FLAG" val=""/>
</p:tagLst>
</file>

<file path=ppt/tags/tag342.xml><?xml version="1.0" encoding="utf-8"?>
<p:tagLst xmlns:p="http://schemas.openxmlformats.org/presentationml/2006/main">
  <p:tag name="KSO_WM_BEAUTIFY_FLAG" val=""/>
</p:tagLst>
</file>

<file path=ppt/tags/tag343.xml><?xml version="1.0" encoding="utf-8"?>
<p:tagLst xmlns:p="http://schemas.openxmlformats.org/presentationml/2006/main">
  <p:tag name="KSO_WM_BEAUTIFY_FLAG" val=""/>
</p:tagLst>
</file>

<file path=ppt/tags/tag344.xml><?xml version="1.0" encoding="utf-8"?>
<p:tagLst xmlns:p="http://schemas.openxmlformats.org/presentationml/2006/main">
  <p:tag name="KSO_WM_BEAUTIFY_FLAG" val=""/>
</p:tagLst>
</file>

<file path=ppt/tags/tag345.xml><?xml version="1.0" encoding="utf-8"?>
<p:tagLst xmlns:p="http://schemas.openxmlformats.org/presentationml/2006/main">
  <p:tag name="KSO_WM_BEAUTIFY_FLAG" val=""/>
</p:tagLst>
</file>

<file path=ppt/tags/tag346.xml><?xml version="1.0" encoding="utf-8"?>
<p:tagLst xmlns:p="http://schemas.openxmlformats.org/presentationml/2006/main">
  <p:tag name="KSO_WM_BEAUTIFY_FLAG" val=""/>
</p:tagLst>
</file>

<file path=ppt/tags/tag347.xml><?xml version="1.0" encoding="utf-8"?>
<p:tagLst xmlns:p="http://schemas.openxmlformats.org/presentationml/2006/main">
  <p:tag name="KSO_WM_BEAUTIFY_FLAG" val=""/>
</p:tagLst>
</file>

<file path=ppt/tags/tag348.xml><?xml version="1.0" encoding="utf-8"?>
<p:tagLst xmlns:p="http://schemas.openxmlformats.org/presentationml/2006/main">
  <p:tag name="KSO_WM_BEAUTIFY_FLAG" val=""/>
</p:tagLst>
</file>

<file path=ppt/tags/tag349.xml><?xml version="1.0" encoding="utf-8"?>
<p:tagLst xmlns:p="http://schemas.openxmlformats.org/presentationml/2006/main">
  <p:tag name="KSO_WM_BEAUTIFY_FLAG" val=""/>
</p:tagLst>
</file>

<file path=ppt/tags/tag350.xml><?xml version="1.0" encoding="utf-8"?>
<p:tagLst xmlns:p="http://schemas.openxmlformats.org/presentationml/2006/main">
  <p:tag name="KSO_WM_BEAUTIFY_FLAG" val=""/>
</p:tagLst>
</file>

<file path=ppt/tags/tag351.xml><?xml version="1.0" encoding="utf-8"?>
<p:tagLst xmlns:p="http://schemas.openxmlformats.org/presentationml/2006/main">
  <p:tag name="KSO_WM_BEAUTIFY_FLAG" val=""/>
</p:tagLst>
</file>

<file path=ppt/tags/tag352.xml><?xml version="1.0" encoding="utf-8"?>
<p:tagLst xmlns:p="http://schemas.openxmlformats.org/presentationml/2006/main">
  <p:tag name="KSO_WM_BEAUTIFY_FLAG" val=""/>
</p:tagLst>
</file>

<file path=ppt/tags/tag353.xml><?xml version="1.0" encoding="utf-8"?>
<p:tagLst xmlns:p="http://schemas.openxmlformats.org/presentationml/2006/main">
  <p:tag name="KSO_WM_BEAUTIFY_FLAG" val=""/>
</p:tagLst>
</file>

<file path=ppt/tags/tag354.xml><?xml version="1.0" encoding="utf-8"?>
<p:tagLst xmlns:p="http://schemas.openxmlformats.org/presentationml/2006/main">
  <p:tag name="KSO_WM_BEAUTIFY_FLAG" val=""/>
</p:tagLst>
</file>

<file path=ppt/tags/tag355.xml><?xml version="1.0" encoding="utf-8"?>
<p:tagLst xmlns:p="http://schemas.openxmlformats.org/presentationml/2006/main">
  <p:tag name="KSO_WM_BEAUTIFY_FLAG" val=""/>
</p:tagLst>
</file>

<file path=ppt/tags/tag356.xml><?xml version="1.0" encoding="utf-8"?>
<p:tagLst xmlns:p="http://schemas.openxmlformats.org/presentationml/2006/main">
  <p:tag name="KSO_WM_BEAUTIFY_FLAG" val=""/>
</p:tagLst>
</file>

<file path=ppt/tags/tag357.xml><?xml version="1.0" encoding="utf-8"?>
<p:tagLst xmlns:p="http://schemas.openxmlformats.org/presentationml/2006/main">
  <p:tag name="KSO_WM_BEAUTIFY_FLAG" val=""/>
</p:tagLst>
</file>

<file path=ppt/tags/tag358.xml><?xml version="1.0" encoding="utf-8"?>
<p:tagLst xmlns:p="http://schemas.openxmlformats.org/presentationml/2006/main">
  <p:tag name="KSO_WM_BEAUTIFY_FLAG" val=""/>
</p:tagLst>
</file>

<file path=ppt/tags/tag359.xml><?xml version="1.0" encoding="utf-8"?>
<p:tagLst xmlns:p="http://schemas.openxmlformats.org/presentationml/2006/main">
  <p:tag name="KSO_WM_BEAUTIFY_FLAG" val=""/>
</p:tagLst>
</file>

<file path=ppt/tags/tag360.xml><?xml version="1.0" encoding="utf-8"?>
<p:tagLst xmlns:p="http://schemas.openxmlformats.org/presentationml/2006/main">
  <p:tag name="KSO_WM_BEAUTIFY_FLAG" val=""/>
</p:tagLst>
</file>

<file path=ppt/tags/tag361.xml><?xml version="1.0" encoding="utf-8"?>
<p:tagLst xmlns:p="http://schemas.openxmlformats.org/presentationml/2006/main">
  <p:tag name="KSO_WM_BEAUTIFY_FLAG" val=""/>
</p:tagLst>
</file>

<file path=ppt/tags/tag362.xml><?xml version="1.0" encoding="utf-8"?>
<p:tagLst xmlns:p="http://schemas.openxmlformats.org/presentationml/2006/main">
  <p:tag name="KSO_WM_BEAUTIFY_FLAG" val=""/>
</p:tagLst>
</file>

<file path=ppt/tags/tag363.xml><?xml version="1.0" encoding="utf-8"?>
<p:tagLst xmlns:p="http://schemas.openxmlformats.org/presentationml/2006/main">
  <p:tag name="KSO_WM_BEAUTIFY_FLAG" val=""/>
</p:tagLst>
</file>

<file path=ppt/tags/tag364.xml><?xml version="1.0" encoding="utf-8"?>
<p:tagLst xmlns:p="http://schemas.openxmlformats.org/presentationml/2006/main">
  <p:tag name="KSO_WM_BEAUTIFY_FLAG" val=""/>
</p:tagLst>
</file>

<file path=ppt/tags/tag365.xml><?xml version="1.0" encoding="utf-8"?>
<p:tagLst xmlns:p="http://schemas.openxmlformats.org/presentationml/2006/main">
  <p:tag name="KSO_WM_BEAUTIFY_FLAG" val=""/>
</p:tagLst>
</file>

<file path=ppt/tags/tag366.xml><?xml version="1.0" encoding="utf-8"?>
<p:tagLst xmlns:p="http://schemas.openxmlformats.org/presentationml/2006/main">
  <p:tag name="KSO_WM_BEAUTIFY_FLAG" val=""/>
</p:tagLst>
</file>

<file path=ppt/tags/tag367.xml><?xml version="1.0" encoding="utf-8"?>
<p:tagLst xmlns:p="http://schemas.openxmlformats.org/presentationml/2006/main">
  <p:tag name="KSO_WM_BEAUTIFY_FLAG" val=""/>
</p:tagLst>
</file>

<file path=ppt/tags/tag368.xml><?xml version="1.0" encoding="utf-8"?>
<p:tagLst xmlns:p="http://schemas.openxmlformats.org/presentationml/2006/main">
  <p:tag name="KSO_WM_BEAUTIFY_FLAG" val=""/>
</p:tagLst>
</file>

<file path=ppt/tags/tag369.xml><?xml version="1.0" encoding="utf-8"?>
<p:tagLst xmlns:p="http://schemas.openxmlformats.org/presentationml/2006/main">
  <p:tag name="KSO_WM_BEAUTIFY_FLAG" val=""/>
</p:tagLst>
</file>

<file path=ppt/tags/tag370.xml><?xml version="1.0" encoding="utf-8"?>
<p:tagLst xmlns:p="http://schemas.openxmlformats.org/presentationml/2006/main">
  <p:tag name="KSO_WM_BEAUTIFY_FLAG" val=""/>
</p:tagLst>
</file>

<file path=ppt/tags/tag371.xml><?xml version="1.0" encoding="utf-8"?>
<p:tagLst xmlns:p="http://schemas.openxmlformats.org/presentationml/2006/main">
  <p:tag name="KSO_WM_BEAUTIFY_FLAG" val=""/>
</p:tagLst>
</file>

<file path=ppt/tags/tag372.xml><?xml version="1.0" encoding="utf-8"?>
<p:tagLst xmlns:p="http://schemas.openxmlformats.org/presentationml/2006/main">
  <p:tag name="KSO_WM_BEAUTIFY_FLAG" val=""/>
</p:tagLst>
</file>

<file path=ppt/tags/tag373.xml><?xml version="1.0" encoding="utf-8"?>
<p:tagLst xmlns:p="http://schemas.openxmlformats.org/presentationml/2006/main">
  <p:tag name="KSO_WM_BEAUTIFY_FLAG" val=""/>
</p:tagLst>
</file>

<file path=ppt/tags/tag374.xml><?xml version="1.0" encoding="utf-8"?>
<p:tagLst xmlns:p="http://schemas.openxmlformats.org/presentationml/2006/main">
  <p:tag name="KSO_WM_BEAUTIFY_FLAG" val=""/>
</p:tagLst>
</file>

<file path=ppt/tags/tag375.xml><?xml version="1.0" encoding="utf-8"?>
<p:tagLst xmlns:p="http://schemas.openxmlformats.org/presentationml/2006/main">
  <p:tag name="KSO_WM_BEAUTIFY_FLAG" val=""/>
</p:tagLst>
</file>

<file path=ppt/tags/tag376.xml><?xml version="1.0" encoding="utf-8"?>
<p:tagLst xmlns:p="http://schemas.openxmlformats.org/presentationml/2006/main">
  <p:tag name="KSO_WM_BEAUTIFY_FLAG" val=""/>
</p:tagLst>
</file>

<file path=ppt/tags/tag377.xml><?xml version="1.0" encoding="utf-8"?>
<p:tagLst xmlns:p="http://schemas.openxmlformats.org/presentationml/2006/main">
  <p:tag name="KSO_WM_BEAUTIFY_FLAG" val=""/>
</p:tagLst>
</file>

<file path=ppt/tags/tag378.xml><?xml version="1.0" encoding="utf-8"?>
<p:tagLst xmlns:p="http://schemas.openxmlformats.org/presentationml/2006/main">
  <p:tag name="KSO_WM_BEAUTIFY_FLAG" val=""/>
</p:tagLst>
</file>

<file path=ppt/tags/tag379.xml><?xml version="1.0" encoding="utf-8"?>
<p:tagLst xmlns:p="http://schemas.openxmlformats.org/presentationml/2006/main">
  <p:tag name="KSO_WM_BEAUTIFY_FLAG" val=""/>
</p:tagLst>
</file>

<file path=ppt/tags/tag380.xml><?xml version="1.0" encoding="utf-8"?>
<p:tagLst xmlns:p="http://schemas.openxmlformats.org/presentationml/2006/main">
  <p:tag name="KSO_WM_BEAUTIFY_FLAG" val=""/>
</p:tagLst>
</file>

<file path=ppt/tags/tag381.xml><?xml version="1.0" encoding="utf-8"?>
<p:tagLst xmlns:p="http://schemas.openxmlformats.org/presentationml/2006/main">
  <p:tag name="KSO_WM_BEAUTIFY_FLAG" val=""/>
</p:tagLst>
</file>

<file path=ppt/tags/tag382.xml><?xml version="1.0" encoding="utf-8"?>
<p:tagLst xmlns:p="http://schemas.openxmlformats.org/presentationml/2006/main">
  <p:tag name="KSO_WM_BEAUTIFY_FLAG" val=""/>
</p:tagLst>
</file>

<file path=ppt/tags/tag383.xml><?xml version="1.0" encoding="utf-8"?>
<p:tagLst xmlns:p="http://schemas.openxmlformats.org/presentationml/2006/main">
  <p:tag name="KSO_WM_BEAUTIFY_FLAG" val=""/>
</p:tagLst>
</file>

<file path=ppt/tags/tag384.xml><?xml version="1.0" encoding="utf-8"?>
<p:tagLst xmlns:p="http://schemas.openxmlformats.org/presentationml/2006/main">
  <p:tag name="KSO_WM_BEAUTIFY_FLAG" val=""/>
</p:tagLst>
</file>

<file path=ppt/tags/tag385.xml><?xml version="1.0" encoding="utf-8"?>
<p:tagLst xmlns:p="http://schemas.openxmlformats.org/presentationml/2006/main">
  <p:tag name="KSO_WM_BEAUTIFY_FLAG" val=""/>
</p:tagLst>
</file>

<file path=ppt/tags/tag386.xml><?xml version="1.0" encoding="utf-8"?>
<p:tagLst xmlns:p="http://schemas.openxmlformats.org/presentationml/2006/main">
  <p:tag name="KSO_WM_BEAUTIFY_FLAG" val=""/>
</p:tagLst>
</file>

<file path=ppt/tags/tag387.xml><?xml version="1.0" encoding="utf-8"?>
<p:tagLst xmlns:p="http://schemas.openxmlformats.org/presentationml/2006/main">
  <p:tag name="KSO_WM_BEAUTIFY_FLAG" val=""/>
</p:tagLst>
</file>

<file path=ppt/tags/tag388.xml><?xml version="1.0" encoding="utf-8"?>
<p:tagLst xmlns:p="http://schemas.openxmlformats.org/presentationml/2006/main">
  <p:tag name="KSO_WM_BEAUTIFY_FLAG" val=""/>
</p:tagLst>
</file>

<file path=ppt/tags/tag389.xml><?xml version="1.0" encoding="utf-8"?>
<p:tagLst xmlns:p="http://schemas.openxmlformats.org/presentationml/2006/main">
  <p:tag name="KSO_WM_BEAUTIFY_FLAG" val=""/>
</p:tagLst>
</file>

<file path=ppt/tags/tag390.xml><?xml version="1.0" encoding="utf-8"?>
<p:tagLst xmlns:p="http://schemas.openxmlformats.org/presentationml/2006/main">
  <p:tag name="KSO_WM_BEAUTIFY_FLAG" val=""/>
</p:tagLst>
</file>

<file path=ppt/tags/tag391.xml><?xml version="1.0" encoding="utf-8"?>
<p:tagLst xmlns:p="http://schemas.openxmlformats.org/presentationml/2006/main">
  <p:tag name="KSO_WM_BEAUTIFY_FLAG" val=""/>
</p:tagLst>
</file>

<file path=ppt/tags/tag392.xml><?xml version="1.0" encoding="utf-8"?>
<p:tagLst xmlns:p="http://schemas.openxmlformats.org/presentationml/2006/main">
  <p:tag name="KSO_WM_BEAUTIFY_FLAG" val=""/>
</p:tagLst>
</file>

<file path=ppt/tags/tag393.xml><?xml version="1.0" encoding="utf-8"?>
<p:tagLst xmlns:p="http://schemas.openxmlformats.org/presentationml/2006/main">
  <p:tag name="KSO_WM_BEAUTIFY_FLAG" val=""/>
</p:tagLst>
</file>

<file path=ppt/tags/tag394.xml><?xml version="1.0" encoding="utf-8"?>
<p:tagLst xmlns:p="http://schemas.openxmlformats.org/presentationml/2006/main">
  <p:tag name="KSO_WM_BEAUTIFY_FLAG" val=""/>
</p:tagLst>
</file>

<file path=ppt/tags/tag395.xml><?xml version="1.0" encoding="utf-8"?>
<p:tagLst xmlns:p="http://schemas.openxmlformats.org/presentationml/2006/main">
  <p:tag name="KSO_WM_BEAUTIFY_FLAG" val=""/>
</p:tagLst>
</file>

<file path=ppt/tags/tag396.xml><?xml version="1.0" encoding="utf-8"?>
<p:tagLst xmlns:p="http://schemas.openxmlformats.org/presentationml/2006/main">
  <p:tag name="KSO_WM_BEAUTIFY_FLAG" val=""/>
</p:tagLst>
</file>

<file path=ppt/tags/tag397.xml><?xml version="1.0" encoding="utf-8"?>
<p:tagLst xmlns:p="http://schemas.openxmlformats.org/presentationml/2006/main">
  <p:tag name="KSO_WM_BEAUTIFY_FLAG" val=""/>
</p:tagLst>
</file>

<file path=ppt/tags/tag398.xml><?xml version="1.0" encoding="utf-8"?>
<p:tagLst xmlns:p="http://schemas.openxmlformats.org/presentationml/2006/main">
  <p:tag name="KSO_WM_BEAUTIFY_FLAG" val=""/>
</p:tagLst>
</file>

<file path=ppt/tags/tag399.xml><?xml version="1.0" encoding="utf-8"?>
<p:tagLst xmlns:p="http://schemas.openxmlformats.org/presentationml/2006/main">
  <p:tag name="KSO_WM_BEAUTIFY_FLAG" val=""/>
</p:tagLst>
</file>

<file path=ppt/tags/tag400.xml><?xml version="1.0" encoding="utf-8"?>
<p:tagLst xmlns:p="http://schemas.openxmlformats.org/presentationml/2006/main">
  <p:tag name="KSO_WM_BEAUTIFY_FLAG" val=""/>
</p:tagLst>
</file>

<file path=ppt/tags/tag401.xml><?xml version="1.0" encoding="utf-8"?>
<p:tagLst xmlns:p="http://schemas.openxmlformats.org/presentationml/2006/main">
  <p:tag name="KSO_WM_BEAUTIFY_FLAG" val=""/>
</p:tagLst>
</file>

<file path=ppt/tags/tag402.xml><?xml version="1.0" encoding="utf-8"?>
<p:tagLst xmlns:p="http://schemas.openxmlformats.org/presentationml/2006/main">
  <p:tag name="KSO_WM_BEAUTIFY_FLAG" val=""/>
</p:tagLst>
</file>

<file path=ppt/tags/tag403.xml><?xml version="1.0" encoding="utf-8"?>
<p:tagLst xmlns:p="http://schemas.openxmlformats.org/presentationml/2006/main">
  <p:tag name="KSO_WM_BEAUTIFY_FLAG" val=""/>
</p:tagLst>
</file>

<file path=ppt/tags/tag404.xml><?xml version="1.0" encoding="utf-8"?>
<p:tagLst xmlns:p="http://schemas.openxmlformats.org/presentationml/2006/main">
  <p:tag name="KSO_WM_BEAUTIFY_FLAG" val=""/>
</p:tagLst>
</file>

<file path=ppt/tags/tag405.xml><?xml version="1.0" encoding="utf-8"?>
<p:tagLst xmlns:p="http://schemas.openxmlformats.org/presentationml/2006/main">
  <p:tag name="KSO_WM_BEAUTIFY_FLAG" val=""/>
</p:tagLst>
</file>

<file path=ppt/tags/tag406.xml><?xml version="1.0" encoding="utf-8"?>
<p:tagLst xmlns:p="http://schemas.openxmlformats.org/presentationml/2006/main">
  <p:tag name="KSO_WM_BEAUTIFY_FLAG" val=""/>
</p:tagLst>
</file>

<file path=ppt/tags/tag407.xml><?xml version="1.0" encoding="utf-8"?>
<p:tagLst xmlns:p="http://schemas.openxmlformats.org/presentationml/2006/main">
  <p:tag name="KSO_WM_BEAUTIFY_FLAG" val=""/>
</p:tagLst>
</file>

<file path=ppt/tags/tag408.xml><?xml version="1.0" encoding="utf-8"?>
<p:tagLst xmlns:p="http://schemas.openxmlformats.org/presentationml/2006/main">
  <p:tag name="KSO_WM_BEAUTIFY_FLAG" val=""/>
</p:tagLst>
</file>

<file path=ppt/tags/tag409.xml><?xml version="1.0" encoding="utf-8"?>
<p:tagLst xmlns:p="http://schemas.openxmlformats.org/presentationml/2006/main">
  <p:tag name="KSO_WM_BEAUTIFY_FLAG" val=""/>
</p:tagLst>
</file>

<file path=ppt/tags/tag410.xml><?xml version="1.0" encoding="utf-8"?>
<p:tagLst xmlns:p="http://schemas.openxmlformats.org/presentationml/2006/main">
  <p:tag name="KSO_WM_BEAUTIFY_FLAG" val=""/>
</p:tagLst>
</file>

<file path=ppt/tags/tag411.xml><?xml version="1.0" encoding="utf-8"?>
<p:tagLst xmlns:p="http://schemas.openxmlformats.org/presentationml/2006/main">
  <p:tag name="KSO_WM_BEAUTIFY_FLAG" val=""/>
</p:tagLst>
</file>

<file path=ppt/tags/tag412.xml><?xml version="1.0" encoding="utf-8"?>
<p:tagLst xmlns:p="http://schemas.openxmlformats.org/presentationml/2006/main">
  <p:tag name="KSO_WM_BEAUTIFY_FLAG" val=""/>
</p:tagLst>
</file>

<file path=ppt/tags/tag413.xml><?xml version="1.0" encoding="utf-8"?>
<p:tagLst xmlns:p="http://schemas.openxmlformats.org/presentationml/2006/main">
  <p:tag name="KSO_WM_BEAUTIFY_FLAG" val=""/>
</p:tagLst>
</file>

<file path=ppt/tags/tag414.xml><?xml version="1.0" encoding="utf-8"?>
<p:tagLst xmlns:p="http://schemas.openxmlformats.org/presentationml/2006/main">
  <p:tag name="KSO_WM_BEAUTIFY_FLAG" val=""/>
</p:tagLst>
</file>

<file path=ppt/tags/tag415.xml><?xml version="1.0" encoding="utf-8"?>
<p:tagLst xmlns:p="http://schemas.openxmlformats.org/presentationml/2006/main">
  <p:tag name="KSO_WM_BEAUTIFY_FLAG" val=""/>
</p:tagLst>
</file>

<file path=ppt/tags/tag416.xml><?xml version="1.0" encoding="utf-8"?>
<p:tagLst xmlns:p="http://schemas.openxmlformats.org/presentationml/2006/main">
  <p:tag name="KSO_WM_BEAUTIFY_FLAG" val=""/>
</p:tagLst>
</file>

<file path=ppt/tags/tag417.xml><?xml version="1.0" encoding="utf-8"?>
<p:tagLst xmlns:p="http://schemas.openxmlformats.org/presentationml/2006/main">
  <p:tag name="KSO_WM_BEAUTIFY_FLAG" val=""/>
</p:tagLst>
</file>

<file path=ppt/tags/tag418.xml><?xml version="1.0" encoding="utf-8"?>
<p:tagLst xmlns:p="http://schemas.openxmlformats.org/presentationml/2006/main">
  <p:tag name="KSO_WM_BEAUTIFY_FLAG" val=""/>
</p:tagLst>
</file>

<file path=ppt/tags/tag419.xml><?xml version="1.0" encoding="utf-8"?>
<p:tagLst xmlns:p="http://schemas.openxmlformats.org/presentationml/2006/main">
  <p:tag name="KSO_WM_BEAUTIFY_FLAG" val=""/>
</p:tagLst>
</file>

<file path=ppt/tags/tag420.xml><?xml version="1.0" encoding="utf-8"?>
<p:tagLst xmlns:p="http://schemas.openxmlformats.org/presentationml/2006/main">
  <p:tag name="KSO_WM_BEAUTIFY_FLAG" val=""/>
</p:tagLst>
</file>

<file path=ppt/tags/tag421.xml><?xml version="1.0" encoding="utf-8"?>
<p:tagLst xmlns:p="http://schemas.openxmlformats.org/presentationml/2006/main">
  <p:tag name="KSO_WM_BEAUTIFY_FLAG" val=""/>
</p:tagLst>
</file>

<file path=ppt/tags/tag422.xml><?xml version="1.0" encoding="utf-8"?>
<p:tagLst xmlns:p="http://schemas.openxmlformats.org/presentationml/2006/main">
  <p:tag name="KSO_WM_BEAUTIFY_FLAG" val=""/>
</p:tagLst>
</file>

<file path=ppt/tags/tag423.xml><?xml version="1.0" encoding="utf-8"?>
<p:tagLst xmlns:p="http://schemas.openxmlformats.org/presentationml/2006/main">
  <p:tag name="KSO_WM_BEAUTIFY_FLAG" val=""/>
</p:tagLst>
</file>

<file path=ppt/tags/tag424.xml><?xml version="1.0" encoding="utf-8"?>
<p:tagLst xmlns:p="http://schemas.openxmlformats.org/presentationml/2006/main">
  <p:tag name="KSO_WM_BEAUTIFY_FLAG" val=""/>
</p:tagLst>
</file>

<file path=ppt/tags/tag425.xml><?xml version="1.0" encoding="utf-8"?>
<p:tagLst xmlns:p="http://schemas.openxmlformats.org/presentationml/2006/main">
  <p:tag name="KSO_WM_BEAUTIFY_FLAG" val=""/>
</p:tagLst>
</file>

<file path=ppt/tags/tag426.xml><?xml version="1.0" encoding="utf-8"?>
<p:tagLst xmlns:p="http://schemas.openxmlformats.org/presentationml/2006/main">
  <p:tag name="KSO_WM_BEAUTIFY_FLAG" val=""/>
</p:tagLst>
</file>

<file path=ppt/tags/tag427.xml><?xml version="1.0" encoding="utf-8"?>
<p:tagLst xmlns:p="http://schemas.openxmlformats.org/presentationml/2006/main">
  <p:tag name="KSO_WM_BEAUTIFY_FLAG" val=""/>
</p:tagLst>
</file>

<file path=ppt/tags/tag428.xml><?xml version="1.0" encoding="utf-8"?>
<p:tagLst xmlns:p="http://schemas.openxmlformats.org/presentationml/2006/main">
  <p:tag name="KSO_WM_BEAUTIFY_FLAG" val=""/>
</p:tagLst>
</file>

<file path=ppt/tags/tag429.xml><?xml version="1.0" encoding="utf-8"?>
<p:tagLst xmlns:p="http://schemas.openxmlformats.org/presentationml/2006/main">
  <p:tag name="KSO_WM_BEAUTIFY_FLAG" val=""/>
</p:tagLst>
</file>

<file path=ppt/tags/tag430.xml><?xml version="1.0" encoding="utf-8"?>
<p:tagLst xmlns:p="http://schemas.openxmlformats.org/presentationml/2006/main">
  <p:tag name="KSO_WM_BEAUTIFY_FLAG" val=""/>
</p:tagLst>
</file>

<file path=ppt/tags/tag431.xml><?xml version="1.0" encoding="utf-8"?>
<p:tagLst xmlns:p="http://schemas.openxmlformats.org/presentationml/2006/main">
  <p:tag name="KSO_WM_BEAUTIFY_FLAG" val=""/>
</p:tagLst>
</file>

<file path=ppt/tags/tag432.xml><?xml version="1.0" encoding="utf-8"?>
<p:tagLst xmlns:p="http://schemas.openxmlformats.org/presentationml/2006/main">
  <p:tag name="KSO_WM_BEAUTIFY_FLAG" val=""/>
</p:tagLst>
</file>

<file path=ppt/tags/tag433.xml><?xml version="1.0" encoding="utf-8"?>
<p:tagLst xmlns:p="http://schemas.openxmlformats.org/presentationml/2006/main">
  <p:tag name="KSO_WM_BEAUTIFY_FLAG" val=""/>
</p:tagLst>
</file>

<file path=ppt/tags/tag434.xml><?xml version="1.0" encoding="utf-8"?>
<p:tagLst xmlns:p="http://schemas.openxmlformats.org/presentationml/2006/main">
  <p:tag name="KSO_WM_BEAUTIFY_FLAG" val=""/>
</p:tagLst>
</file>

<file path=ppt/tags/tag435.xml><?xml version="1.0" encoding="utf-8"?>
<p:tagLst xmlns:p="http://schemas.openxmlformats.org/presentationml/2006/main">
  <p:tag name="KSO_WM_BEAUTIFY_FLAG" val=""/>
</p:tagLst>
</file>

<file path=ppt/tags/tag436.xml><?xml version="1.0" encoding="utf-8"?>
<p:tagLst xmlns:p="http://schemas.openxmlformats.org/presentationml/2006/main">
  <p:tag name="KSO_WM_BEAUTIFY_FLAG" val=""/>
</p:tagLst>
</file>

<file path=ppt/tags/tag437.xml><?xml version="1.0" encoding="utf-8"?>
<p:tagLst xmlns:p="http://schemas.openxmlformats.org/presentationml/2006/main">
  <p:tag name="KSO_WM_BEAUTIFY_FLAG" val=""/>
</p:tagLst>
</file>

<file path=ppt/tags/tag438.xml><?xml version="1.0" encoding="utf-8"?>
<p:tagLst xmlns:p="http://schemas.openxmlformats.org/presentationml/2006/main">
  <p:tag name="KSO_WM_BEAUTIFY_FLAG" val=""/>
</p:tagLst>
</file>

<file path=ppt/tags/tag439.xml><?xml version="1.0" encoding="utf-8"?>
<p:tagLst xmlns:p="http://schemas.openxmlformats.org/presentationml/2006/main">
  <p:tag name="KSO_WM_BEAUTIFY_FLAG" val=""/>
</p:tagLst>
</file>

<file path=ppt/tags/tag440.xml><?xml version="1.0" encoding="utf-8"?>
<p:tagLst xmlns:p="http://schemas.openxmlformats.org/presentationml/2006/main">
  <p:tag name="KSO_WM_BEAUTIFY_FLAG" val=""/>
</p:tagLst>
</file>

<file path=ppt/tags/tag441.xml><?xml version="1.0" encoding="utf-8"?>
<p:tagLst xmlns:p="http://schemas.openxmlformats.org/presentationml/2006/main">
  <p:tag name="KSO_WM_BEAUTIFY_FLAG" val=""/>
</p:tagLst>
</file>

<file path=ppt/tags/tag442.xml><?xml version="1.0" encoding="utf-8"?>
<p:tagLst xmlns:p="http://schemas.openxmlformats.org/presentationml/2006/main">
  <p:tag name="KSO_WM_BEAUTIFY_FLAG" val=""/>
</p:tagLst>
</file>

<file path=ppt/tags/tag443.xml><?xml version="1.0" encoding="utf-8"?>
<p:tagLst xmlns:p="http://schemas.openxmlformats.org/presentationml/2006/main">
  <p:tag name="KSO_WM_BEAUTIFY_FLAG" val=""/>
</p:tagLst>
</file>

<file path=ppt/tags/tag444.xml><?xml version="1.0" encoding="utf-8"?>
<p:tagLst xmlns:p="http://schemas.openxmlformats.org/presentationml/2006/main">
  <p:tag name="KSO_WM_BEAUTIFY_FLAG" val=""/>
</p:tagLst>
</file>

<file path=ppt/tags/tag445.xml><?xml version="1.0" encoding="utf-8"?>
<p:tagLst xmlns:p="http://schemas.openxmlformats.org/presentationml/2006/main">
  <p:tag name="KSO_WM_BEAUTIFY_FLAG" val=""/>
</p:tagLst>
</file>

<file path=ppt/tags/tag446.xml><?xml version="1.0" encoding="utf-8"?>
<p:tagLst xmlns:p="http://schemas.openxmlformats.org/presentationml/2006/main">
  <p:tag name="KSO_WM_BEAUTIFY_FLAG" val=""/>
</p:tagLst>
</file>

<file path=ppt/tags/tag447.xml><?xml version="1.0" encoding="utf-8"?>
<p:tagLst xmlns:p="http://schemas.openxmlformats.org/presentationml/2006/main">
  <p:tag name="KSO_WM_BEAUTIFY_FLAG" val=""/>
</p:tagLst>
</file>

<file path=ppt/tags/tag448.xml><?xml version="1.0" encoding="utf-8"?>
<p:tagLst xmlns:p="http://schemas.openxmlformats.org/presentationml/2006/main">
  <p:tag name="KSO_WM_BEAUTIFY_FLAG" val=""/>
</p:tagLst>
</file>

<file path=ppt/tags/tag449.xml><?xml version="1.0" encoding="utf-8"?>
<p:tagLst xmlns:p="http://schemas.openxmlformats.org/presentationml/2006/main">
  <p:tag name="KSO_WM_BEAUTIFY_FLAG" val=""/>
</p:tagLst>
</file>

<file path=ppt/tags/tag450.xml><?xml version="1.0" encoding="utf-8"?>
<p:tagLst xmlns:p="http://schemas.openxmlformats.org/presentationml/2006/main">
  <p:tag name="KSO_WM_BEAUTIFY_FLAG" val=""/>
</p:tagLst>
</file>

<file path=ppt/tags/tag451.xml><?xml version="1.0" encoding="utf-8"?>
<p:tagLst xmlns:p="http://schemas.openxmlformats.org/presentationml/2006/main">
  <p:tag name="KSO_WM_BEAUTIFY_FLAG" val=""/>
</p:tagLst>
</file>

<file path=ppt/tags/tag452.xml><?xml version="1.0" encoding="utf-8"?>
<p:tagLst xmlns:p="http://schemas.openxmlformats.org/presentationml/2006/main">
  <p:tag name="KSO_WM_BEAUTIFY_FLAG" val=""/>
</p:tagLst>
</file>

<file path=ppt/tags/tag453.xml><?xml version="1.0" encoding="utf-8"?>
<p:tagLst xmlns:p="http://schemas.openxmlformats.org/presentationml/2006/main">
  <p:tag name="KSO_WM_BEAUTIFY_FLAG" val=""/>
</p:tagLst>
</file>

<file path=ppt/tags/tag454.xml><?xml version="1.0" encoding="utf-8"?>
<p:tagLst xmlns:p="http://schemas.openxmlformats.org/presentationml/2006/main">
  <p:tag name="KSO_WM_BEAUTIFY_FLAG" val=""/>
</p:tagLst>
</file>

<file path=ppt/tags/tag455.xml><?xml version="1.0" encoding="utf-8"?>
<p:tagLst xmlns:p="http://schemas.openxmlformats.org/presentationml/2006/main">
  <p:tag name="KSO_WM_BEAUTIFY_FLAG" val=""/>
</p:tagLst>
</file>

<file path=ppt/tags/tag456.xml><?xml version="1.0" encoding="utf-8"?>
<p:tagLst xmlns:p="http://schemas.openxmlformats.org/presentationml/2006/main">
  <p:tag name="KSO_WM_BEAUTIFY_FLAG" val=""/>
</p:tagLst>
</file>

<file path=ppt/tags/tag457.xml><?xml version="1.0" encoding="utf-8"?>
<p:tagLst xmlns:p="http://schemas.openxmlformats.org/presentationml/2006/main">
  <p:tag name="KSO_WM_BEAUTIFY_FLAG" val=""/>
</p:tagLst>
</file>

<file path=ppt/tags/tag458.xml><?xml version="1.0" encoding="utf-8"?>
<p:tagLst xmlns:p="http://schemas.openxmlformats.org/presentationml/2006/main">
  <p:tag name="KSO_WM_BEAUTIFY_FLAG" val=""/>
</p:tagLst>
</file>

<file path=ppt/tags/tag459.xml><?xml version="1.0" encoding="utf-8"?>
<p:tagLst xmlns:p="http://schemas.openxmlformats.org/presentationml/2006/main">
  <p:tag name="KSO_WM_BEAUTIFY_FLAG" val=""/>
</p:tagLst>
</file>

<file path=ppt/tags/tag460.xml><?xml version="1.0" encoding="utf-8"?>
<p:tagLst xmlns:p="http://schemas.openxmlformats.org/presentationml/2006/main">
  <p:tag name="KSO_WM_BEAUTIFY_FLAG" val=""/>
</p:tagLst>
</file>

<file path=ppt/tags/tag461.xml><?xml version="1.0" encoding="utf-8"?>
<p:tagLst xmlns:p="http://schemas.openxmlformats.org/presentationml/2006/main">
  <p:tag name="KSO_WM_BEAUTIFY_FLAG" val=""/>
</p:tagLst>
</file>

<file path=ppt/tags/tag462.xml><?xml version="1.0" encoding="utf-8"?>
<p:tagLst xmlns:p="http://schemas.openxmlformats.org/presentationml/2006/main">
  <p:tag name="KSO_WM_BEAUTIFY_FLAG" val=""/>
</p:tagLst>
</file>

<file path=ppt/tags/tag463.xml><?xml version="1.0" encoding="utf-8"?>
<p:tagLst xmlns:p="http://schemas.openxmlformats.org/presentationml/2006/main">
  <p:tag name="KSO_WM_BEAUTIFY_FLAG" val=""/>
</p:tagLst>
</file>

<file path=ppt/tags/tag464.xml><?xml version="1.0" encoding="utf-8"?>
<p:tagLst xmlns:p="http://schemas.openxmlformats.org/presentationml/2006/main">
  <p:tag name="KSO_WM_BEAUTIFY_FLAG" val=""/>
</p:tagLst>
</file>

<file path=ppt/tags/tag465.xml><?xml version="1.0" encoding="utf-8"?>
<p:tagLst xmlns:p="http://schemas.openxmlformats.org/presentationml/2006/main">
  <p:tag name="KSO_WM_BEAUTIFY_FLAG" val=""/>
</p:tagLst>
</file>

<file path=ppt/tags/tag466.xml><?xml version="1.0" encoding="utf-8"?>
<p:tagLst xmlns:p="http://schemas.openxmlformats.org/presentationml/2006/main">
  <p:tag name="KSO_WM_BEAUTIFY_FLAG" val=""/>
</p:tagLst>
</file>

<file path=ppt/tags/tag467.xml><?xml version="1.0" encoding="utf-8"?>
<p:tagLst xmlns:p="http://schemas.openxmlformats.org/presentationml/2006/main">
  <p:tag name="KSO_WM_BEAUTIFY_FLAG" val=""/>
</p:tagLst>
</file>

<file path=ppt/tags/tag468.xml><?xml version="1.0" encoding="utf-8"?>
<p:tagLst xmlns:p="http://schemas.openxmlformats.org/presentationml/2006/main">
  <p:tag name="KSO_WM_BEAUTIFY_FLAG" val=""/>
</p:tagLst>
</file>

<file path=ppt/tags/tag469.xml><?xml version="1.0" encoding="utf-8"?>
<p:tagLst xmlns:p="http://schemas.openxmlformats.org/presentationml/2006/main">
  <p:tag name="KSO_WM_BEAUTIFY_FLAG" val=""/>
</p:tagLst>
</file>

<file path=ppt/tags/tag470.xml><?xml version="1.0" encoding="utf-8"?>
<p:tagLst xmlns:p="http://schemas.openxmlformats.org/presentationml/2006/main">
  <p:tag name="KSO_WM_BEAUTIFY_FLAG" val=""/>
</p:tagLst>
</file>

<file path=ppt/tags/tag471.xml><?xml version="1.0" encoding="utf-8"?>
<p:tagLst xmlns:p="http://schemas.openxmlformats.org/presentationml/2006/main">
  <p:tag name="KSO_WM_BEAUTIFY_FLAG" val=""/>
</p:tagLst>
</file>

<file path=ppt/tags/tag472.xml><?xml version="1.0" encoding="utf-8"?>
<p:tagLst xmlns:p="http://schemas.openxmlformats.org/presentationml/2006/main">
  <p:tag name="KSO_WM_BEAUTIFY_FLAG" val=""/>
</p:tagLst>
</file>

<file path=ppt/tags/tag473.xml><?xml version="1.0" encoding="utf-8"?>
<p:tagLst xmlns:p="http://schemas.openxmlformats.org/presentationml/2006/main">
  <p:tag name="KSO_WM_BEAUTIFY_FLAG" val=""/>
</p:tagLst>
</file>

<file path=ppt/tags/tag474.xml><?xml version="1.0" encoding="utf-8"?>
<p:tagLst xmlns:p="http://schemas.openxmlformats.org/presentationml/2006/main">
  <p:tag name="KSO_WM_BEAUTIFY_FLAG" val=""/>
</p:tagLst>
</file>

<file path=ppt/tags/tag475.xml><?xml version="1.0" encoding="utf-8"?>
<p:tagLst xmlns:p="http://schemas.openxmlformats.org/presentationml/2006/main">
  <p:tag name="KSO_WM_BEAUTIFY_FLAG" val=""/>
</p:tagLst>
</file>

<file path=ppt/tags/tag476.xml><?xml version="1.0" encoding="utf-8"?>
<p:tagLst xmlns:p="http://schemas.openxmlformats.org/presentationml/2006/main">
  <p:tag name="KSO_WM_BEAUTIFY_FLAG" val=""/>
</p:tagLst>
</file>

<file path=ppt/tags/tag477.xml><?xml version="1.0" encoding="utf-8"?>
<p:tagLst xmlns:p="http://schemas.openxmlformats.org/presentationml/2006/main">
  <p:tag name="KSO_WM_BEAUTIFY_FLAG" val=""/>
</p:tagLst>
</file>

<file path=ppt/tags/tag478.xml><?xml version="1.0" encoding="utf-8"?>
<p:tagLst xmlns:p="http://schemas.openxmlformats.org/presentationml/2006/main">
  <p:tag name="KSO_WM_BEAUTIFY_FLAG" val=""/>
</p:tagLst>
</file>

<file path=ppt/tags/tag479.xml><?xml version="1.0" encoding="utf-8"?>
<p:tagLst xmlns:p="http://schemas.openxmlformats.org/presentationml/2006/main">
  <p:tag name="KSO_WM_BEAUTIFY_FLAG" val=""/>
</p:tagLst>
</file>

<file path=ppt/tags/tag480.xml><?xml version="1.0" encoding="utf-8"?>
<p:tagLst xmlns:p="http://schemas.openxmlformats.org/presentationml/2006/main">
  <p:tag name="KSO_WM_BEAUTIFY_FLAG" val=""/>
</p:tagLst>
</file>

<file path=ppt/tags/tag481.xml><?xml version="1.0" encoding="utf-8"?>
<p:tagLst xmlns:p="http://schemas.openxmlformats.org/presentationml/2006/main">
  <p:tag name="KSO_WM_BEAUTIFY_FLAG" val=""/>
</p:tagLst>
</file>

<file path=ppt/tags/tag482.xml><?xml version="1.0" encoding="utf-8"?>
<p:tagLst xmlns:p="http://schemas.openxmlformats.org/presentationml/2006/main">
  <p:tag name="KSO_WM_BEAUTIFY_FLAG" val=""/>
</p:tagLst>
</file>

<file path=ppt/tags/tag483.xml><?xml version="1.0" encoding="utf-8"?>
<p:tagLst xmlns:p="http://schemas.openxmlformats.org/presentationml/2006/main">
  <p:tag name="KSO_WM_BEAUTIFY_FLAG" val=""/>
</p:tagLst>
</file>

<file path=ppt/tags/tag484.xml><?xml version="1.0" encoding="utf-8"?>
<p:tagLst xmlns:p="http://schemas.openxmlformats.org/presentationml/2006/main">
  <p:tag name="KSO_WM_BEAUTIFY_FLAG" val=""/>
</p:tagLst>
</file>

<file path=ppt/tags/tag485.xml><?xml version="1.0" encoding="utf-8"?>
<p:tagLst xmlns:p="http://schemas.openxmlformats.org/presentationml/2006/main">
  <p:tag name="KSO_WM_BEAUTIFY_FLAG" val=""/>
</p:tagLst>
</file>

<file path=ppt/tags/tag486.xml><?xml version="1.0" encoding="utf-8"?>
<p:tagLst xmlns:p="http://schemas.openxmlformats.org/presentationml/2006/main">
  <p:tag name="KSO_WM_BEAUTIFY_FLAG" val=""/>
</p:tagLst>
</file>

<file path=ppt/tags/tag487.xml><?xml version="1.0" encoding="utf-8"?>
<p:tagLst xmlns:p="http://schemas.openxmlformats.org/presentationml/2006/main">
  <p:tag name="KSO_WM_BEAUTIFY_FLAG" val=""/>
</p:tagLst>
</file>

<file path=ppt/tags/tag488.xml><?xml version="1.0" encoding="utf-8"?>
<p:tagLst xmlns:p="http://schemas.openxmlformats.org/presentationml/2006/main">
  <p:tag name="KSO_WM_BEAUTIFY_FLAG" val=""/>
</p:tagLst>
</file>

<file path=ppt/tags/tag489.xml><?xml version="1.0" encoding="utf-8"?>
<p:tagLst xmlns:p="http://schemas.openxmlformats.org/presentationml/2006/main">
  <p:tag name="KSO_WM_BEAUTIFY_FLAG" val=""/>
</p:tagLst>
</file>

<file path=ppt/tags/tag490.xml><?xml version="1.0" encoding="utf-8"?>
<p:tagLst xmlns:p="http://schemas.openxmlformats.org/presentationml/2006/main">
  <p:tag name="KSO_WM_BEAUTIFY_FLAG" val=""/>
</p:tagLst>
</file>

<file path=ppt/tags/tag491.xml><?xml version="1.0" encoding="utf-8"?>
<p:tagLst xmlns:p="http://schemas.openxmlformats.org/presentationml/2006/main">
  <p:tag name="KSO_WM_BEAUTIFY_FLAG" val=""/>
</p:tagLst>
</file>

<file path=ppt/tags/tag492.xml><?xml version="1.0" encoding="utf-8"?>
<p:tagLst xmlns:p="http://schemas.openxmlformats.org/presentationml/2006/main">
  <p:tag name="KSO_WM_BEAUTIFY_FLAG" val=""/>
</p:tagLst>
</file>

<file path=ppt/tags/tag493.xml><?xml version="1.0" encoding="utf-8"?>
<p:tagLst xmlns:p="http://schemas.openxmlformats.org/presentationml/2006/main">
  <p:tag name="KSO_WM_BEAUTIFY_FLAG" val=""/>
</p:tagLst>
</file>

<file path=ppt/tags/tag494.xml><?xml version="1.0" encoding="utf-8"?>
<p:tagLst xmlns:p="http://schemas.openxmlformats.org/presentationml/2006/main">
  <p:tag name="KSO_WM_BEAUTIFY_FLAG" val=""/>
</p:tagLst>
</file>

<file path=ppt/tags/tag495.xml><?xml version="1.0" encoding="utf-8"?>
<p:tagLst xmlns:p="http://schemas.openxmlformats.org/presentationml/2006/main">
  <p:tag name="KSO_WM_BEAUTIFY_FLAG" val=""/>
</p:tagLst>
</file>

<file path=ppt/tags/tag496.xml><?xml version="1.0" encoding="utf-8"?>
<p:tagLst xmlns:p="http://schemas.openxmlformats.org/presentationml/2006/main">
  <p:tag name="KSO_WM_BEAUTIFY_FLAG" val=""/>
</p:tagLst>
</file>

<file path=ppt/tags/tag497.xml><?xml version="1.0" encoding="utf-8"?>
<p:tagLst xmlns:p="http://schemas.openxmlformats.org/presentationml/2006/main">
  <p:tag name="KSO_WM_BEAUTIFY_FLAG" val=""/>
</p:tagLst>
</file>

<file path=ppt/tags/tag498.xml><?xml version="1.0" encoding="utf-8"?>
<p:tagLst xmlns:p="http://schemas.openxmlformats.org/presentationml/2006/main">
  <p:tag name="KSO_WM_BEAUTIFY_FLAG" val=""/>
</p:tagLst>
</file>

<file path=ppt/tags/tag499.xml><?xml version="1.0" encoding="utf-8"?>
<p:tagLst xmlns:p="http://schemas.openxmlformats.org/presentationml/2006/main">
  <p:tag name="KSO_WM_BEAUTIFY_FLAG" val=""/>
</p:tagLst>
</file>

<file path=ppt/tags/tag500.xml><?xml version="1.0" encoding="utf-8"?>
<p:tagLst xmlns:p="http://schemas.openxmlformats.org/presentationml/2006/main">
  <p:tag name="KSO_WM_BEAUTIFY_FLAG" val=""/>
</p:tagLst>
</file>

<file path=ppt/tags/tag501.xml><?xml version="1.0" encoding="utf-8"?>
<p:tagLst xmlns:p="http://schemas.openxmlformats.org/presentationml/2006/main">
  <p:tag name="KSO_WM_BEAUTIFY_FLAG" val=""/>
</p:tagLst>
</file>

<file path=ppt/tags/tag502.xml><?xml version="1.0" encoding="utf-8"?>
<p:tagLst xmlns:p="http://schemas.openxmlformats.org/presentationml/2006/main">
  <p:tag name="KSO_WM_BEAUTIFY_FLAG" val=""/>
</p:tagLst>
</file>

<file path=ppt/tags/tag503.xml><?xml version="1.0" encoding="utf-8"?>
<p:tagLst xmlns:p="http://schemas.openxmlformats.org/presentationml/2006/main">
  <p:tag name="KSO_WM_BEAUTIFY_FLAG" val=""/>
</p:tagLst>
</file>

<file path=ppt/tags/tag504.xml><?xml version="1.0" encoding="utf-8"?>
<p:tagLst xmlns:p="http://schemas.openxmlformats.org/presentationml/2006/main">
  <p:tag name="KSO_WM_BEAUTIFY_FLAG" val=""/>
</p:tagLst>
</file>

<file path=ppt/tags/tag505.xml><?xml version="1.0" encoding="utf-8"?>
<p:tagLst xmlns:p="http://schemas.openxmlformats.org/presentationml/2006/main">
  <p:tag name="KSO_WM_BEAUTIFY_FLAG" val=""/>
</p:tagLst>
</file>

<file path=ppt/tags/tag506.xml><?xml version="1.0" encoding="utf-8"?>
<p:tagLst xmlns:p="http://schemas.openxmlformats.org/presentationml/2006/main">
  <p:tag name="KSO_WM_BEAUTIFY_FLAG" val=""/>
</p:tagLst>
</file>

<file path=ppt/tags/tag507.xml><?xml version="1.0" encoding="utf-8"?>
<p:tagLst xmlns:p="http://schemas.openxmlformats.org/presentationml/2006/main">
  <p:tag name="KSO_WM_BEAUTIFY_FLAG" val=""/>
</p:tagLst>
</file>

<file path=ppt/tags/tag508.xml><?xml version="1.0" encoding="utf-8"?>
<p:tagLst xmlns:p="http://schemas.openxmlformats.org/presentationml/2006/main">
  <p:tag name="KSO_WM_BEAUTIFY_FLAG" val=""/>
</p:tagLst>
</file>

<file path=ppt/tags/tag509.xml><?xml version="1.0" encoding="utf-8"?>
<p:tagLst xmlns:p="http://schemas.openxmlformats.org/presentationml/2006/main">
  <p:tag name="KSO_WM_BEAUTIFY_FLAG" val=""/>
</p:tagLst>
</file>

<file path=ppt/tags/tag510.xml><?xml version="1.0" encoding="utf-8"?>
<p:tagLst xmlns:p="http://schemas.openxmlformats.org/presentationml/2006/main">
  <p:tag name="KSO_WM_BEAUTIFY_FLAG" val=""/>
</p:tagLst>
</file>

<file path=ppt/tags/tag511.xml><?xml version="1.0" encoding="utf-8"?>
<p:tagLst xmlns:p="http://schemas.openxmlformats.org/presentationml/2006/main">
  <p:tag name="KSO_WM_BEAUTIFY_FLAG" val=""/>
</p:tagLst>
</file>

<file path=ppt/tags/tag512.xml><?xml version="1.0" encoding="utf-8"?>
<p:tagLst xmlns:p="http://schemas.openxmlformats.org/presentationml/2006/main">
  <p:tag name="KSO_WM_BEAUTIFY_FLAG" val=""/>
</p:tagLst>
</file>

<file path=ppt/tags/tag513.xml><?xml version="1.0" encoding="utf-8"?>
<p:tagLst xmlns:p="http://schemas.openxmlformats.org/presentationml/2006/main">
  <p:tag name="KSO_WM_BEAUTIFY_FLAG" val=""/>
</p:tagLst>
</file>

<file path=ppt/tags/tag514.xml><?xml version="1.0" encoding="utf-8"?>
<p:tagLst xmlns:p="http://schemas.openxmlformats.org/presentationml/2006/main">
  <p:tag name="KSO_WM_BEAUTIFY_FLAG" val=""/>
</p:tagLst>
</file>

<file path=ppt/tags/tag515.xml><?xml version="1.0" encoding="utf-8"?>
<p:tagLst xmlns:p="http://schemas.openxmlformats.org/presentationml/2006/main">
  <p:tag name="KSO_WM_BEAUTIFY_FLAG" val=""/>
</p:tagLst>
</file>

<file path=ppt/tags/tag516.xml><?xml version="1.0" encoding="utf-8"?>
<p:tagLst xmlns:p="http://schemas.openxmlformats.org/presentationml/2006/main">
  <p:tag name="KSO_WM_BEAUTIFY_FLAG" val=""/>
</p:tagLst>
</file>

<file path=ppt/tags/tag517.xml><?xml version="1.0" encoding="utf-8"?>
<p:tagLst xmlns:p="http://schemas.openxmlformats.org/presentationml/2006/main">
  <p:tag name="KSO_WM_BEAUTIFY_FLAG" val=""/>
</p:tagLst>
</file>

<file path=ppt/tags/tag518.xml><?xml version="1.0" encoding="utf-8"?>
<p:tagLst xmlns:p="http://schemas.openxmlformats.org/presentationml/2006/main">
  <p:tag name="KSO_WM_BEAUTIFY_FLAG" val=""/>
</p:tagLst>
</file>

<file path=ppt/tags/tag519.xml><?xml version="1.0" encoding="utf-8"?>
<p:tagLst xmlns:p="http://schemas.openxmlformats.org/presentationml/2006/main">
  <p:tag name="KSO_WM_BEAUTIFY_FLAG" val=""/>
</p:tagLst>
</file>

<file path=ppt/tags/tag520.xml><?xml version="1.0" encoding="utf-8"?>
<p:tagLst xmlns:p="http://schemas.openxmlformats.org/presentationml/2006/main">
  <p:tag name="KSO_WM_BEAUTIFY_FLAG" val=""/>
</p:tagLst>
</file>

<file path=ppt/tags/tag521.xml><?xml version="1.0" encoding="utf-8"?>
<p:tagLst xmlns:p="http://schemas.openxmlformats.org/presentationml/2006/main">
  <p:tag name="KSO_WM_BEAUTIFY_FLAG" val=""/>
</p:tagLst>
</file>

<file path=ppt/tags/tag522.xml><?xml version="1.0" encoding="utf-8"?>
<p:tagLst xmlns:p="http://schemas.openxmlformats.org/presentationml/2006/main">
  <p:tag name="KSO_WM_BEAUTIFY_FLAG" val=""/>
</p:tagLst>
</file>

<file path=ppt/tags/tag523.xml><?xml version="1.0" encoding="utf-8"?>
<p:tagLst xmlns:p="http://schemas.openxmlformats.org/presentationml/2006/main">
  <p:tag name="KSO_WM_BEAUTIFY_FLAG" val=""/>
</p:tagLst>
</file>

<file path=ppt/tags/tag524.xml><?xml version="1.0" encoding="utf-8"?>
<p:tagLst xmlns:p="http://schemas.openxmlformats.org/presentationml/2006/main">
  <p:tag name="KSO_WM_BEAUTIFY_FLAG" val=""/>
</p:tagLst>
</file>

<file path=ppt/tags/tag525.xml><?xml version="1.0" encoding="utf-8"?>
<p:tagLst xmlns:p="http://schemas.openxmlformats.org/presentationml/2006/main">
  <p:tag name="KSO_WM_BEAUTIFY_FLAG" val=""/>
</p:tagLst>
</file>

<file path=ppt/tags/tag526.xml><?xml version="1.0" encoding="utf-8"?>
<p:tagLst xmlns:p="http://schemas.openxmlformats.org/presentationml/2006/main">
  <p:tag name="KSO_WM_BEAUTIFY_FLAG" val=""/>
</p:tagLst>
</file>

<file path=ppt/tags/tag527.xml><?xml version="1.0" encoding="utf-8"?>
<p:tagLst xmlns:p="http://schemas.openxmlformats.org/presentationml/2006/main">
  <p:tag name="KSO_WM_BEAUTIFY_FLAG" val=""/>
</p:tagLst>
</file>

<file path=ppt/tags/tag528.xml><?xml version="1.0" encoding="utf-8"?>
<p:tagLst xmlns:p="http://schemas.openxmlformats.org/presentationml/2006/main">
  <p:tag name="KSO_WM_BEAUTIFY_FLAG" val=""/>
</p:tagLst>
</file>

<file path=ppt/tags/tag529.xml><?xml version="1.0" encoding="utf-8"?>
<p:tagLst xmlns:p="http://schemas.openxmlformats.org/presentationml/2006/main">
  <p:tag name="KSO_WM_BEAUTIFY_FLAG" val=""/>
</p:tagLst>
</file>

<file path=ppt/tags/tag530.xml><?xml version="1.0" encoding="utf-8"?>
<p:tagLst xmlns:p="http://schemas.openxmlformats.org/presentationml/2006/main">
  <p:tag name="KSO_WM_BEAUTIFY_FLAG" val=""/>
</p:tagLst>
</file>

<file path=ppt/tags/tag531.xml><?xml version="1.0" encoding="utf-8"?>
<p:tagLst xmlns:p="http://schemas.openxmlformats.org/presentationml/2006/main">
  <p:tag name="KSO_WM_BEAUTIFY_FLAG" val=""/>
</p:tagLst>
</file>

<file path=ppt/tags/tag532.xml><?xml version="1.0" encoding="utf-8"?>
<p:tagLst xmlns:p="http://schemas.openxmlformats.org/presentationml/2006/main">
  <p:tag name="KSO_WM_BEAUTIFY_FLAG" val=""/>
</p:tagLst>
</file>

<file path=ppt/tags/tag533.xml><?xml version="1.0" encoding="utf-8"?>
<p:tagLst xmlns:p="http://schemas.openxmlformats.org/presentationml/2006/main">
  <p:tag name="KSO_WM_BEAUTIFY_FLAG" val=""/>
</p:tagLst>
</file>

<file path=ppt/tags/tag534.xml><?xml version="1.0" encoding="utf-8"?>
<p:tagLst xmlns:p="http://schemas.openxmlformats.org/presentationml/2006/main">
  <p:tag name="KSO_WM_BEAUTIFY_FLAG" val=""/>
</p:tagLst>
</file>

<file path=ppt/tags/tag535.xml><?xml version="1.0" encoding="utf-8"?>
<p:tagLst xmlns:p="http://schemas.openxmlformats.org/presentationml/2006/main">
  <p:tag name="KSO_WM_BEAUTIFY_FLAG" val=""/>
</p:tagLst>
</file>

<file path=ppt/tags/tag536.xml><?xml version="1.0" encoding="utf-8"?>
<p:tagLst xmlns:p="http://schemas.openxmlformats.org/presentationml/2006/main">
  <p:tag name="KSO_WM_BEAUTIFY_FLAG" val=""/>
</p:tagLst>
</file>

<file path=ppt/tags/tag537.xml><?xml version="1.0" encoding="utf-8"?>
<p:tagLst xmlns:p="http://schemas.openxmlformats.org/presentationml/2006/main">
  <p:tag name="KSO_WM_BEAUTIFY_FLAG" val=""/>
</p:tagLst>
</file>

<file path=ppt/tags/tag538.xml><?xml version="1.0" encoding="utf-8"?>
<p:tagLst xmlns:p="http://schemas.openxmlformats.org/presentationml/2006/main">
  <p:tag name="KSO_WM_BEAUTIFY_FLAG" val=""/>
</p:tagLst>
</file>

<file path=ppt/tags/tag539.xml><?xml version="1.0" encoding="utf-8"?>
<p:tagLst xmlns:p="http://schemas.openxmlformats.org/presentationml/2006/main">
  <p:tag name="KSO_WM_BEAUTIFY_FLAG" val=""/>
</p:tagLst>
</file>

<file path=ppt/tags/tag540.xml><?xml version="1.0" encoding="utf-8"?>
<p:tagLst xmlns:p="http://schemas.openxmlformats.org/presentationml/2006/main">
  <p:tag name="KSO_WM_BEAUTIFY_FLAG" val=""/>
</p:tagLst>
</file>

<file path=ppt/tags/tag541.xml><?xml version="1.0" encoding="utf-8"?>
<p:tagLst xmlns:p="http://schemas.openxmlformats.org/presentationml/2006/main">
  <p:tag name="KSO_WM_BEAUTIFY_FLAG" val=""/>
</p:tagLst>
</file>

<file path=ppt/tags/tag542.xml><?xml version="1.0" encoding="utf-8"?>
<p:tagLst xmlns:p="http://schemas.openxmlformats.org/presentationml/2006/main">
  <p:tag name="KSO_WM_BEAUTIFY_FLAG" val=""/>
</p:tagLst>
</file>

<file path=ppt/tags/tag543.xml><?xml version="1.0" encoding="utf-8"?>
<p:tagLst xmlns:p="http://schemas.openxmlformats.org/presentationml/2006/main">
  <p:tag name="KSO_WM_BEAUTIFY_FLAG" val=""/>
</p:tagLst>
</file>

<file path=ppt/tags/tag544.xml><?xml version="1.0" encoding="utf-8"?>
<p:tagLst xmlns:p="http://schemas.openxmlformats.org/presentationml/2006/main">
  <p:tag name="KSO_WM_BEAUTIFY_FLAG" val=""/>
</p:tagLst>
</file>

<file path=ppt/tags/tag545.xml><?xml version="1.0" encoding="utf-8"?>
<p:tagLst xmlns:p="http://schemas.openxmlformats.org/presentationml/2006/main">
  <p:tag name="KSO_WM_BEAUTIFY_FLAG" val=""/>
</p:tagLst>
</file>

<file path=ppt/tags/tag546.xml><?xml version="1.0" encoding="utf-8"?>
<p:tagLst xmlns:p="http://schemas.openxmlformats.org/presentationml/2006/main">
  <p:tag name="KSO_WM_BEAUTIFY_FLAG" val=""/>
</p:tagLst>
</file>

<file path=ppt/tags/tag547.xml><?xml version="1.0" encoding="utf-8"?>
<p:tagLst xmlns:p="http://schemas.openxmlformats.org/presentationml/2006/main">
  <p:tag name="KSO_WM_BEAUTIFY_FLAG" val=""/>
</p:tagLst>
</file>

<file path=ppt/tags/tag548.xml><?xml version="1.0" encoding="utf-8"?>
<p:tagLst xmlns:p="http://schemas.openxmlformats.org/presentationml/2006/main">
  <p:tag name="KSO_WM_BEAUTIFY_FLAG" val=""/>
</p:tagLst>
</file>

<file path=ppt/tags/tag549.xml><?xml version="1.0" encoding="utf-8"?>
<p:tagLst xmlns:p="http://schemas.openxmlformats.org/presentationml/2006/main">
  <p:tag name="KSO_WM_BEAUTIFY_FLAG" val=""/>
</p:tagLst>
</file>

<file path=ppt/tags/tag550.xml><?xml version="1.0" encoding="utf-8"?>
<p:tagLst xmlns:p="http://schemas.openxmlformats.org/presentationml/2006/main">
  <p:tag name="KSO_WM_BEAUTIFY_FLAG" val=""/>
</p:tagLst>
</file>

<file path=ppt/tags/tag551.xml><?xml version="1.0" encoding="utf-8"?>
<p:tagLst xmlns:p="http://schemas.openxmlformats.org/presentationml/2006/main">
  <p:tag name="KSO_WM_BEAUTIFY_FLAG" val=""/>
</p:tagLst>
</file>

<file path=ppt/tags/tag552.xml><?xml version="1.0" encoding="utf-8"?>
<p:tagLst xmlns:p="http://schemas.openxmlformats.org/presentationml/2006/main">
  <p:tag name="KSO_WM_BEAUTIFY_FLAG" val=""/>
</p:tagLst>
</file>

<file path=ppt/tags/tag553.xml><?xml version="1.0" encoding="utf-8"?>
<p:tagLst xmlns:p="http://schemas.openxmlformats.org/presentationml/2006/main">
  <p:tag name="KSO_WM_BEAUTIFY_FLAG" val=""/>
</p:tagLst>
</file>

<file path=ppt/tags/tag554.xml><?xml version="1.0" encoding="utf-8"?>
<p:tagLst xmlns:p="http://schemas.openxmlformats.org/presentationml/2006/main">
  <p:tag name="KSO_WM_BEAUTIFY_FLAG" val=""/>
</p:tagLst>
</file>

<file path=ppt/tags/tag555.xml><?xml version="1.0" encoding="utf-8"?>
<p:tagLst xmlns:p="http://schemas.openxmlformats.org/presentationml/2006/main">
  <p:tag name="KSO_WM_BEAUTIFY_FLAG" val=""/>
</p:tagLst>
</file>

<file path=ppt/tags/tag556.xml><?xml version="1.0" encoding="utf-8"?>
<p:tagLst xmlns:p="http://schemas.openxmlformats.org/presentationml/2006/main">
  <p:tag name="KSO_WM_BEAUTIFY_FLAG" val=""/>
</p:tagLst>
</file>

<file path=ppt/tags/tag557.xml><?xml version="1.0" encoding="utf-8"?>
<p:tagLst xmlns:p="http://schemas.openxmlformats.org/presentationml/2006/main">
  <p:tag name="KSO_WM_BEAUTIFY_FLAG" val=""/>
</p:tagLst>
</file>

<file path=ppt/tags/tag558.xml><?xml version="1.0" encoding="utf-8"?>
<p:tagLst xmlns:p="http://schemas.openxmlformats.org/presentationml/2006/main">
  <p:tag name="KSO_WM_BEAUTIFY_FLAG" val=""/>
</p:tagLst>
</file>

<file path=ppt/tags/tag559.xml><?xml version="1.0" encoding="utf-8"?>
<p:tagLst xmlns:p="http://schemas.openxmlformats.org/presentationml/2006/main">
  <p:tag name="KSO_WM_BEAUTIFY_FLAG" val=""/>
</p:tagLst>
</file>

<file path=ppt/tags/tag560.xml><?xml version="1.0" encoding="utf-8"?>
<p:tagLst xmlns:p="http://schemas.openxmlformats.org/presentationml/2006/main">
  <p:tag name="KSO_WM_BEAUTIFY_FLAG" val=""/>
</p:tagLst>
</file>

<file path=ppt/tags/tag561.xml><?xml version="1.0" encoding="utf-8"?>
<p:tagLst xmlns:p="http://schemas.openxmlformats.org/presentationml/2006/main">
  <p:tag name="KSO_WM_BEAUTIFY_FLAG" val=""/>
</p:tagLst>
</file>

<file path=ppt/tags/tag562.xml><?xml version="1.0" encoding="utf-8"?>
<p:tagLst xmlns:p="http://schemas.openxmlformats.org/presentationml/2006/main">
  <p:tag name="TABLE_ENDDRAG_ORIGIN_RECT" val="230*180"/>
  <p:tag name="TABLE_ENDDRAG_RECT" val="222*349*230*180"/>
</p:tagLst>
</file>

<file path=ppt/tags/tag563.xml><?xml version="1.0" encoding="utf-8"?>
<p:tagLst xmlns:p="http://schemas.openxmlformats.org/presentationml/2006/main">
  <p:tag name="KSO_WM_BEAUTIFY_FLAG" val=""/>
</p:tagLst>
</file>

<file path=ppt/tags/tag564.xml><?xml version="1.0" encoding="utf-8"?>
<p:tagLst xmlns:p="http://schemas.openxmlformats.org/presentationml/2006/main">
  <p:tag name="KSO_WM_BEAUTIFY_FLAG" val=""/>
</p:tagLst>
</file>

<file path=ppt/tags/tag565.xml><?xml version="1.0" encoding="utf-8"?>
<p:tagLst xmlns:p="http://schemas.openxmlformats.org/presentationml/2006/main">
  <p:tag name="KSO_WM_BEAUTIFY_FLAG" val=""/>
</p:tagLst>
</file>

<file path=ppt/tags/tag566.xml><?xml version="1.0" encoding="utf-8"?>
<p:tagLst xmlns:p="http://schemas.openxmlformats.org/presentationml/2006/main">
  <p:tag name="KSO_WM_BEAUTIFY_FLAG" val=""/>
</p:tagLst>
</file>

<file path=ppt/tags/tag567.xml><?xml version="1.0" encoding="utf-8"?>
<p:tagLst xmlns:p="http://schemas.openxmlformats.org/presentationml/2006/main">
  <p:tag name="KSO_WM_BEAUTIFY_FLAG" val=""/>
</p:tagLst>
</file>

<file path=ppt/tags/tag568.xml><?xml version="1.0" encoding="utf-8"?>
<p:tagLst xmlns:p="http://schemas.openxmlformats.org/presentationml/2006/main">
  <p:tag name="KSO_WM_BEAUTIFY_FLAG" val=""/>
</p:tagLst>
</file>

<file path=ppt/tags/tag569.xml><?xml version="1.0" encoding="utf-8"?>
<p:tagLst xmlns:p="http://schemas.openxmlformats.org/presentationml/2006/main">
  <p:tag name="KSO_WM_BEAUTIFY_FLAG" val=""/>
</p:tagLst>
</file>

<file path=ppt/tags/tag570.xml><?xml version="1.0" encoding="utf-8"?>
<p:tagLst xmlns:p="http://schemas.openxmlformats.org/presentationml/2006/main">
  <p:tag name="KSO_WM_BEAUTIFY_FLAG" val=""/>
</p:tagLst>
</file>

<file path=ppt/tags/tag571.xml><?xml version="1.0" encoding="utf-8"?>
<p:tagLst xmlns:p="http://schemas.openxmlformats.org/presentationml/2006/main">
  <p:tag name="KSO_WM_BEAUTIFY_FLAG" val=""/>
</p:tagLst>
</file>

<file path=ppt/tags/tag572.xml><?xml version="1.0" encoding="utf-8"?>
<p:tagLst xmlns:p="http://schemas.openxmlformats.org/presentationml/2006/main">
  <p:tag name="KSO_WM_BEAUTIFY_FLAG" val=""/>
</p:tagLst>
</file>

<file path=ppt/tags/tag573.xml><?xml version="1.0" encoding="utf-8"?>
<p:tagLst xmlns:p="http://schemas.openxmlformats.org/presentationml/2006/main">
  <p:tag name="KSO_WM_BEAUTIFY_FLAG" val=""/>
</p:tagLst>
</file>

<file path=ppt/tags/tag574.xml><?xml version="1.0" encoding="utf-8"?>
<p:tagLst xmlns:p="http://schemas.openxmlformats.org/presentationml/2006/main">
  <p:tag name="KSO_WM_BEAUTIFY_FLAG" val=""/>
</p:tagLst>
</file>

<file path=ppt/tags/tag575.xml><?xml version="1.0" encoding="utf-8"?>
<p:tagLst xmlns:p="http://schemas.openxmlformats.org/presentationml/2006/main">
  <p:tag name="KSO_WM_BEAUTIFY_FLAG" val=""/>
</p:tagLst>
</file>

<file path=ppt/tags/tag576.xml><?xml version="1.0" encoding="utf-8"?>
<p:tagLst xmlns:p="http://schemas.openxmlformats.org/presentationml/2006/main">
  <p:tag name="KSO_WM_BEAUTIFY_FLAG" val=""/>
</p:tagLst>
</file>

<file path=ppt/tags/tag577.xml><?xml version="1.0" encoding="utf-8"?>
<p:tagLst xmlns:p="http://schemas.openxmlformats.org/presentationml/2006/main">
  <p:tag name="KSO_WM_BEAUTIFY_FLAG" val=""/>
</p:tagLst>
</file>

<file path=ppt/tags/tag578.xml><?xml version="1.0" encoding="utf-8"?>
<p:tagLst xmlns:p="http://schemas.openxmlformats.org/presentationml/2006/main">
  <p:tag name="KSO_WM_BEAUTIFY_FLAG" val=""/>
</p:tagLst>
</file>

<file path=ppt/tags/tag579.xml><?xml version="1.0" encoding="utf-8"?>
<p:tagLst xmlns:p="http://schemas.openxmlformats.org/presentationml/2006/main">
  <p:tag name="KSO_WM_BEAUTIFY_FLAG" val=""/>
</p:tagLst>
</file>

<file path=ppt/tags/tag580.xml><?xml version="1.0" encoding="utf-8"?>
<p:tagLst xmlns:p="http://schemas.openxmlformats.org/presentationml/2006/main">
  <p:tag name="KSO_WM_BEAUTIFY_FLAG" val=""/>
</p:tagLst>
</file>

<file path=ppt/tags/tag581.xml><?xml version="1.0" encoding="utf-8"?>
<p:tagLst xmlns:p="http://schemas.openxmlformats.org/presentationml/2006/main">
  <p:tag name="KSO_WM_BEAUTIFY_FLAG" val=""/>
</p:tagLst>
</file>

<file path=ppt/tags/tag582.xml><?xml version="1.0" encoding="utf-8"?>
<p:tagLst xmlns:p="http://schemas.openxmlformats.org/presentationml/2006/main">
  <p:tag name="KSO_WM_BEAUTIFY_FLAG" val=""/>
</p:tagLst>
</file>

<file path=ppt/tags/tag583.xml><?xml version="1.0" encoding="utf-8"?>
<p:tagLst xmlns:p="http://schemas.openxmlformats.org/presentationml/2006/main">
  <p:tag name="KSO_WM_BEAUTIFY_FLAG" val=""/>
</p:tagLst>
</file>

<file path=ppt/tags/tag584.xml><?xml version="1.0" encoding="utf-8"?>
<p:tagLst xmlns:p="http://schemas.openxmlformats.org/presentationml/2006/main">
  <p:tag name="KSO_WM_BEAUTIFY_FLAG" val=""/>
</p:tagLst>
</file>

<file path=ppt/tags/tag585.xml><?xml version="1.0" encoding="utf-8"?>
<p:tagLst xmlns:p="http://schemas.openxmlformats.org/presentationml/2006/main">
  <p:tag name="KSO_WM_BEAUTIFY_FLAG" val=""/>
</p:tagLst>
</file>

<file path=ppt/tags/tag586.xml><?xml version="1.0" encoding="utf-8"?>
<p:tagLst xmlns:p="http://schemas.openxmlformats.org/presentationml/2006/main">
  <p:tag name="KSO_WM_BEAUTIFY_FLAG" val=""/>
</p:tagLst>
</file>

<file path=ppt/tags/tag587.xml><?xml version="1.0" encoding="utf-8"?>
<p:tagLst xmlns:p="http://schemas.openxmlformats.org/presentationml/2006/main">
  <p:tag name="KSO_WM_BEAUTIFY_FLAG" val=""/>
</p:tagLst>
</file>

<file path=ppt/tags/tag588.xml><?xml version="1.0" encoding="utf-8"?>
<p:tagLst xmlns:p="http://schemas.openxmlformats.org/presentationml/2006/main">
  <p:tag name="KSO_WM_BEAUTIFY_FLAG" val=""/>
</p:tagLst>
</file>

<file path=ppt/tags/tag589.xml><?xml version="1.0" encoding="utf-8"?>
<p:tagLst xmlns:p="http://schemas.openxmlformats.org/presentationml/2006/main">
  <p:tag name="KSO_WM_BEAUTIFY_FLAG" val=""/>
</p:tagLst>
</file>

<file path=ppt/tags/tag590.xml><?xml version="1.0" encoding="utf-8"?>
<p:tagLst xmlns:p="http://schemas.openxmlformats.org/presentationml/2006/main">
  <p:tag name="KSO_WM_BEAUTIFY_FLAG" val=""/>
</p:tagLst>
</file>

<file path=ppt/tags/tag591.xml><?xml version="1.0" encoding="utf-8"?>
<p:tagLst xmlns:p="http://schemas.openxmlformats.org/presentationml/2006/main">
  <p:tag name="KSO_WM_BEAUTIFY_FLAG" val=""/>
</p:tagLst>
</file>

<file path=ppt/tags/tag592.xml><?xml version="1.0" encoding="utf-8"?>
<p:tagLst xmlns:p="http://schemas.openxmlformats.org/presentationml/2006/main">
  <p:tag name="KSO_WM_BEAUTIFY_FLAG" val=""/>
</p:tagLst>
</file>

<file path=ppt/tags/tag593.xml><?xml version="1.0" encoding="utf-8"?>
<p:tagLst xmlns:p="http://schemas.openxmlformats.org/presentationml/2006/main">
  <p:tag name="KSO_WM_BEAUTIFY_FLAG" val=""/>
</p:tagLst>
</file>

<file path=ppt/tags/tag594.xml><?xml version="1.0" encoding="utf-8"?>
<p:tagLst xmlns:p="http://schemas.openxmlformats.org/presentationml/2006/main">
  <p:tag name="KSO_WM_BEAUTIFY_FLAG" val=""/>
</p:tagLst>
</file>

<file path=ppt/tags/tag595.xml><?xml version="1.0" encoding="utf-8"?>
<p:tagLst xmlns:p="http://schemas.openxmlformats.org/presentationml/2006/main">
  <p:tag name="KSO_WM_BEAUTIFY_FLAG" val=""/>
</p:tagLst>
</file>

<file path=ppt/tags/tag596.xml><?xml version="1.0" encoding="utf-8"?>
<p:tagLst xmlns:p="http://schemas.openxmlformats.org/presentationml/2006/main">
  <p:tag name="KSO_WM_BEAUTIFY_FLAG" val=""/>
</p:tagLst>
</file>

<file path=ppt/tags/tag597.xml><?xml version="1.0" encoding="utf-8"?>
<p:tagLst xmlns:p="http://schemas.openxmlformats.org/presentationml/2006/main">
  <p:tag name="KSO_WM_BEAUTIFY_FLAG" val=""/>
</p:tagLst>
</file>

<file path=ppt/tags/tag598.xml><?xml version="1.0" encoding="utf-8"?>
<p:tagLst xmlns:p="http://schemas.openxmlformats.org/presentationml/2006/main">
  <p:tag name="KSO_WM_BEAUTIFY_FLAG" val=""/>
</p:tagLst>
</file>

<file path=ppt/tags/tag599.xml><?xml version="1.0" encoding="utf-8"?>
<p:tagLst xmlns:p="http://schemas.openxmlformats.org/presentationml/2006/main">
  <p:tag name="KSO_WM_BEAUTIFY_FLAG" val=""/>
</p:tagLst>
</file>

<file path=ppt/tags/tag600.xml><?xml version="1.0" encoding="utf-8"?>
<p:tagLst xmlns:p="http://schemas.openxmlformats.org/presentationml/2006/main">
  <p:tag name="KSO_WM_BEAUTIFY_FLAG" val=""/>
</p:tagLst>
</file>

<file path=ppt/tags/tag601.xml><?xml version="1.0" encoding="utf-8"?>
<p:tagLst xmlns:p="http://schemas.openxmlformats.org/presentationml/2006/main">
  <p:tag name="KSO_WM_BEAUTIFY_FLAG" val=""/>
</p:tagLst>
</file>

<file path=ppt/tags/tag602.xml><?xml version="1.0" encoding="utf-8"?>
<p:tagLst xmlns:p="http://schemas.openxmlformats.org/presentationml/2006/main">
  <p:tag name="KSO_WM_BEAUTIFY_FLAG" val=""/>
</p:tagLst>
</file>

<file path=ppt/tags/tag603.xml><?xml version="1.0" encoding="utf-8"?>
<p:tagLst xmlns:p="http://schemas.openxmlformats.org/presentationml/2006/main">
  <p:tag name="KSO_WM_BEAUTIFY_FLAG" val=""/>
</p:tagLst>
</file>

<file path=ppt/tags/tag604.xml><?xml version="1.0" encoding="utf-8"?>
<p:tagLst xmlns:p="http://schemas.openxmlformats.org/presentationml/2006/main">
  <p:tag name="KSO_WM_BEAUTIFY_FLAG" val=""/>
</p:tagLst>
</file>

<file path=ppt/tags/tag605.xml><?xml version="1.0" encoding="utf-8"?>
<p:tagLst xmlns:p="http://schemas.openxmlformats.org/presentationml/2006/main">
  <p:tag name="KSO_WM_BEAUTIFY_FLAG" val=""/>
</p:tagLst>
</file>

<file path=ppt/tags/tag606.xml><?xml version="1.0" encoding="utf-8"?>
<p:tagLst xmlns:p="http://schemas.openxmlformats.org/presentationml/2006/main">
  <p:tag name="KSO_WM_BEAUTIFY_FLAG" val=""/>
</p:tagLst>
</file>

<file path=ppt/tags/tag607.xml><?xml version="1.0" encoding="utf-8"?>
<p:tagLst xmlns:p="http://schemas.openxmlformats.org/presentationml/2006/main">
  <p:tag name="KSO_WM_BEAUTIFY_FLAG" val=""/>
</p:tagLst>
</file>

<file path=ppt/tags/tag608.xml><?xml version="1.0" encoding="utf-8"?>
<p:tagLst xmlns:p="http://schemas.openxmlformats.org/presentationml/2006/main">
  <p:tag name="KSO_WM_BEAUTIFY_FLAG" val=""/>
</p:tagLst>
</file>

<file path=ppt/tags/tag609.xml><?xml version="1.0" encoding="utf-8"?>
<p:tagLst xmlns:p="http://schemas.openxmlformats.org/presentationml/2006/main">
  <p:tag name="KSO_WM_BEAUTIFY_FLAG" val=""/>
</p:tagLst>
</file>

<file path=ppt/tags/tag610.xml><?xml version="1.0" encoding="utf-8"?>
<p:tagLst xmlns:p="http://schemas.openxmlformats.org/presentationml/2006/main">
  <p:tag name="KSO_WM_BEAUTIFY_FLAG" val=""/>
</p:tagLst>
</file>

<file path=ppt/tags/tag611.xml><?xml version="1.0" encoding="utf-8"?>
<p:tagLst xmlns:p="http://schemas.openxmlformats.org/presentationml/2006/main">
  <p:tag name="KSO_WM_BEAUTIFY_FLAG" val=""/>
</p:tagLst>
</file>

<file path=ppt/tags/tag612.xml><?xml version="1.0" encoding="utf-8"?>
<p:tagLst xmlns:p="http://schemas.openxmlformats.org/presentationml/2006/main">
  <p:tag name="KSO_WM_BEAUTIFY_FLAG" val=""/>
</p:tagLst>
</file>

<file path=ppt/tags/tag613.xml><?xml version="1.0" encoding="utf-8"?>
<p:tagLst xmlns:p="http://schemas.openxmlformats.org/presentationml/2006/main">
  <p:tag name="KSO_WM_BEAUTIFY_FLAG" val=""/>
</p:tagLst>
</file>

<file path=ppt/tags/tag614.xml><?xml version="1.0" encoding="utf-8"?>
<p:tagLst xmlns:p="http://schemas.openxmlformats.org/presentationml/2006/main">
  <p:tag name="KSO_WM_BEAUTIFY_FLAG" val=""/>
</p:tagLst>
</file>

<file path=ppt/tags/tag615.xml><?xml version="1.0" encoding="utf-8"?>
<p:tagLst xmlns:p="http://schemas.openxmlformats.org/presentationml/2006/main">
  <p:tag name="KSO_WM_BEAUTIFY_FLAG" val=""/>
</p:tagLst>
</file>

<file path=ppt/tags/tag616.xml><?xml version="1.0" encoding="utf-8"?>
<p:tagLst xmlns:p="http://schemas.openxmlformats.org/presentationml/2006/main">
  <p:tag name="KSO_WM_BEAUTIFY_FLAG" val=""/>
</p:tagLst>
</file>

<file path=ppt/tags/tag617.xml><?xml version="1.0" encoding="utf-8"?>
<p:tagLst xmlns:p="http://schemas.openxmlformats.org/presentationml/2006/main">
  <p:tag name="KSO_WM_BEAUTIFY_FLAG" val=""/>
</p:tagLst>
</file>

<file path=ppt/tags/tag618.xml><?xml version="1.0" encoding="utf-8"?>
<p:tagLst xmlns:p="http://schemas.openxmlformats.org/presentationml/2006/main">
  <p:tag name="TABLE_ENDDRAG_ORIGIN_RECT" val="230*180"/>
  <p:tag name="TABLE_ENDDRAG_RECT" val="222*349*230*180"/>
</p:tagLst>
</file>

<file path=ppt/tags/tag619.xml><?xml version="1.0" encoding="utf-8"?>
<p:tagLst xmlns:p="http://schemas.openxmlformats.org/presentationml/2006/main">
  <p:tag name="KSO_WM_BEAUTIFY_FLAG" val=""/>
</p:tagLst>
</file>

<file path=ppt/tags/tag620.xml><?xml version="1.0" encoding="utf-8"?>
<p:tagLst xmlns:p="http://schemas.openxmlformats.org/presentationml/2006/main">
  <p:tag name="KSO_WM_BEAUTIFY_FLAG" val=""/>
</p:tagLst>
</file>

<file path=ppt/tags/tag621.xml><?xml version="1.0" encoding="utf-8"?>
<p:tagLst xmlns:p="http://schemas.openxmlformats.org/presentationml/2006/main">
  <p:tag name="KSO_WM_BEAUTIFY_FLAG" val=""/>
</p:tagLst>
</file>

<file path=ppt/tags/tag622.xml><?xml version="1.0" encoding="utf-8"?>
<p:tagLst xmlns:p="http://schemas.openxmlformats.org/presentationml/2006/main">
  <p:tag name="KSO_WM_BEAUTIFY_FLAG" val=""/>
</p:tagLst>
</file>

<file path=ppt/tags/tag623.xml><?xml version="1.0" encoding="utf-8"?>
<p:tagLst xmlns:p="http://schemas.openxmlformats.org/presentationml/2006/main">
  <p:tag name="KSO_WM_BEAUTIFY_FLAG" val=""/>
</p:tagLst>
</file>

<file path=ppt/tags/tag624.xml><?xml version="1.0" encoding="utf-8"?>
<p:tagLst xmlns:p="http://schemas.openxmlformats.org/presentationml/2006/main">
  <p:tag name="KSO_WM_BEAUTIFY_FLAG" val=""/>
</p:tagLst>
</file>

<file path=ppt/tags/tag625.xml><?xml version="1.0" encoding="utf-8"?>
<p:tagLst xmlns:p="http://schemas.openxmlformats.org/presentationml/2006/main">
  <p:tag name="KSO_WM_BEAUTIFY_FLAG" val=""/>
</p:tagLst>
</file>

<file path=ppt/tags/tag626.xml><?xml version="1.0" encoding="utf-8"?>
<p:tagLst xmlns:p="http://schemas.openxmlformats.org/presentationml/2006/main">
  <p:tag name="KSO_WM_BEAUTIFY_FLAG" val=""/>
</p:tagLst>
</file>

<file path=ppt/tags/tag627.xml><?xml version="1.0" encoding="utf-8"?>
<p:tagLst xmlns:p="http://schemas.openxmlformats.org/presentationml/2006/main">
  <p:tag name="KSO_WM_BEAUTIFY_FLAG" val=""/>
</p:tagLst>
</file>

<file path=ppt/tags/tag628.xml><?xml version="1.0" encoding="utf-8"?>
<p:tagLst xmlns:p="http://schemas.openxmlformats.org/presentationml/2006/main">
  <p:tag name="KSO_WM_BEAUTIFY_FLAG" val=""/>
</p:tagLst>
</file>

<file path=ppt/tags/tag629.xml><?xml version="1.0" encoding="utf-8"?>
<p:tagLst xmlns:p="http://schemas.openxmlformats.org/presentationml/2006/main">
  <p:tag name="KSO_WM_BEAUTIFY_FLAG" val=""/>
</p:tagLst>
</file>

<file path=ppt/tags/tag630.xml><?xml version="1.0" encoding="utf-8"?>
<p:tagLst xmlns:p="http://schemas.openxmlformats.org/presentationml/2006/main">
  <p:tag name="KSO_WM_BEAUTIFY_FLAG" val=""/>
</p:tagLst>
</file>

<file path=ppt/tags/tag631.xml><?xml version="1.0" encoding="utf-8"?>
<p:tagLst xmlns:p="http://schemas.openxmlformats.org/presentationml/2006/main">
  <p:tag name="KSO_WM_BEAUTIFY_FLAG" val=""/>
</p:tagLst>
</file>

<file path=ppt/tags/tag632.xml><?xml version="1.0" encoding="utf-8"?>
<p:tagLst xmlns:p="http://schemas.openxmlformats.org/presentationml/2006/main">
  <p:tag name="KSO_WM_BEAUTIFY_FLAG" val=""/>
</p:tagLst>
</file>

<file path=ppt/tags/tag633.xml><?xml version="1.0" encoding="utf-8"?>
<p:tagLst xmlns:p="http://schemas.openxmlformats.org/presentationml/2006/main">
  <p:tag name="KSO_WM_BEAUTIFY_FLAG" val=""/>
</p:tagLst>
</file>

<file path=ppt/tags/tag634.xml><?xml version="1.0" encoding="utf-8"?>
<p:tagLst xmlns:p="http://schemas.openxmlformats.org/presentationml/2006/main">
  <p:tag name="KSO_WM_BEAUTIFY_FLAG" val=""/>
</p:tagLst>
</file>

<file path=ppt/tags/tag635.xml><?xml version="1.0" encoding="utf-8"?>
<p:tagLst xmlns:p="http://schemas.openxmlformats.org/presentationml/2006/main">
  <p:tag name="KSO_WM_BEAUTIFY_FLAG" val=""/>
</p:tagLst>
</file>

<file path=ppt/tags/tag636.xml><?xml version="1.0" encoding="utf-8"?>
<p:tagLst xmlns:p="http://schemas.openxmlformats.org/presentationml/2006/main">
  <p:tag name="KSO_WM_BEAUTIFY_FLAG" val=""/>
</p:tagLst>
</file>

<file path=ppt/tags/tag637.xml><?xml version="1.0" encoding="utf-8"?>
<p:tagLst xmlns:p="http://schemas.openxmlformats.org/presentationml/2006/main">
  <p:tag name="KSO_WM_BEAUTIFY_FLAG" val=""/>
</p:tagLst>
</file>

<file path=ppt/tags/tag638.xml><?xml version="1.0" encoding="utf-8"?>
<p:tagLst xmlns:p="http://schemas.openxmlformats.org/presentationml/2006/main">
  <p:tag name="KSO_WM_BEAUTIFY_FLAG" val=""/>
</p:tagLst>
</file>

<file path=ppt/tags/tag639.xml><?xml version="1.0" encoding="utf-8"?>
<p:tagLst xmlns:p="http://schemas.openxmlformats.org/presentationml/2006/main">
  <p:tag name="KSO_WM_BEAUTIFY_FLAG" val=""/>
</p:tagLst>
</file>

<file path=ppt/tags/tag640.xml><?xml version="1.0" encoding="utf-8"?>
<p:tagLst xmlns:p="http://schemas.openxmlformats.org/presentationml/2006/main">
  <p:tag name="KSO_WM_BEAUTIFY_FLAG" val=""/>
</p:tagLst>
</file>

<file path=ppt/tags/tag641.xml><?xml version="1.0" encoding="utf-8"?>
<p:tagLst xmlns:p="http://schemas.openxmlformats.org/presentationml/2006/main">
  <p:tag name="KSO_WM_BEAUTIFY_FLAG" val=""/>
</p:tagLst>
</file>

<file path=ppt/tags/tag642.xml><?xml version="1.0" encoding="utf-8"?>
<p:tagLst xmlns:p="http://schemas.openxmlformats.org/presentationml/2006/main">
  <p:tag name="KSO_WM_BEAUTIFY_FLAG" val=""/>
</p:tagLst>
</file>

<file path=ppt/tags/tag643.xml><?xml version="1.0" encoding="utf-8"?>
<p:tagLst xmlns:p="http://schemas.openxmlformats.org/presentationml/2006/main">
  <p:tag name="KSO_WM_BEAUTIFY_FLAG" val=""/>
</p:tagLst>
</file>

<file path=ppt/tags/tag644.xml><?xml version="1.0" encoding="utf-8"?>
<p:tagLst xmlns:p="http://schemas.openxmlformats.org/presentationml/2006/main">
  <p:tag name="KSO_WM_BEAUTIFY_FLAG" val=""/>
</p:tagLst>
</file>

<file path=ppt/tags/tag645.xml><?xml version="1.0" encoding="utf-8"?>
<p:tagLst xmlns:p="http://schemas.openxmlformats.org/presentationml/2006/main">
  <p:tag name="KSO_WM_BEAUTIFY_FLAG" val=""/>
</p:tagLst>
</file>

<file path=ppt/tags/tag646.xml><?xml version="1.0" encoding="utf-8"?>
<p:tagLst xmlns:p="http://schemas.openxmlformats.org/presentationml/2006/main">
  <p:tag name="KSO_WM_BEAUTIFY_FLAG" val=""/>
</p:tagLst>
</file>

<file path=ppt/tags/tag647.xml><?xml version="1.0" encoding="utf-8"?>
<p:tagLst xmlns:p="http://schemas.openxmlformats.org/presentationml/2006/main">
  <p:tag name="KSO_WM_BEAUTIFY_FLAG" val=""/>
</p:tagLst>
</file>

<file path=ppt/tags/tag648.xml><?xml version="1.0" encoding="utf-8"?>
<p:tagLst xmlns:p="http://schemas.openxmlformats.org/presentationml/2006/main">
  <p:tag name="KSO_WM_BEAUTIFY_FLAG" val=""/>
</p:tagLst>
</file>

<file path=ppt/tags/tag649.xml><?xml version="1.0" encoding="utf-8"?>
<p:tagLst xmlns:p="http://schemas.openxmlformats.org/presentationml/2006/main">
  <p:tag name="KSO_WM_BEAUTIFY_FLAG" val=""/>
</p:tagLst>
</file>

<file path=ppt/tags/tag650.xml><?xml version="1.0" encoding="utf-8"?>
<p:tagLst xmlns:p="http://schemas.openxmlformats.org/presentationml/2006/main">
  <p:tag name="KSO_WM_BEAUTIFY_FLAG" val=""/>
</p:tagLst>
</file>

<file path=ppt/tags/tag651.xml><?xml version="1.0" encoding="utf-8"?>
<p:tagLst xmlns:p="http://schemas.openxmlformats.org/presentationml/2006/main">
  <p:tag name="KSO_WM_BEAUTIFY_FLAG" val=""/>
</p:tagLst>
</file>

<file path=ppt/tags/tag652.xml><?xml version="1.0" encoding="utf-8"?>
<p:tagLst xmlns:p="http://schemas.openxmlformats.org/presentationml/2006/main">
  <p:tag name="KSO_WM_BEAUTIFY_FLAG" val=""/>
</p:tagLst>
</file>

<file path=ppt/tags/tag653.xml><?xml version="1.0" encoding="utf-8"?>
<p:tagLst xmlns:p="http://schemas.openxmlformats.org/presentationml/2006/main">
  <p:tag name="KSO_WM_BEAUTIFY_FLAG" val=""/>
</p:tagLst>
</file>

<file path=ppt/tags/tag654.xml><?xml version="1.0" encoding="utf-8"?>
<p:tagLst xmlns:p="http://schemas.openxmlformats.org/presentationml/2006/main">
  <p:tag name="KSO_WM_BEAUTIFY_FLAG" val=""/>
</p:tagLst>
</file>

<file path=ppt/tags/tag655.xml><?xml version="1.0" encoding="utf-8"?>
<p:tagLst xmlns:p="http://schemas.openxmlformats.org/presentationml/2006/main">
  <p:tag name="KSO_WM_BEAUTIFY_FLAG" val=""/>
</p:tagLst>
</file>

<file path=ppt/tags/tag656.xml><?xml version="1.0" encoding="utf-8"?>
<p:tagLst xmlns:p="http://schemas.openxmlformats.org/presentationml/2006/main">
  <p:tag name="KSO_WM_BEAUTIFY_FLAG" val=""/>
</p:tagLst>
</file>

<file path=ppt/tags/tag657.xml><?xml version="1.0" encoding="utf-8"?>
<p:tagLst xmlns:p="http://schemas.openxmlformats.org/presentationml/2006/main">
  <p:tag name="KSO_WM_BEAUTIFY_FLAG" val=""/>
</p:tagLst>
</file>

<file path=ppt/tags/tag658.xml><?xml version="1.0" encoding="utf-8"?>
<p:tagLst xmlns:p="http://schemas.openxmlformats.org/presentationml/2006/main">
  <p:tag name="KSO_WM_BEAUTIFY_FLAG" val=""/>
</p:tagLst>
</file>

<file path=ppt/tags/tag659.xml><?xml version="1.0" encoding="utf-8"?>
<p:tagLst xmlns:p="http://schemas.openxmlformats.org/presentationml/2006/main">
  <p:tag name="KSO_WM_BEAUTIFY_FLAG" val=""/>
</p:tagLst>
</file>

<file path=ppt/tags/tag660.xml><?xml version="1.0" encoding="utf-8"?>
<p:tagLst xmlns:p="http://schemas.openxmlformats.org/presentationml/2006/main">
  <p:tag name="KSO_WM_BEAUTIFY_FLAG" val=""/>
</p:tagLst>
</file>

<file path=ppt/tags/tag661.xml><?xml version="1.0" encoding="utf-8"?>
<p:tagLst xmlns:p="http://schemas.openxmlformats.org/presentationml/2006/main">
  <p:tag name="KSO_WM_BEAUTIFY_FLAG" val=""/>
</p:tagLst>
</file>

<file path=ppt/tags/tag662.xml><?xml version="1.0" encoding="utf-8"?>
<p:tagLst xmlns:p="http://schemas.openxmlformats.org/presentationml/2006/main">
  <p:tag name="KSO_WM_BEAUTIFY_FLAG" val=""/>
</p:tagLst>
</file>

<file path=ppt/tags/tag663.xml><?xml version="1.0" encoding="utf-8"?>
<p:tagLst xmlns:p="http://schemas.openxmlformats.org/presentationml/2006/main">
  <p:tag name="KSO_WM_BEAUTIFY_FLAG" val=""/>
</p:tagLst>
</file>

<file path=ppt/tags/tag664.xml><?xml version="1.0" encoding="utf-8"?>
<p:tagLst xmlns:p="http://schemas.openxmlformats.org/presentationml/2006/main">
  <p:tag name="KSO_WM_BEAUTIFY_FLAG" val=""/>
</p:tagLst>
</file>

<file path=ppt/tags/tag665.xml><?xml version="1.0" encoding="utf-8"?>
<p:tagLst xmlns:p="http://schemas.openxmlformats.org/presentationml/2006/main">
  <p:tag name="KSO_WM_BEAUTIFY_FLAG" val=""/>
</p:tagLst>
</file>

<file path=ppt/tags/tag666.xml><?xml version="1.0" encoding="utf-8"?>
<p:tagLst xmlns:p="http://schemas.openxmlformats.org/presentationml/2006/main">
  <p:tag name="KSO_WM_BEAUTIFY_FLAG" val=""/>
</p:tagLst>
</file>

<file path=ppt/tags/tag667.xml><?xml version="1.0" encoding="utf-8"?>
<p:tagLst xmlns:p="http://schemas.openxmlformats.org/presentationml/2006/main">
  <p:tag name="KSO_WM_BEAUTIFY_FLAG" val=""/>
</p:tagLst>
</file>

<file path=ppt/tags/tag668.xml><?xml version="1.0" encoding="utf-8"?>
<p:tagLst xmlns:p="http://schemas.openxmlformats.org/presentationml/2006/main">
  <p:tag name="KSO_WM_BEAUTIFY_FLAG" val=""/>
</p:tagLst>
</file>

<file path=ppt/tags/tag669.xml><?xml version="1.0" encoding="utf-8"?>
<p:tagLst xmlns:p="http://schemas.openxmlformats.org/presentationml/2006/main">
  <p:tag name="KSO_WM_BEAUTIFY_FLAG" val=""/>
</p:tagLst>
</file>

<file path=ppt/tags/tag670.xml><?xml version="1.0" encoding="utf-8"?>
<p:tagLst xmlns:p="http://schemas.openxmlformats.org/presentationml/2006/main">
  <p:tag name="KSO_WM_BEAUTIFY_FLAG" val=""/>
</p:tagLst>
</file>

<file path=ppt/tags/tag671.xml><?xml version="1.0" encoding="utf-8"?>
<p:tagLst xmlns:p="http://schemas.openxmlformats.org/presentationml/2006/main">
  <p:tag name="KSO_WM_BEAUTIFY_FLAG" val=""/>
</p:tagLst>
</file>

<file path=ppt/tags/tag672.xml><?xml version="1.0" encoding="utf-8"?>
<p:tagLst xmlns:p="http://schemas.openxmlformats.org/presentationml/2006/main">
  <p:tag name="KSO_WM_BEAUTIFY_FLAG" val=""/>
</p:tagLst>
</file>

<file path=ppt/tags/tag673.xml><?xml version="1.0" encoding="utf-8"?>
<p:tagLst xmlns:p="http://schemas.openxmlformats.org/presentationml/2006/main">
  <p:tag name="KSO_WM_BEAUTIFY_FLAG" val=""/>
</p:tagLst>
</file>

<file path=ppt/tags/tag674.xml><?xml version="1.0" encoding="utf-8"?>
<p:tagLst xmlns:p="http://schemas.openxmlformats.org/presentationml/2006/main">
  <p:tag name="KSO_WM_BEAUTIFY_FLAG" val=""/>
</p:tagLst>
</file>

<file path=ppt/tags/tag675.xml><?xml version="1.0" encoding="utf-8"?>
<p:tagLst xmlns:p="http://schemas.openxmlformats.org/presentationml/2006/main">
  <p:tag name="KSO_WM_BEAUTIFY_FLAG" val=""/>
</p:tagLst>
</file>

<file path=ppt/tags/tag676.xml><?xml version="1.0" encoding="utf-8"?>
<p:tagLst xmlns:p="http://schemas.openxmlformats.org/presentationml/2006/main">
  <p:tag name="KSO_WM_BEAUTIFY_FLAG" val=""/>
</p:tagLst>
</file>

<file path=ppt/tags/tag677.xml><?xml version="1.0" encoding="utf-8"?>
<p:tagLst xmlns:p="http://schemas.openxmlformats.org/presentationml/2006/main">
  <p:tag name="KSO_WM_BEAUTIFY_FLAG" val=""/>
</p:tagLst>
</file>

<file path=ppt/tags/tag678.xml><?xml version="1.0" encoding="utf-8"?>
<p:tagLst xmlns:p="http://schemas.openxmlformats.org/presentationml/2006/main">
  <p:tag name="KSO_WM_BEAUTIFY_FLAG" val=""/>
</p:tagLst>
</file>

<file path=ppt/tags/tag679.xml><?xml version="1.0" encoding="utf-8"?>
<p:tagLst xmlns:p="http://schemas.openxmlformats.org/presentationml/2006/main">
  <p:tag name="KSO_WM_BEAUTIFY_FLAG" val=""/>
</p:tagLst>
</file>

<file path=ppt/tags/tag680.xml><?xml version="1.0" encoding="utf-8"?>
<p:tagLst xmlns:p="http://schemas.openxmlformats.org/presentationml/2006/main">
  <p:tag name="KSO_WM_BEAUTIFY_FLAG" val=""/>
</p:tagLst>
</file>

<file path=ppt/tags/tag681.xml><?xml version="1.0" encoding="utf-8"?>
<p:tagLst xmlns:p="http://schemas.openxmlformats.org/presentationml/2006/main">
  <p:tag name="KSO_WM_BEAUTIFY_FLAG" val=""/>
</p:tagLst>
</file>

<file path=ppt/tags/tag682.xml><?xml version="1.0" encoding="utf-8"?>
<p:tagLst xmlns:p="http://schemas.openxmlformats.org/presentationml/2006/main">
  <p:tag name="KSO_WM_BEAUTIFY_FLAG" val=""/>
</p:tagLst>
</file>

<file path=ppt/tags/tag683.xml><?xml version="1.0" encoding="utf-8"?>
<p:tagLst xmlns:p="http://schemas.openxmlformats.org/presentationml/2006/main">
  <p:tag name="KSO_WM_BEAUTIFY_FLAG" val=""/>
</p:tagLst>
</file>

<file path=ppt/tags/tag684.xml><?xml version="1.0" encoding="utf-8"?>
<p:tagLst xmlns:p="http://schemas.openxmlformats.org/presentationml/2006/main">
  <p:tag name="KSO_WM_BEAUTIFY_FLAG" val=""/>
</p:tagLst>
</file>

<file path=ppt/tags/tag685.xml><?xml version="1.0" encoding="utf-8"?>
<p:tagLst xmlns:p="http://schemas.openxmlformats.org/presentationml/2006/main">
  <p:tag name="KSO_WM_BEAUTIFY_FLAG" val=""/>
</p:tagLst>
</file>

<file path=ppt/tags/tag686.xml><?xml version="1.0" encoding="utf-8"?>
<p:tagLst xmlns:p="http://schemas.openxmlformats.org/presentationml/2006/main">
  <p:tag name="KSO_WM_BEAUTIFY_FLAG" val=""/>
</p:tagLst>
</file>

<file path=ppt/tags/tag687.xml><?xml version="1.0" encoding="utf-8"?>
<p:tagLst xmlns:p="http://schemas.openxmlformats.org/presentationml/2006/main">
  <p:tag name="KSO_WM_BEAUTIFY_FLAG" val=""/>
</p:tagLst>
</file>

<file path=ppt/tags/tag688.xml><?xml version="1.0" encoding="utf-8"?>
<p:tagLst xmlns:p="http://schemas.openxmlformats.org/presentationml/2006/main">
  <p:tag name="KSO_WM_BEAUTIFY_FLAG" val=""/>
</p:tagLst>
</file>

<file path=ppt/tags/tag689.xml><?xml version="1.0" encoding="utf-8"?>
<p:tagLst xmlns:p="http://schemas.openxmlformats.org/presentationml/2006/main">
  <p:tag name="KSO_WM_BEAUTIFY_FLAG" val=""/>
</p:tagLst>
</file>

<file path=ppt/tags/tag690.xml><?xml version="1.0" encoding="utf-8"?>
<p:tagLst xmlns:p="http://schemas.openxmlformats.org/presentationml/2006/main">
  <p:tag name="KSO_WM_BEAUTIFY_FLAG" val=""/>
</p:tagLst>
</file>

<file path=ppt/tags/tag691.xml><?xml version="1.0" encoding="utf-8"?>
<p:tagLst xmlns:p="http://schemas.openxmlformats.org/presentationml/2006/main">
  <p:tag name="KSO_WM_BEAUTIFY_FLAG" val=""/>
</p:tagLst>
</file>

<file path=ppt/tags/tag692.xml><?xml version="1.0" encoding="utf-8"?>
<p:tagLst xmlns:p="http://schemas.openxmlformats.org/presentationml/2006/main">
  <p:tag name="KSO_WM_BEAUTIFY_FLAG" val=""/>
</p:tagLst>
</file>

<file path=ppt/tags/tag693.xml><?xml version="1.0" encoding="utf-8"?>
<p:tagLst xmlns:p="http://schemas.openxmlformats.org/presentationml/2006/main">
  <p:tag name="KSO_WM_BEAUTIFY_FLAG" val=""/>
</p:tagLst>
</file>

<file path=ppt/tags/tag694.xml><?xml version="1.0" encoding="utf-8"?>
<p:tagLst xmlns:p="http://schemas.openxmlformats.org/presentationml/2006/main">
  <p:tag name="KSO_WM_BEAUTIFY_FLAG" val=""/>
</p:tagLst>
</file>

<file path=ppt/tags/tag695.xml><?xml version="1.0" encoding="utf-8"?>
<p:tagLst xmlns:p="http://schemas.openxmlformats.org/presentationml/2006/main">
  <p:tag name="KSO_WM_BEAUTIFY_FLAG" val=""/>
</p:tagLst>
</file>

<file path=ppt/tags/tag696.xml><?xml version="1.0" encoding="utf-8"?>
<p:tagLst xmlns:p="http://schemas.openxmlformats.org/presentationml/2006/main">
  <p:tag name="KSO_WM_BEAUTIFY_FLAG" val=""/>
</p:tagLst>
</file>

<file path=ppt/tags/tag697.xml><?xml version="1.0" encoding="utf-8"?>
<p:tagLst xmlns:p="http://schemas.openxmlformats.org/presentationml/2006/main">
  <p:tag name="KSO_WM_BEAUTIFY_FLAG" val=""/>
</p:tagLst>
</file>

<file path=ppt/tags/tag698.xml><?xml version="1.0" encoding="utf-8"?>
<p:tagLst xmlns:p="http://schemas.openxmlformats.org/presentationml/2006/main">
  <p:tag name="KSO_WM_BEAUTIFY_FLAG" val=""/>
</p:tagLst>
</file>

<file path=ppt/tags/tag699.xml><?xml version="1.0" encoding="utf-8"?>
<p:tagLst xmlns:p="http://schemas.openxmlformats.org/presentationml/2006/main">
  <p:tag name="KSO_WM_BEAUTIFY_FLAG" val=""/>
</p:tagLst>
</file>

<file path=ppt/tags/tag700.xml><?xml version="1.0" encoding="utf-8"?>
<p:tagLst xmlns:p="http://schemas.openxmlformats.org/presentationml/2006/main">
  <p:tag name="KSO_WM_BEAUTIFY_FLAG" val=""/>
</p:tagLst>
</file>

<file path=ppt/tags/tag701.xml><?xml version="1.0" encoding="utf-8"?>
<p:tagLst xmlns:p="http://schemas.openxmlformats.org/presentationml/2006/main">
  <p:tag name="KSO_WM_BEAUTIFY_FLAG" val=""/>
</p:tagLst>
</file>

<file path=ppt/tags/tag702.xml><?xml version="1.0" encoding="utf-8"?>
<p:tagLst xmlns:p="http://schemas.openxmlformats.org/presentationml/2006/main">
  <p:tag name="KSO_WM_BEAUTIFY_FLAG" val=""/>
</p:tagLst>
</file>

<file path=ppt/tags/tag703.xml><?xml version="1.0" encoding="utf-8"?>
<p:tagLst xmlns:p="http://schemas.openxmlformats.org/presentationml/2006/main">
  <p:tag name="KSO_WM_BEAUTIFY_FLAG" val=""/>
</p:tagLst>
</file>

<file path=ppt/tags/tag704.xml><?xml version="1.0" encoding="utf-8"?>
<p:tagLst xmlns:p="http://schemas.openxmlformats.org/presentationml/2006/main">
  <p:tag name="KSO_WM_BEAUTIFY_FLAG" val=""/>
</p:tagLst>
</file>

<file path=ppt/tags/tag705.xml><?xml version="1.0" encoding="utf-8"?>
<p:tagLst xmlns:p="http://schemas.openxmlformats.org/presentationml/2006/main">
  <p:tag name="KSO_WM_BEAUTIFY_FLAG" val=""/>
</p:tagLst>
</file>

<file path=ppt/tags/tag706.xml><?xml version="1.0" encoding="utf-8"?>
<p:tagLst xmlns:p="http://schemas.openxmlformats.org/presentationml/2006/main">
  <p:tag name="KSO_WM_BEAUTIFY_FLAG" val=""/>
</p:tagLst>
</file>

<file path=ppt/tags/tag707.xml><?xml version="1.0" encoding="utf-8"?>
<p:tagLst xmlns:p="http://schemas.openxmlformats.org/presentationml/2006/main">
  <p:tag name="KSO_WM_BEAUTIFY_FLAG" val=""/>
</p:tagLst>
</file>

<file path=ppt/tags/tag708.xml><?xml version="1.0" encoding="utf-8"?>
<p:tagLst xmlns:p="http://schemas.openxmlformats.org/presentationml/2006/main">
  <p:tag name="KSO_WM_BEAUTIFY_FLAG" val=""/>
</p:tagLst>
</file>

<file path=ppt/tags/tag709.xml><?xml version="1.0" encoding="utf-8"?>
<p:tagLst xmlns:p="http://schemas.openxmlformats.org/presentationml/2006/main">
  <p:tag name="KSO_WM_BEAUTIFY_FLAG" val=""/>
</p:tagLst>
</file>

<file path=ppt/tags/tag710.xml><?xml version="1.0" encoding="utf-8"?>
<p:tagLst xmlns:p="http://schemas.openxmlformats.org/presentationml/2006/main">
  <p:tag name="KSO_WM_BEAUTIFY_FLAG" val=""/>
</p:tagLst>
</file>

<file path=ppt/tags/tag711.xml><?xml version="1.0" encoding="utf-8"?>
<p:tagLst xmlns:p="http://schemas.openxmlformats.org/presentationml/2006/main">
  <p:tag name="KSO_WM_BEAUTIFY_FLAG" val=""/>
</p:tagLst>
</file>

<file path=ppt/tags/tag712.xml><?xml version="1.0" encoding="utf-8"?>
<p:tagLst xmlns:p="http://schemas.openxmlformats.org/presentationml/2006/main">
  <p:tag name="KSO_WM_BEAUTIFY_FLAG" val=""/>
</p:tagLst>
</file>

<file path=ppt/tags/tag713.xml><?xml version="1.0" encoding="utf-8"?>
<p:tagLst xmlns:p="http://schemas.openxmlformats.org/presentationml/2006/main">
  <p:tag name="KSO_WM_BEAUTIFY_FLAG" val=""/>
</p:tagLst>
</file>

<file path=ppt/tags/tag714.xml><?xml version="1.0" encoding="utf-8"?>
<p:tagLst xmlns:p="http://schemas.openxmlformats.org/presentationml/2006/main">
  <p:tag name="KSO_WM_BEAUTIFY_FLAG" val=""/>
</p:tagLst>
</file>

<file path=ppt/tags/tag715.xml><?xml version="1.0" encoding="utf-8"?>
<p:tagLst xmlns:p="http://schemas.openxmlformats.org/presentationml/2006/main">
  <p:tag name="KSO_WM_BEAUTIFY_FLAG" val=""/>
</p:tagLst>
</file>

<file path=ppt/tags/tag716.xml><?xml version="1.0" encoding="utf-8"?>
<p:tagLst xmlns:p="http://schemas.openxmlformats.org/presentationml/2006/main">
  <p:tag name="TABLE_ENDDRAG_ORIGIN_RECT" val="319*257"/>
  <p:tag name="TABLE_ENDDRAG_RECT" val="313*147*319*257"/>
  <p:tag name="KSO_WM_BEAUTIFY_FLAG" val=""/>
</p:tagLst>
</file>

<file path=ppt/tags/tag717.xml><?xml version="1.0" encoding="utf-8"?>
<p:tagLst xmlns:p="http://schemas.openxmlformats.org/presentationml/2006/main">
  <p:tag name="KSO_WM_BEAUTIFY_FLAG" val=""/>
</p:tagLst>
</file>

<file path=ppt/tags/tag718.xml><?xml version="1.0" encoding="utf-8"?>
<p:tagLst xmlns:p="http://schemas.openxmlformats.org/presentationml/2006/main">
  <p:tag name="KSO_WM_BEAUTIFY_FLAG" val=""/>
</p:tagLst>
</file>

<file path=ppt/tags/tag719.xml><?xml version="1.0" encoding="utf-8"?>
<p:tagLst xmlns:p="http://schemas.openxmlformats.org/presentationml/2006/main">
  <p:tag name="KSO_WM_BEAUTIFY_FLAG" val=""/>
</p:tagLst>
</file>

<file path=ppt/tags/tag720.xml><?xml version="1.0" encoding="utf-8"?>
<p:tagLst xmlns:p="http://schemas.openxmlformats.org/presentationml/2006/main">
  <p:tag name="KSO_WM_BEAUTIFY_FLAG" val=""/>
</p:tagLst>
</file>

<file path=ppt/tags/tag721.xml><?xml version="1.0" encoding="utf-8"?>
<p:tagLst xmlns:p="http://schemas.openxmlformats.org/presentationml/2006/main">
  <p:tag name="KSO_WM_BEAUTIFY_FLAG" val=""/>
</p:tagLst>
</file>

<file path=ppt/tags/tag722.xml><?xml version="1.0" encoding="utf-8"?>
<p:tagLst xmlns:p="http://schemas.openxmlformats.org/presentationml/2006/main">
  <p:tag name="KSO_WM_BEAUTIFY_FLAG" val=""/>
</p:tagLst>
</file>

<file path=ppt/tags/tag723.xml><?xml version="1.0" encoding="utf-8"?>
<p:tagLst xmlns:p="http://schemas.openxmlformats.org/presentationml/2006/main">
  <p:tag name="KSO_WM_BEAUTIFY_FLAG" val=""/>
</p:tagLst>
</file>

<file path=ppt/tags/tag724.xml><?xml version="1.0" encoding="utf-8"?>
<p:tagLst xmlns:p="http://schemas.openxmlformats.org/presentationml/2006/main">
  <p:tag name="KSO_WM_BEAUTIFY_FLAG" val=""/>
</p:tagLst>
</file>

<file path=ppt/tags/tag725.xml><?xml version="1.0" encoding="utf-8"?>
<p:tagLst xmlns:p="http://schemas.openxmlformats.org/presentationml/2006/main">
  <p:tag name="KSO_WM_BEAUTIFY_FLAG" val=""/>
</p:tagLst>
</file>

<file path=ppt/tags/tag726.xml><?xml version="1.0" encoding="utf-8"?>
<p:tagLst xmlns:p="http://schemas.openxmlformats.org/presentationml/2006/main">
  <p:tag name="KSO_WM_BEAUTIFY_FLAG" val=""/>
</p:tagLst>
</file>

<file path=ppt/tags/tag727.xml><?xml version="1.0" encoding="utf-8"?>
<p:tagLst xmlns:p="http://schemas.openxmlformats.org/presentationml/2006/main">
  <p:tag name="KSO_WM_BEAUTIFY_FLAG" val=""/>
</p:tagLst>
</file>

<file path=ppt/tags/tag728.xml><?xml version="1.0" encoding="utf-8"?>
<p:tagLst xmlns:p="http://schemas.openxmlformats.org/presentationml/2006/main">
  <p:tag name="KSO_WM_BEAUTIFY_FLAG" val=""/>
</p:tagLst>
</file>

<file path=ppt/tags/tag729.xml><?xml version="1.0" encoding="utf-8"?>
<p:tagLst xmlns:p="http://schemas.openxmlformats.org/presentationml/2006/main">
  <p:tag name="TABLE_ENDDRAG_ORIGIN_RECT" val="319*257"/>
  <p:tag name="TABLE_ENDDRAG_RECT" val="313*147*319*257"/>
  <p:tag name="KSO_WM_BEAUTIFY_FLAG" val=""/>
</p:tagLst>
</file>

<file path=ppt/tags/tag730.xml><?xml version="1.0" encoding="utf-8"?>
<p:tagLst xmlns:p="http://schemas.openxmlformats.org/presentationml/2006/main">
  <p:tag name="KSO_WM_BEAUTIFY_FLAG" val=""/>
</p:tagLst>
</file>

<file path=ppt/tags/tag731.xml><?xml version="1.0" encoding="utf-8"?>
<p:tagLst xmlns:p="http://schemas.openxmlformats.org/presentationml/2006/main">
  <p:tag name="KSO_WM_BEAUTIFY_FLAG" val=""/>
</p:tagLst>
</file>

<file path=ppt/tags/tag732.xml><?xml version="1.0" encoding="utf-8"?>
<p:tagLst xmlns:p="http://schemas.openxmlformats.org/presentationml/2006/main">
  <p:tag name="KSO_WM_BEAUTIFY_FLAG" val=""/>
</p:tagLst>
</file>

<file path=ppt/tags/tag733.xml><?xml version="1.0" encoding="utf-8"?>
<p:tagLst xmlns:p="http://schemas.openxmlformats.org/presentationml/2006/main">
  <p:tag name="KSO_WM_BEAUTIFY_FLAG" val=""/>
</p:tagLst>
</file>

<file path=ppt/tags/tag734.xml><?xml version="1.0" encoding="utf-8"?>
<p:tagLst xmlns:p="http://schemas.openxmlformats.org/presentationml/2006/main">
  <p:tag name="KSO_WM_BEAUTIFY_FLAG" val=""/>
</p:tagLst>
</file>

<file path=ppt/tags/tag735.xml><?xml version="1.0" encoding="utf-8"?>
<p:tagLst xmlns:p="http://schemas.openxmlformats.org/presentationml/2006/main">
  <p:tag name="KSO_WM_BEAUTIFY_FLAG" val=""/>
</p:tagLst>
</file>

<file path=ppt/tags/tag736.xml><?xml version="1.0" encoding="utf-8"?>
<p:tagLst xmlns:p="http://schemas.openxmlformats.org/presentationml/2006/main">
  <p:tag name="KSO_WM_BEAUTIFY_FLAG" val=""/>
</p:tagLst>
</file>

<file path=ppt/tags/tag737.xml><?xml version="1.0" encoding="utf-8"?>
<p:tagLst xmlns:p="http://schemas.openxmlformats.org/presentationml/2006/main">
  <p:tag name="KSO_WM_BEAUTIFY_FLAG" val=""/>
</p:tagLst>
</file>

<file path=ppt/tags/tag738.xml><?xml version="1.0" encoding="utf-8"?>
<p:tagLst xmlns:p="http://schemas.openxmlformats.org/presentationml/2006/main">
  <p:tag name="KSO_WM_BEAUTIFY_FLAG" val=""/>
</p:tagLst>
</file>

<file path=ppt/tags/tag739.xml><?xml version="1.0" encoding="utf-8"?>
<p:tagLst xmlns:p="http://schemas.openxmlformats.org/presentationml/2006/main">
  <p:tag name="KSO_WM_BEAUTIFY_FLAG" val=""/>
</p:tagLst>
</file>

<file path=ppt/tags/tag740.xml><?xml version="1.0" encoding="utf-8"?>
<p:tagLst xmlns:p="http://schemas.openxmlformats.org/presentationml/2006/main">
  <p:tag name="TABLE_ENDDRAG_ORIGIN_RECT" val="319*257"/>
  <p:tag name="TABLE_ENDDRAG_RECT" val="313*147*319*257"/>
</p:tagLst>
</file>

<file path=ppt/tags/tag741.xml><?xml version="1.0" encoding="utf-8"?>
<p:tagLst xmlns:p="http://schemas.openxmlformats.org/presentationml/2006/main">
  <p:tag name="KSO_WM_BEAUTIFY_FLAG" val=""/>
</p:tagLst>
</file>

<file path=ppt/tags/tag742.xml><?xml version="1.0" encoding="utf-8"?>
<p:tagLst xmlns:p="http://schemas.openxmlformats.org/presentationml/2006/main">
  <p:tag name="TABLE_ENDDRAG_ORIGIN_RECT" val="319*257"/>
  <p:tag name="TABLE_ENDDRAG_RECT" val="313*147*319*257"/>
  <p:tag name="KSO_WM_BEAUTIFY_FLAG" val=""/>
</p:tagLst>
</file>

<file path=ppt/tags/tag743.xml><?xml version="1.0" encoding="utf-8"?>
<p:tagLst xmlns:p="http://schemas.openxmlformats.org/presentationml/2006/main">
  <p:tag name="TABLE_ENDDRAG_ORIGIN_RECT" val="319*257"/>
  <p:tag name="TABLE_ENDDRAG_RECT" val="313*147*319*257"/>
  <p:tag name="KSO_WM_BEAUTIFY_FLAG" val=""/>
</p:tagLst>
</file>

<file path=ppt/tags/tag744.xml><?xml version="1.0" encoding="utf-8"?>
<p:tagLst xmlns:p="http://schemas.openxmlformats.org/presentationml/2006/main">
  <p:tag name="TABLE_ENDDRAG_ORIGIN_RECT" val="319*257"/>
  <p:tag name="TABLE_ENDDRAG_RECT" val="313*147*319*257"/>
  <p:tag name="KSO_WM_BEAUTIFY_FLAG" val=""/>
</p:tagLst>
</file>

<file path=ppt/tags/tag745.xml><?xml version="1.0" encoding="utf-8"?>
<p:tagLst xmlns:p="http://schemas.openxmlformats.org/presentationml/2006/main">
  <p:tag name="TABLE_ENDDRAG_ORIGIN_RECT" val="319*257"/>
  <p:tag name="TABLE_ENDDRAG_RECT" val="313*147*319*257"/>
  <p:tag name="KSO_WM_BEAUTIFY_FLAG" val=""/>
</p:tagLst>
</file>

<file path=ppt/tags/tag746.xml><?xml version="1.0" encoding="utf-8"?>
<p:tagLst xmlns:p="http://schemas.openxmlformats.org/presentationml/2006/main">
  <p:tag name="TABLE_ENDDRAG_ORIGIN_RECT" val="319*257"/>
  <p:tag name="TABLE_ENDDRAG_RECT" val="313*147*319*257"/>
  <p:tag name="KSO_WM_BEAUTIFY_FLAG" val=""/>
</p:tagLst>
</file>

<file path=ppt/tags/tag747.xml><?xml version="1.0" encoding="utf-8"?>
<p:tagLst xmlns:p="http://schemas.openxmlformats.org/presentationml/2006/main">
  <p:tag name="TABLE_ENDDRAG_ORIGIN_RECT" val="319*257"/>
  <p:tag name="TABLE_ENDDRAG_RECT" val="313*147*319*257"/>
  <p:tag name="KSO_WM_BEAUTIFY_FLAG" val=""/>
</p:tagLst>
</file>

<file path=ppt/tags/tag748.xml><?xml version="1.0" encoding="utf-8"?>
<p:tagLst xmlns:p="http://schemas.openxmlformats.org/presentationml/2006/main">
  <p:tag name="TABLE_ENDDRAG_ORIGIN_RECT" val="319*257"/>
  <p:tag name="TABLE_ENDDRAG_RECT" val="313*147*319*257"/>
  <p:tag name="KSO_WM_BEAUTIFY_FLAG" val=""/>
</p:tagLst>
</file>

<file path=ppt/tags/tag749.xml><?xml version="1.0" encoding="utf-8"?>
<p:tagLst xmlns:p="http://schemas.openxmlformats.org/presentationml/2006/main">
  <p:tag name="KSO_WM_BEAUTIFY_FLAG" val=""/>
</p:tagLst>
</file>

<file path=ppt/tags/tag750.xml><?xml version="1.0" encoding="utf-8"?>
<p:tagLst xmlns:p="http://schemas.openxmlformats.org/presentationml/2006/main">
  <p:tag name="KSO_WM_BEAUTIFY_FLAG" val=""/>
</p:tagLst>
</file>

<file path=ppt/tags/tag751.xml><?xml version="1.0" encoding="utf-8"?>
<p:tagLst xmlns:p="http://schemas.openxmlformats.org/presentationml/2006/main">
  <p:tag name="TABLE_ENDDRAG_ORIGIN_RECT" val="319*257"/>
  <p:tag name="TABLE_ENDDRAG_RECT" val="313*147*319*257"/>
  <p:tag name="KSO_WM_BEAUTIFY_FLAG" val=""/>
</p:tagLst>
</file>

<file path=ppt/tags/tag752.xml><?xml version="1.0" encoding="utf-8"?>
<p:tagLst xmlns:p="http://schemas.openxmlformats.org/presentationml/2006/main">
  <p:tag name="KSO_WM_BEAUTIFY_FLAG" val=""/>
</p:tagLst>
</file>

<file path=ppt/tags/tag753.xml><?xml version="1.0" encoding="utf-8"?>
<p:tagLst xmlns:p="http://schemas.openxmlformats.org/presentationml/2006/main">
  <p:tag name="KSO_WM_BEAUTIFY_FLAG" val=""/>
</p:tagLst>
</file>

<file path=ppt/tags/tag754.xml><?xml version="1.0" encoding="utf-8"?>
<p:tagLst xmlns:p="http://schemas.openxmlformats.org/presentationml/2006/main">
  <p:tag name="KSO_WM_BEAUTIFY_FLAG" val=""/>
</p:tagLst>
</file>

<file path=ppt/tags/tag755.xml><?xml version="1.0" encoding="utf-8"?>
<p:tagLst xmlns:p="http://schemas.openxmlformats.org/presentationml/2006/main">
  <p:tag name="KSO_WM_BEAUTIFY_FLAG" val=""/>
</p:tagLst>
</file>

<file path=ppt/tags/tag756.xml><?xml version="1.0" encoding="utf-8"?>
<p:tagLst xmlns:p="http://schemas.openxmlformats.org/presentationml/2006/main">
  <p:tag name="KSO_WM_BEAUTIFY_FLAG" val=""/>
</p:tagLst>
</file>

<file path=ppt/tags/tag757.xml><?xml version="1.0" encoding="utf-8"?>
<p:tagLst xmlns:p="http://schemas.openxmlformats.org/presentationml/2006/main">
  <p:tag name="KSO_WM_BEAUTIFY_FLAG" val=""/>
</p:tagLst>
</file>

<file path=ppt/tags/tag758.xml><?xml version="1.0" encoding="utf-8"?>
<p:tagLst xmlns:p="http://schemas.openxmlformats.org/presentationml/2006/main">
  <p:tag name="KSO_WM_BEAUTIFY_FLAG" val=""/>
</p:tagLst>
</file>

<file path=ppt/tags/tag759.xml><?xml version="1.0" encoding="utf-8"?>
<p:tagLst xmlns:p="http://schemas.openxmlformats.org/presentationml/2006/main">
  <p:tag name="KSO_WM_BEAUTIFY_FLAG" val=""/>
</p:tagLst>
</file>

<file path=ppt/tags/tag760.xml><?xml version="1.0" encoding="utf-8"?>
<p:tagLst xmlns:p="http://schemas.openxmlformats.org/presentationml/2006/main">
  <p:tag name="KSO_WM_BEAUTIFY_FLAG" val=""/>
</p:tagLst>
</file>

<file path=ppt/tags/tag761.xml><?xml version="1.0" encoding="utf-8"?>
<p:tagLst xmlns:p="http://schemas.openxmlformats.org/presentationml/2006/main">
  <p:tag name="KSO_WM_BEAUTIFY_FLAG" val=""/>
</p:tagLst>
</file>

<file path=ppt/tags/tag762.xml><?xml version="1.0" encoding="utf-8"?>
<p:tagLst xmlns:p="http://schemas.openxmlformats.org/presentationml/2006/main">
  <p:tag name="TABLE_ENDDRAG_ORIGIN_RECT" val="319*257"/>
  <p:tag name="TABLE_ENDDRAG_RECT" val="313*147*319*257"/>
</p:tagLst>
</file>

<file path=ppt/tags/tag763.xml><?xml version="1.0" encoding="utf-8"?>
<p:tagLst xmlns:p="http://schemas.openxmlformats.org/presentationml/2006/main">
  <p:tag name="TABLE_ENDDRAG_ORIGIN_RECT" val="319*257"/>
  <p:tag name="TABLE_ENDDRAG_RECT" val="313*147*319*257"/>
  <p:tag name="KSO_WM_BEAUTIFY_FLAG" val=""/>
</p:tagLst>
</file>

<file path=ppt/tags/tag764.xml><?xml version="1.0" encoding="utf-8"?>
<p:tagLst xmlns:p="http://schemas.openxmlformats.org/presentationml/2006/main">
  <p:tag name="KSO_WM_BEAUTIFY_FLAG" val=""/>
</p:tagLst>
</file>

<file path=ppt/tags/tag765.xml><?xml version="1.0" encoding="utf-8"?>
<p:tagLst xmlns:p="http://schemas.openxmlformats.org/presentationml/2006/main">
  <p:tag name="TABLE_ENDDRAG_ORIGIN_RECT" val="319*257"/>
  <p:tag name="TABLE_ENDDRAG_RECT" val="313*147*319*257"/>
  <p:tag name="KSO_WM_BEAUTIFY_FLAG" val=""/>
</p:tagLst>
</file>

<file path=ppt/tags/tag766.xml><?xml version="1.0" encoding="utf-8"?>
<p:tagLst xmlns:p="http://schemas.openxmlformats.org/presentationml/2006/main">
  <p:tag name="TABLE_ENDDRAG_ORIGIN_RECT" val="319*257"/>
  <p:tag name="TABLE_ENDDRAG_RECT" val="313*147*319*257"/>
  <p:tag name="KSO_WM_BEAUTIFY_FLAG" val=""/>
</p:tagLst>
</file>

<file path=ppt/tags/tag767.xml><?xml version="1.0" encoding="utf-8"?>
<p:tagLst xmlns:p="http://schemas.openxmlformats.org/presentationml/2006/main">
  <p:tag name="TABLE_ENDDRAG_ORIGIN_RECT" val="319*257"/>
  <p:tag name="TABLE_ENDDRAG_RECT" val="313*147*319*257"/>
  <p:tag name="KSO_WM_BEAUTIFY_FLAG" val=""/>
</p:tagLst>
</file>

<file path=ppt/tags/tag768.xml><?xml version="1.0" encoding="utf-8"?>
<p:tagLst xmlns:p="http://schemas.openxmlformats.org/presentationml/2006/main">
  <p:tag name="TABLE_ENDDRAG_ORIGIN_RECT" val="319*257"/>
  <p:tag name="TABLE_ENDDRAG_RECT" val="313*147*319*257"/>
  <p:tag name="KSO_WM_BEAUTIFY_FLAG" val=""/>
</p:tagLst>
</file>

<file path=ppt/tags/tag769.xml><?xml version="1.0" encoding="utf-8"?>
<p:tagLst xmlns:p="http://schemas.openxmlformats.org/presentationml/2006/main">
  <p:tag name="TABLE_ENDDRAG_ORIGIN_RECT" val="319*257"/>
  <p:tag name="TABLE_ENDDRAG_RECT" val="313*147*319*257"/>
  <p:tag name="KSO_WM_BEAUTIFY_FLAG" val=""/>
</p:tagLst>
</file>

<file path=ppt/tags/tag770.xml><?xml version="1.0" encoding="utf-8"?>
<p:tagLst xmlns:p="http://schemas.openxmlformats.org/presentationml/2006/main">
  <p:tag name="KSO_WM_BEAUTIFY_FLAG" val=""/>
</p:tagLst>
</file>

<file path=ppt/tags/tag771.xml><?xml version="1.0" encoding="utf-8"?>
<p:tagLst xmlns:p="http://schemas.openxmlformats.org/presentationml/2006/main">
  <p:tag name="KSO_WM_BEAUTIFY_FLAG" val=""/>
</p:tagLst>
</file>

<file path=ppt/tags/tag772.xml><?xml version="1.0" encoding="utf-8"?>
<p:tagLst xmlns:p="http://schemas.openxmlformats.org/presentationml/2006/main">
  <p:tag name="TABLE_ENDDRAG_ORIGIN_RECT" val="319*257"/>
  <p:tag name="TABLE_ENDDRAG_RECT" val="313*147*319*257"/>
  <p:tag name="KSO_WM_BEAUTIFY_FLAG" val=""/>
</p:tagLst>
</file>

<file path=ppt/tags/tag773.xml><?xml version="1.0" encoding="utf-8"?>
<p:tagLst xmlns:p="http://schemas.openxmlformats.org/presentationml/2006/main">
  <p:tag name="KSO_WM_BEAUTIFY_FLAG" val=""/>
</p:tagLst>
</file>

<file path=ppt/tags/tag774.xml><?xml version="1.0" encoding="utf-8"?>
<p:tagLst xmlns:p="http://schemas.openxmlformats.org/presentationml/2006/main">
  <p:tag name="KSO_WM_BEAUTIFY_FLAG" val=""/>
</p:tagLst>
</file>

<file path=ppt/tags/tag775.xml><?xml version="1.0" encoding="utf-8"?>
<p:tagLst xmlns:p="http://schemas.openxmlformats.org/presentationml/2006/main">
  <p:tag name="KSO_WM_BEAUTIFY_FLAG" val=""/>
</p:tagLst>
</file>

<file path=ppt/tags/tag776.xml><?xml version="1.0" encoding="utf-8"?>
<p:tagLst xmlns:p="http://schemas.openxmlformats.org/presentationml/2006/main">
  <p:tag name="KSO_WM_BEAUTIFY_FLAG" val=""/>
</p:tagLst>
</file>

<file path=ppt/tags/tag777.xml><?xml version="1.0" encoding="utf-8"?>
<p:tagLst xmlns:p="http://schemas.openxmlformats.org/presentationml/2006/main">
  <p:tag name="KSO_WM_BEAUTIFY_FLAG" val=""/>
</p:tagLst>
</file>

<file path=ppt/tags/tag778.xml><?xml version="1.0" encoding="utf-8"?>
<p:tagLst xmlns:p="http://schemas.openxmlformats.org/presentationml/2006/main">
  <p:tag name="KSO_WM_BEAUTIFY_FLAG" val=""/>
</p:tagLst>
</file>

<file path=ppt/tags/tag779.xml><?xml version="1.0" encoding="utf-8"?>
<p:tagLst xmlns:p="http://schemas.openxmlformats.org/presentationml/2006/main">
  <p:tag name="KSO_WM_BEAUTIFY_FLAG" val=""/>
</p:tagLst>
</file>

<file path=ppt/tags/tag780.xml><?xml version="1.0" encoding="utf-8"?>
<p:tagLst xmlns:p="http://schemas.openxmlformats.org/presentationml/2006/main">
  <p:tag name="KSO_WM_BEAUTIFY_FLAG" val=""/>
</p:tagLst>
</file>

<file path=ppt/tags/tag781.xml><?xml version="1.0" encoding="utf-8"?>
<p:tagLst xmlns:p="http://schemas.openxmlformats.org/presentationml/2006/main">
  <p:tag name="KSO_WM_BEAUTIFY_FLAG" val=""/>
</p:tagLst>
</file>

<file path=ppt/tags/tag782.xml><?xml version="1.0" encoding="utf-8"?>
<p:tagLst xmlns:p="http://schemas.openxmlformats.org/presentationml/2006/main">
  <p:tag name="KSO_WM_BEAUTIFY_FLAG" val=""/>
</p:tagLst>
</file>

<file path=ppt/tags/tag783.xml><?xml version="1.0" encoding="utf-8"?>
<p:tagLst xmlns:p="http://schemas.openxmlformats.org/presentationml/2006/main">
  <p:tag name="KSO_WM_BEAUTIFY_FLAG" val=""/>
</p:tagLst>
</file>

<file path=ppt/tags/tag784.xml><?xml version="1.0" encoding="utf-8"?>
<p:tagLst xmlns:p="http://schemas.openxmlformats.org/presentationml/2006/main">
  <p:tag name="KSO_WM_BEAUTIFY_FLAG" val=""/>
</p:tagLst>
</file>

<file path=ppt/tags/tag785.xml><?xml version="1.0" encoding="utf-8"?>
<p:tagLst xmlns:p="http://schemas.openxmlformats.org/presentationml/2006/main">
  <p:tag name="KSO_WM_BEAUTIFY_FLAG" val=""/>
</p:tagLst>
</file>

<file path=ppt/tags/tag786.xml><?xml version="1.0" encoding="utf-8"?>
<p:tagLst xmlns:p="http://schemas.openxmlformats.org/presentationml/2006/main">
  <p:tag name="KSO_WM_BEAUTIFY_FLAG" val=""/>
</p:tagLst>
</file>

<file path=ppt/tags/tag787.xml><?xml version="1.0" encoding="utf-8"?>
<p:tagLst xmlns:p="http://schemas.openxmlformats.org/presentationml/2006/main">
  <p:tag name="KSO_WM_BEAUTIFY_FLAG" val=""/>
</p:tagLst>
</file>

<file path=ppt/tags/tag788.xml><?xml version="1.0" encoding="utf-8"?>
<p:tagLst xmlns:p="http://schemas.openxmlformats.org/presentationml/2006/main">
  <p:tag name="KSO_WM_BEAUTIFY_FLAG" val=""/>
</p:tagLst>
</file>

<file path=ppt/tags/tag789.xml><?xml version="1.0" encoding="utf-8"?>
<p:tagLst xmlns:p="http://schemas.openxmlformats.org/presentationml/2006/main">
  <p:tag name="KSO_WM_BEAUTIFY_FLAG" val=""/>
</p:tagLst>
</file>

<file path=ppt/tags/tag790.xml><?xml version="1.0" encoding="utf-8"?>
<p:tagLst xmlns:p="http://schemas.openxmlformats.org/presentationml/2006/main">
  <p:tag name="KSO_WM_BEAUTIFY_FLAG" val=""/>
</p:tagLst>
</file>

<file path=ppt/tags/tag791.xml><?xml version="1.0" encoding="utf-8"?>
<p:tagLst xmlns:p="http://schemas.openxmlformats.org/presentationml/2006/main">
  <p:tag name="KSO_WM_BEAUTIFY_FLAG" val=""/>
</p:tagLst>
</file>

<file path=ppt/tags/tag792.xml><?xml version="1.0" encoding="utf-8"?>
<p:tagLst xmlns:p="http://schemas.openxmlformats.org/presentationml/2006/main">
  <p:tag name="KSO_WM_BEAUTIFY_FLAG" val=""/>
</p:tagLst>
</file>

<file path=ppt/tags/tag793.xml><?xml version="1.0" encoding="utf-8"?>
<p:tagLst xmlns:p="http://schemas.openxmlformats.org/presentationml/2006/main">
  <p:tag name="KSO_WM_BEAUTIFY_FLAG" val=""/>
</p:tagLst>
</file>

<file path=ppt/tags/tag794.xml><?xml version="1.0" encoding="utf-8"?>
<p:tagLst xmlns:p="http://schemas.openxmlformats.org/presentationml/2006/main">
  <p:tag name="KSO_WM_BEAUTIFY_FLAG" val=""/>
</p:tagLst>
</file>

<file path=ppt/tags/tag795.xml><?xml version="1.0" encoding="utf-8"?>
<p:tagLst xmlns:p="http://schemas.openxmlformats.org/presentationml/2006/main">
  <p:tag name="KSO_WM_BEAUTIFY_FLAG" val=""/>
</p:tagLst>
</file>

<file path=ppt/tags/tag796.xml><?xml version="1.0" encoding="utf-8"?>
<p:tagLst xmlns:p="http://schemas.openxmlformats.org/presentationml/2006/main">
  <p:tag name="TABLE_ENDDRAG_ORIGIN_RECT" val="319*257"/>
  <p:tag name="TABLE_ENDDRAG_RECT" val="313*147*319*257"/>
</p:tagLst>
</file>

<file path=ppt/tags/tag797.xml><?xml version="1.0" encoding="utf-8"?>
<p:tagLst xmlns:p="http://schemas.openxmlformats.org/presentationml/2006/main">
  <p:tag name="KSO_WM_BEAUTIFY_FLAG" val=""/>
</p:tagLst>
</file>

<file path=ppt/tags/tag798.xml><?xml version="1.0" encoding="utf-8"?>
<p:tagLst xmlns:p="http://schemas.openxmlformats.org/presentationml/2006/main">
  <p:tag name="KSO_WM_BEAUTIFY_FLAG" val=""/>
</p:tagLst>
</file>

<file path=ppt/tags/tag799.xml><?xml version="1.0" encoding="utf-8"?>
<p:tagLst xmlns:p="http://schemas.openxmlformats.org/presentationml/2006/main">
  <p:tag name="KSO_WM_BEAUTIFY_FLAG" val=""/>
</p:tagLst>
</file>

<file path=ppt/tags/tag800.xml><?xml version="1.0" encoding="utf-8"?>
<p:tagLst xmlns:p="http://schemas.openxmlformats.org/presentationml/2006/main">
  <p:tag name="KSO_WM_BEAUTIFY_FLAG" val=""/>
</p:tagLst>
</file>

<file path=ppt/tags/tag801.xml><?xml version="1.0" encoding="utf-8"?>
<p:tagLst xmlns:p="http://schemas.openxmlformats.org/presentationml/2006/main">
  <p:tag name="KSO_WM_BEAUTIFY_FLAG" val=""/>
</p:tagLst>
</file>

<file path=ppt/tags/tag802.xml><?xml version="1.0" encoding="utf-8"?>
<p:tagLst xmlns:p="http://schemas.openxmlformats.org/presentationml/2006/main">
  <p:tag name="KSO_WM_BEAUTIFY_FLAG" val=""/>
</p:tagLst>
</file>

<file path=ppt/tags/tag803.xml><?xml version="1.0" encoding="utf-8"?>
<p:tagLst xmlns:p="http://schemas.openxmlformats.org/presentationml/2006/main">
  <p:tag name="KSO_WM_BEAUTIFY_FLAG" val=""/>
</p:tagLst>
</file>

<file path=ppt/tags/tag804.xml><?xml version="1.0" encoding="utf-8"?>
<p:tagLst xmlns:p="http://schemas.openxmlformats.org/presentationml/2006/main">
  <p:tag name="KSO_WM_BEAUTIFY_FLAG" val=""/>
</p:tagLst>
</file>

<file path=ppt/tags/tag805.xml><?xml version="1.0" encoding="utf-8"?>
<p:tagLst xmlns:p="http://schemas.openxmlformats.org/presentationml/2006/main">
  <p:tag name="KSO_WM_BEAUTIFY_FLAG" val=""/>
</p:tagLst>
</file>

<file path=ppt/tags/tag806.xml><?xml version="1.0" encoding="utf-8"?>
<p:tagLst xmlns:p="http://schemas.openxmlformats.org/presentationml/2006/main">
  <p:tag name="KSO_WM_BEAUTIFY_FLAG" val=""/>
</p:tagLst>
</file>

<file path=ppt/tags/tag807.xml><?xml version="1.0" encoding="utf-8"?>
<p:tagLst xmlns:p="http://schemas.openxmlformats.org/presentationml/2006/main">
  <p:tag name="KSO_WM_BEAUTIFY_FLAG" val=""/>
</p:tagLst>
</file>

<file path=ppt/tags/tag808.xml><?xml version="1.0" encoding="utf-8"?>
<p:tagLst xmlns:p="http://schemas.openxmlformats.org/presentationml/2006/main">
  <p:tag name="KSO_WM_BEAUTIFY_FLAG" val=""/>
</p:tagLst>
</file>

<file path=ppt/tags/tag809.xml><?xml version="1.0" encoding="utf-8"?>
<p:tagLst xmlns:p="http://schemas.openxmlformats.org/presentationml/2006/main">
  <p:tag name="commondata" val="eyJoZGlkIjoiYjk3NjIzYTJjYjk1YjQ4YjNmMGE0MzI2NmRlM2Y1NGE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2894</Words>
  <Application>WPS 演示</Application>
  <PresentationFormat>宽屏</PresentationFormat>
  <Paragraphs>1740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8" baseType="lpstr">
      <vt:lpstr>Arial</vt:lpstr>
      <vt:lpstr>宋体</vt:lpstr>
      <vt:lpstr>Wingdings</vt:lpstr>
      <vt:lpstr>Wingdings</vt:lpstr>
      <vt:lpstr>微软雅黑</vt:lpstr>
      <vt:lpstr>Consolas</vt:lpstr>
      <vt:lpstr>Calibri</vt:lpstr>
      <vt:lpstr>Arial Unicode MS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林志明</dc:creator>
  <cp:lastModifiedBy>林志明</cp:lastModifiedBy>
  <cp:revision>494</cp:revision>
  <dcterms:created xsi:type="dcterms:W3CDTF">2023-08-09T12:44:00Z</dcterms:created>
  <dcterms:modified xsi:type="dcterms:W3CDTF">2024-05-16T01:56:24Z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2052-12.1.0.16120</vt:lpwstr>
  </property>
</Properties>
</file>