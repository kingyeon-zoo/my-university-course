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0"/>
  </p:notesMasterIdLst>
  <p:sldIdLst>
    <p:sldId id="257" r:id="rId3"/>
    <p:sldId id="261" r:id="rId4"/>
    <p:sldId id="264" r:id="rId5"/>
    <p:sldId id="265" r:id="rId6"/>
    <p:sldId id="266" r:id="rId7"/>
    <p:sldId id="267" r:id="rId8"/>
    <p:sldId id="269" r:id="rId9"/>
    <p:sldId id="268" r:id="rId10"/>
    <p:sldId id="271" r:id="rId11"/>
    <p:sldId id="273" r:id="rId12"/>
    <p:sldId id="272" r:id="rId13"/>
    <p:sldId id="274" r:id="rId14"/>
    <p:sldId id="276" r:id="rId15"/>
    <p:sldId id="278" r:id="rId16"/>
    <p:sldId id="282" r:id="rId17"/>
    <p:sldId id="283" r:id="rId18"/>
    <p:sldId id="284" r:id="rId19"/>
    <p:sldId id="285" r:id="rId20"/>
    <p:sldId id="286" r:id="rId21"/>
    <p:sldId id="299" r:id="rId22"/>
    <p:sldId id="303" r:id="rId23"/>
    <p:sldId id="289" r:id="rId24"/>
    <p:sldId id="291" r:id="rId25"/>
    <p:sldId id="290" r:id="rId26"/>
    <p:sldId id="295" r:id="rId27"/>
    <p:sldId id="296" r:id="rId28"/>
    <p:sldId id="281" r:id="rId29"/>
    <p:sldId id="280" r:id="rId30"/>
    <p:sldId id="302" r:id="rId31"/>
    <p:sldId id="314" r:id="rId32"/>
    <p:sldId id="315" r:id="rId33"/>
    <p:sldId id="301" r:id="rId34"/>
    <p:sldId id="300" r:id="rId35"/>
    <p:sldId id="318" r:id="rId36"/>
    <p:sldId id="327" r:id="rId37"/>
    <p:sldId id="336" r:id="rId38"/>
    <p:sldId id="337" r:id="rId39"/>
    <p:sldId id="338" r:id="rId40"/>
    <p:sldId id="339" r:id="rId41"/>
    <p:sldId id="319" r:id="rId42"/>
    <p:sldId id="320" r:id="rId43"/>
    <p:sldId id="321" r:id="rId44"/>
    <p:sldId id="322" r:id="rId45"/>
    <p:sldId id="324" r:id="rId46"/>
    <p:sldId id="325" r:id="rId47"/>
    <p:sldId id="326" r:id="rId48"/>
    <p:sldId id="340" r:id="rId49"/>
    <p:sldId id="399" r:id="rId50"/>
    <p:sldId id="375" r:id="rId51"/>
    <p:sldId id="376" r:id="rId52"/>
    <p:sldId id="377" r:id="rId53"/>
    <p:sldId id="350" r:id="rId54"/>
    <p:sldId id="351" r:id="rId55"/>
    <p:sldId id="400" r:id="rId56"/>
    <p:sldId id="352" r:id="rId57"/>
    <p:sldId id="398" r:id="rId58"/>
    <p:sldId id="401" r:id="rId59"/>
    <p:sldId id="402" r:id="rId60"/>
    <p:sldId id="428" r:id="rId61"/>
    <p:sldId id="430" r:id="rId62"/>
    <p:sldId id="353" r:id="rId63"/>
    <p:sldId id="354" r:id="rId64"/>
    <p:sldId id="355" r:id="rId65"/>
    <p:sldId id="356" r:id="rId66"/>
    <p:sldId id="357" r:id="rId67"/>
    <p:sldId id="358" r:id="rId68"/>
    <p:sldId id="360" r:id="rId69"/>
    <p:sldId id="362" r:id="rId70"/>
    <p:sldId id="364" r:id="rId71"/>
    <p:sldId id="365" r:id="rId72"/>
    <p:sldId id="367" r:id="rId73"/>
    <p:sldId id="369" r:id="rId74"/>
    <p:sldId id="370" r:id="rId75"/>
    <p:sldId id="371" r:id="rId76"/>
    <p:sldId id="372" r:id="rId77"/>
    <p:sldId id="373" r:id="rId78"/>
    <p:sldId id="374" r:id="rId79"/>
  </p:sldIdLst>
  <p:sldSz cx="12192000" cy="6858000"/>
  <p:notesSz cx="6858000" cy="9144000"/>
  <p:custDataLst>
    <p:tags r:id="rId8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BC"/>
    <a:srgbClr val="2DB4D5"/>
    <a:srgbClr val="CC00FF"/>
    <a:srgbClr val="E9E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4" Type="http://schemas.openxmlformats.org/officeDocument/2006/relationships/tags" Target="tags/tag938.xml"/><Relationship Id="rId83" Type="http://schemas.openxmlformats.org/officeDocument/2006/relationships/tableStyles" Target="tableStyles.xml"/><Relationship Id="rId82" Type="http://schemas.openxmlformats.org/officeDocument/2006/relationships/viewProps" Target="viewProps.xml"/><Relationship Id="rId81" Type="http://schemas.openxmlformats.org/officeDocument/2006/relationships/presProps" Target="presProps.xml"/><Relationship Id="rId80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14.wmf"/><Relationship Id="rId3" Type="http://schemas.openxmlformats.org/officeDocument/2006/relationships/image" Target="../media/image16.wmf"/><Relationship Id="rId2" Type="http://schemas.openxmlformats.org/officeDocument/2006/relationships/image" Target="../media/image10.wmf"/><Relationship Id="rId10" Type="http://schemas.openxmlformats.org/officeDocument/2006/relationships/image" Target="../media/image15.wmf"/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20.wmf"/><Relationship Id="rId3" Type="http://schemas.openxmlformats.org/officeDocument/2006/relationships/image" Target="../media/image4.wmf"/><Relationship Id="rId2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.wmf"/><Relationship Id="rId8" Type="http://schemas.openxmlformats.org/officeDocument/2006/relationships/image" Target="../media/image28.wmf"/><Relationship Id="rId7" Type="http://schemas.openxmlformats.org/officeDocument/2006/relationships/image" Target="../media/image10.wmf"/><Relationship Id="rId6" Type="http://schemas.openxmlformats.org/officeDocument/2006/relationships/image" Target="../media/image27.wmf"/><Relationship Id="rId5" Type="http://schemas.openxmlformats.org/officeDocument/2006/relationships/image" Target="../media/image25.wmf"/><Relationship Id="rId4" Type="http://schemas.openxmlformats.org/officeDocument/2006/relationships/image" Target="../media/image26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2" Type="http://schemas.openxmlformats.org/officeDocument/2006/relationships/image" Target="../media/image7.wmf"/><Relationship Id="rId11" Type="http://schemas.openxmlformats.org/officeDocument/2006/relationships/image" Target="../media/image6.wmf"/><Relationship Id="rId10" Type="http://schemas.openxmlformats.org/officeDocument/2006/relationships/image" Target="../media/image20.wmf"/><Relationship Id="rId1" Type="http://schemas.openxmlformats.org/officeDocument/2006/relationships/image" Target="../media/image21.wmf"/></Relationships>
</file>

<file path=ppt/drawings/_rels/vmlDrawing15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image" Target="../media/image25.wmf"/><Relationship Id="rId7" Type="http://schemas.openxmlformats.org/officeDocument/2006/relationships/image" Target="../media/image3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39.wmf"/><Relationship Id="rId5" Type="http://schemas.openxmlformats.org/officeDocument/2006/relationships/image" Target="../media/image25.wmf"/><Relationship Id="rId4" Type="http://schemas.openxmlformats.org/officeDocument/2006/relationships/image" Target="../media/image38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7.wmf"/><Relationship Id="rId8" Type="http://schemas.openxmlformats.org/officeDocument/2006/relationships/image" Target="../media/image46.wmf"/><Relationship Id="rId7" Type="http://schemas.openxmlformats.org/officeDocument/2006/relationships/image" Target="../media/image45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20.vml.rels><?xml version="1.0" encoding="UTF-8" standalone="yes"?>
<Relationships xmlns="http://schemas.openxmlformats.org/package/2006/relationships"><Relationship Id="rId6" Type="http://schemas.openxmlformats.org/officeDocument/2006/relationships/image" Target="../media/image47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48.w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54.wmf"/><Relationship Id="rId6" Type="http://schemas.openxmlformats.org/officeDocument/2006/relationships/image" Target="../media/image47.wmf"/><Relationship Id="rId5" Type="http://schemas.openxmlformats.org/officeDocument/2006/relationships/image" Target="../media/image53.wmf"/><Relationship Id="rId4" Type="http://schemas.openxmlformats.org/officeDocument/2006/relationships/image" Target="../media/image51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48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55.wmf"/><Relationship Id="rId5" Type="http://schemas.openxmlformats.org/officeDocument/2006/relationships/image" Target="../media/image47.wmf"/><Relationship Id="rId4" Type="http://schemas.openxmlformats.org/officeDocument/2006/relationships/image" Target="../media/image53.wmf"/><Relationship Id="rId3" Type="http://schemas.openxmlformats.org/officeDocument/2006/relationships/image" Target="../media/image51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62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3" Type="http://schemas.openxmlformats.org/officeDocument/2006/relationships/image" Target="../media/image58.wmf"/><Relationship Id="rId21" Type="http://schemas.openxmlformats.org/officeDocument/2006/relationships/image" Target="../media/image68.wmf"/><Relationship Id="rId20" Type="http://schemas.openxmlformats.org/officeDocument/2006/relationships/image" Target="../media/image47.wmf"/><Relationship Id="rId2" Type="http://schemas.openxmlformats.org/officeDocument/2006/relationships/image" Target="../media/image57.wmf"/><Relationship Id="rId19" Type="http://schemas.openxmlformats.org/officeDocument/2006/relationships/image" Target="../media/image67.wmf"/><Relationship Id="rId18" Type="http://schemas.openxmlformats.org/officeDocument/2006/relationships/image" Target="../media/image51.wmf"/><Relationship Id="rId17" Type="http://schemas.openxmlformats.org/officeDocument/2006/relationships/image" Target="../media/image22.wmf"/><Relationship Id="rId16" Type="http://schemas.openxmlformats.org/officeDocument/2006/relationships/image" Target="../media/image21.wmf"/><Relationship Id="rId15" Type="http://schemas.openxmlformats.org/officeDocument/2006/relationships/image" Target="../media/image66.wmf"/><Relationship Id="rId14" Type="http://schemas.openxmlformats.org/officeDocument/2006/relationships/image" Target="../media/image65.wmf"/><Relationship Id="rId13" Type="http://schemas.openxmlformats.org/officeDocument/2006/relationships/image" Target="../media/image64.wmf"/><Relationship Id="rId12" Type="http://schemas.openxmlformats.org/officeDocument/2006/relationships/image" Target="../media/image63.wmf"/><Relationship Id="rId11" Type="http://schemas.openxmlformats.org/officeDocument/2006/relationships/image" Target="../media/image44.wmf"/><Relationship Id="rId10" Type="http://schemas.openxmlformats.org/officeDocument/2006/relationships/image" Target="../media/image43.wmf"/><Relationship Id="rId1" Type="http://schemas.openxmlformats.org/officeDocument/2006/relationships/image" Target="../media/image56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7" Type="http://schemas.openxmlformats.org/officeDocument/2006/relationships/image" Target="../media/image53.wmf"/><Relationship Id="rId6" Type="http://schemas.openxmlformats.org/officeDocument/2006/relationships/image" Target="../media/image68.wmf"/><Relationship Id="rId5" Type="http://schemas.openxmlformats.org/officeDocument/2006/relationships/image" Target="../media/image47.wmf"/><Relationship Id="rId4" Type="http://schemas.openxmlformats.org/officeDocument/2006/relationships/image" Target="../media/image67.wmf"/><Relationship Id="rId3" Type="http://schemas.openxmlformats.org/officeDocument/2006/relationships/image" Target="../media/image51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5.vml.rels><?xml version="1.0" encoding="UTF-8" standalone="yes"?>
<Relationships xmlns="http://schemas.openxmlformats.org/package/2006/relationships"><Relationship Id="rId6" Type="http://schemas.openxmlformats.org/officeDocument/2006/relationships/image" Target="../media/image70.wmf"/><Relationship Id="rId5" Type="http://schemas.openxmlformats.org/officeDocument/2006/relationships/image" Target="../media/image47.wmf"/><Relationship Id="rId4" Type="http://schemas.openxmlformats.org/officeDocument/2006/relationships/image" Target="../media/image69.wmf"/><Relationship Id="rId3" Type="http://schemas.openxmlformats.org/officeDocument/2006/relationships/image" Target="../media/image51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.wmf"/><Relationship Id="rId4" Type="http://schemas.openxmlformats.org/officeDocument/2006/relationships/image" Target="../media/image73.wmf"/><Relationship Id="rId3" Type="http://schemas.openxmlformats.org/officeDocument/2006/relationships/image" Target="../media/image71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74.wmf"/><Relationship Id="rId5" Type="http://schemas.openxmlformats.org/officeDocument/2006/relationships/image" Target="../media/image47.wmf"/><Relationship Id="rId4" Type="http://schemas.openxmlformats.org/officeDocument/2006/relationships/image" Target="../media/image73.wmf"/><Relationship Id="rId3" Type="http://schemas.openxmlformats.org/officeDocument/2006/relationships/image" Target="../media/image71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式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D580-8F43-4817-B1AD-1B4214562072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11353800" y="6356350"/>
            <a:ext cx="639617" cy="365125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1536218" y="6356350"/>
            <a:ext cx="540327" cy="365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五边形 3"/>
          <p:cNvSpPr/>
          <p:nvPr userDrawn="1"/>
        </p:nvSpPr>
        <p:spPr>
          <a:xfrm>
            <a:off x="0" y="0"/>
            <a:ext cx="5384800" cy="794328"/>
          </a:xfrm>
          <a:prstGeom prst="homePlat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1231245" y="0"/>
            <a:ext cx="960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笛霸格</a:t>
            </a:r>
            <a:endParaRPr lang="zh-CN" altLang="en-US" b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1.wmf"/><Relationship Id="rId19" Type="http://schemas.openxmlformats.org/officeDocument/2006/relationships/image" Target="../media/image9.wmf"/><Relationship Id="rId18" Type="http://schemas.openxmlformats.org/officeDocument/2006/relationships/oleObject" Target="../embeddings/oleObject10.bin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12.bin"/><Relationship Id="rId24" Type="http://schemas.openxmlformats.org/officeDocument/2006/relationships/vmlDrawing" Target="../drawings/vmlDrawing2.v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15.wmf"/><Relationship Id="rId21" Type="http://schemas.openxmlformats.org/officeDocument/2006/relationships/oleObject" Target="../embeddings/oleObject20.bin"/><Relationship Id="rId20" Type="http://schemas.openxmlformats.org/officeDocument/2006/relationships/tags" Target="../tags/tag3.xml"/><Relationship Id="rId2" Type="http://schemas.openxmlformats.org/officeDocument/2006/relationships/image" Target="../media/image1.wmf"/><Relationship Id="rId19" Type="http://schemas.openxmlformats.org/officeDocument/2006/relationships/image" Target="../media/image14.wmf"/><Relationship Id="rId18" Type="http://schemas.openxmlformats.org/officeDocument/2006/relationships/oleObject" Target="../embeddings/oleObject19.bin"/><Relationship Id="rId17" Type="http://schemas.openxmlformats.org/officeDocument/2006/relationships/tags" Target="../tags/tag2.xml"/><Relationship Id="rId16" Type="http://schemas.openxmlformats.org/officeDocument/2006/relationships/image" Target="../media/image13.wmf"/><Relationship Id="rId15" Type="http://schemas.openxmlformats.org/officeDocument/2006/relationships/oleObject" Target="../embeddings/oleObject18.bin"/><Relationship Id="rId14" Type="http://schemas.openxmlformats.org/officeDocument/2006/relationships/oleObject" Target="../embeddings/oleObject17.bin"/><Relationship Id="rId13" Type="http://schemas.openxmlformats.org/officeDocument/2006/relationships/image" Target="../media/image12.wmf"/><Relationship Id="rId12" Type="http://schemas.openxmlformats.org/officeDocument/2006/relationships/oleObject" Target="../embeddings/oleObject16.bin"/><Relationship Id="rId11" Type="http://schemas.openxmlformats.org/officeDocument/2006/relationships/tags" Target="../tags/tag1.xml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22.bin"/><Relationship Id="rId24" Type="http://schemas.openxmlformats.org/officeDocument/2006/relationships/vmlDrawing" Target="../drawings/vmlDrawing3.v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15.wmf"/><Relationship Id="rId21" Type="http://schemas.openxmlformats.org/officeDocument/2006/relationships/oleObject" Target="../embeddings/oleObject30.bin"/><Relationship Id="rId20" Type="http://schemas.openxmlformats.org/officeDocument/2006/relationships/tags" Target="../tags/tag5.xml"/><Relationship Id="rId2" Type="http://schemas.openxmlformats.org/officeDocument/2006/relationships/image" Target="../media/image1.wmf"/><Relationship Id="rId19" Type="http://schemas.openxmlformats.org/officeDocument/2006/relationships/image" Target="../media/image19.wmf"/><Relationship Id="rId18" Type="http://schemas.openxmlformats.org/officeDocument/2006/relationships/oleObject" Target="../embeddings/oleObject29.bin"/><Relationship Id="rId17" Type="http://schemas.openxmlformats.org/officeDocument/2006/relationships/image" Target="../media/image18.wmf"/><Relationship Id="rId16" Type="http://schemas.openxmlformats.org/officeDocument/2006/relationships/oleObject" Target="../embeddings/oleObject28.bin"/><Relationship Id="rId15" Type="http://schemas.openxmlformats.org/officeDocument/2006/relationships/image" Target="../media/image17.wmf"/><Relationship Id="rId14" Type="http://schemas.openxmlformats.org/officeDocument/2006/relationships/oleObject" Target="../embeddings/oleObject27.bin"/><Relationship Id="rId13" Type="http://schemas.openxmlformats.org/officeDocument/2006/relationships/tags" Target="../tags/tag4.xml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2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1.wmf"/><Relationship Id="rId17" Type="http://schemas.openxmlformats.org/officeDocument/2006/relationships/vmlDrawing" Target="../drawings/vmlDrawing4.v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5.wmf"/><Relationship Id="rId14" Type="http://schemas.openxmlformats.org/officeDocument/2006/relationships/oleObject" Target="../embeddings/oleObject37.bin"/><Relationship Id="rId13" Type="http://schemas.openxmlformats.org/officeDocument/2006/relationships/tags" Target="../tags/tag6.xml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12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38.bin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12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40.bin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12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42.bin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20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44.bin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7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69.x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46.bin"/><Relationship Id="rId1" Type="http://schemas.openxmlformats.org/officeDocument/2006/relationships/tags" Target="../tags/tag68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1.x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47.bin"/><Relationship Id="rId1" Type="http://schemas.openxmlformats.org/officeDocument/2006/relationships/tags" Target="../tags/tag7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48.bin"/><Relationship Id="rId17" Type="http://schemas.openxmlformats.org/officeDocument/2006/relationships/vmlDrawing" Target="../drawings/vmlDrawing11.v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49.bin"/><Relationship Id="rId1" Type="http://schemas.openxmlformats.org/officeDocument/2006/relationships/tags" Target="../tags/tag9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oleObject" Target="../embeddings/oleObject53.bin"/><Relationship Id="rId7" Type="http://schemas.openxmlformats.org/officeDocument/2006/relationships/image" Target="../media/image23.wmf"/><Relationship Id="rId6" Type="http://schemas.openxmlformats.org/officeDocument/2006/relationships/oleObject" Target="../embeddings/oleObject52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51.bin"/><Relationship Id="rId3" Type="http://schemas.openxmlformats.org/officeDocument/2006/relationships/image" Target="../media/image21.wmf"/><Relationship Id="rId2" Type="http://schemas.openxmlformats.org/officeDocument/2006/relationships/oleObject" Target="../embeddings/oleObject50.bin"/><Relationship Id="rId13" Type="http://schemas.openxmlformats.org/officeDocument/2006/relationships/vmlDrawing" Target="../drawings/vmlDrawing13.v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5.wmf"/><Relationship Id="rId10" Type="http://schemas.openxmlformats.org/officeDocument/2006/relationships/oleObject" Target="../embeddings/oleObject54.bin"/><Relationship Id="rId1" Type="http://schemas.openxmlformats.org/officeDocument/2006/relationships/tags" Target="../tags/tag9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wmf"/><Relationship Id="rId8" Type="http://schemas.openxmlformats.org/officeDocument/2006/relationships/oleObject" Target="../embeddings/oleObject58.bin"/><Relationship Id="rId7" Type="http://schemas.openxmlformats.org/officeDocument/2006/relationships/image" Target="../media/image23.wmf"/><Relationship Id="rId6" Type="http://schemas.openxmlformats.org/officeDocument/2006/relationships/oleObject" Target="../embeddings/oleObject57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56.bin"/><Relationship Id="rId3" Type="http://schemas.openxmlformats.org/officeDocument/2006/relationships/image" Target="../media/image21.wmf"/><Relationship Id="rId29" Type="http://schemas.openxmlformats.org/officeDocument/2006/relationships/vmlDrawing" Target="../drawings/vmlDrawing14.v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94.xml"/><Relationship Id="rId26" Type="http://schemas.openxmlformats.org/officeDocument/2006/relationships/tags" Target="../tags/tag93.xml"/><Relationship Id="rId25" Type="http://schemas.openxmlformats.org/officeDocument/2006/relationships/image" Target="../media/image7.wmf"/><Relationship Id="rId24" Type="http://schemas.openxmlformats.org/officeDocument/2006/relationships/oleObject" Target="../embeddings/oleObject66.bin"/><Relationship Id="rId23" Type="http://schemas.openxmlformats.org/officeDocument/2006/relationships/image" Target="../media/image6.wmf"/><Relationship Id="rId22" Type="http://schemas.openxmlformats.org/officeDocument/2006/relationships/oleObject" Target="../embeddings/oleObject65.bin"/><Relationship Id="rId21" Type="http://schemas.openxmlformats.org/officeDocument/2006/relationships/image" Target="../media/image20.wmf"/><Relationship Id="rId20" Type="http://schemas.openxmlformats.org/officeDocument/2006/relationships/oleObject" Target="../embeddings/oleObject64.bin"/><Relationship Id="rId2" Type="http://schemas.openxmlformats.org/officeDocument/2006/relationships/oleObject" Target="../embeddings/oleObject55.bin"/><Relationship Id="rId19" Type="http://schemas.openxmlformats.org/officeDocument/2006/relationships/image" Target="../media/image4.wmf"/><Relationship Id="rId18" Type="http://schemas.openxmlformats.org/officeDocument/2006/relationships/oleObject" Target="../embeddings/oleObject63.bin"/><Relationship Id="rId17" Type="http://schemas.openxmlformats.org/officeDocument/2006/relationships/image" Target="../media/image28.wmf"/><Relationship Id="rId16" Type="http://schemas.openxmlformats.org/officeDocument/2006/relationships/oleObject" Target="../embeddings/oleObject62.bin"/><Relationship Id="rId15" Type="http://schemas.openxmlformats.org/officeDocument/2006/relationships/image" Target="../media/image10.wmf"/><Relationship Id="rId14" Type="http://schemas.openxmlformats.org/officeDocument/2006/relationships/oleObject" Target="../embeddings/oleObject61.bin"/><Relationship Id="rId13" Type="http://schemas.openxmlformats.org/officeDocument/2006/relationships/image" Target="../media/image27.wmf"/><Relationship Id="rId12" Type="http://schemas.openxmlformats.org/officeDocument/2006/relationships/oleObject" Target="../embeddings/oleObject60.bin"/><Relationship Id="rId11" Type="http://schemas.openxmlformats.org/officeDocument/2006/relationships/image" Target="../media/image25.wmf"/><Relationship Id="rId10" Type="http://schemas.openxmlformats.org/officeDocument/2006/relationships/oleObject" Target="../embeddings/oleObject59.bin"/><Relationship Id="rId1" Type="http://schemas.openxmlformats.org/officeDocument/2006/relationships/tags" Target="../tags/tag9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5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tags" Target="../tags/tag96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oleObject" Target="../embeddings/oleObject69.bin"/><Relationship Id="rId7" Type="http://schemas.openxmlformats.org/officeDocument/2006/relationships/tags" Target="../tags/tag110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67.bin"/><Relationship Id="rId29" Type="http://schemas.openxmlformats.org/officeDocument/2006/relationships/vmlDrawing" Target="../drawings/vmlDrawing15.v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120.xml"/><Relationship Id="rId26" Type="http://schemas.openxmlformats.org/officeDocument/2006/relationships/image" Target="../media/image35.wmf"/><Relationship Id="rId25" Type="http://schemas.openxmlformats.org/officeDocument/2006/relationships/oleObject" Target="../embeddings/oleObject73.bin"/><Relationship Id="rId24" Type="http://schemas.openxmlformats.org/officeDocument/2006/relationships/tags" Target="../tags/tag119.xml"/><Relationship Id="rId23" Type="http://schemas.openxmlformats.org/officeDocument/2006/relationships/tags" Target="../tags/tag118.xml"/><Relationship Id="rId22" Type="http://schemas.openxmlformats.org/officeDocument/2006/relationships/tags" Target="../tags/tag117.xml"/><Relationship Id="rId21" Type="http://schemas.openxmlformats.org/officeDocument/2006/relationships/image" Target="../media/image34.wmf"/><Relationship Id="rId20" Type="http://schemas.openxmlformats.org/officeDocument/2006/relationships/oleObject" Target="../embeddings/oleObject72.bin"/><Relationship Id="rId2" Type="http://schemas.openxmlformats.org/officeDocument/2006/relationships/tags" Target="../tags/tag109.xml"/><Relationship Id="rId19" Type="http://schemas.openxmlformats.org/officeDocument/2006/relationships/tags" Target="../tags/tag116.xml"/><Relationship Id="rId18" Type="http://schemas.openxmlformats.org/officeDocument/2006/relationships/tags" Target="../tags/tag115.xml"/><Relationship Id="rId17" Type="http://schemas.openxmlformats.org/officeDocument/2006/relationships/image" Target="../media/image33.wmf"/><Relationship Id="rId16" Type="http://schemas.openxmlformats.org/officeDocument/2006/relationships/oleObject" Target="../embeddings/oleObject71.bin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image" Target="../media/image32.wmf"/><Relationship Id="rId12" Type="http://schemas.openxmlformats.org/officeDocument/2006/relationships/oleObject" Target="../embeddings/oleObject70.bin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tags" Target="../tags/tag108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6.bin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74.bin"/><Relationship Id="rId28" Type="http://schemas.openxmlformats.org/officeDocument/2006/relationships/vmlDrawing" Target="../drawings/vmlDrawing16.v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39.wmf"/><Relationship Id="rId25" Type="http://schemas.openxmlformats.org/officeDocument/2006/relationships/oleObject" Target="../embeddings/oleObject82.bin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image" Target="../media/image25.wmf"/><Relationship Id="rId21" Type="http://schemas.openxmlformats.org/officeDocument/2006/relationships/oleObject" Target="../embeddings/oleObject81.bin"/><Relationship Id="rId20" Type="http://schemas.openxmlformats.org/officeDocument/2006/relationships/image" Target="../media/image38.wmf"/><Relationship Id="rId2" Type="http://schemas.openxmlformats.org/officeDocument/2006/relationships/tags" Target="../tags/tag122.xml"/><Relationship Id="rId19" Type="http://schemas.openxmlformats.org/officeDocument/2006/relationships/oleObject" Target="../embeddings/oleObject80.bin"/><Relationship Id="rId18" Type="http://schemas.openxmlformats.org/officeDocument/2006/relationships/image" Target="../media/image23.wmf"/><Relationship Id="rId17" Type="http://schemas.openxmlformats.org/officeDocument/2006/relationships/oleObject" Target="../embeddings/oleObject79.bin"/><Relationship Id="rId16" Type="http://schemas.openxmlformats.org/officeDocument/2006/relationships/image" Target="../media/image22.wmf"/><Relationship Id="rId15" Type="http://schemas.openxmlformats.org/officeDocument/2006/relationships/oleObject" Target="../embeddings/oleObject78.bin"/><Relationship Id="rId14" Type="http://schemas.openxmlformats.org/officeDocument/2006/relationships/image" Target="../media/image21.wmf"/><Relationship Id="rId13" Type="http://schemas.openxmlformats.org/officeDocument/2006/relationships/oleObject" Target="../embeddings/oleObject77.bin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image" Target="../media/image37.wmf"/><Relationship Id="rId1" Type="http://schemas.openxmlformats.org/officeDocument/2006/relationships/tags" Target="../tags/tag12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21.wmf"/><Relationship Id="rId34" Type="http://schemas.openxmlformats.org/officeDocument/2006/relationships/vmlDrawing" Target="../drawings/vmlDrawing17.vml"/><Relationship Id="rId33" Type="http://schemas.openxmlformats.org/officeDocument/2006/relationships/slideLayout" Target="../slideLayouts/slideLayout12.xml"/><Relationship Id="rId32" Type="http://schemas.openxmlformats.org/officeDocument/2006/relationships/image" Target="../media/image27.wmf"/><Relationship Id="rId31" Type="http://schemas.openxmlformats.org/officeDocument/2006/relationships/oleObject" Target="../embeddings/oleObject94.bin"/><Relationship Id="rId30" Type="http://schemas.openxmlformats.org/officeDocument/2006/relationships/tags" Target="../tags/tag140.xml"/><Relationship Id="rId3" Type="http://schemas.openxmlformats.org/officeDocument/2006/relationships/oleObject" Target="../embeddings/oleObject83.bin"/><Relationship Id="rId29" Type="http://schemas.openxmlformats.org/officeDocument/2006/relationships/tags" Target="../tags/tag139.xml"/><Relationship Id="rId28" Type="http://schemas.openxmlformats.org/officeDocument/2006/relationships/oleObject" Target="../embeddings/oleObject93.bin"/><Relationship Id="rId27" Type="http://schemas.openxmlformats.org/officeDocument/2006/relationships/tags" Target="../tags/tag138.xml"/><Relationship Id="rId26" Type="http://schemas.openxmlformats.org/officeDocument/2006/relationships/image" Target="../media/image26.wmf"/><Relationship Id="rId25" Type="http://schemas.openxmlformats.org/officeDocument/2006/relationships/oleObject" Target="../embeddings/oleObject92.bin"/><Relationship Id="rId24" Type="http://schemas.openxmlformats.org/officeDocument/2006/relationships/tags" Target="../tags/tag137.xml"/><Relationship Id="rId23" Type="http://schemas.openxmlformats.org/officeDocument/2006/relationships/oleObject" Target="../embeddings/oleObject91.bin"/><Relationship Id="rId22" Type="http://schemas.openxmlformats.org/officeDocument/2006/relationships/tags" Target="../tags/tag136.xml"/><Relationship Id="rId21" Type="http://schemas.openxmlformats.org/officeDocument/2006/relationships/oleObject" Target="../embeddings/oleObject90.bin"/><Relationship Id="rId20" Type="http://schemas.openxmlformats.org/officeDocument/2006/relationships/tags" Target="../tags/tag135.xml"/><Relationship Id="rId2" Type="http://schemas.openxmlformats.org/officeDocument/2006/relationships/tags" Target="../tags/tag130.xml"/><Relationship Id="rId19" Type="http://schemas.openxmlformats.org/officeDocument/2006/relationships/tags" Target="../tags/tag134.xml"/><Relationship Id="rId18" Type="http://schemas.openxmlformats.org/officeDocument/2006/relationships/oleObject" Target="../embeddings/oleObject89.bin"/><Relationship Id="rId17" Type="http://schemas.openxmlformats.org/officeDocument/2006/relationships/tags" Target="../tags/tag133.xml"/><Relationship Id="rId16" Type="http://schemas.openxmlformats.org/officeDocument/2006/relationships/image" Target="../media/image39.wmf"/><Relationship Id="rId15" Type="http://schemas.openxmlformats.org/officeDocument/2006/relationships/oleObject" Target="../embeddings/oleObject88.bin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87.bin"/><Relationship Id="rId10" Type="http://schemas.openxmlformats.org/officeDocument/2006/relationships/image" Target="../media/image38.wmf"/><Relationship Id="rId1" Type="http://schemas.openxmlformats.org/officeDocument/2006/relationships/tags" Target="../tags/tag1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8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95.bin"/><Relationship Id="rId22" Type="http://schemas.openxmlformats.org/officeDocument/2006/relationships/vmlDrawing" Target="../drawings/vmlDrawing18.v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47.wmf"/><Relationship Id="rId2" Type="http://schemas.openxmlformats.org/officeDocument/2006/relationships/image" Target="../media/image40.png"/><Relationship Id="rId19" Type="http://schemas.openxmlformats.org/officeDocument/2006/relationships/oleObject" Target="../embeddings/oleObject103.bin"/><Relationship Id="rId18" Type="http://schemas.openxmlformats.org/officeDocument/2006/relationships/image" Target="../media/image46.wmf"/><Relationship Id="rId17" Type="http://schemas.openxmlformats.org/officeDocument/2006/relationships/oleObject" Target="../embeddings/oleObject102.bin"/><Relationship Id="rId16" Type="http://schemas.openxmlformats.org/officeDocument/2006/relationships/image" Target="../media/image45.wmf"/><Relationship Id="rId15" Type="http://schemas.openxmlformats.org/officeDocument/2006/relationships/oleObject" Target="../embeddings/oleObject101.bin"/><Relationship Id="rId14" Type="http://schemas.openxmlformats.org/officeDocument/2006/relationships/image" Target="../media/image22.wmf"/><Relationship Id="rId13" Type="http://schemas.openxmlformats.org/officeDocument/2006/relationships/oleObject" Target="../embeddings/oleObject100.bin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99.bin"/><Relationship Id="rId10" Type="http://schemas.openxmlformats.org/officeDocument/2006/relationships/image" Target="../media/image44.wmf"/><Relationship Id="rId1" Type="http://schemas.openxmlformats.org/officeDocument/2006/relationships/tags" Target="../tags/tag141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43.xml"/><Relationship Id="rId7" Type="http://schemas.openxmlformats.org/officeDocument/2006/relationships/image" Target="../media/image50.wmf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105.bin"/><Relationship Id="rId3" Type="http://schemas.openxmlformats.org/officeDocument/2006/relationships/image" Target="../media/image48.wmf"/><Relationship Id="rId2" Type="http://schemas.openxmlformats.org/officeDocument/2006/relationships/oleObject" Target="../embeddings/oleObject104.bin"/><Relationship Id="rId10" Type="http://schemas.openxmlformats.org/officeDocument/2006/relationships/vmlDrawing" Target="../drawings/vmlDrawing19.vml"/><Relationship Id="rId1" Type="http://schemas.openxmlformats.org/officeDocument/2006/relationships/tags" Target="../tags/tag142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08.bin"/><Relationship Id="rId4" Type="http://schemas.openxmlformats.org/officeDocument/2006/relationships/tags" Target="../tags/tag145.xml"/><Relationship Id="rId3" Type="http://schemas.openxmlformats.org/officeDocument/2006/relationships/image" Target="../media/image48.wmf"/><Relationship Id="rId21" Type="http://schemas.openxmlformats.org/officeDocument/2006/relationships/vmlDrawing" Target="../drawings/vmlDrawing20.vml"/><Relationship Id="rId20" Type="http://schemas.openxmlformats.org/officeDocument/2006/relationships/slideLayout" Target="../slideLayouts/slideLayout12.xml"/><Relationship Id="rId2" Type="http://schemas.openxmlformats.org/officeDocument/2006/relationships/oleObject" Target="../embeddings/oleObject107.bin"/><Relationship Id="rId19" Type="http://schemas.openxmlformats.org/officeDocument/2006/relationships/image" Target="../media/image47.wmf"/><Relationship Id="rId18" Type="http://schemas.openxmlformats.org/officeDocument/2006/relationships/oleObject" Target="../embeddings/oleObject112.bin"/><Relationship Id="rId17" Type="http://schemas.openxmlformats.org/officeDocument/2006/relationships/tags" Target="../tags/tag150.xml"/><Relationship Id="rId16" Type="http://schemas.openxmlformats.org/officeDocument/2006/relationships/image" Target="../media/image52.wmf"/><Relationship Id="rId15" Type="http://schemas.openxmlformats.org/officeDocument/2006/relationships/oleObject" Target="../embeddings/oleObject111.bin"/><Relationship Id="rId14" Type="http://schemas.openxmlformats.org/officeDocument/2006/relationships/tags" Target="../tags/tag149.xml"/><Relationship Id="rId13" Type="http://schemas.openxmlformats.org/officeDocument/2006/relationships/image" Target="../media/image51.wmf"/><Relationship Id="rId12" Type="http://schemas.openxmlformats.org/officeDocument/2006/relationships/oleObject" Target="../embeddings/oleObject110.bin"/><Relationship Id="rId11" Type="http://schemas.openxmlformats.org/officeDocument/2006/relationships/tags" Target="../tags/tag148.xml"/><Relationship Id="rId10" Type="http://schemas.openxmlformats.org/officeDocument/2006/relationships/image" Target="../media/image22.wmf"/><Relationship Id="rId1" Type="http://schemas.openxmlformats.org/officeDocument/2006/relationships/tags" Target="../tags/tag144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wmf"/><Relationship Id="rId8" Type="http://schemas.openxmlformats.org/officeDocument/2006/relationships/oleObject" Target="../embeddings/oleObject116.bin"/><Relationship Id="rId7" Type="http://schemas.openxmlformats.org/officeDocument/2006/relationships/image" Target="../media/image22.wmf"/><Relationship Id="rId6" Type="http://schemas.openxmlformats.org/officeDocument/2006/relationships/oleObject" Target="../embeddings/oleObject115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14.bin"/><Relationship Id="rId3" Type="http://schemas.openxmlformats.org/officeDocument/2006/relationships/image" Target="../media/image48.wmf"/><Relationship Id="rId2" Type="http://schemas.openxmlformats.org/officeDocument/2006/relationships/oleObject" Target="../embeddings/oleObject113.bin"/><Relationship Id="rId17" Type="http://schemas.openxmlformats.org/officeDocument/2006/relationships/vmlDrawing" Target="../drawings/vmlDrawing21.v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54.wmf"/><Relationship Id="rId14" Type="http://schemas.openxmlformats.org/officeDocument/2006/relationships/oleObject" Target="../embeddings/oleObject119.bin"/><Relationship Id="rId13" Type="http://schemas.openxmlformats.org/officeDocument/2006/relationships/image" Target="../media/image47.wmf"/><Relationship Id="rId12" Type="http://schemas.openxmlformats.org/officeDocument/2006/relationships/oleObject" Target="../embeddings/oleObject118.bin"/><Relationship Id="rId11" Type="http://schemas.openxmlformats.org/officeDocument/2006/relationships/image" Target="../media/image53.wmf"/><Relationship Id="rId10" Type="http://schemas.openxmlformats.org/officeDocument/2006/relationships/oleObject" Target="../embeddings/oleObject117.bin"/><Relationship Id="rId1" Type="http://schemas.openxmlformats.org/officeDocument/2006/relationships/tags" Target="../tags/tag151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wmf"/><Relationship Id="rId8" Type="http://schemas.openxmlformats.org/officeDocument/2006/relationships/oleObject" Target="../embeddings/oleObject123.bin"/><Relationship Id="rId7" Type="http://schemas.openxmlformats.org/officeDocument/2006/relationships/image" Target="../media/image51.wmf"/><Relationship Id="rId6" Type="http://schemas.openxmlformats.org/officeDocument/2006/relationships/oleObject" Target="../embeddings/oleObject122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21.bin"/><Relationship Id="rId3" Type="http://schemas.openxmlformats.org/officeDocument/2006/relationships/image" Target="../media/image21.wmf"/><Relationship Id="rId2" Type="http://schemas.openxmlformats.org/officeDocument/2006/relationships/oleObject" Target="../embeddings/oleObject120.bin"/><Relationship Id="rId16" Type="http://schemas.openxmlformats.org/officeDocument/2006/relationships/vmlDrawing" Target="../drawings/vmlDrawing22.v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153.xml"/><Relationship Id="rId13" Type="http://schemas.openxmlformats.org/officeDocument/2006/relationships/image" Target="../media/image55.wmf"/><Relationship Id="rId12" Type="http://schemas.openxmlformats.org/officeDocument/2006/relationships/oleObject" Target="../embeddings/oleObject125.bin"/><Relationship Id="rId11" Type="http://schemas.openxmlformats.org/officeDocument/2006/relationships/image" Target="../media/image47.wmf"/><Relationship Id="rId10" Type="http://schemas.openxmlformats.org/officeDocument/2006/relationships/oleObject" Target="../embeddings/oleObject124.bin"/><Relationship Id="rId1" Type="http://schemas.openxmlformats.org/officeDocument/2006/relationships/tags" Target="../tags/tag152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wmf"/><Relationship Id="rId8" Type="http://schemas.openxmlformats.org/officeDocument/2006/relationships/oleObject" Target="../embeddings/oleObject129.bin"/><Relationship Id="rId7" Type="http://schemas.openxmlformats.org/officeDocument/2006/relationships/image" Target="../media/image58.wmf"/><Relationship Id="rId6" Type="http://schemas.openxmlformats.org/officeDocument/2006/relationships/oleObject" Target="../embeddings/oleObject128.bin"/><Relationship Id="rId54" Type="http://schemas.openxmlformats.org/officeDocument/2006/relationships/vmlDrawing" Target="../drawings/vmlDrawing23.vml"/><Relationship Id="rId53" Type="http://schemas.openxmlformats.org/officeDocument/2006/relationships/slideLayout" Target="../slideLayouts/slideLayout12.xml"/><Relationship Id="rId52" Type="http://schemas.openxmlformats.org/officeDocument/2006/relationships/tags" Target="../tags/tag163.xml"/><Relationship Id="rId51" Type="http://schemas.openxmlformats.org/officeDocument/2006/relationships/image" Target="../media/image68.wmf"/><Relationship Id="rId50" Type="http://schemas.openxmlformats.org/officeDocument/2006/relationships/oleObject" Target="../embeddings/oleObject146.bin"/><Relationship Id="rId5" Type="http://schemas.openxmlformats.org/officeDocument/2006/relationships/image" Target="../media/image57.wmf"/><Relationship Id="rId49" Type="http://schemas.openxmlformats.org/officeDocument/2006/relationships/tags" Target="../tags/tag162.xml"/><Relationship Id="rId48" Type="http://schemas.openxmlformats.org/officeDocument/2006/relationships/image" Target="../media/image47.wmf"/><Relationship Id="rId47" Type="http://schemas.openxmlformats.org/officeDocument/2006/relationships/oleObject" Target="../embeddings/oleObject145.bin"/><Relationship Id="rId46" Type="http://schemas.openxmlformats.org/officeDocument/2006/relationships/image" Target="../media/image67.wmf"/><Relationship Id="rId45" Type="http://schemas.openxmlformats.org/officeDocument/2006/relationships/oleObject" Target="../embeddings/oleObject144.bin"/><Relationship Id="rId44" Type="http://schemas.openxmlformats.org/officeDocument/2006/relationships/image" Target="../media/image51.wmf"/><Relationship Id="rId43" Type="http://schemas.openxmlformats.org/officeDocument/2006/relationships/oleObject" Target="../embeddings/oleObject143.bin"/><Relationship Id="rId42" Type="http://schemas.openxmlformats.org/officeDocument/2006/relationships/image" Target="../media/image22.wmf"/><Relationship Id="rId41" Type="http://schemas.openxmlformats.org/officeDocument/2006/relationships/oleObject" Target="../embeddings/oleObject142.bin"/><Relationship Id="rId40" Type="http://schemas.openxmlformats.org/officeDocument/2006/relationships/image" Target="../media/image21.wmf"/><Relationship Id="rId4" Type="http://schemas.openxmlformats.org/officeDocument/2006/relationships/oleObject" Target="../embeddings/oleObject127.bin"/><Relationship Id="rId39" Type="http://schemas.openxmlformats.org/officeDocument/2006/relationships/oleObject" Target="../embeddings/oleObject141.bin"/><Relationship Id="rId38" Type="http://schemas.openxmlformats.org/officeDocument/2006/relationships/tags" Target="../tags/tag161.xml"/><Relationship Id="rId37" Type="http://schemas.openxmlformats.org/officeDocument/2006/relationships/image" Target="../media/image66.wmf"/><Relationship Id="rId36" Type="http://schemas.openxmlformats.org/officeDocument/2006/relationships/oleObject" Target="../embeddings/oleObject140.bin"/><Relationship Id="rId35" Type="http://schemas.openxmlformats.org/officeDocument/2006/relationships/image" Target="../media/image65.wmf"/><Relationship Id="rId34" Type="http://schemas.openxmlformats.org/officeDocument/2006/relationships/oleObject" Target="../embeddings/oleObject139.bin"/><Relationship Id="rId33" Type="http://schemas.openxmlformats.org/officeDocument/2006/relationships/image" Target="../media/image64.wmf"/><Relationship Id="rId32" Type="http://schemas.openxmlformats.org/officeDocument/2006/relationships/oleObject" Target="../embeddings/oleObject138.bin"/><Relationship Id="rId31" Type="http://schemas.openxmlformats.org/officeDocument/2006/relationships/image" Target="../media/image63.wmf"/><Relationship Id="rId30" Type="http://schemas.openxmlformats.org/officeDocument/2006/relationships/oleObject" Target="../embeddings/oleObject137.bin"/><Relationship Id="rId3" Type="http://schemas.openxmlformats.org/officeDocument/2006/relationships/image" Target="../media/image56.wmf"/><Relationship Id="rId29" Type="http://schemas.openxmlformats.org/officeDocument/2006/relationships/tags" Target="../tags/tag160.xml"/><Relationship Id="rId28" Type="http://schemas.openxmlformats.org/officeDocument/2006/relationships/tags" Target="../tags/tag159.xml"/><Relationship Id="rId27" Type="http://schemas.openxmlformats.org/officeDocument/2006/relationships/image" Target="../media/image44.wmf"/><Relationship Id="rId26" Type="http://schemas.openxmlformats.org/officeDocument/2006/relationships/oleObject" Target="../embeddings/oleObject136.bin"/><Relationship Id="rId25" Type="http://schemas.openxmlformats.org/officeDocument/2006/relationships/tags" Target="../tags/tag158.xml"/><Relationship Id="rId24" Type="http://schemas.openxmlformats.org/officeDocument/2006/relationships/image" Target="../media/image43.wmf"/><Relationship Id="rId23" Type="http://schemas.openxmlformats.org/officeDocument/2006/relationships/oleObject" Target="../embeddings/oleObject135.bin"/><Relationship Id="rId22" Type="http://schemas.openxmlformats.org/officeDocument/2006/relationships/tags" Target="../tags/tag157.xml"/><Relationship Id="rId21" Type="http://schemas.openxmlformats.org/officeDocument/2006/relationships/image" Target="../media/image42.wmf"/><Relationship Id="rId20" Type="http://schemas.openxmlformats.org/officeDocument/2006/relationships/oleObject" Target="../embeddings/oleObject134.bin"/><Relationship Id="rId2" Type="http://schemas.openxmlformats.org/officeDocument/2006/relationships/oleObject" Target="../embeddings/oleObject126.bin"/><Relationship Id="rId19" Type="http://schemas.openxmlformats.org/officeDocument/2006/relationships/tags" Target="../tags/tag156.xml"/><Relationship Id="rId18" Type="http://schemas.openxmlformats.org/officeDocument/2006/relationships/image" Target="../media/image41.wmf"/><Relationship Id="rId17" Type="http://schemas.openxmlformats.org/officeDocument/2006/relationships/oleObject" Target="../embeddings/oleObject133.bin"/><Relationship Id="rId16" Type="http://schemas.openxmlformats.org/officeDocument/2006/relationships/tags" Target="../tags/tag155.xml"/><Relationship Id="rId15" Type="http://schemas.openxmlformats.org/officeDocument/2006/relationships/image" Target="../media/image62.wmf"/><Relationship Id="rId14" Type="http://schemas.openxmlformats.org/officeDocument/2006/relationships/oleObject" Target="../embeddings/oleObject132.bin"/><Relationship Id="rId13" Type="http://schemas.openxmlformats.org/officeDocument/2006/relationships/image" Target="../media/image61.wmf"/><Relationship Id="rId12" Type="http://schemas.openxmlformats.org/officeDocument/2006/relationships/oleObject" Target="../embeddings/oleObject131.bin"/><Relationship Id="rId11" Type="http://schemas.openxmlformats.org/officeDocument/2006/relationships/image" Target="../media/image60.wmf"/><Relationship Id="rId10" Type="http://schemas.openxmlformats.org/officeDocument/2006/relationships/oleObject" Target="../embeddings/oleObject130.bin"/><Relationship Id="rId1" Type="http://schemas.openxmlformats.org/officeDocument/2006/relationships/tags" Target="../tags/tag154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0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149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21.wmf"/><Relationship Id="rId34" Type="http://schemas.openxmlformats.org/officeDocument/2006/relationships/vmlDrawing" Target="../drawings/vmlDrawing24.vml"/><Relationship Id="rId33" Type="http://schemas.openxmlformats.org/officeDocument/2006/relationships/slideLayout" Target="../slideLayouts/slideLayout12.xml"/><Relationship Id="rId32" Type="http://schemas.openxmlformats.org/officeDocument/2006/relationships/image" Target="../media/image55.wmf"/><Relationship Id="rId31" Type="http://schemas.openxmlformats.org/officeDocument/2006/relationships/oleObject" Target="../embeddings/oleObject158.bin"/><Relationship Id="rId30" Type="http://schemas.openxmlformats.org/officeDocument/2006/relationships/tags" Target="../tags/tag175.xml"/><Relationship Id="rId3" Type="http://schemas.openxmlformats.org/officeDocument/2006/relationships/oleObject" Target="../embeddings/oleObject147.bin"/><Relationship Id="rId29" Type="http://schemas.openxmlformats.org/officeDocument/2006/relationships/tags" Target="../tags/tag174.xml"/><Relationship Id="rId28" Type="http://schemas.openxmlformats.org/officeDocument/2006/relationships/oleObject" Target="../embeddings/oleObject157.bin"/><Relationship Id="rId27" Type="http://schemas.openxmlformats.org/officeDocument/2006/relationships/tags" Target="../tags/tag173.xml"/><Relationship Id="rId26" Type="http://schemas.openxmlformats.org/officeDocument/2006/relationships/image" Target="../media/image53.wmf"/><Relationship Id="rId25" Type="http://schemas.openxmlformats.org/officeDocument/2006/relationships/oleObject" Target="../embeddings/oleObject156.bin"/><Relationship Id="rId24" Type="http://schemas.openxmlformats.org/officeDocument/2006/relationships/tags" Target="../tags/tag172.xml"/><Relationship Id="rId23" Type="http://schemas.openxmlformats.org/officeDocument/2006/relationships/oleObject" Target="../embeddings/oleObject155.bin"/><Relationship Id="rId22" Type="http://schemas.openxmlformats.org/officeDocument/2006/relationships/tags" Target="../tags/tag171.xml"/><Relationship Id="rId21" Type="http://schemas.openxmlformats.org/officeDocument/2006/relationships/oleObject" Target="../embeddings/oleObject154.bin"/><Relationship Id="rId20" Type="http://schemas.openxmlformats.org/officeDocument/2006/relationships/tags" Target="../tags/tag170.xml"/><Relationship Id="rId2" Type="http://schemas.openxmlformats.org/officeDocument/2006/relationships/tags" Target="../tags/tag165.xml"/><Relationship Id="rId19" Type="http://schemas.openxmlformats.org/officeDocument/2006/relationships/tags" Target="../tags/tag169.xml"/><Relationship Id="rId18" Type="http://schemas.openxmlformats.org/officeDocument/2006/relationships/oleObject" Target="../embeddings/oleObject153.bin"/><Relationship Id="rId17" Type="http://schemas.openxmlformats.org/officeDocument/2006/relationships/tags" Target="../tags/tag168.xml"/><Relationship Id="rId16" Type="http://schemas.openxmlformats.org/officeDocument/2006/relationships/tags" Target="../tags/tag167.xml"/><Relationship Id="rId15" Type="http://schemas.openxmlformats.org/officeDocument/2006/relationships/image" Target="../media/image68.wmf"/><Relationship Id="rId14" Type="http://schemas.openxmlformats.org/officeDocument/2006/relationships/oleObject" Target="../embeddings/oleObject152.bin"/><Relationship Id="rId13" Type="http://schemas.openxmlformats.org/officeDocument/2006/relationships/tags" Target="../tags/tag166.xml"/><Relationship Id="rId12" Type="http://schemas.openxmlformats.org/officeDocument/2006/relationships/image" Target="../media/image47.wmf"/><Relationship Id="rId11" Type="http://schemas.openxmlformats.org/officeDocument/2006/relationships/oleObject" Target="../embeddings/oleObject151.bin"/><Relationship Id="rId10" Type="http://schemas.openxmlformats.org/officeDocument/2006/relationships/image" Target="../media/image67.wmf"/><Relationship Id="rId1" Type="http://schemas.openxmlformats.org/officeDocument/2006/relationships/tags" Target="../tags/tag16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77.xml"/><Relationship Id="rId19" Type="http://schemas.openxmlformats.org/officeDocument/2006/relationships/tags" Target="../tags/tag194.xml"/><Relationship Id="rId18" Type="http://schemas.openxmlformats.org/officeDocument/2006/relationships/tags" Target="../tags/tag193.xml"/><Relationship Id="rId17" Type="http://schemas.openxmlformats.org/officeDocument/2006/relationships/tags" Target="../tags/tag192.xml"/><Relationship Id="rId16" Type="http://schemas.openxmlformats.org/officeDocument/2006/relationships/tags" Target="../tags/tag191.xml"/><Relationship Id="rId15" Type="http://schemas.openxmlformats.org/officeDocument/2006/relationships/tags" Target="../tags/tag190.xml"/><Relationship Id="rId14" Type="http://schemas.openxmlformats.org/officeDocument/2006/relationships/tags" Target="../tags/tag189.xml"/><Relationship Id="rId13" Type="http://schemas.openxmlformats.org/officeDocument/2006/relationships/tags" Target="../tags/tag188.xml"/><Relationship Id="rId12" Type="http://schemas.openxmlformats.org/officeDocument/2006/relationships/tags" Target="../tags/tag187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tags" Target="../tags/tag176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8" Type="http://schemas.openxmlformats.org/officeDocument/2006/relationships/slideLayout" Target="../slideLayouts/slideLayout12.xml"/><Relationship Id="rId57" Type="http://schemas.openxmlformats.org/officeDocument/2006/relationships/tags" Target="../tags/tag251.xml"/><Relationship Id="rId56" Type="http://schemas.openxmlformats.org/officeDocument/2006/relationships/tags" Target="../tags/tag250.xml"/><Relationship Id="rId55" Type="http://schemas.openxmlformats.org/officeDocument/2006/relationships/tags" Target="../tags/tag249.xml"/><Relationship Id="rId54" Type="http://schemas.openxmlformats.org/officeDocument/2006/relationships/tags" Target="../tags/tag248.xml"/><Relationship Id="rId53" Type="http://schemas.openxmlformats.org/officeDocument/2006/relationships/tags" Target="../tags/tag247.xml"/><Relationship Id="rId52" Type="http://schemas.openxmlformats.org/officeDocument/2006/relationships/tags" Target="../tags/tag246.xml"/><Relationship Id="rId51" Type="http://schemas.openxmlformats.org/officeDocument/2006/relationships/tags" Target="../tags/tag245.xml"/><Relationship Id="rId50" Type="http://schemas.openxmlformats.org/officeDocument/2006/relationships/tags" Target="../tags/tag244.xml"/><Relationship Id="rId5" Type="http://schemas.openxmlformats.org/officeDocument/2006/relationships/tags" Target="../tags/tag199.xml"/><Relationship Id="rId49" Type="http://schemas.openxmlformats.org/officeDocument/2006/relationships/tags" Target="../tags/tag243.xml"/><Relationship Id="rId48" Type="http://schemas.openxmlformats.org/officeDocument/2006/relationships/tags" Target="../tags/tag242.xml"/><Relationship Id="rId47" Type="http://schemas.openxmlformats.org/officeDocument/2006/relationships/tags" Target="../tags/tag241.xml"/><Relationship Id="rId46" Type="http://schemas.openxmlformats.org/officeDocument/2006/relationships/tags" Target="../tags/tag240.xml"/><Relationship Id="rId45" Type="http://schemas.openxmlformats.org/officeDocument/2006/relationships/tags" Target="../tags/tag239.xml"/><Relationship Id="rId44" Type="http://schemas.openxmlformats.org/officeDocument/2006/relationships/tags" Target="../tags/tag238.xml"/><Relationship Id="rId43" Type="http://schemas.openxmlformats.org/officeDocument/2006/relationships/tags" Target="../tags/tag237.xml"/><Relationship Id="rId42" Type="http://schemas.openxmlformats.org/officeDocument/2006/relationships/tags" Target="../tags/tag236.xml"/><Relationship Id="rId41" Type="http://schemas.openxmlformats.org/officeDocument/2006/relationships/tags" Target="../tags/tag235.xml"/><Relationship Id="rId40" Type="http://schemas.openxmlformats.org/officeDocument/2006/relationships/tags" Target="../tags/tag234.xml"/><Relationship Id="rId4" Type="http://schemas.openxmlformats.org/officeDocument/2006/relationships/tags" Target="../tags/tag198.xml"/><Relationship Id="rId39" Type="http://schemas.openxmlformats.org/officeDocument/2006/relationships/tags" Target="../tags/tag233.xml"/><Relationship Id="rId38" Type="http://schemas.openxmlformats.org/officeDocument/2006/relationships/tags" Target="../tags/tag232.xml"/><Relationship Id="rId37" Type="http://schemas.openxmlformats.org/officeDocument/2006/relationships/tags" Target="../tags/tag231.xml"/><Relationship Id="rId36" Type="http://schemas.openxmlformats.org/officeDocument/2006/relationships/tags" Target="../tags/tag230.xml"/><Relationship Id="rId35" Type="http://schemas.openxmlformats.org/officeDocument/2006/relationships/tags" Target="../tags/tag229.xml"/><Relationship Id="rId34" Type="http://schemas.openxmlformats.org/officeDocument/2006/relationships/tags" Target="../tags/tag228.xml"/><Relationship Id="rId33" Type="http://schemas.openxmlformats.org/officeDocument/2006/relationships/tags" Target="../tags/tag227.xml"/><Relationship Id="rId32" Type="http://schemas.openxmlformats.org/officeDocument/2006/relationships/tags" Target="../tags/tag226.xml"/><Relationship Id="rId31" Type="http://schemas.openxmlformats.org/officeDocument/2006/relationships/tags" Target="../tags/tag225.xml"/><Relationship Id="rId30" Type="http://schemas.openxmlformats.org/officeDocument/2006/relationships/tags" Target="../tags/tag224.xml"/><Relationship Id="rId3" Type="http://schemas.openxmlformats.org/officeDocument/2006/relationships/tags" Target="../tags/tag197.xml"/><Relationship Id="rId29" Type="http://schemas.openxmlformats.org/officeDocument/2006/relationships/tags" Target="../tags/tag223.xml"/><Relationship Id="rId28" Type="http://schemas.openxmlformats.org/officeDocument/2006/relationships/tags" Target="../tags/tag222.xml"/><Relationship Id="rId27" Type="http://schemas.openxmlformats.org/officeDocument/2006/relationships/tags" Target="../tags/tag221.xml"/><Relationship Id="rId26" Type="http://schemas.openxmlformats.org/officeDocument/2006/relationships/tags" Target="../tags/tag220.xml"/><Relationship Id="rId25" Type="http://schemas.openxmlformats.org/officeDocument/2006/relationships/tags" Target="../tags/tag219.xml"/><Relationship Id="rId24" Type="http://schemas.openxmlformats.org/officeDocument/2006/relationships/tags" Target="../tags/tag218.xml"/><Relationship Id="rId23" Type="http://schemas.openxmlformats.org/officeDocument/2006/relationships/tags" Target="../tags/tag217.xml"/><Relationship Id="rId22" Type="http://schemas.openxmlformats.org/officeDocument/2006/relationships/tags" Target="../tags/tag216.xml"/><Relationship Id="rId21" Type="http://schemas.openxmlformats.org/officeDocument/2006/relationships/tags" Target="../tags/tag215.xml"/><Relationship Id="rId20" Type="http://schemas.openxmlformats.org/officeDocument/2006/relationships/tags" Target="../tags/tag214.xml"/><Relationship Id="rId2" Type="http://schemas.openxmlformats.org/officeDocument/2006/relationships/tags" Target="../tags/tag196.xml"/><Relationship Id="rId19" Type="http://schemas.openxmlformats.org/officeDocument/2006/relationships/tags" Target="../tags/tag213.xml"/><Relationship Id="rId18" Type="http://schemas.openxmlformats.org/officeDocument/2006/relationships/tags" Target="../tags/tag212.xml"/><Relationship Id="rId17" Type="http://schemas.openxmlformats.org/officeDocument/2006/relationships/tags" Target="../tags/tag211.xml"/><Relationship Id="rId16" Type="http://schemas.openxmlformats.org/officeDocument/2006/relationships/tags" Target="../tags/tag210.xml"/><Relationship Id="rId15" Type="http://schemas.openxmlformats.org/officeDocument/2006/relationships/tags" Target="../tags/tag209.xml"/><Relationship Id="rId14" Type="http://schemas.openxmlformats.org/officeDocument/2006/relationships/tags" Target="../tags/tag208.xml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tags" Target="../tags/tag205.xml"/><Relationship Id="rId10" Type="http://schemas.openxmlformats.org/officeDocument/2006/relationships/tags" Target="../tags/tag204.xml"/><Relationship Id="rId1" Type="http://schemas.openxmlformats.org/officeDocument/2006/relationships/tags" Target="../tags/tag195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2" Type="http://schemas.openxmlformats.org/officeDocument/2006/relationships/slideLayout" Target="../slideLayouts/slideLayout12.xml"/><Relationship Id="rId61" Type="http://schemas.openxmlformats.org/officeDocument/2006/relationships/tags" Target="../tags/tag312.xml"/><Relationship Id="rId60" Type="http://schemas.openxmlformats.org/officeDocument/2006/relationships/tags" Target="../tags/tag311.xml"/><Relationship Id="rId6" Type="http://schemas.openxmlformats.org/officeDocument/2006/relationships/tags" Target="../tags/tag257.xml"/><Relationship Id="rId59" Type="http://schemas.openxmlformats.org/officeDocument/2006/relationships/tags" Target="../tags/tag310.xml"/><Relationship Id="rId58" Type="http://schemas.openxmlformats.org/officeDocument/2006/relationships/tags" Target="../tags/tag309.xml"/><Relationship Id="rId57" Type="http://schemas.openxmlformats.org/officeDocument/2006/relationships/tags" Target="../tags/tag308.xml"/><Relationship Id="rId56" Type="http://schemas.openxmlformats.org/officeDocument/2006/relationships/tags" Target="../tags/tag307.xml"/><Relationship Id="rId55" Type="http://schemas.openxmlformats.org/officeDocument/2006/relationships/tags" Target="../tags/tag306.xml"/><Relationship Id="rId54" Type="http://schemas.openxmlformats.org/officeDocument/2006/relationships/tags" Target="../tags/tag305.xml"/><Relationship Id="rId53" Type="http://schemas.openxmlformats.org/officeDocument/2006/relationships/tags" Target="../tags/tag304.xml"/><Relationship Id="rId52" Type="http://schemas.openxmlformats.org/officeDocument/2006/relationships/tags" Target="../tags/tag303.xml"/><Relationship Id="rId51" Type="http://schemas.openxmlformats.org/officeDocument/2006/relationships/tags" Target="../tags/tag302.xml"/><Relationship Id="rId50" Type="http://schemas.openxmlformats.org/officeDocument/2006/relationships/tags" Target="../tags/tag301.xml"/><Relationship Id="rId5" Type="http://schemas.openxmlformats.org/officeDocument/2006/relationships/tags" Target="../tags/tag256.xml"/><Relationship Id="rId49" Type="http://schemas.openxmlformats.org/officeDocument/2006/relationships/tags" Target="../tags/tag300.xml"/><Relationship Id="rId48" Type="http://schemas.openxmlformats.org/officeDocument/2006/relationships/tags" Target="../tags/tag299.xml"/><Relationship Id="rId47" Type="http://schemas.openxmlformats.org/officeDocument/2006/relationships/tags" Target="../tags/tag298.xml"/><Relationship Id="rId46" Type="http://schemas.openxmlformats.org/officeDocument/2006/relationships/tags" Target="../tags/tag297.xml"/><Relationship Id="rId45" Type="http://schemas.openxmlformats.org/officeDocument/2006/relationships/tags" Target="../tags/tag296.xml"/><Relationship Id="rId44" Type="http://schemas.openxmlformats.org/officeDocument/2006/relationships/tags" Target="../tags/tag295.xml"/><Relationship Id="rId43" Type="http://schemas.openxmlformats.org/officeDocument/2006/relationships/tags" Target="../tags/tag294.xml"/><Relationship Id="rId42" Type="http://schemas.openxmlformats.org/officeDocument/2006/relationships/tags" Target="../tags/tag293.xml"/><Relationship Id="rId41" Type="http://schemas.openxmlformats.org/officeDocument/2006/relationships/tags" Target="../tags/tag292.xml"/><Relationship Id="rId40" Type="http://schemas.openxmlformats.org/officeDocument/2006/relationships/tags" Target="../tags/tag291.xml"/><Relationship Id="rId4" Type="http://schemas.openxmlformats.org/officeDocument/2006/relationships/tags" Target="../tags/tag255.xml"/><Relationship Id="rId39" Type="http://schemas.openxmlformats.org/officeDocument/2006/relationships/tags" Target="../tags/tag290.xml"/><Relationship Id="rId38" Type="http://schemas.openxmlformats.org/officeDocument/2006/relationships/tags" Target="../tags/tag289.xml"/><Relationship Id="rId37" Type="http://schemas.openxmlformats.org/officeDocument/2006/relationships/tags" Target="../tags/tag288.xml"/><Relationship Id="rId36" Type="http://schemas.openxmlformats.org/officeDocument/2006/relationships/tags" Target="../tags/tag287.xml"/><Relationship Id="rId35" Type="http://schemas.openxmlformats.org/officeDocument/2006/relationships/tags" Target="../tags/tag286.xml"/><Relationship Id="rId34" Type="http://schemas.openxmlformats.org/officeDocument/2006/relationships/tags" Target="../tags/tag285.xml"/><Relationship Id="rId33" Type="http://schemas.openxmlformats.org/officeDocument/2006/relationships/tags" Target="../tags/tag284.xml"/><Relationship Id="rId32" Type="http://schemas.openxmlformats.org/officeDocument/2006/relationships/tags" Target="../tags/tag283.xml"/><Relationship Id="rId31" Type="http://schemas.openxmlformats.org/officeDocument/2006/relationships/tags" Target="../tags/tag282.xml"/><Relationship Id="rId30" Type="http://schemas.openxmlformats.org/officeDocument/2006/relationships/tags" Target="../tags/tag281.xml"/><Relationship Id="rId3" Type="http://schemas.openxmlformats.org/officeDocument/2006/relationships/tags" Target="../tags/tag254.xml"/><Relationship Id="rId29" Type="http://schemas.openxmlformats.org/officeDocument/2006/relationships/tags" Target="../tags/tag280.xml"/><Relationship Id="rId28" Type="http://schemas.openxmlformats.org/officeDocument/2006/relationships/tags" Target="../tags/tag279.xml"/><Relationship Id="rId27" Type="http://schemas.openxmlformats.org/officeDocument/2006/relationships/tags" Target="../tags/tag278.xml"/><Relationship Id="rId26" Type="http://schemas.openxmlformats.org/officeDocument/2006/relationships/tags" Target="../tags/tag277.xml"/><Relationship Id="rId25" Type="http://schemas.openxmlformats.org/officeDocument/2006/relationships/tags" Target="../tags/tag276.xml"/><Relationship Id="rId24" Type="http://schemas.openxmlformats.org/officeDocument/2006/relationships/tags" Target="../tags/tag275.xml"/><Relationship Id="rId23" Type="http://schemas.openxmlformats.org/officeDocument/2006/relationships/tags" Target="../tags/tag274.xml"/><Relationship Id="rId22" Type="http://schemas.openxmlformats.org/officeDocument/2006/relationships/tags" Target="../tags/tag273.xml"/><Relationship Id="rId21" Type="http://schemas.openxmlformats.org/officeDocument/2006/relationships/tags" Target="../tags/tag272.xml"/><Relationship Id="rId20" Type="http://schemas.openxmlformats.org/officeDocument/2006/relationships/tags" Target="../tags/tag271.xml"/><Relationship Id="rId2" Type="http://schemas.openxmlformats.org/officeDocument/2006/relationships/tags" Target="../tags/tag253.xml"/><Relationship Id="rId19" Type="http://schemas.openxmlformats.org/officeDocument/2006/relationships/tags" Target="../tags/tag270.xml"/><Relationship Id="rId18" Type="http://schemas.openxmlformats.org/officeDocument/2006/relationships/tags" Target="../tags/tag269.xml"/><Relationship Id="rId17" Type="http://schemas.openxmlformats.org/officeDocument/2006/relationships/tags" Target="../tags/tag268.xml"/><Relationship Id="rId16" Type="http://schemas.openxmlformats.org/officeDocument/2006/relationships/tags" Target="../tags/tag267.xml"/><Relationship Id="rId15" Type="http://schemas.openxmlformats.org/officeDocument/2006/relationships/tags" Target="../tags/tag266.xml"/><Relationship Id="rId14" Type="http://schemas.openxmlformats.org/officeDocument/2006/relationships/tags" Target="../tags/tag265.xml"/><Relationship Id="rId13" Type="http://schemas.openxmlformats.org/officeDocument/2006/relationships/tags" Target="../tags/tag264.xml"/><Relationship Id="rId12" Type="http://schemas.openxmlformats.org/officeDocument/2006/relationships/tags" Target="../tags/tag263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tags" Target="../tags/tag252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321.xml"/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tags" Target="../tags/tag316.xml"/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330.xml"/><Relationship Id="rId17" Type="http://schemas.openxmlformats.org/officeDocument/2006/relationships/tags" Target="../tags/tag329.xml"/><Relationship Id="rId16" Type="http://schemas.openxmlformats.org/officeDocument/2006/relationships/tags" Target="../tags/tag328.xml"/><Relationship Id="rId15" Type="http://schemas.openxmlformats.org/officeDocument/2006/relationships/tags" Target="../tags/tag327.xml"/><Relationship Id="rId14" Type="http://schemas.openxmlformats.org/officeDocument/2006/relationships/tags" Target="../tags/tag326.xml"/><Relationship Id="rId13" Type="http://schemas.openxmlformats.org/officeDocument/2006/relationships/tags" Target="../tags/tag325.xml"/><Relationship Id="rId12" Type="http://schemas.openxmlformats.org/officeDocument/2006/relationships/tags" Target="../tags/tag324.xml"/><Relationship Id="rId11" Type="http://schemas.openxmlformats.org/officeDocument/2006/relationships/tags" Target="../tags/tag323.xml"/><Relationship Id="rId10" Type="http://schemas.openxmlformats.org/officeDocument/2006/relationships/tags" Target="../tags/tag322.xml"/><Relationship Id="rId1" Type="http://schemas.openxmlformats.org/officeDocument/2006/relationships/tags" Target="../tags/tag313.xml"/></Relationships>
</file>

<file path=ppt/slides/_rels/slide45.xml.rels><?xml version="1.0" encoding="UTF-8" standalone="yes"?>
<Relationships xmlns="http://schemas.openxmlformats.org/package/2006/relationships"><Relationship Id="rId93" Type="http://schemas.openxmlformats.org/officeDocument/2006/relationships/slideLayout" Target="../slideLayouts/slideLayout12.xml"/><Relationship Id="rId92" Type="http://schemas.openxmlformats.org/officeDocument/2006/relationships/tags" Target="../tags/tag422.xml"/><Relationship Id="rId91" Type="http://schemas.openxmlformats.org/officeDocument/2006/relationships/tags" Target="../tags/tag421.xml"/><Relationship Id="rId90" Type="http://schemas.openxmlformats.org/officeDocument/2006/relationships/tags" Target="../tags/tag420.xml"/><Relationship Id="rId9" Type="http://schemas.openxmlformats.org/officeDocument/2006/relationships/tags" Target="../tags/tag339.xml"/><Relationship Id="rId89" Type="http://schemas.openxmlformats.org/officeDocument/2006/relationships/tags" Target="../tags/tag419.xml"/><Relationship Id="rId88" Type="http://schemas.openxmlformats.org/officeDocument/2006/relationships/tags" Target="../tags/tag418.xml"/><Relationship Id="rId87" Type="http://schemas.openxmlformats.org/officeDocument/2006/relationships/tags" Target="../tags/tag417.xml"/><Relationship Id="rId86" Type="http://schemas.openxmlformats.org/officeDocument/2006/relationships/tags" Target="../tags/tag416.xml"/><Relationship Id="rId85" Type="http://schemas.openxmlformats.org/officeDocument/2006/relationships/tags" Target="../tags/tag415.xml"/><Relationship Id="rId84" Type="http://schemas.openxmlformats.org/officeDocument/2006/relationships/tags" Target="../tags/tag414.xml"/><Relationship Id="rId83" Type="http://schemas.openxmlformats.org/officeDocument/2006/relationships/tags" Target="../tags/tag413.xml"/><Relationship Id="rId82" Type="http://schemas.openxmlformats.org/officeDocument/2006/relationships/tags" Target="../tags/tag412.xml"/><Relationship Id="rId81" Type="http://schemas.openxmlformats.org/officeDocument/2006/relationships/tags" Target="../tags/tag411.xml"/><Relationship Id="rId80" Type="http://schemas.openxmlformats.org/officeDocument/2006/relationships/tags" Target="../tags/tag410.xml"/><Relationship Id="rId8" Type="http://schemas.openxmlformats.org/officeDocument/2006/relationships/tags" Target="../tags/tag338.xml"/><Relationship Id="rId79" Type="http://schemas.openxmlformats.org/officeDocument/2006/relationships/tags" Target="../tags/tag409.xml"/><Relationship Id="rId78" Type="http://schemas.openxmlformats.org/officeDocument/2006/relationships/tags" Target="../tags/tag408.xml"/><Relationship Id="rId77" Type="http://schemas.openxmlformats.org/officeDocument/2006/relationships/tags" Target="../tags/tag407.xml"/><Relationship Id="rId76" Type="http://schemas.openxmlformats.org/officeDocument/2006/relationships/tags" Target="../tags/tag406.xml"/><Relationship Id="rId75" Type="http://schemas.openxmlformats.org/officeDocument/2006/relationships/tags" Target="../tags/tag405.xml"/><Relationship Id="rId74" Type="http://schemas.openxmlformats.org/officeDocument/2006/relationships/tags" Target="../tags/tag404.xml"/><Relationship Id="rId73" Type="http://schemas.openxmlformats.org/officeDocument/2006/relationships/tags" Target="../tags/tag403.xml"/><Relationship Id="rId72" Type="http://schemas.openxmlformats.org/officeDocument/2006/relationships/tags" Target="../tags/tag402.xml"/><Relationship Id="rId71" Type="http://schemas.openxmlformats.org/officeDocument/2006/relationships/tags" Target="../tags/tag401.xml"/><Relationship Id="rId70" Type="http://schemas.openxmlformats.org/officeDocument/2006/relationships/tags" Target="../tags/tag400.xml"/><Relationship Id="rId7" Type="http://schemas.openxmlformats.org/officeDocument/2006/relationships/tags" Target="../tags/tag337.xml"/><Relationship Id="rId69" Type="http://schemas.openxmlformats.org/officeDocument/2006/relationships/tags" Target="../tags/tag399.xml"/><Relationship Id="rId68" Type="http://schemas.openxmlformats.org/officeDocument/2006/relationships/tags" Target="../tags/tag398.xml"/><Relationship Id="rId67" Type="http://schemas.openxmlformats.org/officeDocument/2006/relationships/tags" Target="../tags/tag397.xml"/><Relationship Id="rId66" Type="http://schemas.openxmlformats.org/officeDocument/2006/relationships/tags" Target="../tags/tag396.xml"/><Relationship Id="rId65" Type="http://schemas.openxmlformats.org/officeDocument/2006/relationships/tags" Target="../tags/tag395.xml"/><Relationship Id="rId64" Type="http://schemas.openxmlformats.org/officeDocument/2006/relationships/tags" Target="../tags/tag394.xml"/><Relationship Id="rId63" Type="http://schemas.openxmlformats.org/officeDocument/2006/relationships/tags" Target="../tags/tag393.xml"/><Relationship Id="rId62" Type="http://schemas.openxmlformats.org/officeDocument/2006/relationships/tags" Target="../tags/tag392.xml"/><Relationship Id="rId61" Type="http://schemas.openxmlformats.org/officeDocument/2006/relationships/tags" Target="../tags/tag391.xml"/><Relationship Id="rId60" Type="http://schemas.openxmlformats.org/officeDocument/2006/relationships/tags" Target="../tags/tag390.xml"/><Relationship Id="rId6" Type="http://schemas.openxmlformats.org/officeDocument/2006/relationships/tags" Target="../tags/tag336.xml"/><Relationship Id="rId59" Type="http://schemas.openxmlformats.org/officeDocument/2006/relationships/tags" Target="../tags/tag389.xml"/><Relationship Id="rId58" Type="http://schemas.openxmlformats.org/officeDocument/2006/relationships/tags" Target="../tags/tag388.xml"/><Relationship Id="rId57" Type="http://schemas.openxmlformats.org/officeDocument/2006/relationships/tags" Target="../tags/tag387.xml"/><Relationship Id="rId56" Type="http://schemas.openxmlformats.org/officeDocument/2006/relationships/tags" Target="../tags/tag386.xml"/><Relationship Id="rId55" Type="http://schemas.openxmlformats.org/officeDocument/2006/relationships/tags" Target="../tags/tag385.xml"/><Relationship Id="rId54" Type="http://schemas.openxmlformats.org/officeDocument/2006/relationships/tags" Target="../tags/tag384.xml"/><Relationship Id="rId53" Type="http://schemas.openxmlformats.org/officeDocument/2006/relationships/tags" Target="../tags/tag383.xml"/><Relationship Id="rId52" Type="http://schemas.openxmlformats.org/officeDocument/2006/relationships/tags" Target="../tags/tag382.xml"/><Relationship Id="rId51" Type="http://schemas.openxmlformats.org/officeDocument/2006/relationships/tags" Target="../tags/tag381.xml"/><Relationship Id="rId50" Type="http://schemas.openxmlformats.org/officeDocument/2006/relationships/tags" Target="../tags/tag380.xml"/><Relationship Id="rId5" Type="http://schemas.openxmlformats.org/officeDocument/2006/relationships/tags" Target="../tags/tag335.xml"/><Relationship Id="rId49" Type="http://schemas.openxmlformats.org/officeDocument/2006/relationships/tags" Target="../tags/tag379.xml"/><Relationship Id="rId48" Type="http://schemas.openxmlformats.org/officeDocument/2006/relationships/tags" Target="../tags/tag378.xml"/><Relationship Id="rId47" Type="http://schemas.openxmlformats.org/officeDocument/2006/relationships/tags" Target="../tags/tag377.xml"/><Relationship Id="rId46" Type="http://schemas.openxmlformats.org/officeDocument/2006/relationships/tags" Target="../tags/tag376.xml"/><Relationship Id="rId45" Type="http://schemas.openxmlformats.org/officeDocument/2006/relationships/tags" Target="../tags/tag375.xml"/><Relationship Id="rId44" Type="http://schemas.openxmlformats.org/officeDocument/2006/relationships/tags" Target="../tags/tag374.xml"/><Relationship Id="rId43" Type="http://schemas.openxmlformats.org/officeDocument/2006/relationships/tags" Target="../tags/tag373.xml"/><Relationship Id="rId42" Type="http://schemas.openxmlformats.org/officeDocument/2006/relationships/tags" Target="../tags/tag372.xml"/><Relationship Id="rId41" Type="http://schemas.openxmlformats.org/officeDocument/2006/relationships/tags" Target="../tags/tag371.xml"/><Relationship Id="rId40" Type="http://schemas.openxmlformats.org/officeDocument/2006/relationships/tags" Target="../tags/tag370.xml"/><Relationship Id="rId4" Type="http://schemas.openxmlformats.org/officeDocument/2006/relationships/tags" Target="../tags/tag334.xml"/><Relationship Id="rId39" Type="http://schemas.openxmlformats.org/officeDocument/2006/relationships/tags" Target="../tags/tag369.xml"/><Relationship Id="rId38" Type="http://schemas.openxmlformats.org/officeDocument/2006/relationships/tags" Target="../tags/tag368.xml"/><Relationship Id="rId37" Type="http://schemas.openxmlformats.org/officeDocument/2006/relationships/tags" Target="../tags/tag367.xml"/><Relationship Id="rId36" Type="http://schemas.openxmlformats.org/officeDocument/2006/relationships/tags" Target="../tags/tag366.xml"/><Relationship Id="rId35" Type="http://schemas.openxmlformats.org/officeDocument/2006/relationships/tags" Target="../tags/tag365.xml"/><Relationship Id="rId34" Type="http://schemas.openxmlformats.org/officeDocument/2006/relationships/tags" Target="../tags/tag364.xml"/><Relationship Id="rId33" Type="http://schemas.openxmlformats.org/officeDocument/2006/relationships/tags" Target="../tags/tag363.xml"/><Relationship Id="rId32" Type="http://schemas.openxmlformats.org/officeDocument/2006/relationships/tags" Target="../tags/tag362.xml"/><Relationship Id="rId31" Type="http://schemas.openxmlformats.org/officeDocument/2006/relationships/tags" Target="../tags/tag361.xml"/><Relationship Id="rId30" Type="http://schemas.openxmlformats.org/officeDocument/2006/relationships/tags" Target="../tags/tag360.xml"/><Relationship Id="rId3" Type="http://schemas.openxmlformats.org/officeDocument/2006/relationships/tags" Target="../tags/tag333.xml"/><Relationship Id="rId29" Type="http://schemas.openxmlformats.org/officeDocument/2006/relationships/tags" Target="../tags/tag359.xml"/><Relationship Id="rId28" Type="http://schemas.openxmlformats.org/officeDocument/2006/relationships/tags" Target="../tags/tag358.xml"/><Relationship Id="rId27" Type="http://schemas.openxmlformats.org/officeDocument/2006/relationships/tags" Target="../tags/tag357.xml"/><Relationship Id="rId26" Type="http://schemas.openxmlformats.org/officeDocument/2006/relationships/tags" Target="../tags/tag356.xml"/><Relationship Id="rId25" Type="http://schemas.openxmlformats.org/officeDocument/2006/relationships/tags" Target="../tags/tag355.xml"/><Relationship Id="rId24" Type="http://schemas.openxmlformats.org/officeDocument/2006/relationships/tags" Target="../tags/tag354.xml"/><Relationship Id="rId23" Type="http://schemas.openxmlformats.org/officeDocument/2006/relationships/tags" Target="../tags/tag353.xml"/><Relationship Id="rId22" Type="http://schemas.openxmlformats.org/officeDocument/2006/relationships/tags" Target="../tags/tag352.xml"/><Relationship Id="rId21" Type="http://schemas.openxmlformats.org/officeDocument/2006/relationships/tags" Target="../tags/tag351.xml"/><Relationship Id="rId20" Type="http://schemas.openxmlformats.org/officeDocument/2006/relationships/tags" Target="../tags/tag350.xml"/><Relationship Id="rId2" Type="http://schemas.openxmlformats.org/officeDocument/2006/relationships/tags" Target="../tags/tag332.xml"/><Relationship Id="rId19" Type="http://schemas.openxmlformats.org/officeDocument/2006/relationships/tags" Target="../tags/tag349.xml"/><Relationship Id="rId18" Type="http://schemas.openxmlformats.org/officeDocument/2006/relationships/tags" Target="../tags/tag348.xml"/><Relationship Id="rId17" Type="http://schemas.openxmlformats.org/officeDocument/2006/relationships/tags" Target="../tags/tag347.xml"/><Relationship Id="rId16" Type="http://schemas.openxmlformats.org/officeDocument/2006/relationships/tags" Target="../tags/tag346.xml"/><Relationship Id="rId15" Type="http://schemas.openxmlformats.org/officeDocument/2006/relationships/tags" Target="../tags/tag345.xml"/><Relationship Id="rId14" Type="http://schemas.openxmlformats.org/officeDocument/2006/relationships/tags" Target="../tags/tag344.xml"/><Relationship Id="rId13" Type="http://schemas.openxmlformats.org/officeDocument/2006/relationships/tags" Target="../tags/tag343.xml"/><Relationship Id="rId12" Type="http://schemas.openxmlformats.org/officeDocument/2006/relationships/tags" Target="../tags/tag342.xml"/><Relationship Id="rId11" Type="http://schemas.openxmlformats.org/officeDocument/2006/relationships/tags" Target="../tags/tag341.xml"/><Relationship Id="rId10" Type="http://schemas.openxmlformats.org/officeDocument/2006/relationships/tags" Target="../tags/tag340.xml"/><Relationship Id="rId1" Type="http://schemas.openxmlformats.org/officeDocument/2006/relationships/tags" Target="../tags/tag331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431.xml"/><Relationship Id="rId8" Type="http://schemas.openxmlformats.org/officeDocument/2006/relationships/tags" Target="../tags/tag430.xml"/><Relationship Id="rId7" Type="http://schemas.openxmlformats.org/officeDocument/2006/relationships/tags" Target="../tags/tag429.xml"/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" Type="http://schemas.openxmlformats.org/officeDocument/2006/relationships/tags" Target="../tags/tag426.xml"/><Relationship Id="rId3" Type="http://schemas.openxmlformats.org/officeDocument/2006/relationships/tags" Target="../tags/tag425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444.xml"/><Relationship Id="rId21" Type="http://schemas.openxmlformats.org/officeDocument/2006/relationships/tags" Target="../tags/tag443.xml"/><Relationship Id="rId20" Type="http://schemas.openxmlformats.org/officeDocument/2006/relationships/tags" Target="../tags/tag442.xml"/><Relationship Id="rId2" Type="http://schemas.openxmlformats.org/officeDocument/2006/relationships/tags" Target="../tags/tag424.xml"/><Relationship Id="rId19" Type="http://schemas.openxmlformats.org/officeDocument/2006/relationships/tags" Target="../tags/tag441.xml"/><Relationship Id="rId18" Type="http://schemas.openxmlformats.org/officeDocument/2006/relationships/tags" Target="../tags/tag440.xml"/><Relationship Id="rId17" Type="http://schemas.openxmlformats.org/officeDocument/2006/relationships/tags" Target="../tags/tag439.xml"/><Relationship Id="rId16" Type="http://schemas.openxmlformats.org/officeDocument/2006/relationships/tags" Target="../tags/tag438.xml"/><Relationship Id="rId15" Type="http://schemas.openxmlformats.org/officeDocument/2006/relationships/tags" Target="../tags/tag437.xml"/><Relationship Id="rId14" Type="http://schemas.openxmlformats.org/officeDocument/2006/relationships/tags" Target="../tags/tag436.xml"/><Relationship Id="rId13" Type="http://schemas.openxmlformats.org/officeDocument/2006/relationships/tags" Target="../tags/tag435.xml"/><Relationship Id="rId12" Type="http://schemas.openxmlformats.org/officeDocument/2006/relationships/tags" Target="../tags/tag434.xml"/><Relationship Id="rId11" Type="http://schemas.openxmlformats.org/officeDocument/2006/relationships/tags" Target="../tags/tag433.xml"/><Relationship Id="rId10" Type="http://schemas.openxmlformats.org/officeDocument/2006/relationships/tags" Target="../tags/tag432.xml"/><Relationship Id="rId1" Type="http://schemas.openxmlformats.org/officeDocument/2006/relationships/tags" Target="../tags/tag42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45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" Type="http://schemas.openxmlformats.org/officeDocument/2006/relationships/tags" Target="../tags/tag446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457.xml"/><Relationship Id="rId89" Type="http://schemas.openxmlformats.org/officeDocument/2006/relationships/slideLayout" Target="../slideLayouts/slideLayout12.xml"/><Relationship Id="rId88" Type="http://schemas.openxmlformats.org/officeDocument/2006/relationships/tags" Target="../tags/tag536.xml"/><Relationship Id="rId87" Type="http://schemas.openxmlformats.org/officeDocument/2006/relationships/tags" Target="../tags/tag535.xml"/><Relationship Id="rId86" Type="http://schemas.openxmlformats.org/officeDocument/2006/relationships/tags" Target="../tags/tag534.xml"/><Relationship Id="rId85" Type="http://schemas.openxmlformats.org/officeDocument/2006/relationships/tags" Target="../tags/tag533.xml"/><Relationship Id="rId84" Type="http://schemas.openxmlformats.org/officeDocument/2006/relationships/tags" Target="../tags/tag532.xml"/><Relationship Id="rId83" Type="http://schemas.openxmlformats.org/officeDocument/2006/relationships/tags" Target="../tags/tag531.xml"/><Relationship Id="rId82" Type="http://schemas.openxmlformats.org/officeDocument/2006/relationships/tags" Target="../tags/tag530.xml"/><Relationship Id="rId81" Type="http://schemas.openxmlformats.org/officeDocument/2006/relationships/tags" Target="../tags/tag529.xml"/><Relationship Id="rId80" Type="http://schemas.openxmlformats.org/officeDocument/2006/relationships/tags" Target="../tags/tag528.xml"/><Relationship Id="rId8" Type="http://schemas.openxmlformats.org/officeDocument/2006/relationships/tags" Target="../tags/tag456.xml"/><Relationship Id="rId79" Type="http://schemas.openxmlformats.org/officeDocument/2006/relationships/tags" Target="../tags/tag527.xml"/><Relationship Id="rId78" Type="http://schemas.openxmlformats.org/officeDocument/2006/relationships/tags" Target="../tags/tag526.xml"/><Relationship Id="rId77" Type="http://schemas.openxmlformats.org/officeDocument/2006/relationships/tags" Target="../tags/tag525.xml"/><Relationship Id="rId76" Type="http://schemas.openxmlformats.org/officeDocument/2006/relationships/tags" Target="../tags/tag524.xml"/><Relationship Id="rId75" Type="http://schemas.openxmlformats.org/officeDocument/2006/relationships/tags" Target="../tags/tag523.xml"/><Relationship Id="rId74" Type="http://schemas.openxmlformats.org/officeDocument/2006/relationships/tags" Target="../tags/tag522.xml"/><Relationship Id="rId73" Type="http://schemas.openxmlformats.org/officeDocument/2006/relationships/tags" Target="../tags/tag521.xml"/><Relationship Id="rId72" Type="http://schemas.openxmlformats.org/officeDocument/2006/relationships/tags" Target="../tags/tag520.xml"/><Relationship Id="rId71" Type="http://schemas.openxmlformats.org/officeDocument/2006/relationships/tags" Target="../tags/tag519.xml"/><Relationship Id="rId70" Type="http://schemas.openxmlformats.org/officeDocument/2006/relationships/tags" Target="../tags/tag518.xml"/><Relationship Id="rId7" Type="http://schemas.openxmlformats.org/officeDocument/2006/relationships/tags" Target="../tags/tag455.xml"/><Relationship Id="rId69" Type="http://schemas.openxmlformats.org/officeDocument/2006/relationships/tags" Target="../tags/tag517.xml"/><Relationship Id="rId68" Type="http://schemas.openxmlformats.org/officeDocument/2006/relationships/tags" Target="../tags/tag516.xml"/><Relationship Id="rId67" Type="http://schemas.openxmlformats.org/officeDocument/2006/relationships/tags" Target="../tags/tag515.xml"/><Relationship Id="rId66" Type="http://schemas.openxmlformats.org/officeDocument/2006/relationships/tags" Target="../tags/tag514.xml"/><Relationship Id="rId65" Type="http://schemas.openxmlformats.org/officeDocument/2006/relationships/tags" Target="../tags/tag513.xml"/><Relationship Id="rId64" Type="http://schemas.openxmlformats.org/officeDocument/2006/relationships/tags" Target="../tags/tag512.xml"/><Relationship Id="rId63" Type="http://schemas.openxmlformats.org/officeDocument/2006/relationships/tags" Target="../tags/tag511.xml"/><Relationship Id="rId62" Type="http://schemas.openxmlformats.org/officeDocument/2006/relationships/tags" Target="../tags/tag510.xml"/><Relationship Id="rId61" Type="http://schemas.openxmlformats.org/officeDocument/2006/relationships/tags" Target="../tags/tag509.xml"/><Relationship Id="rId60" Type="http://schemas.openxmlformats.org/officeDocument/2006/relationships/tags" Target="../tags/tag508.xml"/><Relationship Id="rId6" Type="http://schemas.openxmlformats.org/officeDocument/2006/relationships/tags" Target="../tags/tag454.xml"/><Relationship Id="rId59" Type="http://schemas.openxmlformats.org/officeDocument/2006/relationships/tags" Target="../tags/tag507.xml"/><Relationship Id="rId58" Type="http://schemas.openxmlformats.org/officeDocument/2006/relationships/tags" Target="../tags/tag506.xml"/><Relationship Id="rId57" Type="http://schemas.openxmlformats.org/officeDocument/2006/relationships/tags" Target="../tags/tag505.xml"/><Relationship Id="rId56" Type="http://schemas.openxmlformats.org/officeDocument/2006/relationships/tags" Target="../tags/tag504.xml"/><Relationship Id="rId55" Type="http://schemas.openxmlformats.org/officeDocument/2006/relationships/tags" Target="../tags/tag503.xml"/><Relationship Id="rId54" Type="http://schemas.openxmlformats.org/officeDocument/2006/relationships/tags" Target="../tags/tag502.xml"/><Relationship Id="rId53" Type="http://schemas.openxmlformats.org/officeDocument/2006/relationships/tags" Target="../tags/tag501.xml"/><Relationship Id="rId52" Type="http://schemas.openxmlformats.org/officeDocument/2006/relationships/tags" Target="../tags/tag500.xml"/><Relationship Id="rId51" Type="http://schemas.openxmlformats.org/officeDocument/2006/relationships/tags" Target="../tags/tag499.xml"/><Relationship Id="rId50" Type="http://schemas.openxmlformats.org/officeDocument/2006/relationships/tags" Target="../tags/tag498.xml"/><Relationship Id="rId5" Type="http://schemas.openxmlformats.org/officeDocument/2006/relationships/tags" Target="../tags/tag453.xml"/><Relationship Id="rId49" Type="http://schemas.openxmlformats.org/officeDocument/2006/relationships/tags" Target="../tags/tag497.xml"/><Relationship Id="rId48" Type="http://schemas.openxmlformats.org/officeDocument/2006/relationships/tags" Target="../tags/tag496.xml"/><Relationship Id="rId47" Type="http://schemas.openxmlformats.org/officeDocument/2006/relationships/tags" Target="../tags/tag495.xml"/><Relationship Id="rId46" Type="http://schemas.openxmlformats.org/officeDocument/2006/relationships/tags" Target="../tags/tag494.xml"/><Relationship Id="rId45" Type="http://schemas.openxmlformats.org/officeDocument/2006/relationships/tags" Target="../tags/tag493.xml"/><Relationship Id="rId44" Type="http://schemas.openxmlformats.org/officeDocument/2006/relationships/tags" Target="../tags/tag492.xml"/><Relationship Id="rId43" Type="http://schemas.openxmlformats.org/officeDocument/2006/relationships/tags" Target="../tags/tag491.xml"/><Relationship Id="rId42" Type="http://schemas.openxmlformats.org/officeDocument/2006/relationships/tags" Target="../tags/tag490.xml"/><Relationship Id="rId41" Type="http://schemas.openxmlformats.org/officeDocument/2006/relationships/tags" Target="../tags/tag489.xml"/><Relationship Id="rId40" Type="http://schemas.openxmlformats.org/officeDocument/2006/relationships/tags" Target="../tags/tag488.xml"/><Relationship Id="rId4" Type="http://schemas.openxmlformats.org/officeDocument/2006/relationships/tags" Target="../tags/tag452.xml"/><Relationship Id="rId39" Type="http://schemas.openxmlformats.org/officeDocument/2006/relationships/tags" Target="../tags/tag487.xml"/><Relationship Id="rId38" Type="http://schemas.openxmlformats.org/officeDocument/2006/relationships/tags" Target="../tags/tag486.xml"/><Relationship Id="rId37" Type="http://schemas.openxmlformats.org/officeDocument/2006/relationships/tags" Target="../tags/tag485.xml"/><Relationship Id="rId36" Type="http://schemas.openxmlformats.org/officeDocument/2006/relationships/tags" Target="../tags/tag484.xml"/><Relationship Id="rId35" Type="http://schemas.openxmlformats.org/officeDocument/2006/relationships/tags" Target="../tags/tag483.xml"/><Relationship Id="rId34" Type="http://schemas.openxmlformats.org/officeDocument/2006/relationships/tags" Target="../tags/tag482.xml"/><Relationship Id="rId33" Type="http://schemas.openxmlformats.org/officeDocument/2006/relationships/tags" Target="../tags/tag481.xml"/><Relationship Id="rId32" Type="http://schemas.openxmlformats.org/officeDocument/2006/relationships/tags" Target="../tags/tag480.xml"/><Relationship Id="rId31" Type="http://schemas.openxmlformats.org/officeDocument/2006/relationships/tags" Target="../tags/tag479.xml"/><Relationship Id="rId30" Type="http://schemas.openxmlformats.org/officeDocument/2006/relationships/tags" Target="../tags/tag478.xml"/><Relationship Id="rId3" Type="http://schemas.openxmlformats.org/officeDocument/2006/relationships/tags" Target="../tags/tag451.xml"/><Relationship Id="rId29" Type="http://schemas.openxmlformats.org/officeDocument/2006/relationships/tags" Target="../tags/tag477.xml"/><Relationship Id="rId28" Type="http://schemas.openxmlformats.org/officeDocument/2006/relationships/tags" Target="../tags/tag476.xml"/><Relationship Id="rId27" Type="http://schemas.openxmlformats.org/officeDocument/2006/relationships/tags" Target="../tags/tag475.xml"/><Relationship Id="rId26" Type="http://schemas.openxmlformats.org/officeDocument/2006/relationships/tags" Target="../tags/tag474.xml"/><Relationship Id="rId25" Type="http://schemas.openxmlformats.org/officeDocument/2006/relationships/tags" Target="../tags/tag473.xml"/><Relationship Id="rId24" Type="http://schemas.openxmlformats.org/officeDocument/2006/relationships/tags" Target="../tags/tag472.xml"/><Relationship Id="rId23" Type="http://schemas.openxmlformats.org/officeDocument/2006/relationships/tags" Target="../tags/tag471.xml"/><Relationship Id="rId22" Type="http://schemas.openxmlformats.org/officeDocument/2006/relationships/tags" Target="../tags/tag470.xml"/><Relationship Id="rId21" Type="http://schemas.openxmlformats.org/officeDocument/2006/relationships/tags" Target="../tags/tag469.xml"/><Relationship Id="rId20" Type="http://schemas.openxmlformats.org/officeDocument/2006/relationships/tags" Target="../tags/tag468.xml"/><Relationship Id="rId2" Type="http://schemas.openxmlformats.org/officeDocument/2006/relationships/tags" Target="../tags/tag450.xml"/><Relationship Id="rId19" Type="http://schemas.openxmlformats.org/officeDocument/2006/relationships/tags" Target="../tags/tag467.xml"/><Relationship Id="rId18" Type="http://schemas.openxmlformats.org/officeDocument/2006/relationships/tags" Target="../tags/tag466.xml"/><Relationship Id="rId17" Type="http://schemas.openxmlformats.org/officeDocument/2006/relationships/tags" Target="../tags/tag465.xml"/><Relationship Id="rId16" Type="http://schemas.openxmlformats.org/officeDocument/2006/relationships/tags" Target="../tags/tag464.xml"/><Relationship Id="rId15" Type="http://schemas.openxmlformats.org/officeDocument/2006/relationships/tags" Target="../tags/tag463.xml"/><Relationship Id="rId14" Type="http://schemas.openxmlformats.org/officeDocument/2006/relationships/tags" Target="../tags/tag462.xml"/><Relationship Id="rId13" Type="http://schemas.openxmlformats.org/officeDocument/2006/relationships/tags" Target="../tags/tag461.xml"/><Relationship Id="rId12" Type="http://schemas.openxmlformats.org/officeDocument/2006/relationships/tags" Target="../tags/tag460.xml"/><Relationship Id="rId11" Type="http://schemas.openxmlformats.org/officeDocument/2006/relationships/tags" Target="../tags/tag459.xml"/><Relationship Id="rId10" Type="http://schemas.openxmlformats.org/officeDocument/2006/relationships/tags" Target="../tags/tag458.xml"/><Relationship Id="rId1" Type="http://schemas.openxmlformats.org/officeDocument/2006/relationships/tags" Target="../tags/tag449.xml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542.xml"/><Relationship Id="rId5" Type="http://schemas.openxmlformats.org/officeDocument/2006/relationships/tags" Target="../tags/tag541.xml"/><Relationship Id="rId4" Type="http://schemas.openxmlformats.org/officeDocument/2006/relationships/tags" Target="../tags/tag540.xml"/><Relationship Id="rId3" Type="http://schemas.openxmlformats.org/officeDocument/2006/relationships/tags" Target="../tags/tag539.xml"/><Relationship Id="rId2" Type="http://schemas.openxmlformats.org/officeDocument/2006/relationships/tags" Target="../tags/tag538.xml"/><Relationship Id="rId1" Type="http://schemas.openxmlformats.org/officeDocument/2006/relationships/tags" Target="../tags/tag537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551.xml"/><Relationship Id="rId8" Type="http://schemas.openxmlformats.org/officeDocument/2006/relationships/tags" Target="../tags/tag550.xml"/><Relationship Id="rId7" Type="http://schemas.openxmlformats.org/officeDocument/2006/relationships/tags" Target="../tags/tag549.xml"/><Relationship Id="rId6" Type="http://schemas.openxmlformats.org/officeDocument/2006/relationships/tags" Target="../tags/tag548.xml"/><Relationship Id="rId5" Type="http://schemas.openxmlformats.org/officeDocument/2006/relationships/tags" Target="../tags/tag547.xml"/><Relationship Id="rId45" Type="http://schemas.openxmlformats.org/officeDocument/2006/relationships/vmlDrawing" Target="../drawings/vmlDrawing25.vml"/><Relationship Id="rId44" Type="http://schemas.openxmlformats.org/officeDocument/2006/relationships/slideLayout" Target="../slideLayouts/slideLayout12.xml"/><Relationship Id="rId43" Type="http://schemas.openxmlformats.org/officeDocument/2006/relationships/image" Target="../media/image70.wmf"/><Relationship Id="rId42" Type="http://schemas.openxmlformats.org/officeDocument/2006/relationships/oleObject" Target="../embeddings/oleObject164.bin"/><Relationship Id="rId41" Type="http://schemas.openxmlformats.org/officeDocument/2006/relationships/image" Target="../media/image47.wmf"/><Relationship Id="rId40" Type="http://schemas.openxmlformats.org/officeDocument/2006/relationships/oleObject" Target="../embeddings/oleObject163.bin"/><Relationship Id="rId4" Type="http://schemas.openxmlformats.org/officeDocument/2006/relationships/tags" Target="../tags/tag546.xml"/><Relationship Id="rId39" Type="http://schemas.openxmlformats.org/officeDocument/2006/relationships/image" Target="../media/image69.wmf"/><Relationship Id="rId38" Type="http://schemas.openxmlformats.org/officeDocument/2006/relationships/oleObject" Target="../embeddings/oleObject162.bin"/><Relationship Id="rId37" Type="http://schemas.openxmlformats.org/officeDocument/2006/relationships/image" Target="../media/image51.wmf"/><Relationship Id="rId36" Type="http://schemas.openxmlformats.org/officeDocument/2006/relationships/oleObject" Target="../embeddings/oleObject161.bin"/><Relationship Id="rId35" Type="http://schemas.openxmlformats.org/officeDocument/2006/relationships/image" Target="../media/image22.wmf"/><Relationship Id="rId34" Type="http://schemas.openxmlformats.org/officeDocument/2006/relationships/oleObject" Target="../embeddings/oleObject160.bin"/><Relationship Id="rId33" Type="http://schemas.openxmlformats.org/officeDocument/2006/relationships/image" Target="../media/image21.wmf"/><Relationship Id="rId32" Type="http://schemas.openxmlformats.org/officeDocument/2006/relationships/oleObject" Target="../embeddings/oleObject159.bin"/><Relationship Id="rId31" Type="http://schemas.openxmlformats.org/officeDocument/2006/relationships/tags" Target="../tags/tag573.xml"/><Relationship Id="rId30" Type="http://schemas.openxmlformats.org/officeDocument/2006/relationships/tags" Target="../tags/tag572.xml"/><Relationship Id="rId3" Type="http://schemas.openxmlformats.org/officeDocument/2006/relationships/tags" Target="../tags/tag545.xml"/><Relationship Id="rId29" Type="http://schemas.openxmlformats.org/officeDocument/2006/relationships/tags" Target="../tags/tag571.xml"/><Relationship Id="rId28" Type="http://schemas.openxmlformats.org/officeDocument/2006/relationships/tags" Target="../tags/tag570.xml"/><Relationship Id="rId27" Type="http://schemas.openxmlformats.org/officeDocument/2006/relationships/tags" Target="../tags/tag569.xml"/><Relationship Id="rId26" Type="http://schemas.openxmlformats.org/officeDocument/2006/relationships/tags" Target="../tags/tag568.xml"/><Relationship Id="rId25" Type="http://schemas.openxmlformats.org/officeDocument/2006/relationships/tags" Target="../tags/tag567.xml"/><Relationship Id="rId24" Type="http://schemas.openxmlformats.org/officeDocument/2006/relationships/tags" Target="../tags/tag566.xml"/><Relationship Id="rId23" Type="http://schemas.openxmlformats.org/officeDocument/2006/relationships/tags" Target="../tags/tag565.xml"/><Relationship Id="rId22" Type="http://schemas.openxmlformats.org/officeDocument/2006/relationships/tags" Target="../tags/tag564.xml"/><Relationship Id="rId21" Type="http://schemas.openxmlformats.org/officeDocument/2006/relationships/tags" Target="../tags/tag563.xml"/><Relationship Id="rId20" Type="http://schemas.openxmlformats.org/officeDocument/2006/relationships/tags" Target="../tags/tag562.xml"/><Relationship Id="rId2" Type="http://schemas.openxmlformats.org/officeDocument/2006/relationships/tags" Target="../tags/tag544.xml"/><Relationship Id="rId19" Type="http://schemas.openxmlformats.org/officeDocument/2006/relationships/tags" Target="../tags/tag561.xml"/><Relationship Id="rId18" Type="http://schemas.openxmlformats.org/officeDocument/2006/relationships/tags" Target="../tags/tag560.xml"/><Relationship Id="rId17" Type="http://schemas.openxmlformats.org/officeDocument/2006/relationships/tags" Target="../tags/tag559.xml"/><Relationship Id="rId16" Type="http://schemas.openxmlformats.org/officeDocument/2006/relationships/tags" Target="../tags/tag558.xml"/><Relationship Id="rId15" Type="http://schemas.openxmlformats.org/officeDocument/2006/relationships/tags" Target="../tags/tag557.xml"/><Relationship Id="rId14" Type="http://schemas.openxmlformats.org/officeDocument/2006/relationships/tags" Target="../tags/tag556.xml"/><Relationship Id="rId13" Type="http://schemas.openxmlformats.org/officeDocument/2006/relationships/tags" Target="../tags/tag555.xml"/><Relationship Id="rId12" Type="http://schemas.openxmlformats.org/officeDocument/2006/relationships/tags" Target="../tags/tag554.xml"/><Relationship Id="rId11" Type="http://schemas.openxmlformats.org/officeDocument/2006/relationships/tags" Target="../tags/tag553.xml"/><Relationship Id="rId10" Type="http://schemas.openxmlformats.org/officeDocument/2006/relationships/tags" Target="../tags/tag552.xml"/><Relationship Id="rId1" Type="http://schemas.openxmlformats.org/officeDocument/2006/relationships/tags" Target="../tags/tag54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577.xml"/><Relationship Id="rId3" Type="http://schemas.openxmlformats.org/officeDocument/2006/relationships/tags" Target="../tags/tag576.xml"/><Relationship Id="rId2" Type="http://schemas.openxmlformats.org/officeDocument/2006/relationships/tags" Target="../tags/tag575.xml"/><Relationship Id="rId1" Type="http://schemas.openxmlformats.org/officeDocument/2006/relationships/tags" Target="../tags/tag574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586.xml"/><Relationship Id="rId8" Type="http://schemas.openxmlformats.org/officeDocument/2006/relationships/tags" Target="../tags/tag585.xml"/><Relationship Id="rId7" Type="http://schemas.openxmlformats.org/officeDocument/2006/relationships/tags" Target="../tags/tag584.xml"/><Relationship Id="rId6" Type="http://schemas.openxmlformats.org/officeDocument/2006/relationships/tags" Target="../tags/tag583.xml"/><Relationship Id="rId5" Type="http://schemas.openxmlformats.org/officeDocument/2006/relationships/tags" Target="../tags/tag582.xml"/><Relationship Id="rId4" Type="http://schemas.openxmlformats.org/officeDocument/2006/relationships/tags" Target="../tags/tag581.xml"/><Relationship Id="rId3" Type="http://schemas.openxmlformats.org/officeDocument/2006/relationships/tags" Target="../tags/tag580.xml"/><Relationship Id="rId2" Type="http://schemas.openxmlformats.org/officeDocument/2006/relationships/tags" Target="../tags/tag579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591.xml"/><Relationship Id="rId13" Type="http://schemas.openxmlformats.org/officeDocument/2006/relationships/tags" Target="../tags/tag590.xml"/><Relationship Id="rId12" Type="http://schemas.openxmlformats.org/officeDocument/2006/relationships/tags" Target="../tags/tag589.xml"/><Relationship Id="rId11" Type="http://schemas.openxmlformats.org/officeDocument/2006/relationships/tags" Target="../tags/tag588.xml"/><Relationship Id="rId10" Type="http://schemas.openxmlformats.org/officeDocument/2006/relationships/tags" Target="../tags/tag587.xml"/><Relationship Id="rId1" Type="http://schemas.openxmlformats.org/officeDocument/2006/relationships/tags" Target="../tags/tag578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" Type="http://schemas.openxmlformats.org/officeDocument/2006/relationships/tags" Target="../tags/tag598.xml"/><Relationship Id="rId63" Type="http://schemas.openxmlformats.org/officeDocument/2006/relationships/slideLayout" Target="../slideLayouts/slideLayout12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662.xml"/><Relationship Id="rId8" Type="http://schemas.openxmlformats.org/officeDocument/2006/relationships/tags" Target="../tags/tag661.xml"/><Relationship Id="rId7" Type="http://schemas.openxmlformats.org/officeDocument/2006/relationships/tags" Target="../tags/tag660.xml"/><Relationship Id="rId6" Type="http://schemas.openxmlformats.org/officeDocument/2006/relationships/tags" Target="../tags/tag659.xml"/><Relationship Id="rId59" Type="http://schemas.openxmlformats.org/officeDocument/2006/relationships/slideLayout" Target="../slideLayouts/slideLayout12.xml"/><Relationship Id="rId58" Type="http://schemas.openxmlformats.org/officeDocument/2006/relationships/tags" Target="../tags/tag711.xml"/><Relationship Id="rId57" Type="http://schemas.openxmlformats.org/officeDocument/2006/relationships/tags" Target="../tags/tag710.xml"/><Relationship Id="rId56" Type="http://schemas.openxmlformats.org/officeDocument/2006/relationships/tags" Target="../tags/tag709.xml"/><Relationship Id="rId55" Type="http://schemas.openxmlformats.org/officeDocument/2006/relationships/tags" Target="../tags/tag708.xml"/><Relationship Id="rId54" Type="http://schemas.openxmlformats.org/officeDocument/2006/relationships/tags" Target="../tags/tag707.xml"/><Relationship Id="rId53" Type="http://schemas.openxmlformats.org/officeDocument/2006/relationships/tags" Target="../tags/tag706.xml"/><Relationship Id="rId52" Type="http://schemas.openxmlformats.org/officeDocument/2006/relationships/tags" Target="../tags/tag705.xml"/><Relationship Id="rId51" Type="http://schemas.openxmlformats.org/officeDocument/2006/relationships/tags" Target="../tags/tag704.xml"/><Relationship Id="rId50" Type="http://schemas.openxmlformats.org/officeDocument/2006/relationships/tags" Target="../tags/tag703.xml"/><Relationship Id="rId5" Type="http://schemas.openxmlformats.org/officeDocument/2006/relationships/tags" Target="../tags/tag658.xml"/><Relationship Id="rId49" Type="http://schemas.openxmlformats.org/officeDocument/2006/relationships/tags" Target="../tags/tag702.xml"/><Relationship Id="rId48" Type="http://schemas.openxmlformats.org/officeDocument/2006/relationships/tags" Target="../tags/tag701.xml"/><Relationship Id="rId47" Type="http://schemas.openxmlformats.org/officeDocument/2006/relationships/tags" Target="../tags/tag700.xml"/><Relationship Id="rId46" Type="http://schemas.openxmlformats.org/officeDocument/2006/relationships/tags" Target="../tags/tag699.xml"/><Relationship Id="rId45" Type="http://schemas.openxmlformats.org/officeDocument/2006/relationships/tags" Target="../tags/tag698.xml"/><Relationship Id="rId44" Type="http://schemas.openxmlformats.org/officeDocument/2006/relationships/tags" Target="../tags/tag697.xml"/><Relationship Id="rId43" Type="http://schemas.openxmlformats.org/officeDocument/2006/relationships/tags" Target="../tags/tag696.xml"/><Relationship Id="rId42" Type="http://schemas.openxmlformats.org/officeDocument/2006/relationships/tags" Target="../tags/tag695.xml"/><Relationship Id="rId41" Type="http://schemas.openxmlformats.org/officeDocument/2006/relationships/tags" Target="../tags/tag694.xml"/><Relationship Id="rId40" Type="http://schemas.openxmlformats.org/officeDocument/2006/relationships/tags" Target="../tags/tag693.xml"/><Relationship Id="rId4" Type="http://schemas.openxmlformats.org/officeDocument/2006/relationships/tags" Target="../tags/tag657.xml"/><Relationship Id="rId39" Type="http://schemas.openxmlformats.org/officeDocument/2006/relationships/tags" Target="../tags/tag692.xml"/><Relationship Id="rId38" Type="http://schemas.openxmlformats.org/officeDocument/2006/relationships/tags" Target="../tags/tag691.xml"/><Relationship Id="rId37" Type="http://schemas.openxmlformats.org/officeDocument/2006/relationships/tags" Target="../tags/tag690.xml"/><Relationship Id="rId36" Type="http://schemas.openxmlformats.org/officeDocument/2006/relationships/tags" Target="../tags/tag689.xml"/><Relationship Id="rId35" Type="http://schemas.openxmlformats.org/officeDocument/2006/relationships/tags" Target="../tags/tag688.xml"/><Relationship Id="rId34" Type="http://schemas.openxmlformats.org/officeDocument/2006/relationships/tags" Target="../tags/tag687.xml"/><Relationship Id="rId33" Type="http://schemas.openxmlformats.org/officeDocument/2006/relationships/tags" Target="../tags/tag686.xml"/><Relationship Id="rId32" Type="http://schemas.openxmlformats.org/officeDocument/2006/relationships/tags" Target="../tags/tag685.xml"/><Relationship Id="rId31" Type="http://schemas.openxmlformats.org/officeDocument/2006/relationships/tags" Target="../tags/tag684.xml"/><Relationship Id="rId30" Type="http://schemas.openxmlformats.org/officeDocument/2006/relationships/tags" Target="../tags/tag683.xml"/><Relationship Id="rId3" Type="http://schemas.openxmlformats.org/officeDocument/2006/relationships/tags" Target="../tags/tag656.xml"/><Relationship Id="rId29" Type="http://schemas.openxmlformats.org/officeDocument/2006/relationships/tags" Target="../tags/tag682.xml"/><Relationship Id="rId28" Type="http://schemas.openxmlformats.org/officeDocument/2006/relationships/tags" Target="../tags/tag681.xml"/><Relationship Id="rId27" Type="http://schemas.openxmlformats.org/officeDocument/2006/relationships/tags" Target="../tags/tag680.xml"/><Relationship Id="rId26" Type="http://schemas.openxmlformats.org/officeDocument/2006/relationships/tags" Target="../tags/tag679.xml"/><Relationship Id="rId25" Type="http://schemas.openxmlformats.org/officeDocument/2006/relationships/tags" Target="../tags/tag678.xml"/><Relationship Id="rId24" Type="http://schemas.openxmlformats.org/officeDocument/2006/relationships/tags" Target="../tags/tag677.xml"/><Relationship Id="rId23" Type="http://schemas.openxmlformats.org/officeDocument/2006/relationships/tags" Target="../tags/tag676.xml"/><Relationship Id="rId22" Type="http://schemas.openxmlformats.org/officeDocument/2006/relationships/tags" Target="../tags/tag675.xml"/><Relationship Id="rId21" Type="http://schemas.openxmlformats.org/officeDocument/2006/relationships/tags" Target="../tags/tag674.xml"/><Relationship Id="rId20" Type="http://schemas.openxmlformats.org/officeDocument/2006/relationships/tags" Target="../tags/tag673.xml"/><Relationship Id="rId2" Type="http://schemas.openxmlformats.org/officeDocument/2006/relationships/tags" Target="../tags/tag655.xml"/><Relationship Id="rId19" Type="http://schemas.openxmlformats.org/officeDocument/2006/relationships/tags" Target="../tags/tag672.xml"/><Relationship Id="rId18" Type="http://schemas.openxmlformats.org/officeDocument/2006/relationships/tags" Target="../tags/tag671.xml"/><Relationship Id="rId17" Type="http://schemas.openxmlformats.org/officeDocument/2006/relationships/tags" Target="../tags/tag670.xml"/><Relationship Id="rId16" Type="http://schemas.openxmlformats.org/officeDocument/2006/relationships/tags" Target="../tags/tag669.xml"/><Relationship Id="rId15" Type="http://schemas.openxmlformats.org/officeDocument/2006/relationships/tags" Target="../tags/tag668.xml"/><Relationship Id="rId14" Type="http://schemas.openxmlformats.org/officeDocument/2006/relationships/tags" Target="../tags/tag667.xml"/><Relationship Id="rId13" Type="http://schemas.openxmlformats.org/officeDocument/2006/relationships/tags" Target="../tags/tag666.xml"/><Relationship Id="rId12" Type="http://schemas.openxmlformats.org/officeDocument/2006/relationships/tags" Target="../tags/tag665.xml"/><Relationship Id="rId11" Type="http://schemas.openxmlformats.org/officeDocument/2006/relationships/tags" Target="../tags/tag664.xml"/><Relationship Id="rId10" Type="http://schemas.openxmlformats.org/officeDocument/2006/relationships/tags" Target="../tags/tag663.xml"/><Relationship Id="rId1" Type="http://schemas.openxmlformats.org/officeDocument/2006/relationships/tags" Target="../tags/tag654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tags" Target="../tags/tag720.xml"/><Relationship Id="rId8" Type="http://schemas.openxmlformats.org/officeDocument/2006/relationships/tags" Target="../tags/tag719.xml"/><Relationship Id="rId7" Type="http://schemas.openxmlformats.org/officeDocument/2006/relationships/tags" Target="../tags/tag718.xml"/><Relationship Id="rId6" Type="http://schemas.openxmlformats.org/officeDocument/2006/relationships/tags" Target="../tags/tag717.xml"/><Relationship Id="rId5" Type="http://schemas.openxmlformats.org/officeDocument/2006/relationships/tags" Target="../tags/tag716.xml"/><Relationship Id="rId4" Type="http://schemas.openxmlformats.org/officeDocument/2006/relationships/tags" Target="../tags/tag715.xml"/><Relationship Id="rId3" Type="http://schemas.openxmlformats.org/officeDocument/2006/relationships/tags" Target="../tags/tag714.xml"/><Relationship Id="rId27" Type="http://schemas.openxmlformats.org/officeDocument/2006/relationships/slideLayout" Target="../slideLayouts/slideLayout12.xml"/><Relationship Id="rId26" Type="http://schemas.openxmlformats.org/officeDocument/2006/relationships/tags" Target="../tags/tag737.xml"/><Relationship Id="rId25" Type="http://schemas.openxmlformats.org/officeDocument/2006/relationships/tags" Target="../tags/tag736.xml"/><Relationship Id="rId24" Type="http://schemas.openxmlformats.org/officeDocument/2006/relationships/tags" Target="../tags/tag735.xml"/><Relationship Id="rId23" Type="http://schemas.openxmlformats.org/officeDocument/2006/relationships/tags" Target="../tags/tag734.xml"/><Relationship Id="rId22" Type="http://schemas.openxmlformats.org/officeDocument/2006/relationships/tags" Target="../tags/tag733.xml"/><Relationship Id="rId21" Type="http://schemas.openxmlformats.org/officeDocument/2006/relationships/tags" Target="../tags/tag732.xml"/><Relationship Id="rId20" Type="http://schemas.openxmlformats.org/officeDocument/2006/relationships/tags" Target="../tags/tag731.xml"/><Relationship Id="rId2" Type="http://schemas.openxmlformats.org/officeDocument/2006/relationships/tags" Target="../tags/tag713.xml"/><Relationship Id="rId19" Type="http://schemas.openxmlformats.org/officeDocument/2006/relationships/tags" Target="../tags/tag730.xml"/><Relationship Id="rId18" Type="http://schemas.openxmlformats.org/officeDocument/2006/relationships/tags" Target="../tags/tag729.xml"/><Relationship Id="rId17" Type="http://schemas.openxmlformats.org/officeDocument/2006/relationships/tags" Target="../tags/tag728.xml"/><Relationship Id="rId16" Type="http://schemas.openxmlformats.org/officeDocument/2006/relationships/tags" Target="../tags/tag727.xml"/><Relationship Id="rId15" Type="http://schemas.openxmlformats.org/officeDocument/2006/relationships/tags" Target="../tags/tag726.xml"/><Relationship Id="rId14" Type="http://schemas.openxmlformats.org/officeDocument/2006/relationships/tags" Target="../tags/tag725.xml"/><Relationship Id="rId13" Type="http://schemas.openxmlformats.org/officeDocument/2006/relationships/tags" Target="../tags/tag724.xml"/><Relationship Id="rId12" Type="http://schemas.openxmlformats.org/officeDocument/2006/relationships/tags" Target="../tags/tag723.xml"/><Relationship Id="rId11" Type="http://schemas.openxmlformats.org/officeDocument/2006/relationships/tags" Target="../tags/tag722.xml"/><Relationship Id="rId10" Type="http://schemas.openxmlformats.org/officeDocument/2006/relationships/tags" Target="../tags/tag721.xml"/><Relationship Id="rId1" Type="http://schemas.openxmlformats.org/officeDocument/2006/relationships/tags" Target="../tags/tag712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tags" Target="../tags/tag746.xml"/><Relationship Id="rId8" Type="http://schemas.openxmlformats.org/officeDocument/2006/relationships/tags" Target="../tags/tag745.xml"/><Relationship Id="rId7" Type="http://schemas.openxmlformats.org/officeDocument/2006/relationships/tags" Target="../tags/tag744.xml"/><Relationship Id="rId6" Type="http://schemas.openxmlformats.org/officeDocument/2006/relationships/tags" Target="../tags/tag743.xml"/><Relationship Id="rId5" Type="http://schemas.openxmlformats.org/officeDocument/2006/relationships/tags" Target="../tags/tag742.xml"/><Relationship Id="rId4" Type="http://schemas.openxmlformats.org/officeDocument/2006/relationships/tags" Target="../tags/tag741.xml"/><Relationship Id="rId3" Type="http://schemas.openxmlformats.org/officeDocument/2006/relationships/tags" Target="../tags/tag740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761.xml"/><Relationship Id="rId23" Type="http://schemas.openxmlformats.org/officeDocument/2006/relationships/tags" Target="../tags/tag760.xml"/><Relationship Id="rId22" Type="http://schemas.openxmlformats.org/officeDocument/2006/relationships/tags" Target="../tags/tag759.xml"/><Relationship Id="rId21" Type="http://schemas.openxmlformats.org/officeDocument/2006/relationships/tags" Target="../tags/tag758.xml"/><Relationship Id="rId20" Type="http://schemas.openxmlformats.org/officeDocument/2006/relationships/tags" Target="../tags/tag757.xml"/><Relationship Id="rId2" Type="http://schemas.openxmlformats.org/officeDocument/2006/relationships/tags" Target="../tags/tag739.xml"/><Relationship Id="rId19" Type="http://schemas.openxmlformats.org/officeDocument/2006/relationships/tags" Target="../tags/tag756.xml"/><Relationship Id="rId18" Type="http://schemas.openxmlformats.org/officeDocument/2006/relationships/tags" Target="../tags/tag755.xml"/><Relationship Id="rId17" Type="http://schemas.openxmlformats.org/officeDocument/2006/relationships/tags" Target="../tags/tag754.xml"/><Relationship Id="rId16" Type="http://schemas.openxmlformats.org/officeDocument/2006/relationships/tags" Target="../tags/tag753.xml"/><Relationship Id="rId15" Type="http://schemas.openxmlformats.org/officeDocument/2006/relationships/tags" Target="../tags/tag752.xml"/><Relationship Id="rId14" Type="http://schemas.openxmlformats.org/officeDocument/2006/relationships/tags" Target="../tags/tag751.xml"/><Relationship Id="rId13" Type="http://schemas.openxmlformats.org/officeDocument/2006/relationships/tags" Target="../tags/tag750.xml"/><Relationship Id="rId12" Type="http://schemas.openxmlformats.org/officeDocument/2006/relationships/tags" Target="../tags/tag749.xml"/><Relationship Id="rId11" Type="http://schemas.openxmlformats.org/officeDocument/2006/relationships/tags" Target="../tags/tag748.xml"/><Relationship Id="rId10" Type="http://schemas.openxmlformats.org/officeDocument/2006/relationships/tags" Target="../tags/tag747.xml"/><Relationship Id="rId1" Type="http://schemas.openxmlformats.org/officeDocument/2006/relationships/tags" Target="../tags/tag738.xml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65.xml"/><Relationship Id="rId3" Type="http://schemas.openxmlformats.org/officeDocument/2006/relationships/tags" Target="../tags/tag764.xml"/><Relationship Id="rId2" Type="http://schemas.openxmlformats.org/officeDocument/2006/relationships/tags" Target="../tags/tag763.xml"/><Relationship Id="rId1" Type="http://schemas.openxmlformats.org/officeDocument/2006/relationships/tags" Target="../tags/tag76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tags" Target="../tags/tag774.xml"/><Relationship Id="rId8" Type="http://schemas.openxmlformats.org/officeDocument/2006/relationships/tags" Target="../tags/tag773.xml"/><Relationship Id="rId7" Type="http://schemas.openxmlformats.org/officeDocument/2006/relationships/tags" Target="../tags/tag772.xml"/><Relationship Id="rId6" Type="http://schemas.openxmlformats.org/officeDocument/2006/relationships/tags" Target="../tags/tag771.xml"/><Relationship Id="rId5" Type="http://schemas.openxmlformats.org/officeDocument/2006/relationships/tags" Target="../tags/tag770.xml"/><Relationship Id="rId4" Type="http://schemas.openxmlformats.org/officeDocument/2006/relationships/tags" Target="../tags/tag769.xml"/><Relationship Id="rId3" Type="http://schemas.openxmlformats.org/officeDocument/2006/relationships/tags" Target="../tags/tag768.xml"/><Relationship Id="rId2" Type="http://schemas.openxmlformats.org/officeDocument/2006/relationships/tags" Target="../tags/tag767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779.xml"/><Relationship Id="rId13" Type="http://schemas.openxmlformats.org/officeDocument/2006/relationships/tags" Target="../tags/tag778.xml"/><Relationship Id="rId12" Type="http://schemas.openxmlformats.org/officeDocument/2006/relationships/tags" Target="../tags/tag777.xml"/><Relationship Id="rId11" Type="http://schemas.openxmlformats.org/officeDocument/2006/relationships/tags" Target="../tags/tag776.xml"/><Relationship Id="rId10" Type="http://schemas.openxmlformats.org/officeDocument/2006/relationships/tags" Target="../tags/tag775.xml"/><Relationship Id="rId1" Type="http://schemas.openxmlformats.org/officeDocument/2006/relationships/tags" Target="../tags/tag766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8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167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65.bin"/><Relationship Id="rId2" Type="http://schemas.openxmlformats.org/officeDocument/2006/relationships/tags" Target="../tags/tag781.xml"/><Relationship Id="rId19" Type="http://schemas.openxmlformats.org/officeDocument/2006/relationships/vmlDrawing" Target="../drawings/vmlDrawing26.v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786.xml"/><Relationship Id="rId16" Type="http://schemas.openxmlformats.org/officeDocument/2006/relationships/tags" Target="../tags/tag785.xml"/><Relationship Id="rId15" Type="http://schemas.openxmlformats.org/officeDocument/2006/relationships/tags" Target="../tags/tag784.xml"/><Relationship Id="rId14" Type="http://schemas.openxmlformats.org/officeDocument/2006/relationships/tags" Target="../tags/tag783.xml"/><Relationship Id="rId13" Type="http://schemas.openxmlformats.org/officeDocument/2006/relationships/tags" Target="../tags/tag782.xml"/><Relationship Id="rId12" Type="http://schemas.openxmlformats.org/officeDocument/2006/relationships/image" Target="../media/image47.wmf"/><Relationship Id="rId11" Type="http://schemas.openxmlformats.org/officeDocument/2006/relationships/oleObject" Target="../embeddings/oleObject169.bin"/><Relationship Id="rId10" Type="http://schemas.openxmlformats.org/officeDocument/2006/relationships/image" Target="../media/image72.wmf"/><Relationship Id="rId1" Type="http://schemas.openxmlformats.org/officeDocument/2006/relationships/tags" Target="../tags/tag780.xml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tags" Target="../tags/tag795.xml"/><Relationship Id="rId8" Type="http://schemas.openxmlformats.org/officeDocument/2006/relationships/tags" Target="../tags/tag794.xml"/><Relationship Id="rId7" Type="http://schemas.openxmlformats.org/officeDocument/2006/relationships/tags" Target="../tags/tag793.xml"/><Relationship Id="rId6" Type="http://schemas.openxmlformats.org/officeDocument/2006/relationships/tags" Target="../tags/tag792.xml"/><Relationship Id="rId5" Type="http://schemas.openxmlformats.org/officeDocument/2006/relationships/tags" Target="../tags/tag791.xml"/><Relationship Id="rId4" Type="http://schemas.openxmlformats.org/officeDocument/2006/relationships/tags" Target="../tags/tag790.xml"/><Relationship Id="rId3" Type="http://schemas.openxmlformats.org/officeDocument/2006/relationships/tags" Target="../tags/tag789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806.xml"/><Relationship Id="rId2" Type="http://schemas.openxmlformats.org/officeDocument/2006/relationships/tags" Target="../tags/tag788.xml"/><Relationship Id="rId19" Type="http://schemas.openxmlformats.org/officeDocument/2006/relationships/tags" Target="../tags/tag805.xml"/><Relationship Id="rId18" Type="http://schemas.openxmlformats.org/officeDocument/2006/relationships/tags" Target="../tags/tag804.xml"/><Relationship Id="rId17" Type="http://schemas.openxmlformats.org/officeDocument/2006/relationships/tags" Target="../tags/tag803.xml"/><Relationship Id="rId16" Type="http://schemas.openxmlformats.org/officeDocument/2006/relationships/tags" Target="../tags/tag802.xml"/><Relationship Id="rId15" Type="http://schemas.openxmlformats.org/officeDocument/2006/relationships/tags" Target="../tags/tag801.xml"/><Relationship Id="rId14" Type="http://schemas.openxmlformats.org/officeDocument/2006/relationships/tags" Target="../tags/tag800.xml"/><Relationship Id="rId13" Type="http://schemas.openxmlformats.org/officeDocument/2006/relationships/tags" Target="../tags/tag799.xml"/><Relationship Id="rId12" Type="http://schemas.openxmlformats.org/officeDocument/2006/relationships/tags" Target="../tags/tag798.xml"/><Relationship Id="rId11" Type="http://schemas.openxmlformats.org/officeDocument/2006/relationships/tags" Target="../tags/tag797.xml"/><Relationship Id="rId10" Type="http://schemas.openxmlformats.org/officeDocument/2006/relationships/tags" Target="../tags/tag796.xml"/><Relationship Id="rId1" Type="http://schemas.openxmlformats.org/officeDocument/2006/relationships/tags" Target="../tags/tag787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tags" Target="../tags/tag815.xml"/><Relationship Id="rId8" Type="http://schemas.openxmlformats.org/officeDocument/2006/relationships/tags" Target="../tags/tag814.xml"/><Relationship Id="rId7" Type="http://schemas.openxmlformats.org/officeDocument/2006/relationships/tags" Target="../tags/tag813.xml"/><Relationship Id="rId6" Type="http://schemas.openxmlformats.org/officeDocument/2006/relationships/tags" Target="../tags/tag812.xml"/><Relationship Id="rId5" Type="http://schemas.openxmlformats.org/officeDocument/2006/relationships/tags" Target="../tags/tag811.xml"/><Relationship Id="rId4" Type="http://schemas.openxmlformats.org/officeDocument/2006/relationships/tags" Target="../tags/tag810.xml"/><Relationship Id="rId3" Type="http://schemas.openxmlformats.org/officeDocument/2006/relationships/tags" Target="../tags/tag809.xml"/><Relationship Id="rId2" Type="http://schemas.openxmlformats.org/officeDocument/2006/relationships/tags" Target="../tags/tag808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816.xml"/><Relationship Id="rId1" Type="http://schemas.openxmlformats.org/officeDocument/2006/relationships/tags" Target="../tags/tag807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tags" Target="../tags/tag825.xml"/><Relationship Id="rId8" Type="http://schemas.openxmlformats.org/officeDocument/2006/relationships/tags" Target="../tags/tag824.xml"/><Relationship Id="rId7" Type="http://schemas.openxmlformats.org/officeDocument/2006/relationships/tags" Target="../tags/tag823.xml"/><Relationship Id="rId6" Type="http://schemas.openxmlformats.org/officeDocument/2006/relationships/tags" Target="../tags/tag822.xml"/><Relationship Id="rId5" Type="http://schemas.openxmlformats.org/officeDocument/2006/relationships/tags" Target="../tags/tag821.xml"/><Relationship Id="rId4" Type="http://schemas.openxmlformats.org/officeDocument/2006/relationships/tags" Target="../tags/tag820.xml"/><Relationship Id="rId3" Type="http://schemas.openxmlformats.org/officeDocument/2006/relationships/tags" Target="../tags/tag819.xml"/><Relationship Id="rId2" Type="http://schemas.openxmlformats.org/officeDocument/2006/relationships/tags" Target="../tags/tag818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826.xml"/><Relationship Id="rId1" Type="http://schemas.openxmlformats.org/officeDocument/2006/relationships/tags" Target="../tags/tag817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tags" Target="../tags/tag835.xml"/><Relationship Id="rId8" Type="http://schemas.openxmlformats.org/officeDocument/2006/relationships/tags" Target="../tags/tag834.xml"/><Relationship Id="rId7" Type="http://schemas.openxmlformats.org/officeDocument/2006/relationships/tags" Target="../tags/tag833.xml"/><Relationship Id="rId6" Type="http://schemas.openxmlformats.org/officeDocument/2006/relationships/tags" Target="../tags/tag832.xml"/><Relationship Id="rId5" Type="http://schemas.openxmlformats.org/officeDocument/2006/relationships/tags" Target="../tags/tag831.xml"/><Relationship Id="rId4" Type="http://schemas.openxmlformats.org/officeDocument/2006/relationships/tags" Target="../tags/tag830.xml"/><Relationship Id="rId3" Type="http://schemas.openxmlformats.org/officeDocument/2006/relationships/tags" Target="../tags/tag829.xml"/><Relationship Id="rId2" Type="http://schemas.openxmlformats.org/officeDocument/2006/relationships/tags" Target="../tags/tag828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836.xml"/><Relationship Id="rId1" Type="http://schemas.openxmlformats.org/officeDocument/2006/relationships/tags" Target="../tags/tag827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tags" Target="../tags/tag845.xml"/><Relationship Id="rId8" Type="http://schemas.openxmlformats.org/officeDocument/2006/relationships/tags" Target="../tags/tag844.xml"/><Relationship Id="rId7" Type="http://schemas.openxmlformats.org/officeDocument/2006/relationships/tags" Target="../tags/tag843.xml"/><Relationship Id="rId6" Type="http://schemas.openxmlformats.org/officeDocument/2006/relationships/tags" Target="../tags/tag842.xml"/><Relationship Id="rId5" Type="http://schemas.openxmlformats.org/officeDocument/2006/relationships/tags" Target="../tags/tag841.xml"/><Relationship Id="rId4" Type="http://schemas.openxmlformats.org/officeDocument/2006/relationships/tags" Target="../tags/tag840.xml"/><Relationship Id="rId3" Type="http://schemas.openxmlformats.org/officeDocument/2006/relationships/tags" Target="../tags/tag839.xml"/><Relationship Id="rId2" Type="http://schemas.openxmlformats.org/officeDocument/2006/relationships/tags" Target="../tags/tag838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846.xml"/><Relationship Id="rId1" Type="http://schemas.openxmlformats.org/officeDocument/2006/relationships/tags" Target="../tags/tag837.xml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tags" Target="../tags/tag855.xml"/><Relationship Id="rId8" Type="http://schemas.openxmlformats.org/officeDocument/2006/relationships/tags" Target="../tags/tag854.xml"/><Relationship Id="rId7" Type="http://schemas.openxmlformats.org/officeDocument/2006/relationships/tags" Target="../tags/tag853.xml"/><Relationship Id="rId6" Type="http://schemas.openxmlformats.org/officeDocument/2006/relationships/tags" Target="../tags/tag852.xml"/><Relationship Id="rId5" Type="http://schemas.openxmlformats.org/officeDocument/2006/relationships/tags" Target="../tags/tag851.xml"/><Relationship Id="rId4" Type="http://schemas.openxmlformats.org/officeDocument/2006/relationships/tags" Target="../tags/tag850.xml"/><Relationship Id="rId3" Type="http://schemas.openxmlformats.org/officeDocument/2006/relationships/tags" Target="../tags/tag849.xml"/><Relationship Id="rId2" Type="http://schemas.openxmlformats.org/officeDocument/2006/relationships/tags" Target="../tags/tag848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856.xml"/><Relationship Id="rId1" Type="http://schemas.openxmlformats.org/officeDocument/2006/relationships/tags" Target="../tags/tag847.xml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tags" Target="../tags/tag865.xml"/><Relationship Id="rId8" Type="http://schemas.openxmlformats.org/officeDocument/2006/relationships/tags" Target="../tags/tag864.xml"/><Relationship Id="rId7" Type="http://schemas.openxmlformats.org/officeDocument/2006/relationships/tags" Target="../tags/tag863.xml"/><Relationship Id="rId6" Type="http://schemas.openxmlformats.org/officeDocument/2006/relationships/tags" Target="../tags/tag862.xml"/><Relationship Id="rId5" Type="http://schemas.openxmlformats.org/officeDocument/2006/relationships/tags" Target="../tags/tag861.xml"/><Relationship Id="rId4" Type="http://schemas.openxmlformats.org/officeDocument/2006/relationships/tags" Target="../tags/tag860.xml"/><Relationship Id="rId3" Type="http://schemas.openxmlformats.org/officeDocument/2006/relationships/tags" Target="../tags/tag859.xml"/><Relationship Id="rId2" Type="http://schemas.openxmlformats.org/officeDocument/2006/relationships/tags" Target="../tags/tag858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866.xml"/><Relationship Id="rId1" Type="http://schemas.openxmlformats.org/officeDocument/2006/relationships/tags" Target="../tags/tag857.xml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tags" Target="../tags/tag875.xml"/><Relationship Id="rId8" Type="http://schemas.openxmlformats.org/officeDocument/2006/relationships/tags" Target="../tags/tag874.xml"/><Relationship Id="rId7" Type="http://schemas.openxmlformats.org/officeDocument/2006/relationships/tags" Target="../tags/tag873.xml"/><Relationship Id="rId6" Type="http://schemas.openxmlformats.org/officeDocument/2006/relationships/tags" Target="../tags/tag872.xml"/><Relationship Id="rId5" Type="http://schemas.openxmlformats.org/officeDocument/2006/relationships/tags" Target="../tags/tag871.xml"/><Relationship Id="rId4" Type="http://schemas.openxmlformats.org/officeDocument/2006/relationships/tags" Target="../tags/tag870.xml"/><Relationship Id="rId3" Type="http://schemas.openxmlformats.org/officeDocument/2006/relationships/tags" Target="../tags/tag869.xml"/><Relationship Id="rId2" Type="http://schemas.openxmlformats.org/officeDocument/2006/relationships/tags" Target="../tags/tag868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876.xml"/><Relationship Id="rId1" Type="http://schemas.openxmlformats.org/officeDocument/2006/relationships/tags" Target="../tags/tag867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tags" Target="../tags/tag885.xml"/><Relationship Id="rId8" Type="http://schemas.openxmlformats.org/officeDocument/2006/relationships/tags" Target="../tags/tag884.xml"/><Relationship Id="rId7" Type="http://schemas.openxmlformats.org/officeDocument/2006/relationships/tags" Target="../tags/tag883.xml"/><Relationship Id="rId6" Type="http://schemas.openxmlformats.org/officeDocument/2006/relationships/tags" Target="../tags/tag882.xml"/><Relationship Id="rId5" Type="http://schemas.openxmlformats.org/officeDocument/2006/relationships/tags" Target="../tags/tag881.xml"/><Relationship Id="rId4" Type="http://schemas.openxmlformats.org/officeDocument/2006/relationships/tags" Target="../tags/tag880.xml"/><Relationship Id="rId3" Type="http://schemas.openxmlformats.org/officeDocument/2006/relationships/tags" Target="../tags/tag879.xml"/><Relationship Id="rId2" Type="http://schemas.openxmlformats.org/officeDocument/2006/relationships/tags" Target="../tags/tag878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886.xml"/><Relationship Id="rId1" Type="http://schemas.openxmlformats.org/officeDocument/2006/relationships/tags" Target="../tags/tag877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tags" Target="../tags/tag895.xml"/><Relationship Id="rId8" Type="http://schemas.openxmlformats.org/officeDocument/2006/relationships/tags" Target="../tags/tag894.xml"/><Relationship Id="rId7" Type="http://schemas.openxmlformats.org/officeDocument/2006/relationships/tags" Target="../tags/tag893.xml"/><Relationship Id="rId6" Type="http://schemas.openxmlformats.org/officeDocument/2006/relationships/tags" Target="../tags/tag892.xml"/><Relationship Id="rId5" Type="http://schemas.openxmlformats.org/officeDocument/2006/relationships/tags" Target="../tags/tag891.xml"/><Relationship Id="rId4" Type="http://schemas.openxmlformats.org/officeDocument/2006/relationships/tags" Target="../tags/tag890.xml"/><Relationship Id="rId3" Type="http://schemas.openxmlformats.org/officeDocument/2006/relationships/tags" Target="../tags/tag889.xml"/><Relationship Id="rId2" Type="http://schemas.openxmlformats.org/officeDocument/2006/relationships/tags" Target="../tags/tag888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900.xml"/><Relationship Id="rId13" Type="http://schemas.openxmlformats.org/officeDocument/2006/relationships/tags" Target="../tags/tag899.xml"/><Relationship Id="rId12" Type="http://schemas.openxmlformats.org/officeDocument/2006/relationships/tags" Target="../tags/tag898.xml"/><Relationship Id="rId11" Type="http://schemas.openxmlformats.org/officeDocument/2006/relationships/tags" Target="../tags/tag897.xml"/><Relationship Id="rId10" Type="http://schemas.openxmlformats.org/officeDocument/2006/relationships/tags" Target="../tags/tag896.xml"/><Relationship Id="rId1" Type="http://schemas.openxmlformats.org/officeDocument/2006/relationships/tags" Target="../tags/tag887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tags" Target="../tags/tag909.xml"/><Relationship Id="rId8" Type="http://schemas.openxmlformats.org/officeDocument/2006/relationships/tags" Target="../tags/tag908.xml"/><Relationship Id="rId7" Type="http://schemas.openxmlformats.org/officeDocument/2006/relationships/tags" Target="../tags/tag907.xml"/><Relationship Id="rId6" Type="http://schemas.openxmlformats.org/officeDocument/2006/relationships/tags" Target="../tags/tag906.xml"/><Relationship Id="rId5" Type="http://schemas.openxmlformats.org/officeDocument/2006/relationships/tags" Target="../tags/tag905.xml"/><Relationship Id="rId4" Type="http://schemas.openxmlformats.org/officeDocument/2006/relationships/tags" Target="../tags/tag904.xml"/><Relationship Id="rId31" Type="http://schemas.openxmlformats.org/officeDocument/2006/relationships/vmlDrawing" Target="../drawings/vmlDrawing27.v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903.xml"/><Relationship Id="rId29" Type="http://schemas.openxmlformats.org/officeDocument/2006/relationships/tags" Target="../tags/tag919.xml"/><Relationship Id="rId28" Type="http://schemas.openxmlformats.org/officeDocument/2006/relationships/tags" Target="../tags/tag918.xml"/><Relationship Id="rId27" Type="http://schemas.openxmlformats.org/officeDocument/2006/relationships/tags" Target="../tags/tag917.xml"/><Relationship Id="rId26" Type="http://schemas.openxmlformats.org/officeDocument/2006/relationships/image" Target="../media/image47.wmf"/><Relationship Id="rId25" Type="http://schemas.openxmlformats.org/officeDocument/2006/relationships/oleObject" Target="../embeddings/oleObject174.bin"/><Relationship Id="rId24" Type="http://schemas.openxmlformats.org/officeDocument/2006/relationships/tags" Target="../tags/tag916.xml"/><Relationship Id="rId23" Type="http://schemas.openxmlformats.org/officeDocument/2006/relationships/image" Target="../media/image73.wmf"/><Relationship Id="rId22" Type="http://schemas.openxmlformats.org/officeDocument/2006/relationships/oleObject" Target="../embeddings/oleObject173.bin"/><Relationship Id="rId21" Type="http://schemas.openxmlformats.org/officeDocument/2006/relationships/tags" Target="../tags/tag915.xml"/><Relationship Id="rId20" Type="http://schemas.openxmlformats.org/officeDocument/2006/relationships/image" Target="../media/image71.wmf"/><Relationship Id="rId2" Type="http://schemas.openxmlformats.org/officeDocument/2006/relationships/tags" Target="../tags/tag902.xml"/><Relationship Id="rId19" Type="http://schemas.openxmlformats.org/officeDocument/2006/relationships/oleObject" Target="../embeddings/oleObject172.bin"/><Relationship Id="rId18" Type="http://schemas.openxmlformats.org/officeDocument/2006/relationships/tags" Target="../tags/tag914.xml"/><Relationship Id="rId17" Type="http://schemas.openxmlformats.org/officeDocument/2006/relationships/image" Target="../media/image22.wmf"/><Relationship Id="rId16" Type="http://schemas.openxmlformats.org/officeDocument/2006/relationships/oleObject" Target="../embeddings/oleObject171.bin"/><Relationship Id="rId15" Type="http://schemas.openxmlformats.org/officeDocument/2006/relationships/tags" Target="../tags/tag913.xml"/><Relationship Id="rId14" Type="http://schemas.openxmlformats.org/officeDocument/2006/relationships/tags" Target="../tags/tag912.xml"/><Relationship Id="rId13" Type="http://schemas.openxmlformats.org/officeDocument/2006/relationships/image" Target="../media/image21.wmf"/><Relationship Id="rId12" Type="http://schemas.openxmlformats.org/officeDocument/2006/relationships/oleObject" Target="../embeddings/oleObject170.bin"/><Relationship Id="rId11" Type="http://schemas.openxmlformats.org/officeDocument/2006/relationships/tags" Target="../tags/tag911.xml"/><Relationship Id="rId10" Type="http://schemas.openxmlformats.org/officeDocument/2006/relationships/tags" Target="../tags/tag910.xml"/><Relationship Id="rId1" Type="http://schemas.openxmlformats.org/officeDocument/2006/relationships/tags" Target="../tags/tag901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tags" Target="../tags/tag928.xml"/><Relationship Id="rId8" Type="http://schemas.openxmlformats.org/officeDocument/2006/relationships/tags" Target="../tags/tag927.xml"/><Relationship Id="rId7" Type="http://schemas.openxmlformats.org/officeDocument/2006/relationships/tags" Target="../tags/tag926.xml"/><Relationship Id="rId6" Type="http://schemas.openxmlformats.org/officeDocument/2006/relationships/tags" Target="../tags/tag925.xml"/><Relationship Id="rId5" Type="http://schemas.openxmlformats.org/officeDocument/2006/relationships/tags" Target="../tags/tag924.xml"/><Relationship Id="rId4" Type="http://schemas.openxmlformats.org/officeDocument/2006/relationships/tags" Target="../tags/tag923.xml"/><Relationship Id="rId31" Type="http://schemas.openxmlformats.org/officeDocument/2006/relationships/vmlDrawing" Target="../drawings/vmlDrawing28.v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922.xml"/><Relationship Id="rId29" Type="http://schemas.openxmlformats.org/officeDocument/2006/relationships/image" Target="../media/image74.wmf"/><Relationship Id="rId28" Type="http://schemas.openxmlformats.org/officeDocument/2006/relationships/oleObject" Target="../embeddings/oleObject180.bin"/><Relationship Id="rId27" Type="http://schemas.openxmlformats.org/officeDocument/2006/relationships/tags" Target="../tags/tag936.xml"/><Relationship Id="rId26" Type="http://schemas.openxmlformats.org/officeDocument/2006/relationships/image" Target="../media/image47.wmf"/><Relationship Id="rId25" Type="http://schemas.openxmlformats.org/officeDocument/2006/relationships/oleObject" Target="../embeddings/oleObject179.bin"/><Relationship Id="rId24" Type="http://schemas.openxmlformats.org/officeDocument/2006/relationships/tags" Target="../tags/tag935.xml"/><Relationship Id="rId23" Type="http://schemas.openxmlformats.org/officeDocument/2006/relationships/image" Target="../media/image73.wmf"/><Relationship Id="rId22" Type="http://schemas.openxmlformats.org/officeDocument/2006/relationships/oleObject" Target="../embeddings/oleObject178.bin"/><Relationship Id="rId21" Type="http://schemas.openxmlformats.org/officeDocument/2006/relationships/tags" Target="../tags/tag934.xml"/><Relationship Id="rId20" Type="http://schemas.openxmlformats.org/officeDocument/2006/relationships/image" Target="../media/image71.wmf"/><Relationship Id="rId2" Type="http://schemas.openxmlformats.org/officeDocument/2006/relationships/tags" Target="../tags/tag921.xml"/><Relationship Id="rId19" Type="http://schemas.openxmlformats.org/officeDocument/2006/relationships/oleObject" Target="../embeddings/oleObject177.bin"/><Relationship Id="rId18" Type="http://schemas.openxmlformats.org/officeDocument/2006/relationships/tags" Target="../tags/tag933.xml"/><Relationship Id="rId17" Type="http://schemas.openxmlformats.org/officeDocument/2006/relationships/image" Target="../media/image22.wmf"/><Relationship Id="rId16" Type="http://schemas.openxmlformats.org/officeDocument/2006/relationships/oleObject" Target="../embeddings/oleObject176.bin"/><Relationship Id="rId15" Type="http://schemas.openxmlformats.org/officeDocument/2006/relationships/tags" Target="../tags/tag932.xml"/><Relationship Id="rId14" Type="http://schemas.openxmlformats.org/officeDocument/2006/relationships/tags" Target="../tags/tag931.xml"/><Relationship Id="rId13" Type="http://schemas.openxmlformats.org/officeDocument/2006/relationships/image" Target="../media/image21.wmf"/><Relationship Id="rId12" Type="http://schemas.openxmlformats.org/officeDocument/2006/relationships/oleObject" Target="../embeddings/oleObject175.bin"/><Relationship Id="rId11" Type="http://schemas.openxmlformats.org/officeDocument/2006/relationships/tags" Target="../tags/tag930.xml"/><Relationship Id="rId10" Type="http://schemas.openxmlformats.org/officeDocument/2006/relationships/tags" Target="../tags/tag929.xml"/><Relationship Id="rId1" Type="http://schemas.openxmlformats.org/officeDocument/2006/relationships/tags" Target="../tags/tag92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281045"/>
            <a:ext cx="3055620" cy="30937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主方法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分治算法基本思想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大整数乘法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Strassen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矩阵乘法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二分查找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归并排序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循环赛日程表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281045"/>
            <a:ext cx="3055620" cy="31343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主方法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分治算法基本思想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大整数乘法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Strassen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矩阵乘法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二分查找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归并排序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循环赛日程表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39570" y="75730"/>
            <a:ext cx="170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主方法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31850"/>
            <a:ext cx="3432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主方法适用递归方程的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形式：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46450" y="782320"/>
          <a:ext cx="3917315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435100" imgH="203200" progId="Equation.KSEE3">
                  <p:embed/>
                </p:oleObj>
              </mc:Choice>
              <mc:Fallback>
                <p:oleObj name="" r:id="rId1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6450" y="782320"/>
                        <a:ext cx="3917315" cy="554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0" y="2272665"/>
            <a:ext cx="14693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主方法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用法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1639570" y="1431925"/>
            <a:ext cx="477520" cy="2080260"/>
          </a:xfrm>
          <a:prstGeom prst="leftBrace">
            <a:avLst>
              <a:gd name="adj1" fmla="val 150625"/>
              <a:gd name="adj2" fmla="val 49023"/>
            </a:avLst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117090" y="1337310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128016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812800" imgH="228600" progId="Equation.KSEE3">
                  <p:embed/>
                </p:oleObj>
              </mc:Choice>
              <mc:Fallback>
                <p:oleObj name="" r:id="rId3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3335" y="128016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4305300" y="1337310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94593" y="1336040"/>
          <a:ext cx="235585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5" imgW="1016000" imgH="228600" progId="Equation.KSEE3">
                  <p:embed/>
                </p:oleObj>
              </mc:Choice>
              <mc:Fallback>
                <p:oleObj name="" r:id="rId5" imgW="10160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94593" y="1336040"/>
                        <a:ext cx="2355850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2117090" y="2235835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2178685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7" imgW="812800" imgH="228600" progId="Equation.KSEE3">
                  <p:embed/>
                </p:oleObj>
              </mc:Choice>
              <mc:Fallback>
                <p:oleObj name="" r:id="rId7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53335" y="2178685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4305300" y="2235835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93958" y="2178368"/>
          <a:ext cx="536067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9" imgW="2311400" imgH="228600" progId="Equation.KSEE3">
                  <p:embed/>
                </p:oleObj>
              </mc:Choice>
              <mc:Fallback>
                <p:oleObj name="" r:id="rId9" imgW="23114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93958" y="2178368"/>
                        <a:ext cx="536067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2117090" y="3154680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309753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11" imgW="812800" imgH="228600" progId="Equation.KSEE3">
                  <p:embed/>
                </p:oleObj>
              </mc:Choice>
              <mc:Fallback>
                <p:oleObj name="" r:id="rId11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53335" y="309753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4305300" y="3154680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38" name="对象 3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90771" y="3134043"/>
          <a:ext cx="229806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" r:id="rId13" imgW="990600" imgH="203200" progId="Equation.KSEE3">
                  <p:embed/>
                </p:oleObj>
              </mc:Choice>
              <mc:Fallback>
                <p:oleObj name="" r:id="rId13" imgW="990600" imgH="203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90771" y="3134043"/>
                        <a:ext cx="229806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0" y="3713480"/>
            <a:ext cx="3681095" cy="707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T(n)=100T(n/10)+n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1010" y="4420870"/>
            <a:ext cx="10370820" cy="2213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用主方法求解：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f(n)   =  n, 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 = 100,   b  =  10 , 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04130" y="4935855"/>
          <a:ext cx="2903855" cy="483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15" imgW="1219200" imgH="203200" progId="Equation.KSEE3">
                  <p:embed/>
                </p:oleObj>
              </mc:Choice>
              <mc:Fallback>
                <p:oleObj name="" r:id="rId15" imgW="1219200" imgH="2032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04130" y="4935855"/>
                        <a:ext cx="2903855" cy="483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0740" y="559054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7" imgW="812800" imgH="228600" progId="Equation.KSEE3">
                  <p:embed/>
                </p:oleObj>
              </mc:Choice>
              <mc:Fallback>
                <p:oleObj name="" r:id="rId17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0740" y="559054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01408" y="6234748"/>
          <a:ext cx="3164840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8" imgW="1536700" imgH="228600" progId="Equation.KSEE3">
                  <p:embed/>
                </p:oleObj>
              </mc:Choice>
              <mc:Fallback>
                <p:oleObj name="" r:id="rId18" imgW="15367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01408" y="6234748"/>
                        <a:ext cx="3164840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: 圆角 18"/>
          <p:cNvSpPr/>
          <p:nvPr/>
        </p:nvSpPr>
        <p:spPr>
          <a:xfrm>
            <a:off x="6385560" y="831850"/>
            <a:ext cx="802640" cy="4552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: 圆角 18"/>
          <p:cNvSpPr/>
          <p:nvPr/>
        </p:nvSpPr>
        <p:spPr>
          <a:xfrm>
            <a:off x="4565015" y="831850"/>
            <a:ext cx="244475" cy="4552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: 圆角 18"/>
          <p:cNvSpPr/>
          <p:nvPr/>
        </p:nvSpPr>
        <p:spPr>
          <a:xfrm>
            <a:off x="1756410" y="3965575"/>
            <a:ext cx="487680" cy="4552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: 圆角 58"/>
          <p:cNvSpPr/>
          <p:nvPr/>
        </p:nvSpPr>
        <p:spPr>
          <a:xfrm>
            <a:off x="5651500" y="773430"/>
            <a:ext cx="259080" cy="51054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58"/>
          <p:cNvSpPr/>
          <p:nvPr/>
        </p:nvSpPr>
        <p:spPr>
          <a:xfrm>
            <a:off x="2780665" y="3958590"/>
            <a:ext cx="320040" cy="45021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: 圆角 18"/>
          <p:cNvSpPr/>
          <p:nvPr/>
        </p:nvSpPr>
        <p:spPr>
          <a:xfrm>
            <a:off x="3346450" y="3975735"/>
            <a:ext cx="255270" cy="45529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: 圆角 18"/>
          <p:cNvSpPr/>
          <p:nvPr/>
        </p:nvSpPr>
        <p:spPr>
          <a:xfrm>
            <a:off x="2501265" y="1281430"/>
            <a:ext cx="845185" cy="4552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: 圆角 18"/>
          <p:cNvSpPr/>
          <p:nvPr/>
        </p:nvSpPr>
        <p:spPr>
          <a:xfrm>
            <a:off x="2501265" y="2207260"/>
            <a:ext cx="845185" cy="4552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: 圆角 18"/>
          <p:cNvSpPr/>
          <p:nvPr/>
        </p:nvSpPr>
        <p:spPr>
          <a:xfrm>
            <a:off x="2501265" y="3133725"/>
            <a:ext cx="845185" cy="4552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: 圆角 18"/>
          <p:cNvSpPr/>
          <p:nvPr/>
        </p:nvSpPr>
        <p:spPr>
          <a:xfrm>
            <a:off x="2410460" y="4996180"/>
            <a:ext cx="1190625" cy="4552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: 圆角 18"/>
          <p:cNvSpPr/>
          <p:nvPr/>
        </p:nvSpPr>
        <p:spPr>
          <a:xfrm>
            <a:off x="3757295" y="5006340"/>
            <a:ext cx="1190625" cy="4552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: 圆角 18"/>
          <p:cNvSpPr/>
          <p:nvPr/>
        </p:nvSpPr>
        <p:spPr>
          <a:xfrm>
            <a:off x="1040765" y="4996180"/>
            <a:ext cx="1213485" cy="4552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: 圆角 18"/>
          <p:cNvSpPr/>
          <p:nvPr/>
        </p:nvSpPr>
        <p:spPr>
          <a:xfrm>
            <a:off x="5104130" y="4986020"/>
            <a:ext cx="2917190" cy="4552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: 圆角 18"/>
          <p:cNvSpPr/>
          <p:nvPr/>
        </p:nvSpPr>
        <p:spPr>
          <a:xfrm>
            <a:off x="840740" y="5614670"/>
            <a:ext cx="1752600" cy="4552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8438 0.612315 " pathEditMode="relative" ptsTypes="">
                                      <p:cBhvr>
                                        <p:cTn id="1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4844 0.146389 " pathEditMode="relative" ptsTypes="">
                                      <p:cBhvr>
                                        <p:cTn id="12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71406 0.610833 " pathEditMode="relative" ptsTypes="">
                                      <p:cBhvr>
                                        <p:cTn id="13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3125 0.155278 " pathEditMode="relative" ptsTypes="">
                                      <p:cBhvr>
                                        <p:cTn id="14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47292 0.616759 " pathEditMode="relative" ptsTypes="">
                                      <p:cBhvr>
                                        <p:cTn id="15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8073 0.153796 " pathEditMode="relative" ptsTypes="">
                                      <p:cBhvr>
                                        <p:cTn id="15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00"/>
                            </p:stCondLst>
                            <p:childTnLst>
                              <p:par>
                                <p:cTn id="2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1458 -0.625556 " pathEditMode="relative" ptsTypes="">
                                      <p:cBhvr>
                                        <p:cTn id="23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0417 -0.626944 L 0.349219 -0.61963 " pathEditMode="relative" ptsTypes="">
                                      <p:cBhvr>
                                        <p:cTn id="241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7" grpId="0"/>
      <p:bldP spid="16" grpId="0" bldLvl="0" animBg="1"/>
      <p:bldP spid="20" grpId="1"/>
      <p:bldP spid="22" grpId="0"/>
      <p:bldP spid="26" grpId="0"/>
      <p:bldP spid="34" grpId="0"/>
      <p:bldP spid="37" grpId="0"/>
      <p:bldP spid="8" grpId="0" bldLvl="0" animBg="1" uiExpand="1" build="allAtOnce"/>
      <p:bldP spid="28" grpId="0" animBg="1"/>
      <p:bldP spid="25" grpId="0" animBg="1"/>
      <p:bldP spid="30" grpId="0" animBg="1"/>
      <p:bldP spid="59" grpId="0" animBg="1"/>
      <p:bldP spid="31" grpId="0" animBg="1"/>
      <p:bldP spid="24" grpId="0" animBg="1"/>
      <p:bldP spid="24" grpId="1" animBg="1"/>
      <p:bldP spid="31" grpId="1" animBg="1"/>
      <p:bldP spid="24" grpId="2" animBg="1"/>
      <p:bldP spid="31" grpId="2" animBg="1"/>
      <p:bldP spid="25" grpId="1" animBg="1"/>
      <p:bldP spid="28" grpId="1" animBg="1"/>
      <p:bldP spid="25" grpId="2" animBg="1"/>
      <p:bldP spid="28" grpId="2" animBg="1"/>
      <p:bldP spid="59" grpId="1" animBg="1"/>
      <p:bldP spid="30" grpId="1" animBg="1"/>
      <p:bldP spid="59" grpId="2" animBg="1"/>
      <p:bldP spid="30" grpId="2" animBg="1"/>
      <p:bldP spid="33" grpId="0" animBg="1"/>
      <p:bldP spid="40" grpId="0" bldLvl="0" animBg="1"/>
      <p:bldP spid="41" grpId="0" bldLvl="0" animBg="1"/>
      <p:bldP spid="42" grpId="0" bldLvl="0" animBg="1"/>
      <p:bldP spid="43" grpId="0" bldLvl="0" animBg="1"/>
      <p:bldP spid="33" grpId="1" animBg="1"/>
      <p:bldP spid="40" grpId="1" animBg="1"/>
      <p:bldP spid="41" grpId="1" animBg="1"/>
      <p:bldP spid="42" grpId="1" animBg="1"/>
      <p:bldP spid="43" grpId="1" animBg="1"/>
      <p:bldP spid="44" grpId="0" animBg="1"/>
      <p:bldP spid="45" grpId="0" animBg="1"/>
      <p:bldP spid="44" grpId="1" animBg="1"/>
      <p:bldP spid="45" grpId="1" animBg="1"/>
      <p:bldP spid="46" grpId="0" bldLvl="0" animBg="1"/>
      <p:bldP spid="46" grpId="1" bldLvl="0" animBg="1"/>
      <p:bldP spid="46" grpId="2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39570" y="75730"/>
            <a:ext cx="170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主方法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31850"/>
            <a:ext cx="3432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主方法适用递归方程的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形式：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46450" y="782320"/>
          <a:ext cx="3917315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435100" imgH="203200" progId="Equation.KSEE3">
                  <p:embed/>
                </p:oleObj>
              </mc:Choice>
              <mc:Fallback>
                <p:oleObj name="" r:id="rId1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6450" y="782320"/>
                        <a:ext cx="3917315" cy="554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0" y="2272665"/>
            <a:ext cx="14693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主方法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用法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1639570" y="1431925"/>
            <a:ext cx="477520" cy="2080260"/>
          </a:xfrm>
          <a:prstGeom prst="leftBrace">
            <a:avLst>
              <a:gd name="adj1" fmla="val 150625"/>
              <a:gd name="adj2" fmla="val 49023"/>
            </a:avLst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117090" y="1337310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128016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812800" imgH="228600" progId="Equation.KSEE3">
                  <p:embed/>
                </p:oleObj>
              </mc:Choice>
              <mc:Fallback>
                <p:oleObj name="" r:id="rId3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3335" y="128016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4305300" y="1337310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117090" y="2235835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2178685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5" imgW="812800" imgH="228600" progId="Equation.KSEE3">
                  <p:embed/>
                </p:oleObj>
              </mc:Choice>
              <mc:Fallback>
                <p:oleObj name="" r:id="rId5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3335" y="2178685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4305300" y="2235835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117090" y="3154680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309753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7" imgW="812800" imgH="228600" progId="Equation.KSEE3">
                  <p:embed/>
                </p:oleObj>
              </mc:Choice>
              <mc:Fallback>
                <p:oleObj name="" r:id="rId7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53335" y="309753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4305300" y="3154680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38" name="对象 3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90771" y="3134043"/>
          <a:ext cx="229806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" r:id="rId9" imgW="990600" imgH="203200" progId="Equation.KSEE3">
                  <p:embed/>
                </p:oleObj>
              </mc:Choice>
              <mc:Fallback>
                <p:oleObj name="" r:id="rId9" imgW="990600" imgH="203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90771" y="3134043"/>
                        <a:ext cx="229806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>
            <p:custDataLst>
              <p:tags r:id="rId11"/>
            </p:custDataLst>
          </p:nvPr>
        </p:nvSpPr>
        <p:spPr>
          <a:xfrm>
            <a:off x="0" y="3713480"/>
            <a:ext cx="3904615" cy="707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T(n)=16T(n/2)+n</a:t>
            </a:r>
            <a:r>
              <a:rPr lang="en-US" altLang="zh-CN" sz="2000" b="1" baseline="30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lang="en-US" altLang="zh-CN" sz="2000" b="1" baseline="30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1010" y="4420870"/>
            <a:ext cx="10370820" cy="2213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用主方法求解：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f(n) =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= 16, b = 2, 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73220" y="4951730"/>
          <a:ext cx="2548890" cy="448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2" imgW="1155700" imgH="203200" progId="Equation.KSEE3">
                  <p:embed/>
                </p:oleObj>
              </mc:Choice>
              <mc:Fallback>
                <p:oleObj name="" r:id="rId12" imgW="1155700" imgH="203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73220" y="4951730"/>
                        <a:ext cx="2548890" cy="448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0740" y="5582285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4" imgW="812800" imgH="228600" progId="Equation.KSEE3">
                  <p:embed/>
                </p:oleObj>
              </mc:Choice>
              <mc:Fallback>
                <p:oleObj name="" r:id="rId14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0740" y="5582285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80453" y="6187758"/>
          <a:ext cx="3594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5" imgW="1548765" imgH="228600" progId="Equation.KSEE3">
                  <p:embed/>
                </p:oleObj>
              </mc:Choice>
              <mc:Fallback>
                <p:oleObj name="" r:id="rId15" imgW="1548765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80453" y="6187758"/>
                        <a:ext cx="35941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4994276" y="2178686"/>
          <a:ext cx="5360035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" r:id="rId18" imgW="2311400" imgH="228600" progId="Equation.KSEE3">
                  <p:embed/>
                </p:oleObj>
              </mc:Choice>
              <mc:Fallback>
                <p:oleObj name="" r:id="rId18" imgW="23114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994276" y="2178686"/>
                        <a:ext cx="5360035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4993958" y="1306830"/>
          <a:ext cx="235585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21" imgW="1016000" imgH="228600" progId="Equation.KSEE3">
                  <p:embed/>
                </p:oleObj>
              </mc:Choice>
              <mc:Fallback>
                <p:oleObj name="" r:id="rId21" imgW="10160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93958" y="1306830"/>
                        <a:ext cx="2355850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 uiExpand="1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39570" y="75730"/>
            <a:ext cx="170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主方法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31850"/>
            <a:ext cx="3432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主方法适用递归方程的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形式：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46450" y="782320"/>
          <a:ext cx="3917315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435100" imgH="203200" progId="Equation.KSEE3">
                  <p:embed/>
                </p:oleObj>
              </mc:Choice>
              <mc:Fallback>
                <p:oleObj name="" r:id="rId1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6450" y="782320"/>
                        <a:ext cx="3917315" cy="554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0" y="2272665"/>
            <a:ext cx="14693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主方法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用法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1639570" y="1431925"/>
            <a:ext cx="477520" cy="2080260"/>
          </a:xfrm>
          <a:prstGeom prst="leftBrace">
            <a:avLst>
              <a:gd name="adj1" fmla="val 150625"/>
              <a:gd name="adj2" fmla="val 49023"/>
            </a:avLst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117090" y="1337310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128016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812800" imgH="228600" progId="Equation.KSEE3">
                  <p:embed/>
                </p:oleObj>
              </mc:Choice>
              <mc:Fallback>
                <p:oleObj name="" r:id="rId3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3335" y="128016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4305300" y="1337310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117090" y="2235835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2178685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5" imgW="812800" imgH="228600" progId="Equation.KSEE3">
                  <p:embed/>
                </p:oleObj>
              </mc:Choice>
              <mc:Fallback>
                <p:oleObj name="" r:id="rId5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3335" y="2178685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4305300" y="2235835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94276" y="2178686"/>
          <a:ext cx="5360035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7" imgW="2311400" imgH="228600" progId="Equation.KSEE3">
                  <p:embed/>
                </p:oleObj>
              </mc:Choice>
              <mc:Fallback>
                <p:oleObj name="" r:id="rId7" imgW="23114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94276" y="2178686"/>
                        <a:ext cx="5360035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2117090" y="3154680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309753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9" imgW="812800" imgH="228600" progId="Equation.KSEE3">
                  <p:embed/>
                </p:oleObj>
              </mc:Choice>
              <mc:Fallback>
                <p:oleObj name="" r:id="rId9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3335" y="309753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4305300" y="3154680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38" name="对象 3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90771" y="3134043"/>
          <a:ext cx="229806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" r:id="rId11" imgW="990600" imgH="203200" progId="Equation.KSEE3">
                  <p:embed/>
                </p:oleObj>
              </mc:Choice>
              <mc:Fallback>
                <p:oleObj name="" r:id="rId11" imgW="990600" imgH="203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90771" y="3134043"/>
                        <a:ext cx="229806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0" y="3713480"/>
            <a:ext cx="3904615" cy="707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T(n)=27T(n/3)+n</a:t>
            </a:r>
            <a:r>
              <a:rPr lang="en-US" altLang="zh-CN" sz="2000" b="1" baseline="30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 baseline="30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1010" y="4420870"/>
            <a:ext cx="10370820" cy="22136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用主方法求解：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f(n) =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en-US" altLang="zh-CN" sz="20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=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27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b =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72268" y="4951730"/>
          <a:ext cx="2550795" cy="448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4" imgW="1155700" imgH="203200" progId="Equation.KSEE3">
                  <p:embed/>
                </p:oleObj>
              </mc:Choice>
              <mc:Fallback>
                <p:oleObj name="" r:id="rId14" imgW="1155700" imgH="203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72268" y="4951730"/>
                        <a:ext cx="2550795" cy="448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0740" y="5582285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6" imgW="812800" imgH="228600" progId="Equation.KSEE3">
                  <p:embed/>
                </p:oleObj>
              </mc:Choice>
              <mc:Fallback>
                <p:oleObj name="" r:id="rId16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40740" y="5582285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90613" y="6187758"/>
          <a:ext cx="495173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8" imgW="2133600" imgH="228600" progId="Equation.KSEE3">
                  <p:embed/>
                </p:oleObj>
              </mc:Choice>
              <mc:Fallback>
                <p:oleObj name="" r:id="rId18" imgW="21336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90613" y="6187758"/>
                        <a:ext cx="495173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4907598" y="1257935"/>
          <a:ext cx="235585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" r:id="rId21" imgW="1016000" imgH="228600" progId="Equation.KSEE3">
                  <p:embed/>
                </p:oleObj>
              </mc:Choice>
              <mc:Fallback>
                <p:oleObj name="" r:id="rId21" imgW="10160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07598" y="1257935"/>
                        <a:ext cx="2355850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 uiExpand="1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39570" y="75730"/>
            <a:ext cx="170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主方法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31850"/>
            <a:ext cx="3432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主方法适用递归方程的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形式：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46450" y="782320"/>
          <a:ext cx="3917315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435100" imgH="203200" progId="Equation.KSEE3">
                  <p:embed/>
                </p:oleObj>
              </mc:Choice>
              <mc:Fallback>
                <p:oleObj name="" r:id="rId1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6450" y="782320"/>
                        <a:ext cx="3917315" cy="554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0" y="2272665"/>
            <a:ext cx="14693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主方法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用法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1639570" y="1431925"/>
            <a:ext cx="477520" cy="2080260"/>
          </a:xfrm>
          <a:prstGeom prst="leftBrace">
            <a:avLst>
              <a:gd name="adj1" fmla="val 150625"/>
              <a:gd name="adj2" fmla="val 49023"/>
            </a:avLst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117090" y="1337310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128016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812800" imgH="228600" progId="Equation.KSEE3">
                  <p:embed/>
                </p:oleObj>
              </mc:Choice>
              <mc:Fallback>
                <p:oleObj name="" r:id="rId3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3335" y="128016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4305300" y="1337310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117090" y="2235835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2178685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5" imgW="812800" imgH="228600" progId="Equation.KSEE3">
                  <p:embed/>
                </p:oleObj>
              </mc:Choice>
              <mc:Fallback>
                <p:oleObj name="" r:id="rId5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3335" y="2178685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4305300" y="2235835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94276" y="2178686"/>
          <a:ext cx="5360035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7" imgW="2311400" imgH="228600" progId="Equation.KSEE3">
                  <p:embed/>
                </p:oleObj>
              </mc:Choice>
              <mc:Fallback>
                <p:oleObj name="" r:id="rId7" imgW="23114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94276" y="2178686"/>
                        <a:ext cx="5360035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2117090" y="3154680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3335" y="309753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9" imgW="812800" imgH="228600" progId="Equation.KSEE3">
                  <p:embed/>
                </p:oleObj>
              </mc:Choice>
              <mc:Fallback>
                <p:oleObj name="" r:id="rId9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3335" y="309753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4305300" y="3154680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38" name="对象 3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90771" y="3134043"/>
          <a:ext cx="229806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" r:id="rId11" imgW="990600" imgH="203200" progId="Equation.KSEE3">
                  <p:embed/>
                </p:oleObj>
              </mc:Choice>
              <mc:Fallback>
                <p:oleObj name="" r:id="rId11" imgW="990600" imgH="203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90771" y="3134043"/>
                        <a:ext cx="229806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0" y="4402455"/>
            <a:ext cx="5536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</a:rPr>
              <a:t>主方法记忆口诀：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谁大取谁，相等乘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logn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4993958" y="1266190"/>
          <a:ext cx="235585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14" imgW="1016000" imgH="228600" progId="Equation.KSEE3">
                  <p:embed/>
                </p:oleObj>
              </mc:Choice>
              <mc:Fallback>
                <p:oleObj name="" r:id="rId14" imgW="10160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993958" y="1266190"/>
                        <a:ext cx="2355850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281045"/>
            <a:ext cx="3055620" cy="30924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主方法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分治算法基本思想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大整数乘法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Strassen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矩阵乘法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二分查找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归并排序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循环赛日程表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48640" y="75730"/>
            <a:ext cx="424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分治算法基本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思想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31850"/>
            <a:ext cx="114471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分治算法基本思想：</a:t>
            </a:r>
            <a:r>
              <a:rPr lang="zh-CN" altLang="en-US" sz="2000" b="1">
                <a:solidFill>
                  <a:schemeClr val="tx1"/>
                </a:solidFill>
              </a:rPr>
              <a:t>将一个规模为n的问题分解为</a:t>
            </a:r>
            <a:r>
              <a:rPr lang="zh-CN" altLang="en-US" sz="2000" b="1">
                <a:solidFill>
                  <a:schemeClr val="tx1"/>
                </a:solidFill>
              </a:rPr>
              <a:t>k个规模为较小的子问题，这些子问题</a:t>
            </a:r>
            <a:r>
              <a:rPr lang="zh-CN" altLang="en-US" sz="2000" b="1">
                <a:solidFill>
                  <a:srgbClr val="FF0000"/>
                </a:solidFill>
              </a:rPr>
              <a:t>互相独立</a:t>
            </a:r>
            <a:r>
              <a:rPr lang="zh-CN" altLang="en-US" sz="2000" b="1">
                <a:solidFill>
                  <a:schemeClr val="tx1"/>
                </a:solidFill>
              </a:rPr>
              <a:t>且与</a:t>
            </a:r>
            <a:r>
              <a:rPr lang="zh-CN" altLang="en-US" sz="2000" b="1">
                <a:solidFill>
                  <a:srgbClr val="FF0000"/>
                </a:solidFill>
              </a:rPr>
              <a:t>原问题相同</a:t>
            </a:r>
            <a:r>
              <a:rPr lang="zh-CN" altLang="en-US" sz="2000" b="1">
                <a:solidFill>
                  <a:schemeClr val="tx1"/>
                </a:solidFill>
              </a:rPr>
              <a:t>。递归地求解这些子问题，然后利用子问题的解合并(构造)出原问题的解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24" name="矩形: 圆角 18"/>
          <p:cNvSpPr/>
          <p:nvPr/>
        </p:nvSpPr>
        <p:spPr>
          <a:xfrm>
            <a:off x="5042535" y="831850"/>
            <a:ext cx="657860" cy="35179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  <a:sym typeface="+mn-ea"/>
              </a:rPr>
              <a:t>分解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0" y="1535430"/>
            <a:ext cx="22409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分治算法步骤：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8" name="矩形: 圆角 18"/>
          <p:cNvSpPr/>
          <p:nvPr/>
        </p:nvSpPr>
        <p:spPr>
          <a:xfrm>
            <a:off x="2408555" y="1186815"/>
            <a:ext cx="657860" cy="35179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  <a:sym typeface="+mn-ea"/>
              </a:rPr>
              <a:t>递归</a:t>
            </a:r>
            <a:endParaRPr lang="zh-CN" altLang="en-US"/>
          </a:p>
        </p:txBody>
      </p:sp>
      <p:sp>
        <p:nvSpPr>
          <p:cNvPr id="10" name="矩形: 圆角 18"/>
          <p:cNvSpPr/>
          <p:nvPr/>
        </p:nvSpPr>
        <p:spPr>
          <a:xfrm>
            <a:off x="7494905" y="1186815"/>
            <a:ext cx="657860" cy="35179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  <a:sym typeface="+mn-ea"/>
              </a:rPr>
              <a:t>合并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90525" y="2831465"/>
            <a:ext cx="2520000" cy="2520000"/>
          </a:xfrm>
          <a:prstGeom prst="rect">
            <a:avLst/>
          </a:prstGeom>
          <a:ln w="63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原问题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271520" y="1946910"/>
            <a:ext cx="0" cy="4701540"/>
          </a:xfrm>
          <a:prstGeom prst="line">
            <a:avLst/>
          </a:prstGeom>
          <a:ln w="1270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90525" y="2830830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0525" y="3190875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0525" y="3550920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90525" y="3910965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90525" y="4271010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0525" y="4631055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0525" y="4991100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06190" y="2830830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806190" y="3190875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806190" y="3550920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806190" y="3910965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806190" y="4271010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806190" y="4631055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√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806190" y="4991100"/>
            <a:ext cx="2520000" cy="3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子问题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  <a:endParaRPr lang="en-US" altLang="zh-CN" sz="240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806190" y="4631055"/>
            <a:ext cx="2520315" cy="7207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合并</a:t>
            </a:r>
            <a:endParaRPr lang="zh-CN" altLang="en-US" sz="240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806190" y="4271010"/>
            <a:ext cx="2520315" cy="10814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合并</a:t>
            </a:r>
            <a:endParaRPr lang="zh-CN" altLang="en-US" sz="240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806190" y="3910965"/>
            <a:ext cx="2520315" cy="1441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合并</a:t>
            </a:r>
            <a:endParaRPr lang="zh-CN" altLang="en-US" sz="240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806190" y="3550920"/>
            <a:ext cx="2520315" cy="18002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合并</a:t>
            </a:r>
            <a:endParaRPr lang="zh-CN" altLang="en-US" sz="240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806190" y="3190875"/>
            <a:ext cx="2520315" cy="21615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合并</a:t>
            </a:r>
            <a:endParaRPr lang="zh-CN" altLang="en-US" sz="240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806190" y="2831465"/>
            <a:ext cx="2520315" cy="25469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合并</a:t>
            </a:r>
            <a:endParaRPr lang="zh-CN" altLang="en-US" sz="240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9896 -0.00611111 L -0.232969 0.11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" y="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9896 -0.00472222 L 0.0674479 0.0552778 " pathEditMode="relative" rAng="0" ptsTypes="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9896 -0.00611111 L -0.270417 0.0612037 " pathEditMode="relative" rAng="0" ptsTypes="">
                                      <p:cBhvr>
                                        <p:cTn id="3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0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5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24" grpId="0" animBg="1"/>
      <p:bldP spid="24" grpId="1" animBg="1"/>
      <p:bldP spid="8" grpId="0" bldLvl="0" animBg="1"/>
      <p:bldP spid="8" grpId="1" bldLvl="0" animBg="1"/>
      <p:bldP spid="10" grpId="0" bldLvl="0" animBg="1"/>
      <p:bldP spid="10" grpId="1" bldLvl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bldLvl="0" animBg="1"/>
      <p:bldP spid="12" grpId="1" animBg="1"/>
      <p:bldP spid="21" grpId="1" animBg="1"/>
      <p:bldP spid="29" grpId="0" animBg="1"/>
      <p:bldP spid="20" grpId="1" animBg="1"/>
      <p:bldP spid="28" grpId="0" animBg="1"/>
      <p:bldP spid="19" grpId="1" animBg="1"/>
      <p:bldP spid="27" grpId="0" animBg="1"/>
      <p:bldP spid="18" grpId="1" animBg="1"/>
      <p:bldP spid="26" grpId="0" animBg="1"/>
      <p:bldP spid="17" grpId="1" animBg="1"/>
      <p:bldP spid="25" grpId="0" animBg="1"/>
      <p:bldP spid="16" grpId="1" animBg="1"/>
      <p:bldP spid="23" grpId="0" animBg="1"/>
      <p:bldP spid="15" grpId="1" animBg="1"/>
      <p:bldP spid="22" grpId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48640" y="75730"/>
            <a:ext cx="424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分治算法基本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思想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860425"/>
            <a:ext cx="3196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分治算法与递归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公式：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0" y="1259205"/>
            <a:ext cx="4353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分治算法步骤：</a:t>
            </a:r>
            <a:r>
              <a:rPr lang="zh-CN" altLang="en-US" sz="2000" b="1">
                <a:solidFill>
                  <a:schemeClr val="tx1"/>
                </a:solidFill>
              </a:rPr>
              <a:t>分解、递归、合并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46705" y="782320"/>
          <a:ext cx="3917315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4" imgW="1435100" imgH="203200" progId="Equation.KSEE3">
                  <p:embed/>
                </p:oleObj>
              </mc:Choice>
              <mc:Fallback>
                <p:oleObj name="" r:id="rId4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6705" y="782320"/>
                        <a:ext cx="3917315" cy="554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38500" y="2070100"/>
          <a:ext cx="57150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6" imgW="1435100" imgH="203200" progId="Equation.KSEE3">
                  <p:embed/>
                </p:oleObj>
              </mc:Choice>
              <mc:Fallback>
                <p:oleObj name="" r:id="rId6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8500" y="2070100"/>
                        <a:ext cx="5715000" cy="80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5020310" y="2070735"/>
            <a:ext cx="2181225" cy="808990"/>
          </a:xfrm>
          <a:prstGeom prst="rect">
            <a:avLst/>
          </a:prstGeom>
          <a:noFill/>
          <a:ln w="63500">
            <a:solidFill>
              <a:srgbClr val="CC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6111240" y="2879725"/>
            <a:ext cx="0" cy="8470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410835" y="3779520"/>
            <a:ext cx="1400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分解</a:t>
            </a:r>
            <a:r>
              <a:rPr lang="en-US" altLang="zh-CN" sz="2000" b="1">
                <a:solidFill>
                  <a:schemeClr val="tx1"/>
                </a:solidFill>
              </a:rPr>
              <a:t>+</a:t>
            </a:r>
            <a:r>
              <a:rPr lang="zh-CN" altLang="en-US" sz="2000" b="1">
                <a:solidFill>
                  <a:schemeClr val="tx1"/>
                </a:solidFill>
              </a:rPr>
              <a:t>递归</a:t>
            </a:r>
            <a:endParaRPr lang="zh-CN" altLang="en-US" sz="20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3" grpId="0" animBg="1"/>
      <p:bldP spid="17" grpId="0"/>
      <p:bldP spid="13" grpId="1" animBg="1"/>
      <p:bldP spid="1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48640" y="75730"/>
            <a:ext cx="424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分治算法基本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思想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860425"/>
            <a:ext cx="3196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分治算法与递归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公式：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0" y="1259205"/>
            <a:ext cx="4353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分治算法步骤：</a:t>
            </a:r>
            <a:r>
              <a:rPr lang="zh-CN" altLang="en-US" sz="2000" b="1">
                <a:solidFill>
                  <a:schemeClr val="tx1"/>
                </a:solidFill>
              </a:rPr>
              <a:t>分解、递归、合并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46705" y="782320"/>
          <a:ext cx="3917315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4" imgW="1435100" imgH="203200" progId="Equation.KSEE3">
                  <p:embed/>
                </p:oleObj>
              </mc:Choice>
              <mc:Fallback>
                <p:oleObj name="" r:id="rId4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6705" y="782320"/>
                        <a:ext cx="3917315" cy="554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38500" y="2070100"/>
          <a:ext cx="57150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6" imgW="1435100" imgH="203200" progId="Equation.KSEE3">
                  <p:embed/>
                </p:oleObj>
              </mc:Choice>
              <mc:Fallback>
                <p:oleObj name="" r:id="rId6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8500" y="2070100"/>
                        <a:ext cx="5715000" cy="80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196590" y="2030730"/>
            <a:ext cx="1306830" cy="808990"/>
          </a:xfrm>
          <a:prstGeom prst="rect">
            <a:avLst/>
          </a:prstGeom>
          <a:noFill/>
          <a:ln w="63500">
            <a:solidFill>
              <a:srgbClr val="CC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377815" y="2030730"/>
            <a:ext cx="1830705" cy="808990"/>
          </a:xfrm>
          <a:prstGeom prst="rect">
            <a:avLst/>
          </a:prstGeom>
          <a:noFill/>
          <a:ln w="63500">
            <a:solidFill>
              <a:srgbClr val="CC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3850005" y="2839720"/>
            <a:ext cx="0" cy="8470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041650" y="3686810"/>
            <a:ext cx="17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6293485" y="2839720"/>
            <a:ext cx="0" cy="88709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278120" y="3726815"/>
            <a:ext cx="2030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n/b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6293485" y="4125595"/>
            <a:ext cx="0" cy="88709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742815" y="5012690"/>
            <a:ext cx="33261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分成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相同大小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的子问题，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n/b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7308850" y="3926205"/>
            <a:ext cx="880745" cy="63373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189595" y="4559935"/>
            <a:ext cx="2781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平均分成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>
            <a:off x="8068945" y="5012690"/>
            <a:ext cx="624840" cy="50736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9" idx="2"/>
          </p:cNvCxnSpPr>
          <p:nvPr/>
        </p:nvCxnSpPr>
        <p:spPr>
          <a:xfrm>
            <a:off x="3918585" y="4085590"/>
            <a:ext cx="875665" cy="88582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2" grpId="0" bldLvl="0" animBg="1"/>
      <p:bldP spid="19" grpId="0"/>
      <p:bldP spid="21" grpId="0"/>
      <p:bldP spid="23" grpId="0"/>
      <p:bldP spid="25" grpId="0"/>
      <p:bldP spid="4" grpId="1" animBg="1"/>
      <p:bldP spid="12" grpId="1" animBg="1"/>
      <p:bldP spid="19" grpId="1"/>
      <p:bldP spid="21" grpId="1"/>
      <p:bldP spid="25" grpId="1"/>
      <p:bldP spid="2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48640" y="75730"/>
            <a:ext cx="424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分治算法基本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思想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860425"/>
            <a:ext cx="3196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分治算法与递归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公式：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0" y="1259205"/>
            <a:ext cx="4353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分治算法步骤：</a:t>
            </a:r>
            <a:r>
              <a:rPr lang="zh-CN" altLang="en-US" sz="2000" b="1">
                <a:solidFill>
                  <a:schemeClr val="tx1"/>
                </a:solidFill>
              </a:rPr>
              <a:t>分解、递归、合并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46705" y="782320"/>
          <a:ext cx="3917315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4" imgW="1435100" imgH="203200" progId="Equation.KSEE3">
                  <p:embed/>
                </p:oleObj>
              </mc:Choice>
              <mc:Fallback>
                <p:oleObj name="" r:id="rId4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6705" y="782320"/>
                        <a:ext cx="3917315" cy="554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38500" y="2070100"/>
          <a:ext cx="57150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6" imgW="1435100" imgH="203200" progId="Equation.KSEE3">
                  <p:embed/>
                </p:oleObj>
              </mc:Choice>
              <mc:Fallback>
                <p:oleObj name="" r:id="rId6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8500" y="2070100"/>
                        <a:ext cx="5715000" cy="80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5038090" y="2030730"/>
            <a:ext cx="370205" cy="808990"/>
          </a:xfrm>
          <a:prstGeom prst="rect">
            <a:avLst/>
          </a:prstGeom>
          <a:noFill/>
          <a:ln w="63500">
            <a:solidFill>
              <a:srgbClr val="CC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5223510" y="2839720"/>
            <a:ext cx="2540" cy="66040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353560" y="3533140"/>
            <a:ext cx="1637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a*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lang="en-US" altLang="zh-CN" sz="20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852920" y="3533140"/>
            <a:ext cx="33261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分成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相同大小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的子问题，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n/b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直接箭头连接符 25"/>
          <p:cNvCxnSpPr>
            <a:stCxn id="29" idx="2"/>
          </p:cNvCxnSpPr>
          <p:nvPr/>
        </p:nvCxnSpPr>
        <p:spPr>
          <a:xfrm>
            <a:off x="6308090" y="2839720"/>
            <a:ext cx="697865" cy="66040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5408295" y="2030730"/>
            <a:ext cx="1799590" cy="808990"/>
          </a:xfrm>
          <a:prstGeom prst="rect">
            <a:avLst/>
          </a:prstGeom>
          <a:noFill/>
          <a:ln w="63500">
            <a:solidFill>
              <a:srgbClr val="CC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>
            <a:stCxn id="21" idx="2"/>
          </p:cNvCxnSpPr>
          <p:nvPr/>
        </p:nvCxnSpPr>
        <p:spPr>
          <a:xfrm>
            <a:off x="5172075" y="3931920"/>
            <a:ext cx="2540" cy="86487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3" idx="2"/>
          </p:cNvCxnSpPr>
          <p:nvPr/>
        </p:nvCxnSpPr>
        <p:spPr>
          <a:xfrm flipH="1">
            <a:off x="7788275" y="4547870"/>
            <a:ext cx="727710" cy="48514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4533900" y="4796790"/>
            <a:ext cx="3757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分成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相同大小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的子问题，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n/b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1" grpId="0"/>
      <p:bldP spid="23" grpId="0"/>
      <p:bldP spid="29" grpId="0" bldLvl="0" animBg="1"/>
      <p:bldP spid="32" grpId="0"/>
      <p:bldP spid="12" grpId="1" animBg="1"/>
      <p:bldP spid="29" grpId="1" animBg="1"/>
      <p:bldP spid="21" grpId="1"/>
      <p:bldP spid="23" grpId="1"/>
      <p:bldP spid="3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48640" y="75730"/>
            <a:ext cx="424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分治算法基本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思想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860425"/>
            <a:ext cx="3196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分治算法与递归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公式：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0" y="1259205"/>
            <a:ext cx="4353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分治算法步骤：</a:t>
            </a:r>
            <a:r>
              <a:rPr lang="zh-CN" altLang="en-US" sz="2000" b="1">
                <a:solidFill>
                  <a:schemeClr val="tx1"/>
                </a:solidFill>
              </a:rPr>
              <a:t>分解、递归、合并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46705" y="782320"/>
          <a:ext cx="3917315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4" imgW="1435100" imgH="203200" progId="Equation.KSEE3">
                  <p:embed/>
                </p:oleObj>
              </mc:Choice>
              <mc:Fallback>
                <p:oleObj name="" r:id="rId4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6705" y="782320"/>
                        <a:ext cx="3917315" cy="554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38500" y="2070100"/>
          <a:ext cx="57150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6" imgW="1435100" imgH="203200" progId="Equation.KSEE3">
                  <p:embed/>
                </p:oleObj>
              </mc:Choice>
              <mc:Fallback>
                <p:oleObj name="" r:id="rId6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8500" y="2070100"/>
                        <a:ext cx="5715000" cy="80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3238500" y="2030730"/>
            <a:ext cx="1234440" cy="808990"/>
          </a:xfrm>
          <a:prstGeom prst="rect">
            <a:avLst/>
          </a:prstGeom>
          <a:noFill/>
          <a:ln w="63500">
            <a:solidFill>
              <a:srgbClr val="CC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>
            <a:stCxn id="12" idx="2"/>
          </p:cNvCxnSpPr>
          <p:nvPr/>
        </p:nvCxnSpPr>
        <p:spPr>
          <a:xfrm flipH="1">
            <a:off x="3847465" y="2839720"/>
            <a:ext cx="8255" cy="64008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933565" y="3479800"/>
            <a:ext cx="27705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所需要消耗的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8314690" y="2839720"/>
            <a:ext cx="8255" cy="64008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645400" y="2030730"/>
            <a:ext cx="1337945" cy="808990"/>
          </a:xfrm>
          <a:prstGeom prst="rect">
            <a:avLst/>
          </a:prstGeom>
          <a:noFill/>
          <a:ln w="63500">
            <a:solidFill>
              <a:srgbClr val="CC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93670" y="3479800"/>
            <a:ext cx="23241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所需要消耗的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4229100" y="4312920"/>
            <a:ext cx="37579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分成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相同大小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的子问题，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n/b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箭头连接符 12"/>
          <p:cNvCxnSpPr>
            <a:stCxn id="14" idx="2"/>
          </p:cNvCxnSpPr>
          <p:nvPr/>
        </p:nvCxnSpPr>
        <p:spPr>
          <a:xfrm>
            <a:off x="6108065" y="2813050"/>
            <a:ext cx="13335" cy="149987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017770" y="2004060"/>
            <a:ext cx="2180590" cy="808990"/>
          </a:xfrm>
          <a:prstGeom prst="rect">
            <a:avLst/>
          </a:prstGeom>
          <a:noFill/>
          <a:ln w="63500">
            <a:solidFill>
              <a:srgbClr val="CC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3" grpId="0"/>
      <p:bldP spid="2" grpId="0"/>
      <p:bldP spid="12" grpId="0" animBg="1"/>
      <p:bldP spid="4" grpId="0"/>
      <p:bldP spid="1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281045"/>
            <a:ext cx="3055620" cy="30721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主方法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分治算法基本思想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大整数乘法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Strassen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矩阵乘法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二分查找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归并排序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循环赛日程表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24637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分治法求十进制的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4321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①分解：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9098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1   2   3   4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0149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4   3   2   1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连接符 43"/>
          <p:cNvCxnSpPr/>
          <p:nvPr>
            <p:custDataLst>
              <p:tags r:id="rId2"/>
            </p:custDataLst>
          </p:nvPr>
        </p:nvCxnSpPr>
        <p:spPr>
          <a:xfrm flipV="1">
            <a:off x="2204085" y="2171065"/>
            <a:ext cx="0" cy="9944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>
            <p:custDataLst>
              <p:tags r:id="rId3"/>
            </p:custDataLst>
          </p:nvPr>
        </p:nvCxnSpPr>
        <p:spPr>
          <a:xfrm flipV="1">
            <a:off x="4941570" y="2171065"/>
            <a:ext cx="0" cy="9690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4"/>
            </p:custDataLst>
          </p:nvPr>
        </p:nvCxnSpPr>
        <p:spPr>
          <a:xfrm flipH="1">
            <a:off x="1614170" y="2852420"/>
            <a:ext cx="298450" cy="67881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>
            <p:custDataLst>
              <p:tags r:id="rId5"/>
            </p:custDataLst>
          </p:nvPr>
        </p:nvCxnSpPr>
        <p:spPr>
          <a:xfrm>
            <a:off x="2541270" y="2903855"/>
            <a:ext cx="163830" cy="64770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>
            <p:custDataLst>
              <p:tags r:id="rId6"/>
            </p:custDataLst>
          </p:nvPr>
        </p:nvCxnSpPr>
        <p:spPr>
          <a:xfrm flipH="1">
            <a:off x="4351020" y="2903855"/>
            <a:ext cx="267335" cy="59626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7"/>
            </p:custDataLst>
          </p:nvPr>
        </p:nvCxnSpPr>
        <p:spPr>
          <a:xfrm>
            <a:off x="5337810" y="2903855"/>
            <a:ext cx="217170" cy="66865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270635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1   2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397125" y="363474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3   4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97510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4   3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192395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2   1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3239770" y="2250440"/>
            <a:ext cx="54673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9"/>
            </p:custDataLst>
          </p:nvPr>
        </p:nvSpPr>
        <p:spPr>
          <a:xfrm>
            <a:off x="3211195" y="3413760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10"/>
            </p:custDataLst>
          </p:nvPr>
        </p:nvSpPr>
        <p:spPr>
          <a:xfrm>
            <a:off x="1800860" y="3448685"/>
            <a:ext cx="598170" cy="72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11"/>
            </p:custDataLst>
          </p:nvPr>
        </p:nvSpPr>
        <p:spPr>
          <a:xfrm>
            <a:off x="4573270" y="3422650"/>
            <a:ext cx="63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12"/>
            </p:custDataLst>
          </p:nvPr>
        </p:nvSpPr>
        <p:spPr>
          <a:xfrm>
            <a:off x="909955" y="3449320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13"/>
            </p:custDataLst>
          </p:nvPr>
        </p:nvSpPr>
        <p:spPr>
          <a:xfrm>
            <a:off x="3628390" y="3404235"/>
            <a:ext cx="490855" cy="772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14"/>
            </p:custDataLst>
          </p:nvPr>
        </p:nvSpPr>
        <p:spPr>
          <a:xfrm>
            <a:off x="2998470" y="3413760"/>
            <a:ext cx="30734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15"/>
            </p:custDataLst>
          </p:nvPr>
        </p:nvSpPr>
        <p:spPr>
          <a:xfrm>
            <a:off x="5899785" y="3425190"/>
            <a:ext cx="35242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915035" y="3551555"/>
            <a:ext cx="5299075" cy="565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bldLvl="0" animBg="1"/>
      <p:bldP spid="22" grpId="0" bldLvl="0" animBg="1"/>
      <p:bldP spid="72" grpId="0" bldLvl="0" animBg="1"/>
      <p:bldP spid="73" grpId="0" bldLvl="0" animBg="1"/>
      <p:bldP spid="74" grpId="0" bldLvl="0" animBg="1"/>
      <p:bldP spid="75" grpId="0" bldLvl="0" animBg="1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24637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分治法求十进制的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4321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①分解：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7175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1   2   3   4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8226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4   3   2   1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连接符 43"/>
          <p:cNvCxnSpPr/>
          <p:nvPr>
            <p:custDataLst>
              <p:tags r:id="rId2"/>
            </p:custDataLst>
          </p:nvPr>
        </p:nvCxnSpPr>
        <p:spPr>
          <a:xfrm flipV="1">
            <a:off x="3284855" y="2171065"/>
            <a:ext cx="0" cy="9944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>
            <p:custDataLst>
              <p:tags r:id="rId3"/>
            </p:custDataLst>
          </p:nvPr>
        </p:nvCxnSpPr>
        <p:spPr>
          <a:xfrm flipV="1">
            <a:off x="6022340" y="2171065"/>
            <a:ext cx="0" cy="9690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4"/>
            </p:custDataLst>
          </p:nvPr>
        </p:nvCxnSpPr>
        <p:spPr>
          <a:xfrm flipH="1">
            <a:off x="2294255" y="2852420"/>
            <a:ext cx="699135" cy="69913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>
            <p:custDataLst>
              <p:tags r:id="rId5"/>
            </p:custDataLst>
          </p:nvPr>
        </p:nvCxnSpPr>
        <p:spPr>
          <a:xfrm>
            <a:off x="3622040" y="2903855"/>
            <a:ext cx="163830" cy="64770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>
            <p:custDataLst>
              <p:tags r:id="rId6"/>
            </p:custDataLst>
          </p:nvPr>
        </p:nvCxnSpPr>
        <p:spPr>
          <a:xfrm>
            <a:off x="5699125" y="2903855"/>
            <a:ext cx="103505" cy="63754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7"/>
            </p:custDataLst>
          </p:nvPr>
        </p:nvCxnSpPr>
        <p:spPr>
          <a:xfrm>
            <a:off x="6418580" y="2903855"/>
            <a:ext cx="947420" cy="61722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599565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1   2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477895" y="363474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3   4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05587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4   3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048500" y="367093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2   1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4320540" y="2250440"/>
            <a:ext cx="54673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9"/>
            </p:custDataLst>
          </p:nvPr>
        </p:nvSpPr>
        <p:spPr>
          <a:xfrm>
            <a:off x="4291965" y="3413760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10"/>
            </p:custDataLst>
          </p:nvPr>
        </p:nvSpPr>
        <p:spPr>
          <a:xfrm>
            <a:off x="2881630" y="3448685"/>
            <a:ext cx="598170" cy="72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11"/>
            </p:custDataLst>
          </p:nvPr>
        </p:nvSpPr>
        <p:spPr>
          <a:xfrm>
            <a:off x="6429375" y="3448685"/>
            <a:ext cx="63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12"/>
            </p:custDataLst>
          </p:nvPr>
        </p:nvSpPr>
        <p:spPr>
          <a:xfrm>
            <a:off x="1219835" y="3448685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13"/>
            </p:custDataLst>
          </p:nvPr>
        </p:nvSpPr>
        <p:spPr>
          <a:xfrm>
            <a:off x="4709160" y="3404235"/>
            <a:ext cx="490855" cy="772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14"/>
            </p:custDataLst>
          </p:nvPr>
        </p:nvSpPr>
        <p:spPr>
          <a:xfrm>
            <a:off x="4079240" y="3413760"/>
            <a:ext cx="30734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15"/>
            </p:custDataLst>
          </p:nvPr>
        </p:nvSpPr>
        <p:spPr>
          <a:xfrm>
            <a:off x="7755890" y="3451225"/>
            <a:ext cx="35242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51405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3946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: 圆角 58"/>
          <p:cNvSpPr/>
          <p:nvPr/>
        </p:nvSpPr>
        <p:spPr>
          <a:xfrm>
            <a:off x="2466975" y="2427605"/>
            <a:ext cx="1612265" cy="48069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: 圆角 58"/>
          <p:cNvSpPr/>
          <p:nvPr/>
        </p:nvSpPr>
        <p:spPr>
          <a:xfrm>
            <a:off x="2332355" y="3597275"/>
            <a:ext cx="796290" cy="48069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58"/>
          <p:cNvSpPr/>
          <p:nvPr/>
        </p:nvSpPr>
        <p:spPr>
          <a:xfrm>
            <a:off x="5290185" y="2427605"/>
            <a:ext cx="1612265" cy="48069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58"/>
          <p:cNvSpPr/>
          <p:nvPr/>
        </p:nvSpPr>
        <p:spPr>
          <a:xfrm>
            <a:off x="5802630" y="3597275"/>
            <a:ext cx="796290" cy="48069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0" grpId="0" animBg="1"/>
      <p:bldP spid="8" grpId="0" animBg="1"/>
      <p:bldP spid="10" grpId="0" bldLvl="0" animBg="1"/>
      <p:bldP spid="11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24637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分治法求十进制的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4321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①分解：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7175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1   2   3   4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8226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4   3   2   1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连接符 43"/>
          <p:cNvCxnSpPr/>
          <p:nvPr>
            <p:custDataLst>
              <p:tags r:id="rId2"/>
            </p:custDataLst>
          </p:nvPr>
        </p:nvCxnSpPr>
        <p:spPr>
          <a:xfrm flipV="1">
            <a:off x="3284855" y="2171065"/>
            <a:ext cx="0" cy="9944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>
            <p:custDataLst>
              <p:tags r:id="rId3"/>
            </p:custDataLst>
          </p:nvPr>
        </p:nvCxnSpPr>
        <p:spPr>
          <a:xfrm flipV="1">
            <a:off x="6022340" y="2171065"/>
            <a:ext cx="0" cy="9690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4"/>
            </p:custDataLst>
          </p:nvPr>
        </p:nvCxnSpPr>
        <p:spPr>
          <a:xfrm flipH="1">
            <a:off x="2036445" y="2852420"/>
            <a:ext cx="956945" cy="7200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>
            <p:custDataLst>
              <p:tags r:id="rId5"/>
            </p:custDataLst>
          </p:nvPr>
        </p:nvCxnSpPr>
        <p:spPr>
          <a:xfrm>
            <a:off x="3622040" y="2903855"/>
            <a:ext cx="163830" cy="64770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>
            <p:custDataLst>
              <p:tags r:id="rId6"/>
            </p:custDataLst>
          </p:nvPr>
        </p:nvCxnSpPr>
        <p:spPr>
          <a:xfrm>
            <a:off x="5699125" y="2903855"/>
            <a:ext cx="103505" cy="63754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7"/>
            </p:custDataLst>
          </p:nvPr>
        </p:nvCxnSpPr>
        <p:spPr>
          <a:xfrm>
            <a:off x="6418580" y="2903855"/>
            <a:ext cx="947420" cy="61722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30175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1   2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477895" y="363474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3   4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05587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4   3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149465" y="36195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2   1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4320540" y="2250440"/>
            <a:ext cx="54673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9"/>
            </p:custDataLst>
          </p:nvPr>
        </p:nvSpPr>
        <p:spPr>
          <a:xfrm>
            <a:off x="4291965" y="3413760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10"/>
            </p:custDataLst>
          </p:nvPr>
        </p:nvSpPr>
        <p:spPr>
          <a:xfrm>
            <a:off x="2881630" y="3448685"/>
            <a:ext cx="598170" cy="72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11"/>
            </p:custDataLst>
          </p:nvPr>
        </p:nvSpPr>
        <p:spPr>
          <a:xfrm>
            <a:off x="6617970" y="3448685"/>
            <a:ext cx="63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12"/>
            </p:custDataLst>
          </p:nvPr>
        </p:nvSpPr>
        <p:spPr>
          <a:xfrm>
            <a:off x="953135" y="3464560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13"/>
            </p:custDataLst>
          </p:nvPr>
        </p:nvSpPr>
        <p:spPr>
          <a:xfrm>
            <a:off x="4709160" y="3404235"/>
            <a:ext cx="490855" cy="772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14"/>
            </p:custDataLst>
          </p:nvPr>
        </p:nvSpPr>
        <p:spPr>
          <a:xfrm>
            <a:off x="4079240" y="3413760"/>
            <a:ext cx="30734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15"/>
            </p:custDataLst>
          </p:nvPr>
        </p:nvSpPr>
        <p:spPr>
          <a:xfrm>
            <a:off x="7861935" y="3404235"/>
            <a:ext cx="35242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94230" y="3644900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4/2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39460" y="3644900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4/2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83946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用分治法求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两个十进制都是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①分解：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7175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8226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2036445" y="2852420"/>
            <a:ext cx="956945" cy="7200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3622040" y="2903855"/>
            <a:ext cx="163830" cy="64770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5699125" y="2903855"/>
            <a:ext cx="103505" cy="63754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6418580" y="2903855"/>
            <a:ext cx="947420" cy="61722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30175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477895" y="363474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05587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149465" y="36195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320540" y="2250440"/>
            <a:ext cx="54673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291965" y="3413760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881630" y="3448685"/>
            <a:ext cx="598170" cy="72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617970" y="3448685"/>
            <a:ext cx="63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53135" y="3464560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709160" y="3404235"/>
            <a:ext cx="490855" cy="772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079240" y="3413760"/>
            <a:ext cx="30734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861935" y="3404235"/>
            <a:ext cx="35242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94230" y="3644900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39460" y="3644900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72385" y="2501265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      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82260" y="2501265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      B2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V="1">
            <a:off x="3284855" y="2171065"/>
            <a:ext cx="0" cy="9944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6094095" y="2171065"/>
            <a:ext cx="0" cy="9690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6" grpId="0"/>
      <p:bldP spid="22" grpId="0" animBg="1"/>
      <p:bldP spid="80" grpId="0"/>
      <p:bldP spid="78" grpId="0"/>
      <p:bldP spid="82" grpId="0"/>
      <p:bldP spid="77" grpId="0"/>
      <p:bldP spid="81" grpId="0"/>
      <p:bldP spid="79" grpId="0"/>
      <p:bldP spid="83" grpId="0"/>
      <p:bldP spid="8" grpId="0" bldLvl="0" animBg="1"/>
      <p:bldP spid="10" grpId="0" bldLvl="0" animBg="1"/>
      <p:bldP spid="72" grpId="0" animBg="1"/>
      <p:bldP spid="2" grpId="0" animBg="1"/>
      <p:bldP spid="73" grpId="0" animBg="1"/>
      <p:bldP spid="74" grpId="0" animBg="1"/>
      <p:bldP spid="75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83946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用分治法求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两个十进制都是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①分解：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7175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8226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2036445" y="2852420"/>
            <a:ext cx="956945" cy="7200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3622040" y="2903855"/>
            <a:ext cx="163830" cy="64770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5699125" y="2903855"/>
            <a:ext cx="103505" cy="63754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6418580" y="2903855"/>
            <a:ext cx="947420" cy="61722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30175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477895" y="363474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05587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149465" y="36195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320540" y="2250440"/>
            <a:ext cx="54673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291965" y="3413760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881630" y="3448685"/>
            <a:ext cx="598170" cy="72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617970" y="3448685"/>
            <a:ext cx="63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53135" y="3464560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709160" y="3404235"/>
            <a:ext cx="490855" cy="772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079240" y="3413760"/>
            <a:ext cx="30734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861935" y="3404235"/>
            <a:ext cx="35242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94230" y="3644900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39460" y="3644900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72385" y="2501265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      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82260" y="2501265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      B2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V="1">
            <a:off x="3284855" y="2171065"/>
            <a:ext cx="0" cy="9944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6094095" y="2171065"/>
            <a:ext cx="0" cy="9690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0" y="4554220"/>
            <a:ext cx="3165475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分解的时间消耗：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Θ(1)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83946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用分治法求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两个十进制都是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7175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8226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2036445" y="2852420"/>
            <a:ext cx="956945" cy="7200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3622040" y="2903855"/>
            <a:ext cx="163830" cy="64770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5699125" y="2903855"/>
            <a:ext cx="103505" cy="63754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6418580" y="2903855"/>
            <a:ext cx="947420" cy="61722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30175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477895" y="363474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796415" y="436499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149465" y="36195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320540" y="2250440"/>
            <a:ext cx="54673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291965" y="3413760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881630" y="3448685"/>
            <a:ext cx="598170" cy="72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617970" y="3448685"/>
            <a:ext cx="63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53135" y="3464560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709160" y="3404235"/>
            <a:ext cx="490855" cy="772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079240" y="3413760"/>
            <a:ext cx="30734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861935" y="3404235"/>
            <a:ext cx="35242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94230" y="3644900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39460" y="3644900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72385" y="2501265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      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82260" y="2501265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      B2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V="1">
            <a:off x="3284855" y="2171065"/>
            <a:ext cx="0" cy="9944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6094095" y="2171065"/>
            <a:ext cx="0" cy="9690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38150" y="4192270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=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35050" y="437197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57780" y="4354830"/>
            <a:ext cx="75311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47615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89630" y="4144645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95090" y="436499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99635" y="435483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504180" y="4330065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523355" y="4185920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28815" y="437197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832090" y="436499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35365" y="4354830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43415" y="4150995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048875" y="433006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822305" y="433006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0" y="5100320"/>
            <a:ext cx="3556635" cy="40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递归消耗的时间：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4T(n/2)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24070" y="4919980"/>
          <a:ext cx="4109720" cy="582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2" imgW="1435100" imgH="203200" progId="Equation.KSEE3">
                  <p:embed/>
                </p:oleObj>
              </mc:Choice>
              <mc:Fallback>
                <p:oleObj name="" r:id="rId2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24070" y="4919980"/>
                        <a:ext cx="4109720" cy="582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: 圆角 58"/>
          <p:cNvSpPr/>
          <p:nvPr>
            <p:custDataLst>
              <p:tags r:id="rId4"/>
            </p:custDataLst>
          </p:nvPr>
        </p:nvSpPr>
        <p:spPr>
          <a:xfrm>
            <a:off x="5918200" y="4913630"/>
            <a:ext cx="157162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74" grpId="0" animBg="1"/>
      <p:bldP spid="15" grpId="0" animBg="1"/>
      <p:bldP spid="17" grpId="0"/>
      <p:bldP spid="18" grpId="0" animBg="1"/>
      <p:bldP spid="21" grpId="0" animBg="1"/>
      <p:bldP spid="23" grpId="0" animBg="1"/>
      <p:bldP spid="24" grpId="0"/>
      <p:bldP spid="25" grpId="0" animBg="1"/>
      <p:bldP spid="26" grpId="0" animBg="1"/>
      <p:bldP spid="11" grpId="0" animBg="1"/>
      <p:bldP spid="14" grpId="0"/>
      <p:bldP spid="19" grpId="0" animBg="1"/>
      <p:bldP spid="20" grpId="0" animBg="1"/>
      <p:bldP spid="3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83946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用分治法求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两个十进制都是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③合并：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2300605" y="225615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39240" y="226314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61970" y="2245995"/>
            <a:ext cx="75311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93820" y="2035810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99280" y="225615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203825" y="224599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08370" y="2221230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027545" y="2077085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33005" y="226314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36280" y="225615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39555" y="2245995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047605" y="2042160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553065" y="222123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26495" y="222123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25970" y="1409065"/>
          <a:ext cx="4109720" cy="582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2" imgW="1435100" imgH="203200" progId="Equation.KSEE3">
                  <p:embed/>
                </p:oleObj>
              </mc:Choice>
              <mc:Fallback>
                <p:oleObj name="" r:id="rId2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25970" y="1409065"/>
                        <a:ext cx="4109720" cy="582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: 圆角 58"/>
          <p:cNvSpPr/>
          <p:nvPr/>
        </p:nvSpPr>
        <p:spPr>
          <a:xfrm>
            <a:off x="10334625" y="1409065"/>
            <a:ext cx="90106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27050" y="3080385"/>
            <a:ext cx="2954655" cy="9220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for(int i=0;i&lt;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;i++){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   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     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920" y="3080266"/>
            <a:ext cx="521109" cy="9220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34415" y="3364230"/>
            <a:ext cx="64198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932305" y="3364230"/>
            <a:ext cx="61150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800350" y="3364230"/>
            <a:ext cx="49720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332605" y="3080385"/>
            <a:ext cx="2954655" cy="9220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for(int i=0;i&lt;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n/2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;i++){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   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     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11475" y="3080266"/>
            <a:ext cx="521109" cy="9220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839970" y="3364230"/>
            <a:ext cx="64198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37860" y="3364230"/>
            <a:ext cx="61150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605905" y="3364230"/>
            <a:ext cx="52070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081905" y="4896485"/>
            <a:ext cx="2954655" cy="9220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for(int i=0;i&lt;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n/2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;i++){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   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     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72205" y="4896366"/>
            <a:ext cx="521109" cy="9220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589270" y="5180330"/>
            <a:ext cx="64198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487160" y="5180330"/>
            <a:ext cx="61150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355205" y="5180330"/>
            <a:ext cx="48641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237345" y="4896485"/>
            <a:ext cx="2954655" cy="9220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for(int i=0;i&lt;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;i++){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   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         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716215" y="4896366"/>
            <a:ext cx="521109" cy="9220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744710" y="5180330"/>
            <a:ext cx="64198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0642600" y="5180330"/>
            <a:ext cx="61150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1510645" y="5180330"/>
            <a:ext cx="49911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 flipH="1">
            <a:off x="2004695" y="2624455"/>
            <a:ext cx="637540" cy="45593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5545455" y="2614295"/>
            <a:ext cx="264795" cy="4660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6559550" y="2624455"/>
            <a:ext cx="2118360" cy="227203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20" idx="2"/>
            <a:endCxn id="48" idx="0"/>
          </p:cNvCxnSpPr>
          <p:nvPr/>
        </p:nvCxnSpPr>
        <p:spPr>
          <a:xfrm flipH="1">
            <a:off x="10714990" y="2589530"/>
            <a:ext cx="953135" cy="230695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>
            <p:custDataLst>
              <p:tags r:id="rId4"/>
            </p:custDataLst>
          </p:nvPr>
        </p:nvSpPr>
        <p:spPr>
          <a:xfrm>
            <a:off x="5715" y="5100320"/>
            <a:ext cx="3055620" cy="40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合并消耗的时间：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Θ(n)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bldLvl="0" animBg="1"/>
      <p:bldP spid="33" grpId="0" animBg="1"/>
      <p:bldP spid="34" grpId="0" animBg="1"/>
      <p:bldP spid="35" grpId="0" animBg="1"/>
      <p:bldP spid="36" grpId="0" bldLvl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48" grpId="0" animBg="1"/>
      <p:bldP spid="5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83946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用分治法求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两个十进制都是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③合并：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926465" y="280162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5100" y="280860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87830" y="2791460"/>
            <a:ext cx="75311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519680" y="2581275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025140" y="280162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29685" y="279146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34230" y="2766695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653405" y="2622550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158865" y="280860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62140" y="280162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5415" y="2791460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73465" y="2587625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78925" y="276669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952355" y="276669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25970" y="1409065"/>
          <a:ext cx="4109720" cy="582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2" imgW="1435100" imgH="203200" progId="Equation.KSEE3">
                  <p:embed/>
                </p:oleObj>
              </mc:Choice>
              <mc:Fallback>
                <p:oleObj name="" r:id="rId2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25970" y="1409065"/>
                        <a:ext cx="4109720" cy="582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: 圆角 58"/>
          <p:cNvSpPr/>
          <p:nvPr/>
        </p:nvSpPr>
        <p:spPr>
          <a:xfrm>
            <a:off x="10334625" y="1409065"/>
            <a:ext cx="90106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3" name="直接箭头连接符 52"/>
          <p:cNvCxnSpPr/>
          <p:nvPr/>
        </p:nvCxnSpPr>
        <p:spPr>
          <a:xfrm flipH="1">
            <a:off x="2061845" y="3159760"/>
            <a:ext cx="2540" cy="64960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5083175" y="3176905"/>
            <a:ext cx="0" cy="53594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8216900" y="3197225"/>
            <a:ext cx="5080" cy="51562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11175365" y="3134995"/>
            <a:ext cx="8890" cy="53022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725785" y="2766695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19530" y="3809365"/>
            <a:ext cx="120015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位移运算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12310" y="3786505"/>
            <a:ext cx="120015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位移运算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10780" y="3750310"/>
            <a:ext cx="120015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位移运算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579735" y="3719195"/>
            <a:ext cx="120015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位移运算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直接箭头连接符 15"/>
          <p:cNvCxnSpPr>
            <a:endCxn id="28" idx="0"/>
          </p:cNvCxnSpPr>
          <p:nvPr/>
        </p:nvCxnSpPr>
        <p:spPr>
          <a:xfrm flipH="1">
            <a:off x="2772410" y="3169920"/>
            <a:ext cx="1270" cy="1205230"/>
          </a:xfrm>
          <a:prstGeom prst="straightConnector1">
            <a:avLst/>
          </a:prstGeom>
          <a:ln w="635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endCxn id="44" idx="0"/>
          </p:cNvCxnSpPr>
          <p:nvPr/>
        </p:nvCxnSpPr>
        <p:spPr>
          <a:xfrm flipH="1">
            <a:off x="5906135" y="3176905"/>
            <a:ext cx="3810" cy="1198245"/>
          </a:xfrm>
          <a:prstGeom prst="straightConnector1">
            <a:avLst/>
          </a:prstGeom>
          <a:ln w="635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58" idx="0"/>
          </p:cNvCxnSpPr>
          <p:nvPr/>
        </p:nvCxnSpPr>
        <p:spPr>
          <a:xfrm>
            <a:off x="8950960" y="3161030"/>
            <a:ext cx="62230" cy="1214120"/>
          </a:xfrm>
          <a:prstGeom prst="straightConnector1">
            <a:avLst/>
          </a:prstGeom>
          <a:ln w="635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2172335" y="4375150"/>
            <a:ext cx="120015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加法运算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306060" y="4375150"/>
            <a:ext cx="120015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加法运算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413115" y="4375150"/>
            <a:ext cx="120015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加法运算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4"/>
            </p:custDataLst>
          </p:nvPr>
        </p:nvSpPr>
        <p:spPr>
          <a:xfrm>
            <a:off x="5715" y="5100320"/>
            <a:ext cx="3055620" cy="40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合并消耗的时间：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Θ(n)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910965" y="5494655"/>
            <a:ext cx="1995805" cy="586740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331970" y="561403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23130" y="560387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083175" y="560387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474335" y="561403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331970" y="510032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千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723130" y="510032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百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083175" y="510032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484495" y="510095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999230" y="510032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万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 flipV="1">
            <a:off x="6009640" y="5774055"/>
            <a:ext cx="626110" cy="1397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5"/>
            </p:custDataLst>
          </p:nvPr>
        </p:nvSpPr>
        <p:spPr>
          <a:xfrm>
            <a:off x="6746240" y="5495290"/>
            <a:ext cx="1995805" cy="586740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6817360" y="561467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7"/>
            </p:custDataLst>
          </p:nvPr>
        </p:nvSpPr>
        <p:spPr>
          <a:xfrm>
            <a:off x="7208520" y="560451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8"/>
            </p:custDataLst>
          </p:nvPr>
        </p:nvSpPr>
        <p:spPr>
          <a:xfrm>
            <a:off x="7568565" y="560451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9"/>
            </p:custDataLst>
          </p:nvPr>
        </p:nvSpPr>
        <p:spPr>
          <a:xfrm>
            <a:off x="7959725" y="561467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0"/>
            </p:custDataLst>
          </p:nvPr>
        </p:nvSpPr>
        <p:spPr>
          <a:xfrm>
            <a:off x="7167245" y="510095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千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11"/>
            </p:custDataLst>
          </p:nvPr>
        </p:nvSpPr>
        <p:spPr>
          <a:xfrm>
            <a:off x="7558405" y="510095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百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2"/>
            </p:custDataLst>
          </p:nvPr>
        </p:nvSpPr>
        <p:spPr>
          <a:xfrm>
            <a:off x="7918450" y="510095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3"/>
            </p:custDataLst>
          </p:nvPr>
        </p:nvSpPr>
        <p:spPr>
          <a:xfrm>
            <a:off x="8319770" y="510159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4"/>
            </p:custDataLst>
          </p:nvPr>
        </p:nvSpPr>
        <p:spPr>
          <a:xfrm>
            <a:off x="6834505" y="510095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万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5"/>
            </p:custDataLst>
          </p:nvPr>
        </p:nvSpPr>
        <p:spPr>
          <a:xfrm>
            <a:off x="8313420" y="560387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4" grpId="0"/>
      <p:bldP spid="7" grpId="0"/>
      <p:bldP spid="8" grpId="0"/>
      <p:bldP spid="10" grpId="0"/>
      <p:bldP spid="28" grpId="0"/>
      <p:bldP spid="44" grpId="0"/>
      <p:bldP spid="58" grpId="0"/>
      <p:bldP spid="59" grpId="0"/>
      <p:bldP spid="12" grpId="0" bldLvl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2" grpId="0" bldLvl="0" animBg="1"/>
      <p:bldP spid="43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83946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用分治法求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两个十进制都是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7304405" y="2753360"/>
            <a:ext cx="955040" cy="9550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位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420995" y="2753360"/>
            <a:ext cx="955040" cy="9550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位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04190" y="2688590"/>
            <a:ext cx="349504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n=1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位数乘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90270" y="3141345"/>
            <a:ext cx="2790825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2"/>
            </p:custDataLst>
          </p:nvPr>
        </p:nvSpPr>
        <p:spPr>
          <a:xfrm>
            <a:off x="6565265" y="2862580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27" grpId="0" animBg="1"/>
      <p:bldP spid="32" grpId="0" animBg="1"/>
      <p:bldP spid="4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83946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用分治法求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两个十进制都是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9402445" y="2186305"/>
            <a:ext cx="955040" cy="9550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位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618480" y="2186305"/>
            <a:ext cx="955040" cy="9550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位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04190" y="2688590"/>
            <a:ext cx="349504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n=1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位数乘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90270" y="3141345"/>
            <a:ext cx="2790825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9900" y="3593465"/>
            <a:ext cx="349504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n=2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位数乘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5980" y="4046220"/>
            <a:ext cx="2790825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1*2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直接箭头连接符 65"/>
          <p:cNvCxnSpPr>
            <a:stCxn id="32" idx="3"/>
          </p:cNvCxnSpPr>
          <p:nvPr/>
        </p:nvCxnSpPr>
        <p:spPr>
          <a:xfrm flipH="1">
            <a:off x="5277485" y="3001645"/>
            <a:ext cx="480695" cy="63246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32" idx="5"/>
            <a:endCxn id="8" idx="0"/>
          </p:cNvCxnSpPr>
          <p:nvPr/>
        </p:nvCxnSpPr>
        <p:spPr>
          <a:xfrm>
            <a:off x="6433820" y="3001645"/>
            <a:ext cx="363220" cy="59118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27" idx="3"/>
            <a:endCxn id="10" idx="0"/>
          </p:cNvCxnSpPr>
          <p:nvPr/>
        </p:nvCxnSpPr>
        <p:spPr>
          <a:xfrm flipH="1">
            <a:off x="9115425" y="3001645"/>
            <a:ext cx="426720" cy="59118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27" idx="5"/>
            <a:endCxn id="11" idx="0"/>
          </p:cNvCxnSpPr>
          <p:nvPr/>
        </p:nvCxnSpPr>
        <p:spPr>
          <a:xfrm>
            <a:off x="10217785" y="3001645"/>
            <a:ext cx="477520" cy="59118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705985" y="3634105"/>
            <a:ext cx="955040" cy="9550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位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319520" y="3592830"/>
            <a:ext cx="955040" cy="9550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位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8637905" y="3592830"/>
            <a:ext cx="955040" cy="9550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位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0217785" y="3592830"/>
            <a:ext cx="955040" cy="9550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位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612380" y="3758565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5690870" y="3767455"/>
            <a:ext cx="598170" cy="72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9587865" y="3758565"/>
            <a:ext cx="63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273550" y="3700145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8162290" y="3723005"/>
            <a:ext cx="490855" cy="772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305040" y="3700145"/>
            <a:ext cx="30734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1270615" y="3723005"/>
            <a:ext cx="35242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73975" y="2264410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9105" y="4498975"/>
            <a:ext cx="349504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n=4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位数乘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55980" y="4951730"/>
            <a:ext cx="2790825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2+4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: 圆角 58"/>
          <p:cNvSpPr/>
          <p:nvPr>
            <p:custDataLst>
              <p:tags r:id="rId2"/>
            </p:custDataLst>
          </p:nvPr>
        </p:nvSpPr>
        <p:spPr>
          <a:xfrm>
            <a:off x="2761615" y="5906770"/>
            <a:ext cx="1129665" cy="48641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: 圆角 58"/>
          <p:cNvSpPr/>
          <p:nvPr>
            <p:custDataLst>
              <p:tags r:id="rId3"/>
            </p:custDataLst>
          </p:nvPr>
        </p:nvSpPr>
        <p:spPr>
          <a:xfrm>
            <a:off x="5149850" y="6021070"/>
            <a:ext cx="1283970" cy="49657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045460" y="4046220"/>
            <a:ext cx="1321435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02000" y="4976495"/>
            <a:ext cx="1321435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27" grpId="0" bldLvl="0" animBg="1"/>
      <p:bldP spid="32" grpId="0" animBg="1"/>
      <p:bldP spid="7" grpId="0" animBg="1"/>
      <p:bldP spid="8" grpId="0" animBg="1"/>
      <p:bldP spid="10" grpId="0" bldLvl="0" animBg="1"/>
      <p:bldP spid="11" grpId="0" bldLvl="0" animBg="1"/>
      <p:bldP spid="77" grpId="0"/>
      <p:bldP spid="78" grpId="0"/>
      <p:bldP spid="79" grpId="0"/>
      <p:bldP spid="80" grpId="0"/>
      <p:bldP spid="81" grpId="0"/>
      <p:bldP spid="82" grpId="0"/>
      <p:bldP spid="83" grpId="0"/>
      <p:bldP spid="12" grpId="0"/>
      <p:bldP spid="19" grpId="0"/>
      <p:bldP spid="20" grpId="0"/>
      <p:bldP spid="21" grpId="0" bldLvl="0" animBg="1"/>
      <p:bldP spid="22" grpId="0" bldLvl="0" animBg="1"/>
      <p:bldP spid="23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83946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用分治法求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两个十进制都是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③合并：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7175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8226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2036445" y="2852420"/>
            <a:ext cx="956945" cy="7200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3622040" y="2903855"/>
            <a:ext cx="163830" cy="64770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5699125" y="2903855"/>
            <a:ext cx="103505" cy="63754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6418580" y="2903855"/>
            <a:ext cx="947420" cy="61722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30175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477895" y="363474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796415" y="436499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149465" y="36195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320540" y="2250440"/>
            <a:ext cx="54673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291965" y="3413760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881630" y="3448685"/>
            <a:ext cx="598170" cy="72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617970" y="3448685"/>
            <a:ext cx="63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53135" y="3464560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709160" y="3404235"/>
            <a:ext cx="490855" cy="772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079240" y="3413760"/>
            <a:ext cx="30734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861935" y="3404235"/>
            <a:ext cx="35242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94230" y="3644900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39460" y="3644900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72385" y="2501265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      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82260" y="2501265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      B2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V="1">
            <a:off x="3284855" y="2171065"/>
            <a:ext cx="0" cy="9944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6094095" y="2171065"/>
            <a:ext cx="0" cy="9690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38150" y="4192270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=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35050" y="437197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57780" y="4354830"/>
            <a:ext cx="75311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47615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89630" y="4144645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95090" y="436499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99635" y="435483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504180" y="4330065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523355" y="4185920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28815" y="437197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832090" y="436499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35365" y="4354830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43415" y="4150995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048875" y="433006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822305" y="433006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0" y="5100320"/>
            <a:ext cx="2882265" cy="40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合并消耗的时间：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24070" y="4919980"/>
          <a:ext cx="4109720" cy="582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2" imgW="1435100" imgH="203200" progId="Equation.KSEE3">
                  <p:embed/>
                </p:oleObj>
              </mc:Choice>
              <mc:Fallback>
                <p:oleObj name="" r:id="rId2" imgW="143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24070" y="4919980"/>
                        <a:ext cx="4109720" cy="582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: 圆角 58"/>
          <p:cNvSpPr/>
          <p:nvPr/>
        </p:nvSpPr>
        <p:spPr>
          <a:xfrm>
            <a:off x="7832090" y="4919980"/>
            <a:ext cx="90106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83946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用分治法求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两个十进制都是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④凑递归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7175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82260" y="2484120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2036445" y="2852420"/>
            <a:ext cx="956945" cy="72009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3622040" y="2903855"/>
            <a:ext cx="163830" cy="64770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5699125" y="2903855"/>
            <a:ext cx="103505" cy="63754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6418580" y="2903855"/>
            <a:ext cx="947420" cy="61722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301750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477895" y="363474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796415" y="436499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149465" y="36195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320540" y="2250440"/>
            <a:ext cx="546735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291965" y="3413760"/>
            <a:ext cx="54991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881630" y="3448685"/>
            <a:ext cx="598170" cy="728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617970" y="3448685"/>
            <a:ext cx="63881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53135" y="3464560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709160" y="3404235"/>
            <a:ext cx="490855" cy="772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079240" y="3413760"/>
            <a:ext cx="307340" cy="73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7861935" y="3404235"/>
            <a:ext cx="35242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94230" y="3644900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39460" y="3644900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72385" y="2501265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      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82260" y="2501265"/>
            <a:ext cx="142684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      B2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V="1">
            <a:off x="3284855" y="2171065"/>
            <a:ext cx="0" cy="9944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6094095" y="2171065"/>
            <a:ext cx="0" cy="96901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38150" y="4192270"/>
            <a:ext cx="432435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=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35050" y="437197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57780" y="4354830"/>
            <a:ext cx="75311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47615" y="364490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89630" y="4144645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95090" y="436499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99635" y="435483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504180" y="4330065"/>
            <a:ext cx="89725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523355" y="4185920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28815" y="437197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832090" y="4364990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35365" y="4354830"/>
            <a:ext cx="9080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*10</a:t>
            </a:r>
            <a:r>
              <a:rPr lang="en-US" altLang="zh-CN" b="1" baseline="30000">
                <a:latin typeface="微软雅黑" panose="020B0503020204020204" charset="-122"/>
                <a:ea typeface="微软雅黑" panose="020B0503020204020204" charset="-122"/>
              </a:rPr>
              <a:t>n/2</a:t>
            </a:r>
            <a:endParaRPr lang="en-US" altLang="zh-CN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43415" y="4150995"/>
            <a:ext cx="505460" cy="727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048875" y="433006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822305" y="4330065"/>
            <a:ext cx="682625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B2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7833" y="5543233"/>
          <a:ext cx="127317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2" imgW="444500" imgH="203200" progId="Equation.KSEE3">
                  <p:embed/>
                </p:oleObj>
              </mc:Choice>
              <mc:Fallback>
                <p:oleObj name="" r:id="rId2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7833" y="5543233"/>
                        <a:ext cx="1273175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左大括号 33"/>
          <p:cNvSpPr/>
          <p:nvPr/>
        </p:nvSpPr>
        <p:spPr>
          <a:xfrm>
            <a:off x="1984375" y="5029200"/>
            <a:ext cx="494665" cy="161099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81581" y="4872038"/>
          <a:ext cx="908050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4" imgW="316865" imgH="203200" progId="Equation.KSEE3">
                  <p:embed/>
                </p:oleObj>
              </mc:Choice>
              <mc:Fallback>
                <p:oleObj name="" r:id="rId4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81581" y="4872038"/>
                        <a:ext cx="908050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70869" y="4872356"/>
          <a:ext cx="94678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6" imgW="330200" imgH="177165" progId="Equation.KSEE3">
                  <p:embed/>
                </p:oleObj>
              </mc:Choice>
              <mc:Fallback>
                <p:oleObj name="" r:id="rId6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70869" y="4872356"/>
                        <a:ext cx="94678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7463" y="6138228"/>
          <a:ext cx="287337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8" imgW="1002665" imgH="203200" progId="Equation.KSEE3">
                  <p:embed/>
                </p:oleObj>
              </mc:Choice>
              <mc:Fallback>
                <p:oleObj name="" r:id="rId8" imgW="10026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57463" y="6138228"/>
                        <a:ext cx="2873375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70868" y="6127116"/>
          <a:ext cx="94678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10" imgW="330200" imgH="177165" progId="Equation.KSEE3">
                  <p:embed/>
                </p:oleObj>
              </mc:Choice>
              <mc:Fallback>
                <p:oleObj name="" r:id="rId10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70868" y="6127116"/>
                        <a:ext cx="94678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839460" cy="79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用分治法求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两个十进制都是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7833" y="5543233"/>
          <a:ext cx="127317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2" imgW="444500" imgH="203200" progId="Equation.KSEE3">
                  <p:embed/>
                </p:oleObj>
              </mc:Choice>
              <mc:Fallback>
                <p:oleObj name="" r:id="rId2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7833" y="5543233"/>
                        <a:ext cx="1273175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左大括号 33"/>
          <p:cNvSpPr/>
          <p:nvPr/>
        </p:nvSpPr>
        <p:spPr>
          <a:xfrm>
            <a:off x="1984375" y="5029200"/>
            <a:ext cx="494665" cy="161099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81581" y="4872038"/>
          <a:ext cx="908050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4" imgW="316865" imgH="203200" progId="Equation.KSEE3">
                  <p:embed/>
                </p:oleObj>
              </mc:Choice>
              <mc:Fallback>
                <p:oleObj name="" r:id="rId4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81581" y="4872038"/>
                        <a:ext cx="908050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70869" y="4872356"/>
          <a:ext cx="94678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" r:id="rId6" imgW="330200" imgH="177165" progId="Equation.KSEE3">
                  <p:embed/>
                </p:oleObj>
              </mc:Choice>
              <mc:Fallback>
                <p:oleObj name="" r:id="rId6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70869" y="4872356"/>
                        <a:ext cx="94678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7463" y="6138228"/>
          <a:ext cx="287337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8" imgW="1002665" imgH="203200" progId="Equation.KSEE3">
                  <p:embed/>
                </p:oleObj>
              </mc:Choice>
              <mc:Fallback>
                <p:oleObj name="" r:id="rId8" imgW="10026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57463" y="6138228"/>
                        <a:ext cx="2873375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70868" y="6127116"/>
          <a:ext cx="94678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10" imgW="330200" imgH="177165" progId="Equation.KSEE3">
                  <p:embed/>
                </p:oleObj>
              </mc:Choice>
              <mc:Fallback>
                <p:oleObj name="" r:id="rId10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70868" y="6127116"/>
                        <a:ext cx="94678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右箭头 27"/>
          <p:cNvSpPr/>
          <p:nvPr/>
        </p:nvSpPr>
        <p:spPr>
          <a:xfrm>
            <a:off x="6924040" y="5543550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748270" y="5498783"/>
          <a:ext cx="2516505" cy="677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12" imgW="850900" imgH="228600" progId="Equation.KSEE3">
                  <p:embed/>
                </p:oleObj>
              </mc:Choice>
              <mc:Fallback>
                <p:oleObj name="" r:id="rId12" imgW="8509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748270" y="5498783"/>
                        <a:ext cx="2516505" cy="677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090295" y="3265805"/>
            <a:ext cx="14693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主方法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</a:rPr>
              <a:t>用法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3" name="左大括号 32"/>
          <p:cNvSpPr/>
          <p:nvPr/>
        </p:nvSpPr>
        <p:spPr>
          <a:xfrm>
            <a:off x="2729865" y="2425065"/>
            <a:ext cx="477520" cy="2080260"/>
          </a:xfrm>
          <a:prstGeom prst="leftBrace">
            <a:avLst>
              <a:gd name="adj1" fmla="val 150625"/>
              <a:gd name="adj2" fmla="val 49023"/>
            </a:avLst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207385" y="2330450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45" name="对象 4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43630" y="227330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4" imgW="812800" imgH="228600" progId="Equation.KSEE3">
                  <p:embed/>
                </p:oleObj>
              </mc:Choice>
              <mc:Fallback>
                <p:oleObj name="" r:id="rId14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43630" y="227330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5395595" y="2330450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84888" y="2329498"/>
          <a:ext cx="2355850" cy="532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6" imgW="1016000" imgH="228600" progId="Equation.KSEE3">
                  <p:embed/>
                </p:oleObj>
              </mc:Choice>
              <mc:Fallback>
                <p:oleObj name="" r:id="rId16" imgW="10160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84888" y="2329498"/>
                        <a:ext cx="2355850" cy="532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47"/>
          <p:cNvSpPr txBox="1"/>
          <p:nvPr/>
        </p:nvSpPr>
        <p:spPr>
          <a:xfrm>
            <a:off x="3207385" y="3228975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49" name="对象 4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43630" y="3171825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" r:id="rId18" imgW="812800" imgH="228600" progId="Equation.KSEE3">
                  <p:embed/>
                </p:oleObj>
              </mc:Choice>
              <mc:Fallback>
                <p:oleObj name="" r:id="rId18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643630" y="3171825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5395595" y="3228975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52" name="对象 5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84571" y="3171826"/>
          <a:ext cx="5360035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" r:id="rId20" imgW="2311400" imgH="228600" progId="Equation.KSEE3">
                  <p:embed/>
                </p:oleObj>
              </mc:Choice>
              <mc:Fallback>
                <p:oleObj name="" r:id="rId20" imgW="2311400" imgH="2286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084571" y="3171826"/>
                        <a:ext cx="5360035" cy="53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53"/>
          <p:cNvSpPr txBox="1"/>
          <p:nvPr/>
        </p:nvSpPr>
        <p:spPr>
          <a:xfrm>
            <a:off x="3207385" y="4147820"/>
            <a:ext cx="43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若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43630" y="4090670"/>
          <a:ext cx="1751965" cy="49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" r:id="rId22" imgW="812800" imgH="228600" progId="Equation.KSEE3">
                  <p:embed/>
                </p:oleObj>
              </mc:Choice>
              <mc:Fallback>
                <p:oleObj name="" r:id="rId22" imgW="812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643630" y="4090670"/>
                        <a:ext cx="1751965" cy="49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文本框 56"/>
          <p:cNvSpPr txBox="1"/>
          <p:nvPr/>
        </p:nvSpPr>
        <p:spPr>
          <a:xfrm>
            <a:off x="5395595" y="4147820"/>
            <a:ext cx="7105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C00FF"/>
                </a:solidFill>
              </a:rPr>
              <a:t>，</a:t>
            </a:r>
            <a:r>
              <a:rPr lang="zh-CN" altLang="en-US" sz="2000" b="1">
                <a:solidFill>
                  <a:srgbClr val="CC00FF"/>
                </a:solidFill>
              </a:rPr>
              <a:t>则</a:t>
            </a:r>
            <a:endParaRPr lang="zh-CN" altLang="en-US" sz="2000" b="1">
              <a:solidFill>
                <a:srgbClr val="CC00FF"/>
              </a:solidFill>
            </a:endParaRPr>
          </a:p>
        </p:txBody>
      </p:sp>
      <p:graphicFrame>
        <p:nvGraphicFramePr>
          <p:cNvPr id="58" name="对象 5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81066" y="4127183"/>
          <a:ext cx="2298065" cy="47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" r:id="rId24" imgW="990600" imgH="203200" progId="Equation.KSEE3">
                  <p:embed/>
                </p:oleObj>
              </mc:Choice>
              <mc:Fallback>
                <p:oleObj name="" r:id="rId24" imgW="990600" imgH="2032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981066" y="4127183"/>
                        <a:ext cx="2298065" cy="47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矩形: 圆角 58"/>
          <p:cNvSpPr/>
          <p:nvPr>
            <p:custDataLst>
              <p:tags r:id="rId26"/>
            </p:custDataLst>
          </p:nvPr>
        </p:nvSpPr>
        <p:spPr>
          <a:xfrm>
            <a:off x="3642995" y="2271395"/>
            <a:ext cx="1788160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: 圆角 58"/>
          <p:cNvSpPr/>
          <p:nvPr>
            <p:custDataLst>
              <p:tags r:id="rId27"/>
            </p:custDataLst>
          </p:nvPr>
        </p:nvSpPr>
        <p:spPr>
          <a:xfrm>
            <a:off x="6084570" y="2329815"/>
            <a:ext cx="250634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 bldLvl="0" animBg="1"/>
      <p:bldP spid="43" grpId="0"/>
      <p:bldP spid="46" grpId="0"/>
      <p:bldP spid="48" grpId="0"/>
      <p:bldP spid="51" grpId="0"/>
      <p:bldP spid="54" grpId="0"/>
      <p:bldP spid="57" grpId="0"/>
      <p:bldP spid="60" grpId="0" bldLvl="0" animBg="1"/>
      <p:bldP spid="61" grpId="0" bldLvl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246370" cy="140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分治法求十进制的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4321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①分解：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1270" y="2522855"/>
            <a:ext cx="1656715" cy="586740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623185" y="264223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14345" y="263207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74390" y="263207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65550" y="264223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799070" y="2522855"/>
            <a:ext cx="1656715" cy="586740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880985" y="264223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72145" y="263207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32190" y="263207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023350" y="264223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839710" y="212852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千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230870" y="212852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百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590915" y="212852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92235" y="212915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623185" y="212852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千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014345" y="212852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百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74390" y="212852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775710" y="212915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3364230" y="2059940"/>
            <a:ext cx="0" cy="143002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8632190" y="2059940"/>
            <a:ext cx="0" cy="143002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2540635" y="3253105"/>
            <a:ext cx="452755" cy="68961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3807460" y="3264535"/>
            <a:ext cx="390525" cy="63817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H="1">
            <a:off x="7880350" y="3263265"/>
            <a:ext cx="452755" cy="689610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9064625" y="3304540"/>
            <a:ext cx="390525" cy="63817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180590" y="455612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571750" y="454596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180590" y="404241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千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571750" y="404241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百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868420" y="454533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259580" y="455549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868420" y="404177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269740" y="404241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180590" y="4055745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868420" y="4057650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7520940" y="465899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912100" y="464883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479665" y="414528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千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870825" y="414528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百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064625" y="464883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455785" y="465899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023350" y="414528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424670" y="414591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469505" y="4145915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023350" y="4145915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5648325" y="2289810"/>
            <a:ext cx="7410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648325" y="4002405"/>
            <a:ext cx="7410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983230" y="3952875"/>
            <a:ext cx="967105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199755" y="4041775"/>
            <a:ext cx="967105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368425" y="3982085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67500" y="4057650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4938395" y="3982085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0237470" y="4057650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 bldLvl="0" animBg="1"/>
      <p:bldP spid="10" grpId="0"/>
      <p:bldP spid="11" grpId="0"/>
      <p:bldP spid="12" grpId="0"/>
      <p:bldP spid="13" grpId="0"/>
      <p:bldP spid="14" grpId="0" bldLvl="0" animBg="1"/>
      <p:bldP spid="15" grpId="0"/>
      <p:bldP spid="16" grpId="0"/>
      <p:bldP spid="17" grpId="0"/>
      <p:bldP spid="18" grpId="0"/>
      <p:bldP spid="19" grpId="0"/>
      <p:bldP spid="20" grpId="0"/>
      <p:bldP spid="23" grpId="0"/>
      <p:bldP spid="24" grpId="0"/>
      <p:bldP spid="25" grpId="0"/>
      <p:bldP spid="26" grpId="0"/>
      <p:bldP spid="27" grpId="0"/>
      <p:bldP spid="28" grpId="0"/>
      <p:bldP spid="35" grpId="0"/>
      <p:bldP spid="36" grpId="0"/>
      <p:bldP spid="37" grpId="0"/>
      <p:bldP spid="38" grpId="0"/>
      <p:bldP spid="40" grpId="0"/>
      <p:bldP spid="41" grpId="0"/>
      <p:bldP spid="42" grpId="0"/>
      <p:bldP spid="43" grpId="0"/>
      <p:bldP spid="45" grpId="0" bldLvl="0" animBg="1"/>
      <p:bldP spid="46" grpId="0" bldLvl="0" animBg="1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 bldLvl="0" animBg="1"/>
      <p:bldP spid="56" grpId="0" bldLvl="0" animBg="1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322705"/>
            <a:ext cx="5246370" cy="741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分治法求十进制的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4321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①分解：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396490" y="270891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787650" y="269875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396490" y="219519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千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787650" y="219519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百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84320" y="269811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475480" y="270827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084320" y="219456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485640" y="219519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396490" y="2208530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4084320" y="2210435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7736840" y="281178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128000" y="280162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695565" y="229806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千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086725" y="229806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百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280525" y="280162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671685" y="281178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239250" y="229806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640570" y="229870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685405" y="2298700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239250" y="2298700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" name="直接箭头连接符 1"/>
          <p:cNvCxnSpPr/>
          <p:nvPr>
            <p:custDataLst>
              <p:tags r:id="rId2"/>
            </p:custDataLst>
          </p:nvPr>
        </p:nvCxnSpPr>
        <p:spPr>
          <a:xfrm flipH="1">
            <a:off x="2787650" y="3093085"/>
            <a:ext cx="10160" cy="73088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>
            <p:custDataLst>
              <p:tags r:id="rId3"/>
            </p:custDataLst>
          </p:nvPr>
        </p:nvCxnSpPr>
        <p:spPr>
          <a:xfrm flipH="1">
            <a:off x="4465320" y="3094990"/>
            <a:ext cx="10160" cy="73088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>
            <p:custDataLst>
              <p:tags r:id="rId4"/>
            </p:custDataLst>
          </p:nvPr>
        </p:nvCxnSpPr>
        <p:spPr>
          <a:xfrm flipH="1">
            <a:off x="8076565" y="3169920"/>
            <a:ext cx="10160" cy="73088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>
            <p:custDataLst>
              <p:tags r:id="rId5"/>
            </p:custDataLst>
          </p:nvPr>
        </p:nvCxnSpPr>
        <p:spPr>
          <a:xfrm flipH="1">
            <a:off x="9630410" y="3183255"/>
            <a:ext cx="10160" cy="730885"/>
          </a:xfrm>
          <a:prstGeom prst="straightConnector1">
            <a:avLst/>
          </a:prstGeom>
          <a:ln w="635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>
            <p:custDataLst>
              <p:tags r:id="rId6"/>
            </p:custDataLst>
          </p:nvPr>
        </p:nvSpPr>
        <p:spPr>
          <a:xfrm>
            <a:off x="5864225" y="2155190"/>
            <a:ext cx="7410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7"/>
            </p:custDataLst>
          </p:nvPr>
        </p:nvSpPr>
        <p:spPr>
          <a:xfrm>
            <a:off x="3199130" y="2105660"/>
            <a:ext cx="967105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8"/>
            </p:custDataLst>
          </p:nvPr>
        </p:nvSpPr>
        <p:spPr>
          <a:xfrm>
            <a:off x="8415655" y="2194560"/>
            <a:ext cx="967105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9"/>
            </p:custDataLst>
          </p:nvPr>
        </p:nvSpPr>
        <p:spPr>
          <a:xfrm>
            <a:off x="1584325" y="2134870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6883400" y="2210435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5154295" y="2134870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10453370" y="2210435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396490" y="442722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787650" y="441706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396490" y="391350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787650" y="391350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084320" y="441642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475480" y="4426585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084320" y="391287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485640" y="391350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396490" y="3926840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4084320" y="3928745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7736840" y="453009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128000" y="451993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695565" y="401637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十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086725" y="401637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280525" y="451993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671685" y="4530090"/>
            <a:ext cx="36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9239250" y="4016375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9640570" y="4017010"/>
            <a:ext cx="36004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7685405" y="4017010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239250" y="4017010"/>
            <a:ext cx="802640" cy="884555"/>
          </a:xfrm>
          <a:prstGeom prst="rect">
            <a:avLst/>
          </a:prstGeom>
          <a:noFill/>
          <a:ln w="635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5864225" y="3873500"/>
            <a:ext cx="7410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199130" y="3823970"/>
            <a:ext cx="967105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415655" y="3912870"/>
            <a:ext cx="967105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endParaRPr lang="zh-CN" altLang="en-US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843280" y="3873500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388735" y="3873500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154295" y="3853180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0453370" y="3928745"/>
            <a:ext cx="598170" cy="1035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6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276350" y="4017010"/>
            <a:ext cx="10579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en-US" altLang="zh-CN" sz="4000" b="1" baseline="3000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4000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6678930" y="4078605"/>
            <a:ext cx="10579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en-US" altLang="zh-CN" sz="4000" b="1" baseline="3000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4000" b="1" baseline="30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4" grpId="0"/>
      <p:bldP spid="57" grpId="0"/>
      <p:bldP spid="65" grpId="0"/>
      <p:bldP spid="66" grpId="0"/>
      <p:bldP spid="67" grpId="0"/>
      <p:bldP spid="68" grpId="0"/>
      <p:bldP spid="69" grpId="0"/>
      <p:bldP spid="70" grpId="0" animBg="1"/>
      <p:bldP spid="71" grpId="0" animBg="1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 bldLvl="0" animBg="1"/>
      <p:bldP spid="81" grpId="0" animBg="1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322705"/>
            <a:ext cx="413512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大整数乘法问题优化：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减少乘法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0" y="1769745"/>
          <a:ext cx="8889365" cy="557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3644900" imgH="228600" progId="Equation.KSEE3">
                  <p:embed/>
                </p:oleObj>
              </mc:Choice>
              <mc:Fallback>
                <p:oleObj name="" r:id="rId3" imgW="36449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769745"/>
                        <a:ext cx="8889365" cy="557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6610" y="2325370"/>
          <a:ext cx="5668645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5" imgW="2324100" imgH="228600" progId="Equation.KSEE3">
                  <p:embed/>
                </p:oleObj>
              </mc:Choice>
              <mc:Fallback>
                <p:oleObj name="" r:id="rId5" imgW="23241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6610" y="2325370"/>
                        <a:ext cx="5668645" cy="561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矩形: 圆角 58"/>
          <p:cNvSpPr/>
          <p:nvPr>
            <p:custDataLst>
              <p:tags r:id="rId7"/>
            </p:custDataLst>
          </p:nvPr>
        </p:nvSpPr>
        <p:spPr>
          <a:xfrm>
            <a:off x="2598420" y="2325370"/>
            <a:ext cx="76009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2914650"/>
            <a:ext cx="469011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6610" y="3314701"/>
          <a:ext cx="9788525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8" imgW="4013200" imgH="228600" progId="Equation.KSEE3">
                  <p:embed/>
                </p:oleObj>
              </mc:Choice>
              <mc:Fallback>
                <p:oleObj name="" r:id="rId8" imgW="40132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16610" y="3314701"/>
                        <a:ext cx="9788525" cy="561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: 圆角 58"/>
          <p:cNvSpPr/>
          <p:nvPr>
            <p:custDataLst>
              <p:tags r:id="rId10"/>
            </p:custDataLst>
          </p:nvPr>
        </p:nvSpPr>
        <p:spPr>
          <a:xfrm>
            <a:off x="5565775" y="3354705"/>
            <a:ext cx="167576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: 圆角 58"/>
          <p:cNvSpPr/>
          <p:nvPr>
            <p:custDataLst>
              <p:tags r:id="rId11"/>
            </p:custDataLst>
          </p:nvPr>
        </p:nvSpPr>
        <p:spPr>
          <a:xfrm>
            <a:off x="7551420" y="3314700"/>
            <a:ext cx="179895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6610" y="3890011"/>
          <a:ext cx="9788525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2" imgW="4013200" imgH="228600" progId="Equation.KSEE3">
                  <p:embed/>
                </p:oleObj>
              </mc:Choice>
              <mc:Fallback>
                <p:oleObj name="" r:id="rId12" imgW="40132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16610" y="3890011"/>
                        <a:ext cx="9788525" cy="561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: 圆角 58"/>
          <p:cNvSpPr/>
          <p:nvPr>
            <p:custDataLst>
              <p:tags r:id="rId14"/>
            </p:custDataLst>
          </p:nvPr>
        </p:nvSpPr>
        <p:spPr>
          <a:xfrm>
            <a:off x="3528695" y="3899535"/>
            <a:ext cx="167576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: 圆角 58"/>
          <p:cNvSpPr/>
          <p:nvPr>
            <p:custDataLst>
              <p:tags r:id="rId15"/>
            </p:custDataLst>
          </p:nvPr>
        </p:nvSpPr>
        <p:spPr>
          <a:xfrm>
            <a:off x="5565775" y="3931920"/>
            <a:ext cx="179895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6610" y="4465321"/>
          <a:ext cx="9665335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16" imgW="3962400" imgH="228600" progId="Equation.KSEE3">
                  <p:embed/>
                </p:oleObj>
              </mc:Choice>
              <mc:Fallback>
                <p:oleObj name="" r:id="rId16" imgW="39624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16610" y="4465321"/>
                        <a:ext cx="9665335" cy="561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: 圆角 58"/>
          <p:cNvSpPr/>
          <p:nvPr>
            <p:custDataLst>
              <p:tags r:id="rId18"/>
            </p:custDataLst>
          </p:nvPr>
        </p:nvSpPr>
        <p:spPr>
          <a:xfrm>
            <a:off x="3528695" y="4486275"/>
            <a:ext cx="32829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: 圆角 58"/>
          <p:cNvSpPr/>
          <p:nvPr>
            <p:custDataLst>
              <p:tags r:id="rId19"/>
            </p:custDataLst>
          </p:nvPr>
        </p:nvSpPr>
        <p:spPr>
          <a:xfrm>
            <a:off x="5565775" y="4509770"/>
            <a:ext cx="369570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6610" y="4971416"/>
          <a:ext cx="9882505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" r:id="rId20" imgW="4051300" imgH="228600" progId="Equation.KSEE3">
                  <p:embed/>
                </p:oleObj>
              </mc:Choice>
              <mc:Fallback>
                <p:oleObj name="" r:id="rId20" imgW="40513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16610" y="4971416"/>
                        <a:ext cx="9882505" cy="561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: 圆角 58"/>
          <p:cNvSpPr/>
          <p:nvPr>
            <p:custDataLst>
              <p:tags r:id="rId22"/>
            </p:custDataLst>
          </p:nvPr>
        </p:nvSpPr>
        <p:spPr>
          <a:xfrm>
            <a:off x="3486785" y="5010785"/>
            <a:ext cx="32829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: 圆角 58"/>
          <p:cNvSpPr/>
          <p:nvPr>
            <p:custDataLst>
              <p:tags r:id="rId23"/>
            </p:custDataLst>
          </p:nvPr>
        </p:nvSpPr>
        <p:spPr>
          <a:xfrm>
            <a:off x="4157345" y="5003800"/>
            <a:ext cx="369570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58"/>
          <p:cNvSpPr/>
          <p:nvPr>
            <p:custDataLst>
              <p:tags r:id="rId24"/>
            </p:custDataLst>
          </p:nvPr>
        </p:nvSpPr>
        <p:spPr>
          <a:xfrm>
            <a:off x="4861560" y="5024120"/>
            <a:ext cx="369570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6293" y="5615941"/>
          <a:ext cx="8580120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25" imgW="3517265" imgH="228600" progId="Equation.KSEE3">
                  <p:embed/>
                </p:oleObj>
              </mc:Choice>
              <mc:Fallback>
                <p:oleObj name="" r:id="rId25" imgW="35172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16293" y="5615941"/>
                        <a:ext cx="8580120" cy="561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: 圆角 58"/>
          <p:cNvSpPr/>
          <p:nvPr>
            <p:custDataLst>
              <p:tags r:id="rId27"/>
            </p:custDataLst>
          </p:nvPr>
        </p:nvSpPr>
        <p:spPr>
          <a:xfrm>
            <a:off x="3528695" y="5615940"/>
            <a:ext cx="1264285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0" grpId="0" bldLvl="0" animBg="1"/>
      <p:bldP spid="10" grpId="0"/>
      <p:bldP spid="13" grpId="0" bldLvl="0" animBg="1"/>
      <p:bldP spid="14" grpId="0" bldLvl="0" animBg="1"/>
      <p:bldP spid="18" grpId="0" bldLvl="0" animBg="1"/>
      <p:bldP spid="19" grpId="0" bldLvl="0" animBg="1"/>
      <p:bldP spid="24" grpId="0" bldLvl="0" animBg="1"/>
      <p:bldP spid="25" grpId="0" bldLvl="0" animBg="1"/>
      <p:bldP spid="28" grpId="0" bldLvl="0" animBg="1"/>
      <p:bldP spid="29" grpId="0" bldLvl="0" animBg="1"/>
      <p:bldP spid="30" grpId="0" bldLvl="0" animBg="1"/>
      <p:bldP spid="3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322705"/>
            <a:ext cx="413512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大整数乘法问题优化：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减少乘法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0" y="1704340"/>
            <a:ext cx="469011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5133" y="2166621"/>
          <a:ext cx="8580120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3" imgW="3517265" imgH="228600" progId="Equation.KSEE3">
                  <p:embed/>
                </p:oleObj>
              </mc:Choice>
              <mc:Fallback>
                <p:oleObj name="" r:id="rId3" imgW="3517265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5133" y="2166621"/>
                        <a:ext cx="8580120" cy="561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5133" y="2727961"/>
          <a:ext cx="9820910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5" imgW="4025900" imgH="228600" progId="Equation.KSEE3">
                  <p:embed/>
                </p:oleObj>
              </mc:Choice>
              <mc:Fallback>
                <p:oleObj name="" r:id="rId5" imgW="40259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5133" y="2727961"/>
                        <a:ext cx="9820910" cy="561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矩形: 圆角 58"/>
          <p:cNvSpPr/>
          <p:nvPr>
            <p:custDataLst>
              <p:tags r:id="rId7"/>
            </p:custDataLst>
          </p:nvPr>
        </p:nvSpPr>
        <p:spPr>
          <a:xfrm>
            <a:off x="5870575" y="2727960"/>
            <a:ext cx="1479550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: 圆角 58"/>
          <p:cNvSpPr/>
          <p:nvPr>
            <p:custDataLst>
              <p:tags r:id="rId8"/>
            </p:custDataLst>
          </p:nvPr>
        </p:nvSpPr>
        <p:spPr>
          <a:xfrm>
            <a:off x="7660640" y="2727960"/>
            <a:ext cx="1479550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5451" y="3289301"/>
          <a:ext cx="8209915" cy="56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9" imgW="3365500" imgH="228600" progId="Equation.KSEE3">
                  <p:embed/>
                </p:oleObj>
              </mc:Choice>
              <mc:Fallback>
                <p:oleObj name="" r:id="rId9" imgW="33655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5451" y="3289301"/>
                        <a:ext cx="8209915" cy="561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: 圆角 58"/>
          <p:cNvSpPr/>
          <p:nvPr>
            <p:custDataLst>
              <p:tags r:id="rId11"/>
            </p:custDataLst>
          </p:nvPr>
        </p:nvSpPr>
        <p:spPr>
          <a:xfrm>
            <a:off x="745490" y="3314065"/>
            <a:ext cx="1695450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: 圆角 58"/>
          <p:cNvSpPr/>
          <p:nvPr>
            <p:custDataLst>
              <p:tags r:id="rId12"/>
            </p:custDataLst>
          </p:nvPr>
        </p:nvSpPr>
        <p:spPr>
          <a:xfrm>
            <a:off x="6403975" y="3317875"/>
            <a:ext cx="2231390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0" y="3928110"/>
            <a:ext cx="469011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4" name="对象 4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7833" y="5039043"/>
          <a:ext cx="127317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" r:id="rId13" imgW="444500" imgH="203200" progId="Equation.KSEE3">
                  <p:embed/>
                </p:oleObj>
              </mc:Choice>
              <mc:Fallback>
                <p:oleObj name="" r:id="rId13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7833" y="5039043"/>
                        <a:ext cx="1273175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左大括号 45"/>
          <p:cNvSpPr/>
          <p:nvPr/>
        </p:nvSpPr>
        <p:spPr>
          <a:xfrm>
            <a:off x="1984375" y="4525010"/>
            <a:ext cx="494665" cy="161099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81581" y="4367848"/>
          <a:ext cx="908050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15" imgW="316865" imgH="203200" progId="Equation.KSEE3">
                  <p:embed/>
                </p:oleObj>
              </mc:Choice>
              <mc:Fallback>
                <p:oleObj name="" r:id="rId15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81581" y="4367848"/>
                        <a:ext cx="908050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70869" y="4368166"/>
          <a:ext cx="94678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" r:id="rId17" imgW="330200" imgH="177165" progId="Equation.KSEE3">
                  <p:embed/>
                </p:oleObj>
              </mc:Choice>
              <mc:Fallback>
                <p:oleObj name="" r:id="rId17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70869" y="4368166"/>
                        <a:ext cx="94678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7463" y="5634038"/>
          <a:ext cx="287337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" r:id="rId19" imgW="1002665" imgH="203200" progId="Equation.KSEE3">
                  <p:embed/>
                </p:oleObj>
              </mc:Choice>
              <mc:Fallback>
                <p:oleObj name="" r:id="rId19" imgW="10026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57463" y="5634038"/>
                        <a:ext cx="2873375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70868" y="5622926"/>
          <a:ext cx="94678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" r:id="rId21" imgW="330200" imgH="177165" progId="Equation.KSEE3">
                  <p:embed/>
                </p:oleObj>
              </mc:Choice>
              <mc:Fallback>
                <p:oleObj name="" r:id="rId21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670868" y="5622926"/>
                        <a:ext cx="94678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右箭头 54"/>
          <p:cNvSpPr/>
          <p:nvPr>
            <p:custDataLst>
              <p:tags r:id="rId23"/>
            </p:custDataLst>
          </p:nvPr>
        </p:nvSpPr>
        <p:spPr>
          <a:xfrm>
            <a:off x="6924040" y="5039360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6" name="对象 5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7888605" y="5039360"/>
          <a:ext cx="3800475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" r:id="rId25" imgW="1625600" imgH="228600" progId="Equation.KSEE3">
                  <p:embed/>
                </p:oleObj>
              </mc:Choice>
              <mc:Fallback>
                <p:oleObj name="" r:id="rId25" imgW="16256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888605" y="5039360"/>
                        <a:ext cx="3800475" cy="535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矩形: 圆角 58"/>
          <p:cNvSpPr/>
          <p:nvPr/>
        </p:nvSpPr>
        <p:spPr>
          <a:xfrm>
            <a:off x="2557780" y="5619115"/>
            <a:ext cx="275590" cy="589280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ldLvl="0" animBg="1"/>
      <p:bldP spid="34" grpId="0" bldLvl="0" animBg="1"/>
      <p:bldP spid="40" grpId="0" bldLvl="0" animBg="1"/>
      <p:bldP spid="41" grpId="0" bldLvl="0" animBg="1"/>
      <p:bldP spid="55" grpId="0" bldLvl="0" animBg="1"/>
      <p:bldP spid="59" grpId="0" bldLvl="0" animBg="1"/>
      <p:bldP spid="46" grpId="0" animBg="1"/>
      <p:bldP spid="4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76350" y="75730"/>
            <a:ext cx="2722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大整数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0" y="860425"/>
            <a:ext cx="873379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大整数乘法问题简述：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1" baseline="30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的大整数A、B，求A与B的乘积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0" y="1704340"/>
            <a:ext cx="469011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0" y="3928110"/>
            <a:ext cx="469011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4" name="对象 4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7833" y="5039043"/>
          <a:ext cx="127317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" r:id="rId3" imgW="444500" imgH="203200" progId="Equation.KSEE3">
                  <p:embed/>
                </p:oleObj>
              </mc:Choice>
              <mc:Fallback>
                <p:oleObj name="" r:id="rId3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7833" y="5039043"/>
                        <a:ext cx="1273175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左大括号 45"/>
          <p:cNvSpPr/>
          <p:nvPr/>
        </p:nvSpPr>
        <p:spPr>
          <a:xfrm>
            <a:off x="1984375" y="4525010"/>
            <a:ext cx="494665" cy="161099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81581" y="4367848"/>
          <a:ext cx="908050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5" imgW="316865" imgH="203200" progId="Equation.KSEE3">
                  <p:embed/>
                </p:oleObj>
              </mc:Choice>
              <mc:Fallback>
                <p:oleObj name="" r:id="rId5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1581" y="4367848"/>
                        <a:ext cx="908050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70869" y="4368166"/>
          <a:ext cx="94678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" r:id="rId7" imgW="330200" imgH="177165" progId="Equation.KSEE3">
                  <p:embed/>
                </p:oleObj>
              </mc:Choice>
              <mc:Fallback>
                <p:oleObj name="" r:id="rId7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70869" y="4368166"/>
                        <a:ext cx="94678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57463" y="5634038"/>
          <a:ext cx="287337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" r:id="rId9" imgW="1002665" imgH="203200" progId="Equation.KSEE3">
                  <p:embed/>
                </p:oleObj>
              </mc:Choice>
              <mc:Fallback>
                <p:oleObj name="" r:id="rId9" imgW="10026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7463" y="5634038"/>
                        <a:ext cx="2873375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70868" y="5622926"/>
          <a:ext cx="94678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" r:id="rId11" imgW="330200" imgH="177165" progId="Equation.KSEE3">
                  <p:embed/>
                </p:oleObj>
              </mc:Choice>
              <mc:Fallback>
                <p:oleObj name="" r:id="rId11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70868" y="5622926"/>
                        <a:ext cx="94678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右箭头 54"/>
          <p:cNvSpPr/>
          <p:nvPr>
            <p:custDataLst>
              <p:tags r:id="rId13"/>
            </p:custDataLst>
          </p:nvPr>
        </p:nvSpPr>
        <p:spPr>
          <a:xfrm>
            <a:off x="6924040" y="5039360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6" name="对象 5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7888605" y="5039360"/>
          <a:ext cx="3800475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" r:id="rId15" imgW="1625600" imgH="228600" progId="Equation.KSEE3">
                  <p:embed/>
                </p:oleObj>
              </mc:Choice>
              <mc:Fallback>
                <p:oleObj name="" r:id="rId15" imgW="16256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88605" y="5039360"/>
                        <a:ext cx="3800475" cy="535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437833" y="2723833"/>
          <a:ext cx="127317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18" imgW="444500" imgH="203200" progId="Equation.KSEE3">
                  <p:embed/>
                </p:oleObj>
              </mc:Choice>
              <mc:Fallback>
                <p:oleObj name="" r:id="rId18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7833" y="2723833"/>
                        <a:ext cx="1273175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左大括号 1"/>
          <p:cNvSpPr/>
          <p:nvPr>
            <p:custDataLst>
              <p:tags r:id="rId19"/>
            </p:custDataLst>
          </p:nvPr>
        </p:nvSpPr>
        <p:spPr>
          <a:xfrm>
            <a:off x="1984375" y="2209800"/>
            <a:ext cx="494665" cy="161099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2481581" y="2052638"/>
          <a:ext cx="908050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21" imgW="316865" imgH="203200" progId="Equation.KSEE3">
                  <p:embed/>
                </p:oleObj>
              </mc:Choice>
              <mc:Fallback>
                <p:oleObj name="" r:id="rId21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1581" y="2052638"/>
                        <a:ext cx="908050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5670869" y="2052956"/>
          <a:ext cx="94678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3" imgW="330200" imgH="177165" progId="Equation.KSEE3">
                  <p:embed/>
                </p:oleObj>
              </mc:Choice>
              <mc:Fallback>
                <p:oleObj name="" r:id="rId23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70869" y="2052956"/>
                        <a:ext cx="94678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2557463" y="3318828"/>
          <a:ext cx="2873375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25" imgW="1002665" imgH="203200" progId="Equation.KSEE3">
                  <p:embed/>
                </p:oleObj>
              </mc:Choice>
              <mc:Fallback>
                <p:oleObj name="" r:id="rId25" imgW="10026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557463" y="3318828"/>
                        <a:ext cx="2873375" cy="582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5670868" y="3307716"/>
          <a:ext cx="94678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28" imgW="330200" imgH="177165" progId="Equation.KSEE3">
                  <p:embed/>
                </p:oleObj>
              </mc:Choice>
              <mc:Fallback>
                <p:oleObj name="" r:id="rId28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70868" y="3307716"/>
                        <a:ext cx="94678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右箭头 27"/>
          <p:cNvSpPr/>
          <p:nvPr>
            <p:custDataLst>
              <p:tags r:id="rId29"/>
            </p:custDataLst>
          </p:nvPr>
        </p:nvSpPr>
        <p:spPr>
          <a:xfrm>
            <a:off x="6924040" y="2724150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7748270" y="2679383"/>
          <a:ext cx="2516505" cy="677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31" imgW="850900" imgH="228600" progId="Equation.KSEE3">
                  <p:embed/>
                </p:oleObj>
              </mc:Choice>
              <mc:Fallback>
                <p:oleObj name="" r:id="rId31" imgW="8509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748270" y="2679383"/>
                        <a:ext cx="2516505" cy="677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38150" y="1262380"/>
            <a:ext cx="54171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用分治法求两个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十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进制都是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位的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的乘积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281045"/>
            <a:ext cx="3055620" cy="33909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主方法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分治算法基本思想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大整数乘法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en-US" altLang="zh-CN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Strassen</a:t>
            </a: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矩阵乘法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二分查找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归并排序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循环赛日程表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07060" y="75730"/>
            <a:ext cx="43510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Strassen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81324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矩阵乘法问题简述：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给定矩阵A和B，均为n阶矩阵，n=2</a:t>
            </a:r>
            <a:r>
              <a:rPr lang="zh-CN" altLang="en-US" sz="20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，求A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880870"/>
            <a:ext cx="6621780" cy="11125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1181100"/>
            <a:ext cx="6403340" cy="708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已知矩阵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（如下图），均为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阶矩阵，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求A×B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825" y="2993390"/>
          <a:ext cx="4017010" cy="583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485900" imgH="215900" progId="Equation.KSEE3">
                  <p:embed/>
                </p:oleObj>
              </mc:Choice>
              <mc:Fallback>
                <p:oleObj name="" r:id="rId3" imgW="14859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825" y="2993390"/>
                        <a:ext cx="4017010" cy="583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6363" y="3576955"/>
          <a:ext cx="4051935" cy="583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1498600" imgH="215900" progId="Equation.KSEE3">
                  <p:embed/>
                </p:oleObj>
              </mc:Choice>
              <mc:Fallback>
                <p:oleObj name="" r:id="rId5" imgW="1498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363" y="3576955"/>
                        <a:ext cx="4051935" cy="583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8900" y="4160203"/>
          <a:ext cx="408686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7" imgW="1511300" imgH="215900" progId="Equation.KSEE3">
                  <p:embed/>
                </p:oleObj>
              </mc:Choice>
              <mc:Fallback>
                <p:oleObj name="" r:id="rId7" imgW="1511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900" y="4160203"/>
                        <a:ext cx="408686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073" y="4744085"/>
          <a:ext cx="4120515" cy="583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9" imgW="1524000" imgH="215900" progId="Equation.KSEE3">
                  <p:embed/>
                </p:oleObj>
              </mc:Choice>
              <mc:Fallback>
                <p:oleObj name="" r:id="rId9" imgW="15240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073" y="4744085"/>
                        <a:ext cx="4120515" cy="583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0" y="5389245"/>
            <a:ext cx="469011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09770" y="4091940"/>
          <a:ext cx="1069975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11" imgW="444500" imgH="203200" progId="Equation.KSEE3">
                  <p:embed/>
                </p:oleObj>
              </mc:Choice>
              <mc:Fallback>
                <p:oleObj name="" r:id="rId11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09770" y="4091940"/>
                        <a:ext cx="1069975" cy="490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左大括号 16"/>
          <p:cNvSpPr/>
          <p:nvPr/>
        </p:nvSpPr>
        <p:spPr>
          <a:xfrm>
            <a:off x="5913120" y="3787775"/>
            <a:ext cx="327025" cy="109918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09360" y="3693160"/>
          <a:ext cx="619760" cy="398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13" imgW="316865" imgH="203200" progId="Equation.KSEE3">
                  <p:embed/>
                </p:oleObj>
              </mc:Choice>
              <mc:Fallback>
                <p:oleObj name="" r:id="rId13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09360" y="3693160"/>
                        <a:ext cx="619760" cy="398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77238" y="3744595"/>
          <a:ext cx="647065" cy="347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15" imgW="330200" imgH="177165" progId="Equation.KSEE3">
                  <p:embed/>
                </p:oleObj>
              </mc:Choice>
              <mc:Fallback>
                <p:oleObj name="" r:id="rId15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77238" y="3744595"/>
                        <a:ext cx="647065" cy="347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20790" y="4581843"/>
          <a:ext cx="1939290" cy="398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7" imgW="990600" imgH="203200" progId="Equation.KSEE3">
                  <p:embed/>
                </p:oleObj>
              </mc:Choice>
              <mc:Fallback>
                <p:oleObj name="" r:id="rId17" imgW="9906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20790" y="4581843"/>
                        <a:ext cx="1939290" cy="398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77238" y="4539615"/>
          <a:ext cx="647065" cy="347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19" imgW="330200" imgH="177165" progId="Equation.KSEE3">
                  <p:embed/>
                </p:oleObj>
              </mc:Choice>
              <mc:Fallback>
                <p:oleObj name="" r:id="rId19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377238" y="4539615"/>
                        <a:ext cx="647065" cy="347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07060" y="75730"/>
            <a:ext cx="43510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Strassen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81324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矩阵乘法问题简述：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给定矩阵A和B，均为n阶矩阵，n=2</a:t>
            </a:r>
            <a:r>
              <a:rPr lang="zh-CN" altLang="en-US" sz="20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，求A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181100"/>
            <a:ext cx="6403340" cy="708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已知矩阵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（如下图），均为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阶矩阵，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求A×B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0" y="1889760"/>
          <a:ext cx="10088880" cy="1980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4787900" imgH="939800" progId="Equation.KSEE3">
                  <p:embed/>
                </p:oleObj>
              </mc:Choice>
              <mc:Fallback>
                <p:oleObj name="" r:id="rId2" imgW="4787900" imgH="939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889760"/>
                        <a:ext cx="10088880" cy="1980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1162050" y="2893060"/>
            <a:ext cx="2633980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011930" y="2893060"/>
            <a:ext cx="2633980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252970" y="2893060"/>
            <a:ext cx="2633980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2468880" y="1987550"/>
            <a:ext cx="10160" cy="1852295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5349875" y="1967230"/>
            <a:ext cx="10160" cy="1882775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8564880" y="1967230"/>
            <a:ext cx="10160" cy="1882775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-317" y="3937635"/>
          <a:ext cx="8203565" cy="1068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4" imgW="3708400" imgH="482600" progId="Equation.KSEE3">
                  <p:embed/>
                </p:oleObj>
              </mc:Choice>
              <mc:Fallback>
                <p:oleObj name="" r:id="rId4" imgW="3708400" imgH="482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317" y="3937635"/>
                        <a:ext cx="8203565" cy="1068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: 圆角 58"/>
          <p:cNvSpPr/>
          <p:nvPr/>
        </p:nvSpPr>
        <p:spPr>
          <a:xfrm>
            <a:off x="2087880" y="4077970"/>
            <a:ext cx="2633345" cy="81724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58"/>
          <p:cNvSpPr/>
          <p:nvPr/>
        </p:nvSpPr>
        <p:spPr>
          <a:xfrm>
            <a:off x="1162050" y="1974850"/>
            <a:ext cx="1254760" cy="8782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58"/>
          <p:cNvSpPr/>
          <p:nvPr/>
        </p:nvSpPr>
        <p:spPr>
          <a:xfrm>
            <a:off x="4006850" y="1963420"/>
            <a:ext cx="1254760" cy="8782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: 圆角 18"/>
          <p:cNvSpPr/>
          <p:nvPr/>
        </p:nvSpPr>
        <p:spPr>
          <a:xfrm>
            <a:off x="5320030" y="4024630"/>
            <a:ext cx="2684780" cy="92075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18"/>
          <p:cNvSpPr/>
          <p:nvPr/>
        </p:nvSpPr>
        <p:spPr>
          <a:xfrm>
            <a:off x="4000500" y="2914650"/>
            <a:ext cx="1275715" cy="91757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18"/>
          <p:cNvSpPr/>
          <p:nvPr/>
        </p:nvSpPr>
        <p:spPr>
          <a:xfrm>
            <a:off x="2559050" y="1971675"/>
            <a:ext cx="1275715" cy="91757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7186930" y="1967230"/>
            <a:ext cx="1256030" cy="83820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: 圆角 18"/>
          <p:cNvSpPr/>
          <p:nvPr/>
        </p:nvSpPr>
        <p:spPr>
          <a:xfrm>
            <a:off x="108585" y="4024630"/>
            <a:ext cx="1339215" cy="92011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-14605" y="5288280"/>
          <a:ext cx="8232140" cy="1068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6" imgW="3721100" imgH="482600" progId="Equation.KSEE3">
                  <p:embed/>
                </p:oleObj>
              </mc:Choice>
              <mc:Fallback>
                <p:oleObj name="" r:id="rId6" imgW="3721100" imgH="482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-14605" y="5288280"/>
                        <a:ext cx="8232140" cy="1068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: 圆角 18"/>
          <p:cNvSpPr/>
          <p:nvPr/>
        </p:nvSpPr>
        <p:spPr>
          <a:xfrm>
            <a:off x="8696960" y="2954655"/>
            <a:ext cx="1256030" cy="83820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: 圆角 18"/>
          <p:cNvSpPr/>
          <p:nvPr/>
        </p:nvSpPr>
        <p:spPr>
          <a:xfrm>
            <a:off x="108585" y="5362575"/>
            <a:ext cx="1339215" cy="92011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: 圆角 58"/>
          <p:cNvSpPr/>
          <p:nvPr/>
        </p:nvSpPr>
        <p:spPr>
          <a:xfrm>
            <a:off x="2087880" y="5465445"/>
            <a:ext cx="2633345" cy="81724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58"/>
          <p:cNvSpPr/>
          <p:nvPr/>
        </p:nvSpPr>
        <p:spPr>
          <a:xfrm>
            <a:off x="1101090" y="2917825"/>
            <a:ext cx="1254760" cy="8782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: 圆角 58"/>
          <p:cNvSpPr/>
          <p:nvPr/>
        </p:nvSpPr>
        <p:spPr>
          <a:xfrm>
            <a:off x="5433695" y="1952625"/>
            <a:ext cx="1254760" cy="87820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18"/>
          <p:cNvSpPr/>
          <p:nvPr/>
        </p:nvSpPr>
        <p:spPr>
          <a:xfrm>
            <a:off x="5287645" y="5362575"/>
            <a:ext cx="2684780" cy="920750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: 圆角 18"/>
          <p:cNvSpPr/>
          <p:nvPr/>
        </p:nvSpPr>
        <p:spPr>
          <a:xfrm>
            <a:off x="5429885" y="2929890"/>
            <a:ext cx="1275715" cy="91757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: 圆角 18"/>
          <p:cNvSpPr/>
          <p:nvPr/>
        </p:nvSpPr>
        <p:spPr>
          <a:xfrm>
            <a:off x="2571115" y="2896870"/>
            <a:ext cx="1275715" cy="917575"/>
          </a:xfrm>
          <a:prstGeom prst="roundRect">
            <a:avLst>
              <a:gd name="adj" fmla="val 7846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108585" y="6345555"/>
            <a:ext cx="4719955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40" grpId="0" bldLvl="0" animBg="1"/>
      <p:bldP spid="15" grpId="0" bldLvl="0" animBg="1"/>
      <p:bldP spid="16" grpId="0" bldLvl="0" animBg="1"/>
      <p:bldP spid="24" grpId="0" bldLvl="0" animBg="1"/>
      <p:bldP spid="17" grpId="0" bldLvl="0" animBg="1"/>
      <p:bldP spid="18" grpId="0" bldLvl="0" animBg="1"/>
      <p:bldP spid="20" grpId="1" animBg="1"/>
      <p:bldP spid="15" grpId="1" animBg="1"/>
      <p:bldP spid="17" grpId="1" bldLvl="0" animBg="1"/>
      <p:bldP spid="40" grpId="1" animBg="1"/>
      <p:bldP spid="16" grpId="1" bldLvl="0" animBg="1"/>
      <p:bldP spid="18" grpId="1" bldLvl="0" animBg="1"/>
      <p:bldP spid="24" grpId="1" animBg="1"/>
      <p:bldP spid="19" grpId="1" animBg="1"/>
      <p:bldP spid="23" grpId="0" bldLvl="0" animBg="1"/>
      <p:bldP spid="22" grpId="0" bldLvl="0" animBg="1"/>
      <p:bldP spid="25" grpId="0" bldLvl="0" animBg="1"/>
      <p:bldP spid="26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07060" y="75730"/>
            <a:ext cx="43510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Strassen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81324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矩阵乘法问题简述：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给定矩阵A和B，均为n阶矩阵，n=2</a:t>
            </a:r>
            <a:r>
              <a:rPr lang="zh-CN" altLang="en-US" sz="20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，求A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181100"/>
            <a:ext cx="6403340" cy="708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已知矩阵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（如下图），均为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阶矩阵，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求A×B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0" y="1889760"/>
          <a:ext cx="10088880" cy="1980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4787900" imgH="939800" progId="Equation.KSEE3">
                  <p:embed/>
                </p:oleObj>
              </mc:Choice>
              <mc:Fallback>
                <p:oleObj name="" r:id="rId2" imgW="4787900" imgH="939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889760"/>
                        <a:ext cx="10088880" cy="1980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1162050" y="2893060"/>
            <a:ext cx="2633980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011930" y="2893060"/>
            <a:ext cx="2633980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252970" y="2893060"/>
            <a:ext cx="2633980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2468880" y="1987550"/>
            <a:ext cx="10160" cy="1852295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5349875" y="1967230"/>
            <a:ext cx="10160" cy="1882775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8564880" y="1967230"/>
            <a:ext cx="10160" cy="1882775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: 圆角 18"/>
          <p:cNvSpPr/>
          <p:nvPr/>
        </p:nvSpPr>
        <p:spPr>
          <a:xfrm>
            <a:off x="7156450" y="1967230"/>
            <a:ext cx="2813050" cy="179451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070725" y="3946525"/>
            <a:ext cx="42824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分解前：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阶矩阵（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4*4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70725" y="4345305"/>
            <a:ext cx="45192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分解后：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阶矩阵（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2*2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: 圆角 18"/>
          <p:cNvSpPr/>
          <p:nvPr/>
        </p:nvSpPr>
        <p:spPr>
          <a:xfrm>
            <a:off x="7252970" y="1987550"/>
            <a:ext cx="1260475" cy="82867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: 圆角 18"/>
          <p:cNvSpPr/>
          <p:nvPr/>
        </p:nvSpPr>
        <p:spPr>
          <a:xfrm>
            <a:off x="8716645" y="1946910"/>
            <a:ext cx="1252855" cy="86931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: 圆角 18"/>
          <p:cNvSpPr/>
          <p:nvPr/>
        </p:nvSpPr>
        <p:spPr>
          <a:xfrm>
            <a:off x="7146925" y="2947035"/>
            <a:ext cx="1276350" cy="86868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18"/>
          <p:cNvSpPr/>
          <p:nvPr/>
        </p:nvSpPr>
        <p:spPr>
          <a:xfrm>
            <a:off x="8671560" y="2969895"/>
            <a:ext cx="1332230" cy="8489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070725" y="4744085"/>
            <a:ext cx="30175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分解前：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阶矩阵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071360" y="5142865"/>
            <a:ext cx="32124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分解后：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阶矩阵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57480" y="5003800"/>
          <a:ext cx="1541145" cy="70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5" imgW="444500" imgH="203200" progId="Equation.KSEE3">
                  <p:embed/>
                </p:oleObj>
              </mc:Choice>
              <mc:Fallback>
                <p:oleObj name="" r:id="rId5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480" y="5003800"/>
                        <a:ext cx="1541145" cy="706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左大括号 42"/>
          <p:cNvSpPr/>
          <p:nvPr>
            <p:custDataLst>
              <p:tags r:id="rId7"/>
            </p:custDataLst>
          </p:nvPr>
        </p:nvSpPr>
        <p:spPr>
          <a:xfrm>
            <a:off x="1920875" y="4578985"/>
            <a:ext cx="464820" cy="158305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4" name="对象 4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2385695" y="4430395"/>
          <a:ext cx="89217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" r:id="rId9" imgW="316865" imgH="203200" progId="Equation.KSEE3">
                  <p:embed/>
                </p:oleObj>
              </mc:Choice>
              <mc:Fallback>
                <p:oleObj name="" r:id="rId9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85695" y="4430395"/>
                        <a:ext cx="892175" cy="57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5287645" y="4504055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" r:id="rId12" imgW="330200" imgH="177165" progId="Equation.KSEE3">
                  <p:embed/>
                </p:oleObj>
              </mc:Choice>
              <mc:Fallback>
                <p:oleObj name="" r:id="rId12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287645" y="4504055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2277110" y="5708650"/>
          <a:ext cx="2791460" cy="57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" r:id="rId15" imgW="990600" imgH="203200" progId="Equation.KSEE3">
                  <p:embed/>
                </p:oleObj>
              </mc:Choice>
              <mc:Fallback>
                <p:oleObj name="" r:id="rId15" imgW="9906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77110" y="5708650"/>
                        <a:ext cx="2791460" cy="574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5287645" y="5709920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18" imgW="330200" imgH="177165" progId="Equation.KSEE3">
                  <p:embed/>
                </p:oleObj>
              </mc:Choice>
              <mc:Fallback>
                <p:oleObj name="" r:id="rId18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87645" y="5709920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51"/>
          <p:cNvSpPr txBox="1"/>
          <p:nvPr/>
        </p:nvSpPr>
        <p:spPr>
          <a:xfrm>
            <a:off x="7071360" y="5541645"/>
            <a:ext cx="47764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每次分解：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是原问题的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一半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28" grpId="0"/>
      <p:bldP spid="27" grpId="1" animBg="1"/>
      <p:bldP spid="34" grpId="0" bldLvl="0" animBg="1"/>
      <p:bldP spid="35" grpId="0" bldLvl="0" animBg="1"/>
      <p:bldP spid="36" grpId="0" bldLvl="0" animBg="1"/>
      <p:bldP spid="37" grpId="0" bldLvl="0" animBg="1"/>
      <p:bldP spid="33" grpId="0"/>
      <p:bldP spid="38" grpId="0"/>
      <p:bldP spid="39" grpId="0"/>
      <p:bldP spid="43" grpId="0" bldLvl="0" animBg="1"/>
      <p:bldP spid="5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07060" y="75730"/>
            <a:ext cx="43510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Strassen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81324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矩阵乘法问题简述：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给定矩阵A和B，均为n阶矩阵，n=2</a:t>
            </a:r>
            <a:r>
              <a:rPr lang="zh-CN" altLang="en-US" sz="20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，求A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181100"/>
            <a:ext cx="6403340" cy="708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endParaRPr lang="zh-CN" altLang="en-US" sz="20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已知矩阵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（如下图），均为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阶矩阵，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求A×B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0" y="1889760"/>
          <a:ext cx="10088880" cy="1980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4787900" imgH="939800" progId="Equation.KSEE3">
                  <p:embed/>
                </p:oleObj>
              </mc:Choice>
              <mc:Fallback>
                <p:oleObj name="" r:id="rId2" imgW="4787900" imgH="939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889760"/>
                        <a:ext cx="10088880" cy="1980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1162050" y="2893060"/>
            <a:ext cx="2633980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011930" y="2893060"/>
            <a:ext cx="2633980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252970" y="2893060"/>
            <a:ext cx="2633980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2468880" y="1987550"/>
            <a:ext cx="10160" cy="1852295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5349875" y="1967230"/>
            <a:ext cx="10160" cy="1882775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8564880" y="1967230"/>
            <a:ext cx="10160" cy="1882775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47055" y="4935855"/>
          <a:ext cx="1541145" cy="70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4" imgW="444500" imgH="203200" progId="Equation.KSEE3">
                  <p:embed/>
                </p:oleObj>
              </mc:Choice>
              <mc:Fallback>
                <p:oleObj name="" r:id="rId4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47055" y="4935855"/>
                        <a:ext cx="1541145" cy="706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左大括号 42"/>
          <p:cNvSpPr/>
          <p:nvPr/>
        </p:nvSpPr>
        <p:spPr>
          <a:xfrm>
            <a:off x="7451725" y="4497070"/>
            <a:ext cx="464820" cy="158305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4" name="对象 4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32445" y="4348480"/>
          <a:ext cx="89217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" r:id="rId6" imgW="316865" imgH="203200" progId="Equation.KSEE3">
                  <p:embed/>
                </p:oleObj>
              </mc:Choice>
              <mc:Fallback>
                <p:oleObj name="" r:id="rId6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32445" y="4348480"/>
                        <a:ext cx="892175" cy="57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034395" y="4422140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" r:id="rId8" imgW="330200" imgH="177165" progId="Equation.KSEE3">
                  <p:embed/>
                </p:oleObj>
              </mc:Choice>
              <mc:Fallback>
                <p:oleObj name="" r:id="rId8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034395" y="4422140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916228" y="5590223"/>
          <a:ext cx="3006725" cy="64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" r:id="rId10" imgW="1066800" imgH="228600" progId="Equation.KSEE3">
                  <p:embed/>
                </p:oleObj>
              </mc:Choice>
              <mc:Fallback>
                <p:oleObj name="" r:id="rId10" imgW="10668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916228" y="5590223"/>
                        <a:ext cx="3006725" cy="647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034395" y="5628005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12" imgW="330200" imgH="177165" progId="Equation.KSEE3">
                  <p:embed/>
                </p:oleObj>
              </mc:Choice>
              <mc:Fallback>
                <p:oleObj name="" r:id="rId12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034395" y="5628005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4" imgW="114300" imgH="215900" progId="Equation.KSEE3">
                  <p:embed/>
                </p:oleObj>
              </mc:Choice>
              <mc:Fallback>
                <p:oleObj name="" r:id="rId14" imgW="1143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635" y="4720590"/>
            <a:ext cx="19640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合并：</a:t>
            </a:r>
            <a:r>
              <a:rPr lang="zh-CN" altLang="en-US" sz="2000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</a:t>
            </a:r>
            <a:endParaRPr lang="zh-CN" altLang="en-US" sz="2000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5" y="3978275"/>
            <a:ext cx="66452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阶矩阵，分成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35" y="4348480"/>
            <a:ext cx="32099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做乘法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9085" y="5088255"/>
            <a:ext cx="46837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矩阵在编程语言中，用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二维数组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99085" y="5489575"/>
            <a:ext cx="46837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遍历二维数组需要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两层循环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4" grpId="0"/>
      <p:bldP spid="19" grpId="0"/>
      <p:bldP spid="20" grpId="0"/>
      <p:bldP spid="4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07060" y="75730"/>
            <a:ext cx="43510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Strassen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81324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矩阵乘法问题简述：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给定矩阵A和B，均为n阶矩阵，n=2</a:t>
            </a:r>
            <a:r>
              <a:rPr lang="zh-CN" altLang="en-US" sz="20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，求A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0" y="1797685"/>
          <a:ext cx="1541145" cy="70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2" imgW="444500" imgH="203200" progId="Equation.KSEE3">
                  <p:embed/>
                </p:oleObj>
              </mc:Choice>
              <mc:Fallback>
                <p:oleObj name="" r:id="rId2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1797685"/>
                        <a:ext cx="1541145" cy="706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左大括号 42"/>
          <p:cNvSpPr/>
          <p:nvPr/>
        </p:nvSpPr>
        <p:spPr>
          <a:xfrm>
            <a:off x="1804670" y="1358900"/>
            <a:ext cx="464820" cy="158305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4" name="对象 4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85390" y="1210310"/>
          <a:ext cx="89217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" r:id="rId4" imgW="316865" imgH="203200" progId="Equation.KSEE3">
                  <p:embed/>
                </p:oleObj>
              </mc:Choice>
              <mc:Fallback>
                <p:oleObj name="" r:id="rId4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85390" y="1210310"/>
                        <a:ext cx="892175" cy="57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87340" y="1283970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" r:id="rId6" imgW="330200" imgH="177165" progId="Equation.KSEE3">
                  <p:embed/>
                </p:oleObj>
              </mc:Choice>
              <mc:Fallback>
                <p:oleObj name="" r:id="rId6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87340" y="1283970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69173" y="2452053"/>
          <a:ext cx="3006725" cy="64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" r:id="rId8" imgW="1066800" imgH="228600" progId="Equation.KSEE3">
                  <p:embed/>
                </p:oleObj>
              </mc:Choice>
              <mc:Fallback>
                <p:oleObj name="" r:id="rId8" imgW="10668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69173" y="2452053"/>
                        <a:ext cx="3006725" cy="647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87340" y="2489835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10" imgW="330200" imgH="177165" progId="Equation.KSEE3">
                  <p:embed/>
                </p:oleObj>
              </mc:Choice>
              <mc:Fallback>
                <p:oleObj name="" r:id="rId10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87340" y="2489835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右箭头 54"/>
          <p:cNvSpPr/>
          <p:nvPr/>
        </p:nvSpPr>
        <p:spPr>
          <a:xfrm>
            <a:off x="6318250" y="1876425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6" name="对象 5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66940" y="1783715"/>
          <a:ext cx="2937510" cy="80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" r:id="rId12" imgW="838200" imgH="228600" progId="Equation.KSEE3">
                  <p:embed/>
                </p:oleObj>
              </mc:Choice>
              <mc:Fallback>
                <p:oleObj name="" r:id="rId12" imgW="8382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266940" y="1783715"/>
                        <a:ext cx="2937510" cy="802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0" y="3119755"/>
            <a:ext cx="469011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0" y="3518535"/>
            <a:ext cx="413512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乘法问题优化：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减少乘法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16" grpId="0"/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07060" y="75730"/>
            <a:ext cx="43510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Strassen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81324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矩阵乘法问题简述：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给定矩阵A和B，均为n阶矩阵，n=2</a:t>
            </a:r>
            <a:r>
              <a:rPr lang="zh-CN" altLang="en-US" sz="20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，求A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29785" y="1292860"/>
          <a:ext cx="2348230" cy="420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2" imgW="1206500" imgH="215900" progId="Equation.KSEE3">
                  <p:embed/>
                </p:oleObj>
              </mc:Choice>
              <mc:Fallback>
                <p:oleObj name="" r:id="rId2" imgW="1206500" imgH="2159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29785" y="1292860"/>
                        <a:ext cx="2348230" cy="420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17403" y="1713230"/>
          <a:ext cx="2372995" cy="420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4" imgW="1219200" imgH="215900" progId="Equation.KSEE3">
                  <p:embed/>
                </p:oleObj>
              </mc:Choice>
              <mc:Fallback>
                <p:oleObj name="" r:id="rId4" imgW="1219200" imgH="2159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17403" y="1713230"/>
                        <a:ext cx="2372995" cy="420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41533" y="2121218"/>
          <a:ext cx="2348865" cy="445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6" imgW="1206500" imgH="228600" progId="Equation.KSEE3">
                  <p:embed/>
                </p:oleObj>
              </mc:Choice>
              <mc:Fallback>
                <p:oleObj name="" r:id="rId6" imgW="12065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41533" y="2121218"/>
                        <a:ext cx="2348865" cy="4451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29468" y="2575878"/>
          <a:ext cx="2397125" cy="421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8" imgW="1231265" imgH="215900" progId="Equation.KSEE3">
                  <p:embed/>
                </p:oleObj>
              </mc:Choice>
              <mc:Fallback>
                <p:oleObj name="" r:id="rId8" imgW="1231265" imgH="2159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29468" y="2575878"/>
                        <a:ext cx="2397125" cy="421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20528" y="3005456"/>
          <a:ext cx="3239135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10" imgW="1663700" imgH="228600" progId="Equation.KSEE3">
                  <p:embed/>
                </p:oleObj>
              </mc:Choice>
              <mc:Fallback>
                <p:oleObj name="" r:id="rId10" imgW="16637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20528" y="3005456"/>
                        <a:ext cx="3239135" cy="445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08146" y="3440431"/>
          <a:ext cx="3263900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2" imgW="1676400" imgH="228600" progId="Equation.KSEE3">
                  <p:embed/>
                </p:oleObj>
              </mc:Choice>
              <mc:Fallback>
                <p:oleObj name="" r:id="rId12" imgW="16764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208146" y="3440431"/>
                        <a:ext cx="3263900" cy="445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45929" y="3890646"/>
          <a:ext cx="3215005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14" imgW="1651000" imgH="228600" progId="Equation.KSEE3">
                  <p:embed/>
                </p:oleObj>
              </mc:Choice>
              <mc:Fallback>
                <p:oleObj name="" r:id="rId14" imgW="16510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245929" y="3890646"/>
                        <a:ext cx="3215005" cy="445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123825" y="1366520"/>
          <a:ext cx="279971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7" imgW="1485900" imgH="215900" progId="Equation.KSEE3">
                  <p:embed/>
                </p:oleObj>
              </mc:Choice>
              <mc:Fallback>
                <p:oleObj name="" r:id="rId17" imgW="14859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3825" y="1366520"/>
                        <a:ext cx="2799715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106680" y="1873885"/>
          <a:ext cx="2817495" cy="405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20" imgW="1498600" imgH="215900" progId="Equation.KSEE3">
                  <p:embed/>
                </p:oleObj>
              </mc:Choice>
              <mc:Fallback>
                <p:oleObj name="" r:id="rId20" imgW="14986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6680" y="1873885"/>
                        <a:ext cx="2817495" cy="405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123825" y="2435225"/>
          <a:ext cx="2815590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" r:id="rId23" imgW="1511300" imgH="215900" progId="Equation.KSEE3">
                  <p:embed/>
                </p:oleObj>
              </mc:Choice>
              <mc:Fallback>
                <p:oleObj name="" r:id="rId23" imgW="1511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3825" y="2435225"/>
                        <a:ext cx="2815590" cy="402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5"/>
            </p:custDataLst>
          </p:nvPr>
        </p:nvGraphicFramePr>
        <p:xfrm>
          <a:off x="106680" y="2972435"/>
          <a:ext cx="2832735" cy="40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" r:id="rId26" imgW="1524000" imgH="215900" progId="Equation.KSEE3">
                  <p:embed/>
                </p:oleObj>
              </mc:Choice>
              <mc:Fallback>
                <p:oleObj name="" r:id="rId26" imgW="15240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6680" y="2972435"/>
                        <a:ext cx="2832735" cy="401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/>
        </p:nvSpPr>
        <p:spPr>
          <a:xfrm>
            <a:off x="40640" y="1278255"/>
            <a:ext cx="2898775" cy="2252980"/>
          </a:xfrm>
          <a:prstGeom prst="rect">
            <a:avLst/>
          </a:prstGeom>
          <a:noFill/>
          <a:ln w="635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右箭头 28"/>
          <p:cNvSpPr/>
          <p:nvPr>
            <p:custDataLst>
              <p:tags r:id="rId28"/>
            </p:custDataLst>
          </p:nvPr>
        </p:nvSpPr>
        <p:spPr>
          <a:xfrm>
            <a:off x="3073400" y="2122170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043045" y="1242695"/>
            <a:ext cx="3590290" cy="3096260"/>
          </a:xfrm>
          <a:prstGeom prst="rect">
            <a:avLst/>
          </a:prstGeom>
          <a:noFill/>
          <a:ln w="635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右箭头 30"/>
          <p:cNvSpPr/>
          <p:nvPr>
            <p:custDataLst>
              <p:tags r:id="rId29"/>
            </p:custDataLst>
          </p:nvPr>
        </p:nvSpPr>
        <p:spPr>
          <a:xfrm>
            <a:off x="7698740" y="2133600"/>
            <a:ext cx="79946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2" name="对象 3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53463" y="1293495"/>
          <a:ext cx="3388995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" r:id="rId30" imgW="1612900" imgH="228600" progId="Equation.KSEE3">
                  <p:embed/>
                </p:oleObj>
              </mc:Choice>
              <mc:Fallback>
                <p:oleObj name="" r:id="rId30" imgW="16129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653463" y="1293495"/>
                        <a:ext cx="3388995" cy="480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383713" y="1826260"/>
          <a:ext cx="1921510" cy="453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" r:id="rId32" imgW="914400" imgH="215900" progId="Equation.KSEE3">
                  <p:embed/>
                </p:oleObj>
              </mc:Choice>
              <mc:Fallback>
                <p:oleObj name="" r:id="rId32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9383713" y="1826260"/>
                        <a:ext cx="1921510" cy="453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365298" y="2396173"/>
          <a:ext cx="1950085" cy="481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34" imgW="927100" imgH="228600" progId="Equation.KSEE3">
                  <p:embed/>
                </p:oleObj>
              </mc:Choice>
              <mc:Fallback>
                <p:oleObj name="" r:id="rId34" imgW="9271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9365298" y="2396173"/>
                        <a:ext cx="1950085" cy="481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55368" y="2980055"/>
          <a:ext cx="3362960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" r:id="rId36" imgW="1600200" imgH="228600" progId="Equation.KSEE3">
                  <p:embed/>
                </p:oleObj>
              </mc:Choice>
              <mc:Fallback>
                <p:oleObj name="" r:id="rId36" imgW="16002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655368" y="2980055"/>
                        <a:ext cx="3362960" cy="480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矩形 53"/>
          <p:cNvSpPr/>
          <p:nvPr/>
        </p:nvSpPr>
        <p:spPr>
          <a:xfrm>
            <a:off x="8541385" y="1242695"/>
            <a:ext cx="3590290" cy="2289175"/>
          </a:xfrm>
          <a:prstGeom prst="rect">
            <a:avLst/>
          </a:prstGeom>
          <a:noFill/>
          <a:ln w="635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38"/>
            </p:custDataLst>
          </p:nvPr>
        </p:nvSpPr>
        <p:spPr>
          <a:xfrm>
            <a:off x="3590290" y="4451985"/>
            <a:ext cx="469011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9" name="对象 5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2550" y="5540375"/>
          <a:ext cx="1541145" cy="70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" r:id="rId39" imgW="444500" imgH="203200" progId="Equation.KSEE3">
                  <p:embed/>
                </p:oleObj>
              </mc:Choice>
              <mc:Fallback>
                <p:oleObj name="" r:id="rId39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2550" y="5540375"/>
                        <a:ext cx="1541145" cy="706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左大括号 60"/>
          <p:cNvSpPr/>
          <p:nvPr/>
        </p:nvSpPr>
        <p:spPr>
          <a:xfrm>
            <a:off x="1887220" y="5101590"/>
            <a:ext cx="464820" cy="158305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2" name="对象 6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67940" y="4953000"/>
          <a:ext cx="89217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" r:id="rId41" imgW="316865" imgH="203200" progId="Equation.KSEE3">
                  <p:embed/>
                </p:oleObj>
              </mc:Choice>
              <mc:Fallback>
                <p:oleObj name="" r:id="rId41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567940" y="4953000"/>
                        <a:ext cx="892175" cy="57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69890" y="5026660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" r:id="rId43" imgW="330200" imgH="177165" progId="Equation.KSEE3">
                  <p:embed/>
                </p:oleObj>
              </mc:Choice>
              <mc:Fallback>
                <p:oleObj name="" r:id="rId43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469890" y="5026660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33626" y="6194743"/>
          <a:ext cx="3042920" cy="64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" r:id="rId45" imgW="1079500" imgH="228600" progId="Equation.KSEE3">
                  <p:embed/>
                </p:oleObj>
              </mc:Choice>
              <mc:Fallback>
                <p:oleObj name="" r:id="rId45" imgW="10795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333626" y="6194743"/>
                        <a:ext cx="3042920" cy="647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69890" y="6232525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" r:id="rId47" imgW="330200" imgH="177165" progId="Equation.KSEE3">
                  <p:embed/>
                </p:oleObj>
              </mc:Choice>
              <mc:Fallback>
                <p:oleObj name="" r:id="rId47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469890" y="6232525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右箭头 69"/>
          <p:cNvSpPr/>
          <p:nvPr>
            <p:custDataLst>
              <p:tags r:id="rId49"/>
            </p:custDataLst>
          </p:nvPr>
        </p:nvSpPr>
        <p:spPr>
          <a:xfrm>
            <a:off x="6400800" y="5619115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3" name="对象 7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14883" y="5660390"/>
          <a:ext cx="403860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50" imgW="1727200" imgH="228600" progId="Equation.KSEE3">
                  <p:embed/>
                </p:oleObj>
              </mc:Choice>
              <mc:Fallback>
                <p:oleObj name="" r:id="rId50" imgW="17272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314883" y="5660390"/>
                        <a:ext cx="4038600" cy="535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文本框 74"/>
          <p:cNvSpPr txBox="1"/>
          <p:nvPr>
            <p:custDataLst>
              <p:tags r:id="rId52"/>
            </p:custDataLst>
          </p:nvPr>
        </p:nvSpPr>
        <p:spPr>
          <a:xfrm>
            <a:off x="0" y="3609975"/>
            <a:ext cx="3138805" cy="748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30" grpId="0" bldLvl="0" animBg="1"/>
      <p:bldP spid="31" grpId="0" bldLvl="0" animBg="1"/>
      <p:bldP spid="54" grpId="0" bldLvl="0" animBg="1"/>
      <p:bldP spid="58" grpId="0"/>
      <p:bldP spid="70" grpId="0" bldLvl="0" animBg="1"/>
      <p:bldP spid="6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07060" y="75730"/>
            <a:ext cx="43510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Strassen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乘法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81324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矩阵乘法问题简述：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给定矩阵A和B，均为n阶矩阵，n=2</a:t>
            </a:r>
            <a:r>
              <a:rPr lang="zh-CN" altLang="en-US" sz="20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，求A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×B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2"/>
            </p:custDataLst>
          </p:nvPr>
        </p:nvSpPr>
        <p:spPr>
          <a:xfrm>
            <a:off x="0" y="3369310"/>
            <a:ext cx="469011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9" name="对象 5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0" y="4599940"/>
          <a:ext cx="1541145" cy="70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" r:id="rId3" imgW="444500" imgH="203200" progId="Equation.KSEE3">
                  <p:embed/>
                </p:oleObj>
              </mc:Choice>
              <mc:Fallback>
                <p:oleObj name="" r:id="rId3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4599940"/>
                        <a:ext cx="1541145" cy="706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左大括号 60"/>
          <p:cNvSpPr/>
          <p:nvPr/>
        </p:nvSpPr>
        <p:spPr>
          <a:xfrm>
            <a:off x="1804670" y="4161155"/>
            <a:ext cx="464820" cy="158305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2" name="对象 6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85390" y="4012565"/>
          <a:ext cx="89217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" r:id="rId5" imgW="316865" imgH="203200" progId="Equation.KSEE3">
                  <p:embed/>
                </p:oleObj>
              </mc:Choice>
              <mc:Fallback>
                <p:oleObj name="" r:id="rId5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5390" y="4012565"/>
                        <a:ext cx="892175" cy="57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87340" y="4086225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" r:id="rId7" imgW="330200" imgH="177165" progId="Equation.KSEE3">
                  <p:embed/>
                </p:oleObj>
              </mc:Choice>
              <mc:Fallback>
                <p:oleObj name="" r:id="rId7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87340" y="4086225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51076" y="5254308"/>
          <a:ext cx="3042920" cy="64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" r:id="rId9" imgW="1079500" imgH="228600" progId="Equation.KSEE3">
                  <p:embed/>
                </p:oleObj>
              </mc:Choice>
              <mc:Fallback>
                <p:oleObj name="" r:id="rId9" imgW="10795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51076" y="5254308"/>
                        <a:ext cx="3042920" cy="647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87340" y="5292090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" r:id="rId11" imgW="330200" imgH="177165" progId="Equation.KSEE3">
                  <p:embed/>
                </p:oleObj>
              </mc:Choice>
              <mc:Fallback>
                <p:oleObj name="" r:id="rId11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87340" y="5292090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右箭头 69"/>
          <p:cNvSpPr/>
          <p:nvPr>
            <p:custDataLst>
              <p:tags r:id="rId13"/>
            </p:custDataLst>
          </p:nvPr>
        </p:nvSpPr>
        <p:spPr>
          <a:xfrm>
            <a:off x="6318250" y="4678680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3" name="对象 7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32333" y="4719955"/>
          <a:ext cx="403860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14" imgW="1727200" imgH="228600" progId="Equation.KSEE3">
                  <p:embed/>
                </p:oleObj>
              </mc:Choice>
              <mc:Fallback>
                <p:oleObj name="" r:id="rId14" imgW="17272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232333" y="4719955"/>
                        <a:ext cx="4038600" cy="535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0" y="1181100"/>
            <a:ext cx="4690110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次乘法，有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1" name="对象 40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0" y="2042160"/>
          <a:ext cx="1541145" cy="70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" r:id="rId18" imgW="444500" imgH="203200" progId="Equation.KSEE3">
                  <p:embed/>
                </p:oleObj>
              </mc:Choice>
              <mc:Fallback>
                <p:oleObj name="" r:id="rId18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2042160"/>
                        <a:ext cx="1541145" cy="706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左大括号 42"/>
          <p:cNvSpPr/>
          <p:nvPr>
            <p:custDataLst>
              <p:tags r:id="rId19"/>
            </p:custDataLst>
          </p:nvPr>
        </p:nvSpPr>
        <p:spPr>
          <a:xfrm>
            <a:off x="1804670" y="1603375"/>
            <a:ext cx="464820" cy="158305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4" name="对象 4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2485390" y="1454785"/>
          <a:ext cx="89217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" r:id="rId21" imgW="316865" imgH="203200" progId="Equation.KSEE3">
                  <p:embed/>
                </p:oleObj>
              </mc:Choice>
              <mc:Fallback>
                <p:oleObj name="" r:id="rId21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5390" y="1454785"/>
                        <a:ext cx="892175" cy="57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5387340" y="1528445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" r:id="rId23" imgW="330200" imgH="177165" progId="Equation.KSEE3">
                  <p:embed/>
                </p:oleObj>
              </mc:Choice>
              <mc:Fallback>
                <p:oleObj name="" r:id="rId23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87340" y="1528445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2269173" y="2696528"/>
          <a:ext cx="3006725" cy="64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" r:id="rId25" imgW="1066800" imgH="228600" progId="Equation.KSEE3">
                  <p:embed/>
                </p:oleObj>
              </mc:Choice>
              <mc:Fallback>
                <p:oleObj name="" r:id="rId25" imgW="10668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269173" y="2696528"/>
                        <a:ext cx="3006725" cy="647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5387340" y="2734310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28" imgW="330200" imgH="177165" progId="Equation.KSEE3">
                  <p:embed/>
                </p:oleObj>
              </mc:Choice>
              <mc:Fallback>
                <p:oleObj name="" r:id="rId28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87340" y="2734310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右箭头 54"/>
          <p:cNvSpPr/>
          <p:nvPr>
            <p:custDataLst>
              <p:tags r:id="rId29"/>
            </p:custDataLst>
          </p:nvPr>
        </p:nvSpPr>
        <p:spPr>
          <a:xfrm>
            <a:off x="6318250" y="2120900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6" name="对象 55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7266940" y="2028190"/>
          <a:ext cx="2937510" cy="80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" r:id="rId31" imgW="838200" imgH="228600" progId="Equation.KSEE3">
                  <p:embed/>
                </p:oleObj>
              </mc:Choice>
              <mc:Fallback>
                <p:oleObj name="" r:id="rId31" imgW="8382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266940" y="2028190"/>
                        <a:ext cx="2937510" cy="802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281045"/>
            <a:ext cx="3055620" cy="33909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主方法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分治算法基本思想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大整数乘法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Strassen</a:t>
            </a: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二分查找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归并排序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循环赛日程表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二分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查找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29063"/>
            <a:ext cx="9144000" cy="792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二分查找</a:t>
            </a:r>
            <a:r>
              <a:rPr kumimoji="1" lang="en-US" altLang="zh-CN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kumimoji="1" lang="zh-CN" altLang="en-US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折半查找</a:t>
            </a:r>
            <a:r>
              <a:rPr kumimoji="1" lang="en-US" altLang="zh-CN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)</a:t>
            </a:r>
            <a:endParaRPr kumimoji="1" lang="en-US" altLang="zh-CN" sz="2000" b="1" dirty="0">
              <a:solidFill>
                <a:srgbClr val="0099BC"/>
              </a:solidFill>
              <a:latin typeface="+mn-ea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b="1" dirty="0">
                <a:latin typeface="+mn-ea"/>
                <a:cs typeface="Consolas" panose="020B0609020204030204" pitchFamily="49" charset="0"/>
              </a:rPr>
              <a:t>前提</a:t>
            </a:r>
            <a:r>
              <a:rPr kumimoji="1"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kumimoji="1"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线性表中的记录必须己按关键字值</a:t>
            </a:r>
            <a:r>
              <a:rPr kumimoji="1" lang="zh-CN" altLang="en-US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有序排列</a:t>
            </a:r>
            <a:r>
              <a:rPr kumimoji="1"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</a:t>
            </a:r>
            <a:r>
              <a:rPr kumimoji="1" lang="zh-CN" altLang="en-US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一般情况下视为递增排列</a:t>
            </a:r>
            <a:r>
              <a:rPr kumimoji="1"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)</a:t>
            </a:r>
            <a:endParaRPr kumimoji="1" lang="en-US" altLang="zh-CN" sz="1800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0" y="4136589"/>
            <a:ext cx="8256494" cy="17887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二分查找的思路</a:t>
            </a:r>
            <a:r>
              <a:rPr kumimoji="1" lang="zh-CN" altLang="en-US" sz="2000" b="1" dirty="0"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kumimoji="1" lang="en-US" altLang="zh-CN" sz="2000" b="1" dirty="0">
              <a:latin typeface="+mn-ea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k==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k&lt; 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k&gt; 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从查找算法可以看出，二分查找的算法可以用递归来解决</a:t>
            </a:r>
            <a:endParaRPr lang="en-US" altLang="zh-CN" b="1" dirty="0">
              <a:solidFill>
                <a:srgbClr val="FF0000"/>
              </a:solidFill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2275901" y="2121546"/>
            <a:ext cx="4000528" cy="428628"/>
          </a:xfrm>
          <a:prstGeom prst="rect">
            <a:avLst/>
          </a:prstGeom>
          <a:solidFill>
            <a:srgbClr val="0099BC">
              <a:alpha val="25000"/>
            </a:srgbClr>
          </a:solidFill>
          <a:ln w="9525" cap="flat" cmpd="sng" algn="ctr">
            <a:solidFill>
              <a:srgbClr val="0099BC">
                <a:alpha val="43000"/>
              </a:srgbClr>
            </a:solidFill>
            <a:prstDash val="solid"/>
          </a:ln>
          <a:effectLst/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R[0]  …  </a:t>
            </a: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R[mid]</a:t>
            </a: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  …  </a:t>
            </a: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R[n-1]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9" name="TextBox 10"/>
          <p:cNvSpPr txBox="1"/>
          <p:nvPr>
            <p:custDataLst>
              <p:tags r:id="rId5"/>
            </p:custDataLst>
          </p:nvPr>
        </p:nvSpPr>
        <p:spPr>
          <a:xfrm>
            <a:off x="3061719" y="1705980"/>
            <a:ext cx="257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k</a:t>
            </a:r>
            <a:r>
              <a:rPr lang="zh-CN" altLang="en-US" b="1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和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R[mid].key</a:t>
            </a:r>
            <a:r>
              <a:rPr lang="zh-CN" altLang="en-US" b="1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比较</a:t>
            </a:r>
            <a:endParaRPr lang="zh-CN" altLang="en-US" b="1" dirty="0">
              <a:solidFill>
                <a:srgbClr val="3333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685707" y="3285715"/>
            <a:ext cx="2518888" cy="428628"/>
          </a:xfrm>
          <a:prstGeom prst="rect">
            <a:avLst/>
          </a:prstGeom>
          <a:solidFill>
            <a:srgbClr val="0099BC">
              <a:alpha val="23000"/>
            </a:srgbClr>
          </a:solidFill>
          <a:ln w="9525" cap="flat" cmpd="sng" algn="ctr">
            <a:solidFill>
              <a:srgbClr val="0099BC">
                <a:alpha val="43000"/>
              </a:srgbClr>
            </a:solidFill>
            <a:prstDash val="solid"/>
          </a:ln>
          <a:effectLst/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R[0]  …  </a:t>
            </a: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R[mid-1]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5347735" y="3303643"/>
            <a:ext cx="2518888" cy="428628"/>
          </a:xfrm>
          <a:prstGeom prst="rect">
            <a:avLst/>
          </a:prstGeom>
          <a:solidFill>
            <a:srgbClr val="0099BC">
              <a:alpha val="23000"/>
            </a:srgbClr>
          </a:solidFill>
          <a:ln w="9525" cap="flat" cmpd="sng" algn="ctr">
            <a:solidFill>
              <a:srgbClr val="0099BC">
                <a:alpha val="43000"/>
              </a:srgbClr>
            </a:solidFill>
            <a:prstDash val="solid"/>
          </a:ln>
          <a:effectLst/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R[mid+1]</a:t>
            </a: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  </a:t>
            </a:r>
            <a:r>
              <a:rPr kumimoji="0" lang="en-US" altLang="zh-CN" sz="1800" b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…  R[n-1]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3" name="直接箭头连接符 22"/>
          <p:cNvCxnSpPr/>
          <p:nvPr>
            <p:custDataLst>
              <p:tags r:id="rId8"/>
            </p:custDataLst>
          </p:nvPr>
        </p:nvCxnSpPr>
        <p:spPr>
          <a:xfrm flipH="1">
            <a:off x="2339788" y="2550174"/>
            <a:ext cx="864807" cy="756705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24" name="TextBox 9"/>
          <p:cNvSpPr txBox="1"/>
          <p:nvPr>
            <p:custDataLst>
              <p:tags r:id="rId9"/>
            </p:custDataLst>
          </p:nvPr>
        </p:nvSpPr>
        <p:spPr>
          <a:xfrm>
            <a:off x="1093327" y="2769716"/>
            <a:ext cx="1785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k&lt;R[mid].key</a:t>
            </a:r>
            <a:endParaRPr kumimoji="0" lang="zh-CN" altLang="en-US" sz="1600" b="1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5" name="直接箭头连接符 24"/>
          <p:cNvCxnSpPr/>
          <p:nvPr>
            <p:custDataLst>
              <p:tags r:id="rId10"/>
            </p:custDataLst>
          </p:nvPr>
        </p:nvCxnSpPr>
        <p:spPr>
          <a:xfrm>
            <a:off x="5347735" y="2550174"/>
            <a:ext cx="748268" cy="753469"/>
          </a:xfrm>
          <a:prstGeom prst="straightConnector1">
            <a:avLst/>
          </a:prstGeom>
          <a:noFill/>
          <a:ln w="38100" cap="flat" cmpd="sng" algn="ctr">
            <a:solidFill>
              <a:srgbClr val="0000FF"/>
            </a:solidFill>
            <a:prstDash val="solid"/>
            <a:tailEnd type="arrow"/>
          </a:ln>
          <a:effectLst/>
        </p:spPr>
      </p:cxnSp>
      <p:sp>
        <p:nvSpPr>
          <p:cNvPr id="26" name="TextBox 15"/>
          <p:cNvSpPr txBox="1"/>
          <p:nvPr>
            <p:custDataLst>
              <p:tags r:id="rId11"/>
            </p:custDataLst>
          </p:nvPr>
        </p:nvSpPr>
        <p:spPr>
          <a:xfrm>
            <a:off x="5820343" y="2769716"/>
            <a:ext cx="1785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k&gt;R[mid].key</a:t>
            </a:r>
            <a:endParaRPr kumimoji="0" lang="zh-CN" altLang="en-US" sz="16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27" name="直接箭头连接符 26"/>
          <p:cNvCxnSpPr/>
          <p:nvPr>
            <p:custDataLst>
              <p:tags r:id="rId12"/>
            </p:custDataLst>
          </p:nvPr>
        </p:nvCxnSpPr>
        <p:spPr>
          <a:xfrm>
            <a:off x="4134083" y="2550968"/>
            <a:ext cx="0" cy="792863"/>
          </a:xfrm>
          <a:prstGeom prst="straightConnector1">
            <a:avLst/>
          </a:prstGeom>
          <a:noFill/>
          <a:ln w="38100" cap="flat" cmpd="sng" algn="ctr">
            <a:solidFill>
              <a:srgbClr val="B50988"/>
            </a:solidFill>
            <a:prstDash val="solid"/>
            <a:tailEnd type="arrow"/>
          </a:ln>
          <a:effectLst/>
        </p:spPr>
      </p:cxnSp>
      <p:sp>
        <p:nvSpPr>
          <p:cNvPr id="28" name="TextBox 19"/>
          <p:cNvSpPr txBox="1"/>
          <p:nvPr>
            <p:custDataLst>
              <p:tags r:id="rId13"/>
            </p:custDataLst>
          </p:nvPr>
        </p:nvSpPr>
        <p:spPr>
          <a:xfrm>
            <a:off x="4116943" y="2769716"/>
            <a:ext cx="1785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k=R[mid].key</a:t>
            </a:r>
            <a:endParaRPr kumimoji="0" lang="zh-CN" altLang="en-US" sz="16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9" name="TextBox 20"/>
          <p:cNvSpPr txBox="1"/>
          <p:nvPr>
            <p:custDataLst>
              <p:tags r:id="rId14"/>
            </p:custDataLst>
          </p:nvPr>
        </p:nvSpPr>
        <p:spPr>
          <a:xfrm>
            <a:off x="3319553" y="3333291"/>
            <a:ext cx="1629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查找成功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5"/>
            </p:custDataLst>
          </p:nvPr>
        </p:nvSpPr>
        <p:spPr>
          <a:xfrm>
            <a:off x="2184030" y="4134843"/>
            <a:ext cx="7158223" cy="43037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每次循环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都与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R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的中间元素的关键字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R[min].key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)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比较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4" name="TextBox 20"/>
          <p:cNvSpPr txBox="1"/>
          <p:nvPr>
            <p:custDataLst>
              <p:tags r:id="rId16"/>
            </p:custDataLst>
          </p:nvPr>
        </p:nvSpPr>
        <p:spPr>
          <a:xfrm>
            <a:off x="2381197" y="4501555"/>
            <a:ext cx="1629059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查找成功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5" name="TextBox 20"/>
          <p:cNvSpPr txBox="1"/>
          <p:nvPr>
            <p:custDataLst>
              <p:tags r:id="rId17"/>
            </p:custDataLst>
          </p:nvPr>
        </p:nvSpPr>
        <p:spPr>
          <a:xfrm>
            <a:off x="2270996" y="4828794"/>
            <a:ext cx="6126406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下次在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之前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(mid-1)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继续二分查找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6" name="TextBox 20"/>
          <p:cNvSpPr txBox="1"/>
          <p:nvPr>
            <p:custDataLst>
              <p:tags r:id="rId18"/>
            </p:custDataLst>
          </p:nvPr>
        </p:nvSpPr>
        <p:spPr>
          <a:xfrm>
            <a:off x="2270998" y="5157800"/>
            <a:ext cx="6126406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下次从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之后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(mid+1)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继续二分查找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7" name="TextBox 10"/>
          <p:cNvSpPr txBox="1"/>
          <p:nvPr>
            <p:custDataLst>
              <p:tags r:id="rId19"/>
            </p:custDataLst>
          </p:nvPr>
        </p:nvSpPr>
        <p:spPr>
          <a:xfrm>
            <a:off x="6276429" y="2147881"/>
            <a:ext cx="2850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altLang="zh-CN" b="1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R[0]</a:t>
            </a:r>
            <a:r>
              <a:rPr lang="zh-CN" altLang="en-US" b="1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至</a:t>
            </a:r>
            <a:r>
              <a:rPr lang="en-US" altLang="zh-CN" b="1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R[n-1]</a:t>
            </a:r>
            <a:r>
              <a:rPr lang="zh-CN" altLang="en-US" b="1" dirty="0">
                <a:solidFill>
                  <a:srgbClr val="3333FF"/>
                </a:solidFill>
                <a:latin typeface="+mn-ea"/>
                <a:cs typeface="Consolas" panose="020B0609020204030204" pitchFamily="49" charset="0"/>
              </a:rPr>
              <a:t>是有序的</a:t>
            </a:r>
            <a:endParaRPr lang="zh-CN" altLang="en-US" b="1" dirty="0">
              <a:solidFill>
                <a:srgbClr val="3333FF"/>
              </a:solidFill>
              <a:latin typeface="+mn-ea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/>
      <p:bldP spid="21" grpId="0" bldLvl="0" animBg="1"/>
      <p:bldP spid="22" grpId="0" bldLvl="0" animBg="1"/>
      <p:bldP spid="24" grpId="0"/>
      <p:bldP spid="26" grpId="0"/>
      <p:bldP spid="28" grpId="0"/>
      <p:bldP spid="29" grpId="0"/>
      <p:bldP spid="33" grpId="0"/>
      <p:bldP spid="34" grpId="0"/>
      <p:bldP spid="35" grpId="0"/>
      <p:bldP spid="36" grpId="0"/>
      <p:bldP spid="3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二分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查找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30250"/>
            <a:ext cx="12096115" cy="4298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10000"/>
              </a:lnSpc>
            </a:pPr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[</a:t>
            </a:r>
            <a:r>
              <a:rPr kumimoji="1" lang="zh-CN" altLang="en-US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例</a:t>
            </a:r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] </a:t>
            </a:r>
            <a:r>
              <a:rPr kumimoji="1" lang="zh-CN" altLang="en-US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在关键字有序序列</a:t>
            </a:r>
            <a:r>
              <a:rPr kumimoji="1" lang="en-US" altLang="zh-CN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(2,3,10,15,20,25,28,29,30,35,40)</a:t>
            </a:r>
            <a:r>
              <a:rPr kumimoji="1" lang="zh-CN" altLang="en-US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中采用二分查找法查找关键字为</a:t>
            </a:r>
            <a:r>
              <a:rPr kumimoji="1" lang="en-US" altLang="zh-CN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15</a:t>
            </a:r>
            <a:r>
              <a:rPr kumimoji="1" lang="zh-CN" altLang="en-US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的元素	</a:t>
            </a:r>
            <a:endParaRPr kumimoji="1" lang="zh-CN" altLang="en-US" sz="2000" b="1" dirty="0">
              <a:solidFill>
                <a:srgbClr val="0099BC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1" name="矩形 100"/>
          <p:cNvSpPr/>
          <p:nvPr>
            <p:custDataLst>
              <p:tags r:id="rId3"/>
            </p:custDataLst>
          </p:nvPr>
        </p:nvSpPr>
        <p:spPr>
          <a:xfrm>
            <a:off x="44825" y="2930323"/>
            <a:ext cx="1549805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物理下标</a:t>
            </a:r>
            <a:r>
              <a:rPr kumimoji="1" lang="en-US" altLang="zh-CN" b="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2" name="矩形 101"/>
          <p:cNvSpPr/>
          <p:nvPr>
            <p:custDataLst>
              <p:tags r:id="rId4"/>
            </p:custDataLst>
          </p:nvPr>
        </p:nvSpPr>
        <p:spPr>
          <a:xfrm>
            <a:off x="44825" y="3290323"/>
            <a:ext cx="1549805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b="1" dirty="0">
                <a:solidFill>
                  <a:srgbClr val="0000FF"/>
                </a:solidFill>
              </a:rPr>
              <a:t>关键字序列</a:t>
            </a:r>
            <a:r>
              <a:rPr kumimoji="1" lang="en-US" altLang="zh-CN" b="1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04" name="矩形 103"/>
          <p:cNvSpPr/>
          <p:nvPr>
            <p:custDataLst>
              <p:tags r:id="rId5"/>
            </p:custDataLst>
          </p:nvPr>
        </p:nvSpPr>
        <p:spPr>
          <a:xfrm>
            <a:off x="1657381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0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5" name="矩形 104"/>
          <p:cNvSpPr/>
          <p:nvPr>
            <p:custDataLst>
              <p:tags r:id="rId6"/>
            </p:custDataLst>
          </p:nvPr>
        </p:nvSpPr>
        <p:spPr>
          <a:xfrm>
            <a:off x="1657381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06" name="矩形 105"/>
          <p:cNvSpPr/>
          <p:nvPr>
            <p:custDataLst>
              <p:tags r:id="rId7"/>
            </p:custDataLst>
          </p:nvPr>
        </p:nvSpPr>
        <p:spPr>
          <a:xfrm>
            <a:off x="2303509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1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7" name="矩形 106"/>
          <p:cNvSpPr/>
          <p:nvPr>
            <p:custDataLst>
              <p:tags r:id="rId8"/>
            </p:custDataLst>
          </p:nvPr>
        </p:nvSpPr>
        <p:spPr>
          <a:xfrm>
            <a:off x="2303509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3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08" name="矩形 107"/>
          <p:cNvSpPr/>
          <p:nvPr>
            <p:custDataLst>
              <p:tags r:id="rId9"/>
            </p:custDataLst>
          </p:nvPr>
        </p:nvSpPr>
        <p:spPr>
          <a:xfrm>
            <a:off x="2949637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2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9" name="矩形 108"/>
          <p:cNvSpPr/>
          <p:nvPr>
            <p:custDataLst>
              <p:tags r:id="rId10"/>
            </p:custDataLst>
          </p:nvPr>
        </p:nvSpPr>
        <p:spPr>
          <a:xfrm>
            <a:off x="2949637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10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0" name="矩形 109"/>
          <p:cNvSpPr/>
          <p:nvPr>
            <p:custDataLst>
              <p:tags r:id="rId11"/>
            </p:custDataLst>
          </p:nvPr>
        </p:nvSpPr>
        <p:spPr>
          <a:xfrm>
            <a:off x="3595765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3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1" name="矩形 110"/>
          <p:cNvSpPr/>
          <p:nvPr>
            <p:custDataLst>
              <p:tags r:id="rId12"/>
            </p:custDataLst>
          </p:nvPr>
        </p:nvSpPr>
        <p:spPr>
          <a:xfrm>
            <a:off x="3595765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15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2" name="矩形 111"/>
          <p:cNvSpPr/>
          <p:nvPr>
            <p:custDataLst>
              <p:tags r:id="rId13"/>
            </p:custDataLst>
          </p:nvPr>
        </p:nvSpPr>
        <p:spPr>
          <a:xfrm>
            <a:off x="4241893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4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3" name="矩形 112"/>
          <p:cNvSpPr/>
          <p:nvPr>
            <p:custDataLst>
              <p:tags r:id="rId14"/>
            </p:custDataLst>
          </p:nvPr>
        </p:nvSpPr>
        <p:spPr>
          <a:xfrm>
            <a:off x="4241893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4" name="矩形 113"/>
          <p:cNvSpPr/>
          <p:nvPr>
            <p:custDataLst>
              <p:tags r:id="rId15"/>
            </p:custDataLst>
          </p:nvPr>
        </p:nvSpPr>
        <p:spPr>
          <a:xfrm>
            <a:off x="4888021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5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5" name="矩形 114"/>
          <p:cNvSpPr/>
          <p:nvPr>
            <p:custDataLst>
              <p:tags r:id="rId16"/>
            </p:custDataLst>
          </p:nvPr>
        </p:nvSpPr>
        <p:spPr>
          <a:xfrm>
            <a:off x="4888021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25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6" name="矩形 115"/>
          <p:cNvSpPr/>
          <p:nvPr>
            <p:custDataLst>
              <p:tags r:id="rId17"/>
            </p:custDataLst>
          </p:nvPr>
        </p:nvSpPr>
        <p:spPr>
          <a:xfrm>
            <a:off x="5534149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6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7" name="矩形 116"/>
          <p:cNvSpPr/>
          <p:nvPr>
            <p:custDataLst>
              <p:tags r:id="rId18"/>
            </p:custDataLst>
          </p:nvPr>
        </p:nvSpPr>
        <p:spPr>
          <a:xfrm>
            <a:off x="5534149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28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8" name="矩形 117"/>
          <p:cNvSpPr/>
          <p:nvPr>
            <p:custDataLst>
              <p:tags r:id="rId19"/>
            </p:custDataLst>
          </p:nvPr>
        </p:nvSpPr>
        <p:spPr>
          <a:xfrm>
            <a:off x="6180277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7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9" name="矩形 118"/>
          <p:cNvSpPr/>
          <p:nvPr>
            <p:custDataLst>
              <p:tags r:id="rId20"/>
            </p:custDataLst>
          </p:nvPr>
        </p:nvSpPr>
        <p:spPr>
          <a:xfrm>
            <a:off x="6180277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29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20" name="矩形 119"/>
          <p:cNvSpPr/>
          <p:nvPr>
            <p:custDataLst>
              <p:tags r:id="rId21"/>
            </p:custDataLst>
          </p:nvPr>
        </p:nvSpPr>
        <p:spPr>
          <a:xfrm>
            <a:off x="6826405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8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1" name="矩形 120"/>
          <p:cNvSpPr/>
          <p:nvPr>
            <p:custDataLst>
              <p:tags r:id="rId22"/>
            </p:custDataLst>
          </p:nvPr>
        </p:nvSpPr>
        <p:spPr>
          <a:xfrm>
            <a:off x="6826405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30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22" name="矩形 121"/>
          <p:cNvSpPr/>
          <p:nvPr>
            <p:custDataLst>
              <p:tags r:id="rId23"/>
            </p:custDataLst>
          </p:nvPr>
        </p:nvSpPr>
        <p:spPr>
          <a:xfrm>
            <a:off x="7472533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9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3" name="矩形 122"/>
          <p:cNvSpPr/>
          <p:nvPr>
            <p:custDataLst>
              <p:tags r:id="rId24"/>
            </p:custDataLst>
          </p:nvPr>
        </p:nvSpPr>
        <p:spPr>
          <a:xfrm>
            <a:off x="7472533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35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24" name="矩形 123"/>
          <p:cNvSpPr/>
          <p:nvPr>
            <p:custDataLst>
              <p:tags r:id="rId25"/>
            </p:custDataLst>
          </p:nvPr>
        </p:nvSpPr>
        <p:spPr>
          <a:xfrm>
            <a:off x="8118661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10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5" name="矩形 124"/>
          <p:cNvSpPr/>
          <p:nvPr>
            <p:custDataLst>
              <p:tags r:id="rId26"/>
            </p:custDataLst>
          </p:nvPr>
        </p:nvSpPr>
        <p:spPr>
          <a:xfrm>
            <a:off x="8118661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40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26" name="文本框 125"/>
          <p:cNvSpPr txBox="1"/>
          <p:nvPr>
            <p:custDataLst>
              <p:tags r:id="rId27"/>
            </p:custDataLst>
          </p:nvPr>
        </p:nvSpPr>
        <p:spPr>
          <a:xfrm>
            <a:off x="0" y="1482525"/>
            <a:ext cx="8256494" cy="14566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二分查找的思路</a:t>
            </a:r>
            <a:r>
              <a:rPr kumimoji="1" lang="zh-CN" altLang="en-US" sz="2000" b="1" dirty="0"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kumimoji="1" lang="en-US" altLang="zh-CN" sz="2000" b="1" dirty="0">
              <a:latin typeface="+mn-ea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k==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k&lt; 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k&gt; 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127" name="文本框 126"/>
          <p:cNvSpPr txBox="1"/>
          <p:nvPr>
            <p:custDataLst>
              <p:tags r:id="rId28"/>
            </p:custDataLst>
          </p:nvPr>
        </p:nvSpPr>
        <p:spPr>
          <a:xfrm>
            <a:off x="2179267" y="1480779"/>
            <a:ext cx="7158223" cy="43037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每次循环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都与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R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的中间元素的关键字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R[min].key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)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比较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8" name="TextBox 20"/>
          <p:cNvSpPr txBox="1"/>
          <p:nvPr>
            <p:custDataLst>
              <p:tags r:id="rId29"/>
            </p:custDataLst>
          </p:nvPr>
        </p:nvSpPr>
        <p:spPr>
          <a:xfrm>
            <a:off x="2376432" y="1847491"/>
            <a:ext cx="1629059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查找成功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9" name="TextBox 20"/>
          <p:cNvSpPr txBox="1"/>
          <p:nvPr>
            <p:custDataLst>
              <p:tags r:id="rId30"/>
            </p:custDataLst>
          </p:nvPr>
        </p:nvSpPr>
        <p:spPr>
          <a:xfrm>
            <a:off x="2270996" y="2174730"/>
            <a:ext cx="6126406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下次从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到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mid-1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继续二分查找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0" name="TextBox 20"/>
          <p:cNvSpPr txBox="1"/>
          <p:nvPr>
            <p:custDataLst>
              <p:tags r:id="rId31"/>
            </p:custDataLst>
          </p:nvPr>
        </p:nvSpPr>
        <p:spPr>
          <a:xfrm>
            <a:off x="2271001" y="2503736"/>
            <a:ext cx="6126406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下次从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mid+1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到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n-1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继续二分查找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grpSp>
        <p:nvGrpSpPr>
          <p:cNvPr id="136" name="组合 135"/>
          <p:cNvGrpSpPr/>
          <p:nvPr/>
        </p:nvGrpSpPr>
        <p:grpSpPr>
          <a:xfrm>
            <a:off x="1666704" y="3696043"/>
            <a:ext cx="646129" cy="761655"/>
            <a:chOff x="1657381" y="4103041"/>
            <a:chExt cx="646129" cy="761655"/>
          </a:xfrm>
        </p:grpSpPr>
        <p:cxnSp>
          <p:nvCxnSpPr>
            <p:cNvPr id="131" name="直接箭头连接符 130"/>
            <p:cNvCxnSpPr>
              <a:stCxn id="133" idx="0"/>
            </p:cNvCxnSpPr>
            <p:nvPr>
              <p:custDataLst>
                <p:tags r:id="rId32"/>
              </p:custDataLst>
            </p:nvPr>
          </p:nvCxnSpPr>
          <p:spPr>
            <a:xfrm flipH="1" flipV="1">
              <a:off x="1975164" y="4103041"/>
              <a:ext cx="5282" cy="36507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arrow"/>
            </a:ln>
            <a:effectLst/>
          </p:spPr>
        </p:cxnSp>
        <p:sp>
          <p:nvSpPr>
            <p:cNvPr id="133" name="TextBox 20"/>
            <p:cNvSpPr txBox="1"/>
            <p:nvPr>
              <p:custDataLst>
                <p:tags r:id="rId33"/>
              </p:custDataLst>
            </p:nvPr>
          </p:nvSpPr>
          <p:spPr>
            <a:xfrm>
              <a:off x="1657381" y="4468113"/>
              <a:ext cx="646129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latin typeface="+mn-ea"/>
                  <a:cs typeface="Consolas" panose="020B0609020204030204" pitchFamily="49" charset="0"/>
                </a:rPr>
                <a:t>low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8058150" y="3696043"/>
            <a:ext cx="752475" cy="761655"/>
            <a:chOff x="1596871" y="4103041"/>
            <a:chExt cx="752475" cy="761655"/>
          </a:xfrm>
        </p:grpSpPr>
        <p:cxnSp>
          <p:nvCxnSpPr>
            <p:cNvPr id="138" name="直接箭头连接符 137"/>
            <p:cNvCxnSpPr>
              <a:stCxn id="139" idx="0"/>
            </p:cNvCxnSpPr>
            <p:nvPr>
              <p:custDataLst>
                <p:tags r:id="rId34"/>
              </p:custDataLst>
            </p:nvPr>
          </p:nvCxnSpPr>
          <p:spPr>
            <a:xfrm flipV="1">
              <a:off x="1973109" y="4103041"/>
              <a:ext cx="0" cy="36507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arrow"/>
            </a:ln>
            <a:effectLst/>
          </p:spPr>
        </p:cxnSp>
        <p:sp>
          <p:nvSpPr>
            <p:cNvPr id="139" name="TextBox 20"/>
            <p:cNvSpPr txBox="1"/>
            <p:nvPr>
              <p:custDataLst>
                <p:tags r:id="rId35"/>
              </p:custDataLst>
            </p:nvPr>
          </p:nvSpPr>
          <p:spPr>
            <a:xfrm>
              <a:off x="1596871" y="4468113"/>
              <a:ext cx="75247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latin typeface="+mn-ea"/>
                  <a:cs typeface="Consolas" panose="020B0609020204030204" pitchFamily="49" charset="0"/>
                </a:rPr>
                <a:t>high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43" name="矩形: 圆角 142"/>
          <p:cNvSpPr/>
          <p:nvPr>
            <p:custDataLst>
              <p:tags r:id="rId36"/>
            </p:custDataLst>
          </p:nvPr>
        </p:nvSpPr>
        <p:spPr>
          <a:xfrm>
            <a:off x="1799866" y="3287348"/>
            <a:ext cx="6886934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44" name="组合 143"/>
          <p:cNvGrpSpPr/>
          <p:nvPr/>
        </p:nvGrpSpPr>
        <p:grpSpPr>
          <a:xfrm>
            <a:off x="4920268" y="3696043"/>
            <a:ext cx="646129" cy="761655"/>
            <a:chOff x="1657381" y="4103041"/>
            <a:chExt cx="646129" cy="761655"/>
          </a:xfrm>
        </p:grpSpPr>
        <p:cxnSp>
          <p:nvCxnSpPr>
            <p:cNvPr id="145" name="直接箭头连接符 144"/>
            <p:cNvCxnSpPr>
              <a:stCxn id="146" idx="0"/>
            </p:cNvCxnSpPr>
            <p:nvPr>
              <p:custDataLst>
                <p:tags r:id="rId37"/>
              </p:custDataLst>
            </p:nvPr>
          </p:nvCxnSpPr>
          <p:spPr>
            <a:xfrm flipH="1" flipV="1">
              <a:off x="1975164" y="4103041"/>
              <a:ext cx="5282" cy="365072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146" name="TextBox 20"/>
            <p:cNvSpPr txBox="1"/>
            <p:nvPr>
              <p:custDataLst>
                <p:tags r:id="rId38"/>
              </p:custDataLst>
            </p:nvPr>
          </p:nvSpPr>
          <p:spPr>
            <a:xfrm>
              <a:off x="1657381" y="4468113"/>
              <a:ext cx="646129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47" name="Text Box 26"/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0" y="4670544"/>
            <a:ext cx="6952686" cy="13933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找关键字为</a:t>
            </a:r>
            <a:r>
              <a:rPr lang="en-US" altLang="zh-CN" sz="18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15</a:t>
            </a: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的记录</a:t>
            </a:r>
            <a:endParaRPr lang="en-US" altLang="zh-CN" sz="1800" b="1" dirty="0">
              <a:solidFill>
                <a:schemeClr val="accent2">
                  <a:lumMod val="75000"/>
                </a:schemeClr>
              </a:solidFill>
              <a:latin typeface="+mn-ea"/>
              <a:cs typeface="Consolas" panose="020B0609020204030204" pitchFamily="49" charset="0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  <a:cs typeface="Consolas" panose="020B0609020204030204" pitchFamily="49" charset="0"/>
              </a:rPr>
              <a:t>第一次查找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(0-10)</a:t>
            </a:r>
            <a:r>
              <a:rPr lang="zh-CN" altLang="en-US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第二次查找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(0-4)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第三次查找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(3-4)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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148" name="TextBox 20"/>
          <p:cNvSpPr txBox="1"/>
          <p:nvPr>
            <p:custDataLst>
              <p:tags r:id="rId40"/>
            </p:custDataLst>
          </p:nvPr>
        </p:nvSpPr>
        <p:spPr>
          <a:xfrm>
            <a:off x="2489147" y="4996593"/>
            <a:ext cx="2160691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15&lt;R[5].key 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9" name="TextBox 20"/>
          <p:cNvSpPr txBox="1"/>
          <p:nvPr>
            <p:custDataLst>
              <p:tags r:id="rId41"/>
            </p:custDataLst>
          </p:nvPr>
        </p:nvSpPr>
        <p:spPr>
          <a:xfrm>
            <a:off x="4038076" y="4997128"/>
            <a:ext cx="2550983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下次去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(low-4)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0" name="矩形: 圆角 149"/>
          <p:cNvSpPr/>
          <p:nvPr>
            <p:custDataLst>
              <p:tags r:id="rId42"/>
            </p:custDataLst>
          </p:nvPr>
        </p:nvSpPr>
        <p:spPr>
          <a:xfrm>
            <a:off x="1799866" y="3287348"/>
            <a:ext cx="3010166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1" name="TextBox 20"/>
          <p:cNvSpPr txBox="1"/>
          <p:nvPr>
            <p:custDataLst>
              <p:tags r:id="rId43"/>
            </p:custDataLst>
          </p:nvPr>
        </p:nvSpPr>
        <p:spPr>
          <a:xfrm>
            <a:off x="6391075" y="4997128"/>
            <a:ext cx="2160691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high=mid-1;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grpSp>
        <p:nvGrpSpPr>
          <p:cNvPr id="152" name="组合 151"/>
          <p:cNvGrpSpPr/>
          <p:nvPr/>
        </p:nvGrpSpPr>
        <p:grpSpPr>
          <a:xfrm>
            <a:off x="4198244" y="3691789"/>
            <a:ext cx="752475" cy="761655"/>
            <a:chOff x="1596871" y="4103041"/>
            <a:chExt cx="752475" cy="761655"/>
          </a:xfrm>
        </p:grpSpPr>
        <p:cxnSp>
          <p:nvCxnSpPr>
            <p:cNvPr id="153" name="直接箭头连接符 152"/>
            <p:cNvCxnSpPr>
              <a:stCxn id="154" idx="0"/>
            </p:cNvCxnSpPr>
            <p:nvPr>
              <p:custDataLst>
                <p:tags r:id="rId44"/>
              </p:custDataLst>
            </p:nvPr>
          </p:nvCxnSpPr>
          <p:spPr>
            <a:xfrm flipV="1">
              <a:off x="1973109" y="4103041"/>
              <a:ext cx="0" cy="36507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arrow"/>
            </a:ln>
            <a:effectLst/>
          </p:spPr>
        </p:cxnSp>
        <p:sp>
          <p:nvSpPr>
            <p:cNvPr id="154" name="TextBox 20"/>
            <p:cNvSpPr txBox="1"/>
            <p:nvPr>
              <p:custDataLst>
                <p:tags r:id="rId45"/>
              </p:custDataLst>
            </p:nvPr>
          </p:nvSpPr>
          <p:spPr>
            <a:xfrm>
              <a:off x="1596871" y="4468113"/>
              <a:ext cx="75247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latin typeface="+mn-ea"/>
                  <a:cs typeface="Consolas" panose="020B0609020204030204" pitchFamily="49" charset="0"/>
                </a:rPr>
                <a:t>high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2959708" y="3699631"/>
            <a:ext cx="646129" cy="761655"/>
            <a:chOff x="1657381" y="4103041"/>
            <a:chExt cx="646129" cy="761655"/>
          </a:xfrm>
        </p:grpSpPr>
        <p:cxnSp>
          <p:nvCxnSpPr>
            <p:cNvPr id="156" name="直接箭头连接符 155"/>
            <p:cNvCxnSpPr>
              <a:stCxn id="157" idx="0"/>
            </p:cNvCxnSpPr>
            <p:nvPr>
              <p:custDataLst>
                <p:tags r:id="rId46"/>
              </p:custDataLst>
            </p:nvPr>
          </p:nvCxnSpPr>
          <p:spPr>
            <a:xfrm flipH="1" flipV="1">
              <a:off x="1975164" y="4103041"/>
              <a:ext cx="5282" cy="365072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157" name="TextBox 20"/>
            <p:cNvSpPr txBox="1"/>
            <p:nvPr>
              <p:custDataLst>
                <p:tags r:id="rId47"/>
              </p:custDataLst>
            </p:nvPr>
          </p:nvSpPr>
          <p:spPr>
            <a:xfrm>
              <a:off x="1657381" y="4468113"/>
              <a:ext cx="646129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58" name="TextBox 20"/>
          <p:cNvSpPr txBox="1"/>
          <p:nvPr>
            <p:custDataLst>
              <p:tags r:id="rId48"/>
            </p:custDataLst>
          </p:nvPr>
        </p:nvSpPr>
        <p:spPr>
          <a:xfrm>
            <a:off x="2349599" y="5325894"/>
            <a:ext cx="2160691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15&gt;R[2].key 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9" name="TextBox 20"/>
          <p:cNvSpPr txBox="1"/>
          <p:nvPr>
            <p:custDataLst>
              <p:tags r:id="rId49"/>
            </p:custDataLst>
          </p:nvPr>
        </p:nvSpPr>
        <p:spPr>
          <a:xfrm>
            <a:off x="3898533" y="5326118"/>
            <a:ext cx="2690526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下次去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(3-high)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0" name="矩形: 圆角 159"/>
          <p:cNvSpPr/>
          <p:nvPr>
            <p:custDataLst>
              <p:tags r:id="rId50"/>
            </p:custDataLst>
          </p:nvPr>
        </p:nvSpPr>
        <p:spPr>
          <a:xfrm>
            <a:off x="3738250" y="3287348"/>
            <a:ext cx="1071782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1" name="TextBox 20"/>
          <p:cNvSpPr txBox="1"/>
          <p:nvPr>
            <p:custDataLst>
              <p:tags r:id="rId51"/>
            </p:custDataLst>
          </p:nvPr>
        </p:nvSpPr>
        <p:spPr>
          <a:xfrm>
            <a:off x="6371903" y="5320303"/>
            <a:ext cx="2160691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low=mid+1;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3607650" y="3699631"/>
            <a:ext cx="646129" cy="761655"/>
            <a:chOff x="1657381" y="4103041"/>
            <a:chExt cx="646129" cy="761655"/>
          </a:xfrm>
        </p:grpSpPr>
        <p:cxnSp>
          <p:nvCxnSpPr>
            <p:cNvPr id="163" name="直接箭头连接符 162"/>
            <p:cNvCxnSpPr>
              <a:stCxn id="164" idx="0"/>
            </p:cNvCxnSpPr>
            <p:nvPr>
              <p:custDataLst>
                <p:tags r:id="rId52"/>
              </p:custDataLst>
            </p:nvPr>
          </p:nvCxnSpPr>
          <p:spPr>
            <a:xfrm flipH="1" flipV="1">
              <a:off x="1975164" y="4103041"/>
              <a:ext cx="5282" cy="36507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arrow"/>
            </a:ln>
            <a:effectLst/>
          </p:spPr>
        </p:cxnSp>
        <p:sp>
          <p:nvSpPr>
            <p:cNvPr id="164" name="TextBox 20"/>
            <p:cNvSpPr txBox="1"/>
            <p:nvPr>
              <p:custDataLst>
                <p:tags r:id="rId53"/>
              </p:custDataLst>
            </p:nvPr>
          </p:nvSpPr>
          <p:spPr>
            <a:xfrm>
              <a:off x="1657381" y="4468113"/>
              <a:ext cx="646129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latin typeface="+mn-ea"/>
                  <a:cs typeface="Consolas" panose="020B0609020204030204" pitchFamily="49" charset="0"/>
                </a:rPr>
                <a:t>low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3702706" y="3699631"/>
            <a:ext cx="646129" cy="1012802"/>
            <a:chOff x="1657381" y="3851894"/>
            <a:chExt cx="646129" cy="1012802"/>
          </a:xfrm>
        </p:grpSpPr>
        <p:cxnSp>
          <p:nvCxnSpPr>
            <p:cNvPr id="166" name="直接箭头连接符 165"/>
            <p:cNvCxnSpPr>
              <a:stCxn id="167" idx="0"/>
            </p:cNvCxnSpPr>
            <p:nvPr>
              <p:custDataLst>
                <p:tags r:id="rId54"/>
              </p:custDataLst>
            </p:nvPr>
          </p:nvCxnSpPr>
          <p:spPr>
            <a:xfrm flipV="1">
              <a:off x="1980446" y="3851894"/>
              <a:ext cx="0" cy="616219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167" name="TextBox 20"/>
            <p:cNvSpPr txBox="1"/>
            <p:nvPr>
              <p:custDataLst>
                <p:tags r:id="rId55"/>
              </p:custDataLst>
            </p:nvPr>
          </p:nvSpPr>
          <p:spPr>
            <a:xfrm>
              <a:off x="1657381" y="4468113"/>
              <a:ext cx="646129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69" name="TextBox 20"/>
          <p:cNvSpPr txBox="1"/>
          <p:nvPr>
            <p:custDataLst>
              <p:tags r:id="rId56"/>
            </p:custDataLst>
          </p:nvPr>
        </p:nvSpPr>
        <p:spPr>
          <a:xfrm>
            <a:off x="2349265" y="5657108"/>
            <a:ext cx="2160691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15==R[3].key 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70" name="TextBox 20"/>
          <p:cNvSpPr txBox="1"/>
          <p:nvPr>
            <p:custDataLst>
              <p:tags r:id="rId57"/>
            </p:custDataLst>
          </p:nvPr>
        </p:nvSpPr>
        <p:spPr>
          <a:xfrm>
            <a:off x="4038076" y="5657108"/>
            <a:ext cx="4020074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zh-CN" altLang="en-US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查找成功，关键字比较次数为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3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1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 tmFilter="0, 0; .2, .5; .8, .5; 1, 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6" dur="250" autoRev="1" fill="hold"/>
                                        <p:tgtEl>
                                          <p:spTgt spid="1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 tmFilter="0, 0; .2, .5; .8, .5; 1, 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6" dur="250" autoRev="1" fill="hold"/>
                                        <p:tgtEl>
                                          <p:spTgt spid="1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bldLvl="0" animBg="1"/>
      <p:bldP spid="102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108" grpId="0" bldLvl="0" animBg="1"/>
      <p:bldP spid="109" grpId="0" bldLvl="0" animBg="1"/>
      <p:bldP spid="110" grpId="0" bldLvl="0" animBg="1"/>
      <p:bldP spid="111" grpId="0" bldLvl="0" animBg="1"/>
      <p:bldP spid="111" grpId="1" animBg="1"/>
      <p:bldP spid="112" grpId="0" bldLvl="0" animBg="1"/>
      <p:bldP spid="113" grpId="0" bldLvl="0" animBg="1"/>
      <p:bldP spid="114" grpId="0" bldLvl="0" animBg="1"/>
      <p:bldP spid="115" grpId="0" bldLvl="0" animBg="1"/>
      <p:bldP spid="116" grpId="0" bldLvl="0" animBg="1"/>
      <p:bldP spid="117" grpId="0" bldLvl="0" animBg="1"/>
      <p:bldP spid="118" grpId="0" bldLvl="0" animBg="1"/>
      <p:bldP spid="119" grpId="0" bldLvl="0" animBg="1"/>
      <p:bldP spid="120" grpId="0" bldLvl="0" animBg="1"/>
      <p:bldP spid="121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126" grpId="0"/>
      <p:bldP spid="127" grpId="0"/>
      <p:bldP spid="128" grpId="0"/>
      <p:bldP spid="129" grpId="0"/>
      <p:bldP spid="130" grpId="0"/>
      <p:bldP spid="143" grpId="0" bldLvl="0" animBg="1"/>
      <p:bldP spid="143" grpId="1" bldLvl="0" animBg="1"/>
      <p:bldP spid="148" grpId="0"/>
      <p:bldP spid="149" grpId="0"/>
      <p:bldP spid="150" grpId="0" bldLvl="0" animBg="1"/>
      <p:bldP spid="150" grpId="1" bldLvl="0" animBg="1"/>
      <p:bldP spid="151" grpId="0"/>
      <p:bldP spid="158" grpId="0"/>
      <p:bldP spid="159" grpId="0"/>
      <p:bldP spid="160" grpId="0" bldLvl="0" animBg="1"/>
      <p:bldP spid="161" grpId="0"/>
      <p:bldP spid="169" grpId="0"/>
      <p:bldP spid="17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二分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查找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30250"/>
            <a:ext cx="12065635" cy="7683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10000"/>
              </a:lnSpc>
            </a:pPr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[</a:t>
            </a:r>
            <a:r>
              <a:rPr kumimoji="1" lang="zh-CN" altLang="en-US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例</a:t>
            </a:r>
            <a:r>
              <a:rPr kumimoji="1" lang="en-US" altLang="zh-CN" sz="20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] </a:t>
            </a:r>
            <a:r>
              <a:rPr kumimoji="1" lang="zh-CN" altLang="en-US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在关键字有序序列</a:t>
            </a:r>
            <a:r>
              <a:rPr kumimoji="1" lang="en-US" altLang="zh-CN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(2,3,10,15,20,25,28,29,30,35,40)</a:t>
            </a:r>
            <a:r>
              <a:rPr kumimoji="1" lang="zh-CN" altLang="en-US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中采用二分查找法查找关键字为</a:t>
            </a:r>
            <a:r>
              <a:rPr kumimoji="1" lang="en-US" altLang="zh-CN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13</a:t>
            </a:r>
            <a:r>
              <a:rPr kumimoji="1" lang="zh-CN" altLang="en-US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的元素</a:t>
            </a:r>
            <a:r>
              <a:rPr kumimoji="1" lang="zh-CN" altLang="en-US" sz="2000" b="1" dirty="0">
                <a:latin typeface="+mn-ea"/>
                <a:cs typeface="Consolas" panose="020B0609020204030204" pitchFamily="49" charset="0"/>
              </a:rPr>
              <a:t>	</a:t>
            </a:r>
            <a:endParaRPr kumimoji="1" lang="zh-CN" altLang="en-US" sz="2000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1" name="矩形 100"/>
          <p:cNvSpPr/>
          <p:nvPr>
            <p:custDataLst>
              <p:tags r:id="rId3"/>
            </p:custDataLst>
          </p:nvPr>
        </p:nvSpPr>
        <p:spPr>
          <a:xfrm>
            <a:off x="44825" y="2930323"/>
            <a:ext cx="1549805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物理下标</a:t>
            </a:r>
            <a:r>
              <a:rPr kumimoji="1" lang="en-US" altLang="zh-CN" b="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2" name="矩形 101"/>
          <p:cNvSpPr/>
          <p:nvPr>
            <p:custDataLst>
              <p:tags r:id="rId4"/>
            </p:custDataLst>
          </p:nvPr>
        </p:nvSpPr>
        <p:spPr>
          <a:xfrm>
            <a:off x="44825" y="3290323"/>
            <a:ext cx="1549805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b="1" dirty="0">
                <a:solidFill>
                  <a:srgbClr val="0000FF"/>
                </a:solidFill>
              </a:rPr>
              <a:t>关键字序列</a:t>
            </a:r>
            <a:r>
              <a:rPr kumimoji="1" lang="en-US" altLang="zh-CN" b="1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04" name="矩形 103"/>
          <p:cNvSpPr/>
          <p:nvPr>
            <p:custDataLst>
              <p:tags r:id="rId5"/>
            </p:custDataLst>
          </p:nvPr>
        </p:nvSpPr>
        <p:spPr>
          <a:xfrm>
            <a:off x="1657381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0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5" name="矩形 104"/>
          <p:cNvSpPr/>
          <p:nvPr>
            <p:custDataLst>
              <p:tags r:id="rId6"/>
            </p:custDataLst>
          </p:nvPr>
        </p:nvSpPr>
        <p:spPr>
          <a:xfrm>
            <a:off x="1657381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06" name="矩形 105"/>
          <p:cNvSpPr/>
          <p:nvPr>
            <p:custDataLst>
              <p:tags r:id="rId7"/>
            </p:custDataLst>
          </p:nvPr>
        </p:nvSpPr>
        <p:spPr>
          <a:xfrm>
            <a:off x="2303509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1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7" name="矩形 106"/>
          <p:cNvSpPr/>
          <p:nvPr>
            <p:custDataLst>
              <p:tags r:id="rId8"/>
            </p:custDataLst>
          </p:nvPr>
        </p:nvSpPr>
        <p:spPr>
          <a:xfrm>
            <a:off x="2303509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3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08" name="矩形 107"/>
          <p:cNvSpPr/>
          <p:nvPr>
            <p:custDataLst>
              <p:tags r:id="rId9"/>
            </p:custDataLst>
          </p:nvPr>
        </p:nvSpPr>
        <p:spPr>
          <a:xfrm>
            <a:off x="2949637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2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9" name="矩形 108"/>
          <p:cNvSpPr/>
          <p:nvPr>
            <p:custDataLst>
              <p:tags r:id="rId10"/>
            </p:custDataLst>
          </p:nvPr>
        </p:nvSpPr>
        <p:spPr>
          <a:xfrm>
            <a:off x="2949637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10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0" name="矩形 109"/>
          <p:cNvSpPr/>
          <p:nvPr>
            <p:custDataLst>
              <p:tags r:id="rId11"/>
            </p:custDataLst>
          </p:nvPr>
        </p:nvSpPr>
        <p:spPr>
          <a:xfrm>
            <a:off x="3595765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3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1" name="矩形 110"/>
          <p:cNvSpPr/>
          <p:nvPr>
            <p:custDataLst>
              <p:tags r:id="rId12"/>
            </p:custDataLst>
          </p:nvPr>
        </p:nvSpPr>
        <p:spPr>
          <a:xfrm>
            <a:off x="3595765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15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2" name="矩形 111"/>
          <p:cNvSpPr/>
          <p:nvPr>
            <p:custDataLst>
              <p:tags r:id="rId13"/>
            </p:custDataLst>
          </p:nvPr>
        </p:nvSpPr>
        <p:spPr>
          <a:xfrm>
            <a:off x="4241893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4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3" name="矩形 112"/>
          <p:cNvSpPr/>
          <p:nvPr>
            <p:custDataLst>
              <p:tags r:id="rId14"/>
            </p:custDataLst>
          </p:nvPr>
        </p:nvSpPr>
        <p:spPr>
          <a:xfrm>
            <a:off x="4241893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4" name="矩形 113"/>
          <p:cNvSpPr/>
          <p:nvPr>
            <p:custDataLst>
              <p:tags r:id="rId15"/>
            </p:custDataLst>
          </p:nvPr>
        </p:nvSpPr>
        <p:spPr>
          <a:xfrm>
            <a:off x="4888021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5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5" name="矩形 114"/>
          <p:cNvSpPr/>
          <p:nvPr>
            <p:custDataLst>
              <p:tags r:id="rId16"/>
            </p:custDataLst>
          </p:nvPr>
        </p:nvSpPr>
        <p:spPr>
          <a:xfrm>
            <a:off x="4888021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25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6" name="矩形 115"/>
          <p:cNvSpPr/>
          <p:nvPr>
            <p:custDataLst>
              <p:tags r:id="rId17"/>
            </p:custDataLst>
          </p:nvPr>
        </p:nvSpPr>
        <p:spPr>
          <a:xfrm>
            <a:off x="5534149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6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7" name="矩形 116"/>
          <p:cNvSpPr/>
          <p:nvPr>
            <p:custDataLst>
              <p:tags r:id="rId18"/>
            </p:custDataLst>
          </p:nvPr>
        </p:nvSpPr>
        <p:spPr>
          <a:xfrm>
            <a:off x="5534149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28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8" name="矩形 117"/>
          <p:cNvSpPr/>
          <p:nvPr>
            <p:custDataLst>
              <p:tags r:id="rId19"/>
            </p:custDataLst>
          </p:nvPr>
        </p:nvSpPr>
        <p:spPr>
          <a:xfrm>
            <a:off x="6180277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7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9" name="矩形 118"/>
          <p:cNvSpPr/>
          <p:nvPr>
            <p:custDataLst>
              <p:tags r:id="rId20"/>
            </p:custDataLst>
          </p:nvPr>
        </p:nvSpPr>
        <p:spPr>
          <a:xfrm>
            <a:off x="6180277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29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20" name="矩形 119"/>
          <p:cNvSpPr/>
          <p:nvPr>
            <p:custDataLst>
              <p:tags r:id="rId21"/>
            </p:custDataLst>
          </p:nvPr>
        </p:nvSpPr>
        <p:spPr>
          <a:xfrm>
            <a:off x="6826405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8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1" name="矩形 120"/>
          <p:cNvSpPr/>
          <p:nvPr>
            <p:custDataLst>
              <p:tags r:id="rId22"/>
            </p:custDataLst>
          </p:nvPr>
        </p:nvSpPr>
        <p:spPr>
          <a:xfrm>
            <a:off x="6826405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30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22" name="矩形 121"/>
          <p:cNvSpPr/>
          <p:nvPr>
            <p:custDataLst>
              <p:tags r:id="rId23"/>
            </p:custDataLst>
          </p:nvPr>
        </p:nvSpPr>
        <p:spPr>
          <a:xfrm>
            <a:off x="7472533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9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3" name="矩形 122"/>
          <p:cNvSpPr/>
          <p:nvPr>
            <p:custDataLst>
              <p:tags r:id="rId24"/>
            </p:custDataLst>
          </p:nvPr>
        </p:nvSpPr>
        <p:spPr>
          <a:xfrm>
            <a:off x="7472533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35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24" name="矩形 123"/>
          <p:cNvSpPr/>
          <p:nvPr>
            <p:custDataLst>
              <p:tags r:id="rId25"/>
            </p:custDataLst>
          </p:nvPr>
        </p:nvSpPr>
        <p:spPr>
          <a:xfrm>
            <a:off x="8118661" y="293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10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5" name="矩形 124"/>
          <p:cNvSpPr/>
          <p:nvPr>
            <p:custDataLst>
              <p:tags r:id="rId26"/>
            </p:custDataLst>
          </p:nvPr>
        </p:nvSpPr>
        <p:spPr>
          <a:xfrm>
            <a:off x="8118661" y="3290323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40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grpSp>
        <p:nvGrpSpPr>
          <p:cNvPr id="136" name="组合 135"/>
          <p:cNvGrpSpPr/>
          <p:nvPr/>
        </p:nvGrpSpPr>
        <p:grpSpPr>
          <a:xfrm>
            <a:off x="1666704" y="3696043"/>
            <a:ext cx="646129" cy="761655"/>
            <a:chOff x="1657381" y="4103041"/>
            <a:chExt cx="646129" cy="761655"/>
          </a:xfrm>
        </p:grpSpPr>
        <p:cxnSp>
          <p:nvCxnSpPr>
            <p:cNvPr id="131" name="直接箭头连接符 130"/>
            <p:cNvCxnSpPr>
              <a:stCxn id="133" idx="0"/>
            </p:cNvCxnSpPr>
            <p:nvPr>
              <p:custDataLst>
                <p:tags r:id="rId27"/>
              </p:custDataLst>
            </p:nvPr>
          </p:nvCxnSpPr>
          <p:spPr>
            <a:xfrm flipH="1" flipV="1">
              <a:off x="1975164" y="4103041"/>
              <a:ext cx="5282" cy="36507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arrow"/>
            </a:ln>
            <a:effectLst/>
          </p:spPr>
        </p:cxnSp>
        <p:sp>
          <p:nvSpPr>
            <p:cNvPr id="133" name="TextBox 20"/>
            <p:cNvSpPr txBox="1"/>
            <p:nvPr>
              <p:custDataLst>
                <p:tags r:id="rId28"/>
              </p:custDataLst>
            </p:nvPr>
          </p:nvSpPr>
          <p:spPr>
            <a:xfrm>
              <a:off x="1657381" y="4468113"/>
              <a:ext cx="646129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latin typeface="+mn-ea"/>
                  <a:cs typeface="Consolas" panose="020B0609020204030204" pitchFamily="49" charset="0"/>
                </a:rPr>
                <a:t>low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8058150" y="3696043"/>
            <a:ext cx="752475" cy="761655"/>
            <a:chOff x="1596871" y="4103041"/>
            <a:chExt cx="752475" cy="761655"/>
          </a:xfrm>
        </p:grpSpPr>
        <p:cxnSp>
          <p:nvCxnSpPr>
            <p:cNvPr id="138" name="直接箭头连接符 137"/>
            <p:cNvCxnSpPr>
              <a:stCxn id="139" idx="0"/>
            </p:cNvCxnSpPr>
            <p:nvPr>
              <p:custDataLst>
                <p:tags r:id="rId29"/>
              </p:custDataLst>
            </p:nvPr>
          </p:nvCxnSpPr>
          <p:spPr>
            <a:xfrm flipV="1">
              <a:off x="1973109" y="4103041"/>
              <a:ext cx="0" cy="36507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arrow"/>
            </a:ln>
            <a:effectLst/>
          </p:spPr>
        </p:cxnSp>
        <p:sp>
          <p:nvSpPr>
            <p:cNvPr id="139" name="TextBox 20"/>
            <p:cNvSpPr txBox="1"/>
            <p:nvPr>
              <p:custDataLst>
                <p:tags r:id="rId30"/>
              </p:custDataLst>
            </p:nvPr>
          </p:nvSpPr>
          <p:spPr>
            <a:xfrm>
              <a:off x="1596871" y="4468113"/>
              <a:ext cx="75247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latin typeface="+mn-ea"/>
                  <a:cs typeface="Consolas" panose="020B0609020204030204" pitchFamily="49" charset="0"/>
                </a:rPr>
                <a:t>high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43" name="矩形: 圆角 142"/>
          <p:cNvSpPr/>
          <p:nvPr>
            <p:custDataLst>
              <p:tags r:id="rId31"/>
            </p:custDataLst>
          </p:nvPr>
        </p:nvSpPr>
        <p:spPr>
          <a:xfrm>
            <a:off x="1799866" y="3287348"/>
            <a:ext cx="6886934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44" name="组合 143"/>
          <p:cNvGrpSpPr/>
          <p:nvPr/>
        </p:nvGrpSpPr>
        <p:grpSpPr>
          <a:xfrm>
            <a:off x="4920268" y="3696043"/>
            <a:ext cx="646129" cy="761655"/>
            <a:chOff x="1657381" y="4103041"/>
            <a:chExt cx="646129" cy="761655"/>
          </a:xfrm>
        </p:grpSpPr>
        <p:cxnSp>
          <p:nvCxnSpPr>
            <p:cNvPr id="145" name="直接箭头连接符 144"/>
            <p:cNvCxnSpPr>
              <a:stCxn id="146" idx="0"/>
            </p:cNvCxnSpPr>
            <p:nvPr>
              <p:custDataLst>
                <p:tags r:id="rId32"/>
              </p:custDataLst>
            </p:nvPr>
          </p:nvCxnSpPr>
          <p:spPr>
            <a:xfrm flipH="1" flipV="1">
              <a:off x="1975164" y="4103041"/>
              <a:ext cx="5282" cy="365072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146" name="TextBox 20"/>
            <p:cNvSpPr txBox="1"/>
            <p:nvPr>
              <p:custDataLst>
                <p:tags r:id="rId33"/>
              </p:custDataLst>
            </p:nvPr>
          </p:nvSpPr>
          <p:spPr>
            <a:xfrm>
              <a:off x="1657381" y="4468113"/>
              <a:ext cx="646129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47" name="Text Box 26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0" y="4379402"/>
            <a:ext cx="8686800" cy="23909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找关键字为</a:t>
            </a:r>
            <a:r>
              <a:rPr lang="en-US" altLang="zh-CN" sz="18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13</a:t>
            </a: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的记录</a:t>
            </a:r>
            <a:endParaRPr lang="en-US" altLang="zh-CN" sz="1800" b="1" dirty="0">
              <a:latin typeface="+mn-ea"/>
              <a:cs typeface="Consolas" panose="020B0609020204030204" pitchFamily="49" charset="0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  <a:cs typeface="Consolas" panose="020B0609020204030204" pitchFamily="49" charset="0"/>
              </a:rPr>
              <a:t>第一次查找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(0-10)</a:t>
            </a:r>
            <a:r>
              <a:rPr lang="zh-CN" altLang="en-US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第二次查找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(0-4)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第三次查找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(3-4)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此时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high&lt;low</a:t>
            </a:r>
            <a:r>
              <a:rPr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，与递增有序序列相矛盾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high+1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位置的元素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(15)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是序列中第一个大于关键字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(13)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的元素</a:t>
            </a:r>
            <a:endParaRPr lang="en-US" altLang="zh-CN" sz="1800" b="1" dirty="0">
              <a:solidFill>
                <a:srgbClr val="FF0000"/>
              </a:solidFill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low-1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位置的元素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(10)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是序列中第一个小于关键字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(13)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的元素</a:t>
            </a:r>
            <a:endParaRPr lang="zh-CN" altLang="en-US" sz="1800" b="1" dirty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8" name="TextBox 20"/>
          <p:cNvSpPr txBox="1"/>
          <p:nvPr>
            <p:custDataLst>
              <p:tags r:id="rId35"/>
            </p:custDataLst>
          </p:nvPr>
        </p:nvSpPr>
        <p:spPr>
          <a:xfrm>
            <a:off x="2489147" y="4705451"/>
            <a:ext cx="2160691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13&lt;R[5].key 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9" name="TextBox 20"/>
          <p:cNvSpPr txBox="1"/>
          <p:nvPr>
            <p:custDataLst>
              <p:tags r:id="rId36"/>
            </p:custDataLst>
          </p:nvPr>
        </p:nvSpPr>
        <p:spPr>
          <a:xfrm>
            <a:off x="4038076" y="4705986"/>
            <a:ext cx="2550983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下次去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(low-4)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0" name="矩形: 圆角 149"/>
          <p:cNvSpPr/>
          <p:nvPr>
            <p:custDataLst>
              <p:tags r:id="rId37"/>
            </p:custDataLst>
          </p:nvPr>
        </p:nvSpPr>
        <p:spPr>
          <a:xfrm>
            <a:off x="1799866" y="3287348"/>
            <a:ext cx="3010166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1" name="TextBox 20"/>
          <p:cNvSpPr txBox="1"/>
          <p:nvPr>
            <p:custDataLst>
              <p:tags r:id="rId38"/>
            </p:custDataLst>
          </p:nvPr>
        </p:nvSpPr>
        <p:spPr>
          <a:xfrm>
            <a:off x="6391075" y="4705986"/>
            <a:ext cx="2160691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high=mid-1;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grpSp>
        <p:nvGrpSpPr>
          <p:cNvPr id="152" name="组合 151"/>
          <p:cNvGrpSpPr/>
          <p:nvPr/>
        </p:nvGrpSpPr>
        <p:grpSpPr>
          <a:xfrm>
            <a:off x="4198244" y="3691789"/>
            <a:ext cx="752475" cy="761655"/>
            <a:chOff x="1596871" y="4103041"/>
            <a:chExt cx="752475" cy="761655"/>
          </a:xfrm>
        </p:grpSpPr>
        <p:cxnSp>
          <p:nvCxnSpPr>
            <p:cNvPr id="153" name="直接箭头连接符 152"/>
            <p:cNvCxnSpPr>
              <a:stCxn id="154" idx="0"/>
            </p:cNvCxnSpPr>
            <p:nvPr>
              <p:custDataLst>
                <p:tags r:id="rId39"/>
              </p:custDataLst>
            </p:nvPr>
          </p:nvCxnSpPr>
          <p:spPr>
            <a:xfrm flipV="1">
              <a:off x="1973109" y="4103041"/>
              <a:ext cx="0" cy="36507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arrow"/>
            </a:ln>
            <a:effectLst/>
          </p:spPr>
        </p:cxnSp>
        <p:sp>
          <p:nvSpPr>
            <p:cNvPr id="154" name="TextBox 20"/>
            <p:cNvSpPr txBox="1"/>
            <p:nvPr>
              <p:custDataLst>
                <p:tags r:id="rId40"/>
              </p:custDataLst>
            </p:nvPr>
          </p:nvSpPr>
          <p:spPr>
            <a:xfrm>
              <a:off x="1596871" y="4468113"/>
              <a:ext cx="75247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latin typeface="+mn-ea"/>
                  <a:cs typeface="Consolas" panose="020B0609020204030204" pitchFamily="49" charset="0"/>
                </a:rPr>
                <a:t>high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2959708" y="3699631"/>
            <a:ext cx="646129" cy="761655"/>
            <a:chOff x="1657381" y="4103041"/>
            <a:chExt cx="646129" cy="761655"/>
          </a:xfrm>
        </p:grpSpPr>
        <p:cxnSp>
          <p:nvCxnSpPr>
            <p:cNvPr id="156" name="直接箭头连接符 155"/>
            <p:cNvCxnSpPr>
              <a:stCxn id="157" idx="0"/>
            </p:cNvCxnSpPr>
            <p:nvPr>
              <p:custDataLst>
                <p:tags r:id="rId41"/>
              </p:custDataLst>
            </p:nvPr>
          </p:nvCxnSpPr>
          <p:spPr>
            <a:xfrm flipH="1" flipV="1">
              <a:off x="1975164" y="4103041"/>
              <a:ext cx="5282" cy="365072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157" name="TextBox 20"/>
            <p:cNvSpPr txBox="1"/>
            <p:nvPr>
              <p:custDataLst>
                <p:tags r:id="rId42"/>
              </p:custDataLst>
            </p:nvPr>
          </p:nvSpPr>
          <p:spPr>
            <a:xfrm>
              <a:off x="1657381" y="4468113"/>
              <a:ext cx="646129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58" name="TextBox 20"/>
          <p:cNvSpPr txBox="1"/>
          <p:nvPr>
            <p:custDataLst>
              <p:tags r:id="rId43"/>
            </p:custDataLst>
          </p:nvPr>
        </p:nvSpPr>
        <p:spPr>
          <a:xfrm>
            <a:off x="2349599" y="5033482"/>
            <a:ext cx="2160691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13&gt;R[2].key 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9" name="TextBox 20"/>
          <p:cNvSpPr txBox="1"/>
          <p:nvPr>
            <p:custDataLst>
              <p:tags r:id="rId44"/>
            </p:custDataLst>
          </p:nvPr>
        </p:nvSpPr>
        <p:spPr>
          <a:xfrm>
            <a:off x="3898533" y="5033931"/>
            <a:ext cx="2737498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下次去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(3-high)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0" name="矩形: 圆角 159"/>
          <p:cNvSpPr/>
          <p:nvPr>
            <p:custDataLst>
              <p:tags r:id="rId45"/>
            </p:custDataLst>
          </p:nvPr>
        </p:nvSpPr>
        <p:spPr>
          <a:xfrm>
            <a:off x="3738250" y="3287348"/>
            <a:ext cx="1071782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1" name="TextBox 20"/>
          <p:cNvSpPr txBox="1"/>
          <p:nvPr>
            <p:custDataLst>
              <p:tags r:id="rId46"/>
            </p:custDataLst>
          </p:nvPr>
        </p:nvSpPr>
        <p:spPr>
          <a:xfrm>
            <a:off x="6371903" y="5033931"/>
            <a:ext cx="2160691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low=mid+1;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3607650" y="3699631"/>
            <a:ext cx="646129" cy="761655"/>
            <a:chOff x="1657381" y="4103041"/>
            <a:chExt cx="646129" cy="761655"/>
          </a:xfrm>
        </p:grpSpPr>
        <p:cxnSp>
          <p:nvCxnSpPr>
            <p:cNvPr id="163" name="直接箭头连接符 162"/>
            <p:cNvCxnSpPr>
              <a:stCxn id="164" idx="0"/>
            </p:cNvCxnSpPr>
            <p:nvPr>
              <p:custDataLst>
                <p:tags r:id="rId47"/>
              </p:custDataLst>
            </p:nvPr>
          </p:nvCxnSpPr>
          <p:spPr>
            <a:xfrm flipH="1" flipV="1">
              <a:off x="1975164" y="4103041"/>
              <a:ext cx="5282" cy="36507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arrow"/>
            </a:ln>
            <a:effectLst/>
          </p:spPr>
        </p:cxnSp>
        <p:sp>
          <p:nvSpPr>
            <p:cNvPr id="164" name="TextBox 20"/>
            <p:cNvSpPr txBox="1"/>
            <p:nvPr>
              <p:custDataLst>
                <p:tags r:id="rId48"/>
              </p:custDataLst>
            </p:nvPr>
          </p:nvSpPr>
          <p:spPr>
            <a:xfrm>
              <a:off x="1657381" y="4468113"/>
              <a:ext cx="646129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latin typeface="+mn-ea"/>
                  <a:cs typeface="Consolas" panose="020B0609020204030204" pitchFamily="49" charset="0"/>
                </a:rPr>
                <a:t>low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3702706" y="3699631"/>
            <a:ext cx="646129" cy="1012802"/>
            <a:chOff x="1657381" y="3851894"/>
            <a:chExt cx="646129" cy="1012802"/>
          </a:xfrm>
        </p:grpSpPr>
        <p:cxnSp>
          <p:nvCxnSpPr>
            <p:cNvPr id="166" name="直接箭头连接符 165"/>
            <p:cNvCxnSpPr>
              <a:stCxn id="167" idx="0"/>
            </p:cNvCxnSpPr>
            <p:nvPr>
              <p:custDataLst>
                <p:tags r:id="rId49"/>
              </p:custDataLst>
            </p:nvPr>
          </p:nvCxnSpPr>
          <p:spPr>
            <a:xfrm flipV="1">
              <a:off x="1980446" y="3851894"/>
              <a:ext cx="0" cy="616219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167" name="TextBox 20"/>
            <p:cNvSpPr txBox="1"/>
            <p:nvPr>
              <p:custDataLst>
                <p:tags r:id="rId50"/>
              </p:custDataLst>
            </p:nvPr>
          </p:nvSpPr>
          <p:spPr>
            <a:xfrm>
              <a:off x="1657381" y="4468113"/>
              <a:ext cx="646129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69" name="TextBox 20"/>
          <p:cNvSpPr txBox="1"/>
          <p:nvPr>
            <p:custDataLst>
              <p:tags r:id="rId51"/>
            </p:custDataLst>
          </p:nvPr>
        </p:nvSpPr>
        <p:spPr>
          <a:xfrm>
            <a:off x="2349265" y="5364696"/>
            <a:ext cx="2160691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13&lt;R[3].key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70" name="TextBox 20"/>
          <p:cNvSpPr txBox="1"/>
          <p:nvPr>
            <p:custDataLst>
              <p:tags r:id="rId52"/>
            </p:custDataLst>
          </p:nvPr>
        </p:nvSpPr>
        <p:spPr>
          <a:xfrm>
            <a:off x="3898533" y="5364696"/>
            <a:ext cx="4020074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下次去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(low-2)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之前查找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6" name="TextBox 20"/>
          <p:cNvSpPr txBox="1"/>
          <p:nvPr>
            <p:custDataLst>
              <p:tags r:id="rId53"/>
            </p:custDataLst>
          </p:nvPr>
        </p:nvSpPr>
        <p:spPr>
          <a:xfrm>
            <a:off x="6714803" y="5364696"/>
            <a:ext cx="2160691" cy="39613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en-US" altLang="zh-CN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altLang="zh-CN" b="1" kern="0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high=mid-1;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2917693" y="3699631"/>
            <a:ext cx="752475" cy="761655"/>
            <a:chOff x="1596871" y="4103041"/>
            <a:chExt cx="752475" cy="761655"/>
          </a:xfrm>
        </p:grpSpPr>
        <p:cxnSp>
          <p:nvCxnSpPr>
            <p:cNvPr id="68" name="直接箭头连接符 67"/>
            <p:cNvCxnSpPr>
              <a:stCxn id="69" idx="0"/>
            </p:cNvCxnSpPr>
            <p:nvPr>
              <p:custDataLst>
                <p:tags r:id="rId54"/>
              </p:custDataLst>
            </p:nvPr>
          </p:nvCxnSpPr>
          <p:spPr>
            <a:xfrm flipV="1">
              <a:off x="1973109" y="4103041"/>
              <a:ext cx="0" cy="36507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arrow"/>
            </a:ln>
            <a:effectLst/>
          </p:spPr>
        </p:cxnSp>
        <p:sp>
          <p:nvSpPr>
            <p:cNvPr id="69" name="TextBox 20"/>
            <p:cNvSpPr txBox="1"/>
            <p:nvPr>
              <p:custDataLst>
                <p:tags r:id="rId55"/>
              </p:custDataLst>
            </p:nvPr>
          </p:nvSpPr>
          <p:spPr>
            <a:xfrm>
              <a:off x="1596871" y="4468113"/>
              <a:ext cx="75247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latin typeface="+mn-ea"/>
                  <a:cs typeface="Consolas" panose="020B0609020204030204" pitchFamily="49" charset="0"/>
                </a:rPr>
                <a:t>high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70" name="TextBox 20"/>
          <p:cNvSpPr txBox="1"/>
          <p:nvPr>
            <p:custDataLst>
              <p:tags r:id="rId56"/>
            </p:custDataLst>
          </p:nvPr>
        </p:nvSpPr>
        <p:spPr>
          <a:xfrm>
            <a:off x="4723931" y="5694487"/>
            <a:ext cx="1276498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noProof="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查找失败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57"/>
            </p:custDataLst>
          </p:nvPr>
        </p:nvSpPr>
        <p:spPr>
          <a:xfrm>
            <a:off x="0" y="1482525"/>
            <a:ext cx="8256494" cy="14566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二分查找的思路</a:t>
            </a:r>
            <a:r>
              <a:rPr kumimoji="1" lang="zh-CN" altLang="en-US" sz="2000" b="1" dirty="0"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kumimoji="1" lang="en-US" altLang="zh-CN" sz="2000" b="1" dirty="0">
              <a:latin typeface="+mn-ea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k==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k&lt; 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k&gt; 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7" name="文本框 6"/>
          <p:cNvSpPr txBox="1"/>
          <p:nvPr>
            <p:custDataLst>
              <p:tags r:id="rId58"/>
            </p:custDataLst>
          </p:nvPr>
        </p:nvSpPr>
        <p:spPr>
          <a:xfrm>
            <a:off x="2179267" y="1480779"/>
            <a:ext cx="7158223" cy="43037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每次循环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都与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R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的中间元素的关键字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R[min].key</a:t>
            </a:r>
            <a:r>
              <a:rPr kumimoji="1" lang="en-US" altLang="zh-CN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)</a:t>
            </a:r>
            <a:r>
              <a:rPr kumimoji="1" lang="zh-CN" altLang="en-US" sz="20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比较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20"/>
          <p:cNvSpPr txBox="1"/>
          <p:nvPr>
            <p:custDataLst>
              <p:tags r:id="rId59"/>
            </p:custDataLst>
          </p:nvPr>
        </p:nvSpPr>
        <p:spPr>
          <a:xfrm>
            <a:off x="2376432" y="1847491"/>
            <a:ext cx="1629059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查找成功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" name="TextBox 20"/>
          <p:cNvSpPr txBox="1"/>
          <p:nvPr>
            <p:custDataLst>
              <p:tags r:id="rId60"/>
            </p:custDataLst>
          </p:nvPr>
        </p:nvSpPr>
        <p:spPr>
          <a:xfrm>
            <a:off x="2270996" y="2174730"/>
            <a:ext cx="6126406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下次从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0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到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mid-1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继续二分查找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0" name="TextBox 20"/>
          <p:cNvSpPr txBox="1"/>
          <p:nvPr>
            <p:custDataLst>
              <p:tags r:id="rId61"/>
            </p:custDataLst>
          </p:nvPr>
        </p:nvSpPr>
        <p:spPr>
          <a:xfrm>
            <a:off x="2271001" y="2503736"/>
            <a:ext cx="6126406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下次从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mid+1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到</a:t>
            </a:r>
            <a:r>
              <a:rPr lang="en-US" altLang="zh-CN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n-1</a:t>
            </a:r>
            <a:r>
              <a:rPr lang="zh-CN" altLang="en-US" b="1" kern="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继续二分查找</a:t>
            </a:r>
            <a:endParaRPr kumimoji="0" lang="zh-CN" altLang="en-US" sz="1800" b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1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1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 tmFilter="0, 0; .2, .5; .8, .5; 1, 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1" dur="250" autoRev="1" fill="hold"/>
                                        <p:tgtEl>
                                          <p:spTgt spid="1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4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bldLvl="0" animBg="1"/>
      <p:bldP spid="143" grpId="1" bldLvl="0" animBg="1"/>
      <p:bldP spid="148" grpId="0"/>
      <p:bldP spid="149" grpId="0"/>
      <p:bldP spid="150" grpId="0" bldLvl="0" animBg="1"/>
      <p:bldP spid="150" grpId="1" bldLvl="0" animBg="1"/>
      <p:bldP spid="151" grpId="0"/>
      <p:bldP spid="158" grpId="0"/>
      <p:bldP spid="159" grpId="0"/>
      <p:bldP spid="160" grpId="0" bldLvl="0" animBg="1"/>
      <p:bldP spid="160" grpId="1" bldLvl="0" animBg="1"/>
      <p:bldP spid="161" grpId="0"/>
      <p:bldP spid="169" grpId="0"/>
      <p:bldP spid="170" grpId="0"/>
      <p:bldP spid="66" grpId="0"/>
      <p:bldP spid="7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二分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查找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29063"/>
            <a:ext cx="9144000" cy="2453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二分查找算法的实现</a:t>
            </a:r>
            <a:r>
              <a:rPr kumimoji="1" lang="en-US" altLang="zh-CN"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kumimoji="1" lang="zh-CN" altLang="en-US"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递归算法</a:t>
            </a:r>
            <a:r>
              <a:rPr kumimoji="1" lang="en-US" altLang="zh-CN"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kumimoji="1" lang="en-US" altLang="zh-CN" sz="2000" b="1" dirty="0">
              <a:solidFill>
                <a:srgbClr val="0099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问题模型</a:t>
            </a:r>
            <a:r>
              <a:rPr kumimoji="1"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 </a:t>
            </a:r>
            <a:endParaRPr kumimoji="1" lang="en-US" altLang="zh-CN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r>
              <a:rPr kumimoji="1"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            </a:t>
            </a:r>
            <a:endParaRPr kumimoji="1" lang="en-US" altLang="zh-CN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查找失败条件</a:t>
            </a:r>
            <a:r>
              <a:rPr kumimoji="1"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 </a:t>
            </a:r>
            <a:endParaRPr kumimoji="1"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en-US" altLang="zh-CN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k</a:t>
            </a:r>
            <a:r>
              <a:rPr kumimoji="1"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==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R[mid].key</a:t>
            </a:r>
            <a:r>
              <a:rPr lang="en-US" altLang="zh-CN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k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&lt;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R[mid].key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k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&gt;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R[mid].key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 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Wingdings" panose="05000000000000000000" pitchFamily="2" charset="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0" y="3264910"/>
            <a:ext cx="9143999" cy="27997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p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int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BinSearch2( 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RecType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R[]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int low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int high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1600" b="1" dirty="0" err="1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KeyType</a:t>
            </a:r>
            <a:r>
              <a:rPr lang="en-US" altLang="zh-CN" sz="16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 k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){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int mid=(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low+high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)/2;	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	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   if(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low&gt;high 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)				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       return 0;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   if( </a:t>
            </a:r>
            <a:r>
              <a:rPr lang="en-US" altLang="zh-CN" sz="16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==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R[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mid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].key 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)			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       return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mid+1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;			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   else if( </a:t>
            </a:r>
            <a:r>
              <a:rPr lang="en-US" altLang="zh-CN" sz="16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&lt;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R[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mid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].key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)		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       return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BinSearch2(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low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mid-1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;	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   else 					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       return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BinSearch2(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mid+1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high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;	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491386" y="1092821"/>
            <a:ext cx="7418224" cy="39658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除了传入查找表和关键字外，还需要传入开始位置和结束位置</a:t>
            </a:r>
            <a:endParaRPr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214787" y="1425125"/>
            <a:ext cx="7418224" cy="4235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 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int 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BinSearch2( </a:t>
            </a: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RecType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R[]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low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high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en-US" altLang="zh-CN" b="1" dirty="0" err="1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KeyType</a:t>
            </a:r>
            <a:r>
              <a:rPr lang="en-US" altLang="zh-CN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949450" y="1750909"/>
            <a:ext cx="1562100" cy="39658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high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&lt;</a:t>
            </a:r>
            <a:r>
              <a:rPr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low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378448" y="2081121"/>
            <a:ext cx="4010959" cy="39658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查找成功，返回当前元素的逻辑序号</a:t>
            </a:r>
            <a:endParaRPr lang="zh-CN" altLang="en-US" dirty="0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132980" y="2081121"/>
            <a:ext cx="2317716" cy="39658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return </a:t>
            </a:r>
            <a:r>
              <a:rPr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mid+1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;</a:t>
            </a:r>
            <a:endParaRPr lang="zh-CN" altLang="en-US" dirty="0"/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2232767" y="2412430"/>
            <a:ext cx="3631827" cy="39658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latin typeface="+mn-ea"/>
                <a:sym typeface="Wingdings" panose="05000000000000000000" pitchFamily="2" charset="2"/>
              </a:rPr>
              <a:t>下次去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(</a:t>
            </a:r>
            <a:r>
              <a:rPr lang="en-US" altLang="zh-CN" b="1" dirty="0">
                <a:solidFill>
                  <a:srgbClr val="0070C0"/>
                </a:solidFill>
                <a:latin typeface="+mn-ea"/>
                <a:sym typeface="Wingdings" panose="05000000000000000000" pitchFamily="2" charset="2"/>
              </a:rPr>
              <a:t>low</a:t>
            </a:r>
            <a:r>
              <a:rPr lang="zh-CN" altLang="en-US" b="1" dirty="0">
                <a:latin typeface="+mn-ea"/>
                <a:sym typeface="Wingdings" panose="05000000000000000000" pitchFamily="2" charset="2"/>
              </a:rPr>
              <a:t>至</a:t>
            </a:r>
            <a:r>
              <a:rPr lang="en-US" altLang="zh-CN" b="1" dirty="0">
                <a:solidFill>
                  <a:srgbClr val="0070C0"/>
                </a:solidFill>
                <a:latin typeface="+mn-ea"/>
                <a:sym typeface="Wingdings" panose="05000000000000000000" pitchFamily="2" charset="2"/>
              </a:rPr>
              <a:t>mid-1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)</a:t>
            </a:r>
            <a:r>
              <a:rPr lang="zh-CN" altLang="en-US" b="1" dirty="0">
                <a:latin typeface="+mn-ea"/>
                <a:sym typeface="Wingdings" panose="05000000000000000000" pitchFamily="2" charset="2"/>
              </a:rPr>
              <a:t>递归查找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k</a:t>
            </a:r>
            <a:endParaRPr lang="zh-CN" altLang="en-US" dirty="0"/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2232767" y="2739982"/>
            <a:ext cx="3694579" cy="39658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latin typeface="+mn-ea"/>
                <a:sym typeface="Wingdings" panose="05000000000000000000" pitchFamily="2" charset="2"/>
              </a:rPr>
              <a:t>下次去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(</a:t>
            </a:r>
            <a:r>
              <a:rPr lang="en-US" altLang="zh-CN" b="1" dirty="0">
                <a:solidFill>
                  <a:srgbClr val="0070C0"/>
                </a:solidFill>
                <a:latin typeface="+mn-ea"/>
                <a:sym typeface="Wingdings" panose="05000000000000000000" pitchFamily="2" charset="2"/>
              </a:rPr>
              <a:t>mid+1</a:t>
            </a:r>
            <a:r>
              <a:rPr lang="zh-CN" altLang="en-US" b="1" dirty="0">
                <a:latin typeface="+mn-ea"/>
                <a:sym typeface="Wingdings" panose="05000000000000000000" pitchFamily="2" charset="2"/>
              </a:rPr>
              <a:t>至</a:t>
            </a:r>
            <a:r>
              <a:rPr lang="en-US" altLang="zh-CN" b="1" dirty="0">
                <a:solidFill>
                  <a:srgbClr val="0070C0"/>
                </a:solidFill>
                <a:latin typeface="+mn-ea"/>
                <a:sym typeface="Wingdings" panose="05000000000000000000" pitchFamily="2" charset="2"/>
              </a:rPr>
              <a:t>high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)</a:t>
            </a:r>
            <a:r>
              <a:rPr lang="zh-CN" altLang="en-US" b="1" dirty="0">
                <a:latin typeface="+mn-ea"/>
                <a:sym typeface="Wingdings" panose="05000000000000000000" pitchFamily="2" charset="2"/>
              </a:rPr>
              <a:t>递归查找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k</a:t>
            </a:r>
            <a:endParaRPr lang="zh-CN" altLang="en-US" dirty="0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4747788" y="3264910"/>
            <a:ext cx="3702908" cy="25545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endParaRPr lang="en-US" altLang="zh-CN" sz="1600" b="1" dirty="0">
              <a:solidFill>
                <a:srgbClr val="0000FF"/>
              </a:solidFill>
            </a:endParaRPr>
          </a:p>
          <a:p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</a:rPr>
              <a:t>求出当前区间内的中间值</a:t>
            </a:r>
            <a:endParaRPr lang="en-US" altLang="zh-CN" sz="1600" b="1" dirty="0">
              <a:solidFill>
                <a:srgbClr val="0000FF"/>
              </a:solidFill>
            </a:endParaRPr>
          </a:p>
          <a:p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</a:rPr>
              <a:t>查找失败条件</a:t>
            </a:r>
            <a:r>
              <a:rPr lang="en-US" altLang="zh-CN" sz="1600" b="1" dirty="0">
                <a:solidFill>
                  <a:srgbClr val="0000FF"/>
                </a:solidFill>
              </a:rPr>
              <a:t>(</a:t>
            </a:r>
            <a:r>
              <a:rPr lang="zh-CN" altLang="en-US" sz="1600" b="1" dirty="0">
                <a:solidFill>
                  <a:srgbClr val="0000FF"/>
                </a:solidFill>
              </a:rPr>
              <a:t>递归出口</a:t>
            </a:r>
            <a:r>
              <a:rPr lang="en-US" altLang="zh-CN" sz="1600" b="1" dirty="0">
                <a:solidFill>
                  <a:srgbClr val="0000FF"/>
                </a:solidFill>
              </a:rPr>
              <a:t>)</a:t>
            </a:r>
            <a:endParaRPr lang="en-US" altLang="zh-CN" sz="1600" b="1" dirty="0">
              <a:solidFill>
                <a:srgbClr val="0000FF"/>
              </a:solidFill>
            </a:endParaRPr>
          </a:p>
          <a:p>
            <a:endParaRPr lang="en-US" altLang="zh-CN" sz="1600" b="1" dirty="0">
              <a:solidFill>
                <a:srgbClr val="0000FF"/>
              </a:solidFill>
            </a:endParaRPr>
          </a:p>
          <a:p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</a:rPr>
              <a:t>查找成功的情况</a:t>
            </a:r>
            <a:endParaRPr lang="en-US" altLang="zh-CN" sz="1600" b="1" dirty="0">
              <a:solidFill>
                <a:srgbClr val="0000FF"/>
              </a:solidFill>
            </a:endParaRPr>
          </a:p>
          <a:p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</a:rPr>
              <a:t>返回逻辑序号</a:t>
            </a:r>
            <a:r>
              <a:rPr lang="en-US" altLang="zh-CN" sz="1600" b="1" dirty="0">
                <a:solidFill>
                  <a:srgbClr val="0000FF"/>
                </a:solidFill>
              </a:rPr>
              <a:t>(</a:t>
            </a:r>
            <a:r>
              <a:rPr lang="zh-CN" altLang="en-US" sz="1600" b="1" dirty="0">
                <a:solidFill>
                  <a:srgbClr val="0000FF"/>
                </a:solidFill>
              </a:rPr>
              <a:t>数组下标</a:t>
            </a:r>
            <a:r>
              <a:rPr lang="en-US" altLang="zh-CN" sz="1600" b="1" dirty="0">
                <a:solidFill>
                  <a:srgbClr val="0000FF"/>
                </a:solidFill>
              </a:rPr>
              <a:t>+1)</a:t>
            </a:r>
            <a:endParaRPr lang="en-US" altLang="zh-CN" sz="1600" b="1" dirty="0">
              <a:solidFill>
                <a:srgbClr val="0000FF"/>
              </a:solidFill>
            </a:endParaRPr>
          </a:p>
          <a:p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</a:rPr>
              <a:t>小于当前关键字</a:t>
            </a:r>
            <a:endParaRPr lang="en-US" altLang="zh-CN" sz="1600" b="1" dirty="0">
              <a:solidFill>
                <a:srgbClr val="0000FF"/>
              </a:solidFill>
            </a:endParaRPr>
          </a:p>
          <a:p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去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(low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至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mid-1)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递归查找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k</a:t>
            </a:r>
            <a:endParaRPr lang="en-US" altLang="zh-CN" sz="1600" b="1" dirty="0">
              <a:solidFill>
                <a:srgbClr val="0000FF"/>
              </a:solidFill>
            </a:endParaRPr>
          </a:p>
          <a:p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</a:rPr>
              <a:t>大于当前关键字</a:t>
            </a:r>
            <a:endParaRPr lang="en-US" altLang="zh-CN" sz="1600" b="1" dirty="0">
              <a:solidFill>
                <a:srgbClr val="0000FF"/>
              </a:solidFill>
            </a:endParaRPr>
          </a:p>
          <a:p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去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(mid+1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至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high)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递归查找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k</a:t>
            </a:r>
            <a:endParaRPr lang="en-US" altLang="zh-CN" sz="1600" b="1" dirty="0">
              <a:solidFill>
                <a:srgbClr val="0000FF"/>
              </a:solidFill>
            </a:endParaRPr>
          </a:p>
        </p:txBody>
      </p:sp>
      <p:sp>
        <p:nvSpPr>
          <p:cNvPr id="14" name="矩形: 圆角 10"/>
          <p:cNvSpPr/>
          <p:nvPr>
            <p:custDataLst>
              <p:tags r:id="rId12"/>
            </p:custDataLst>
          </p:nvPr>
        </p:nvSpPr>
        <p:spPr>
          <a:xfrm>
            <a:off x="2770849" y="5024342"/>
            <a:ext cx="1096302" cy="24480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12"/>
          <p:cNvSpPr/>
          <p:nvPr>
            <p:custDataLst>
              <p:tags r:id="rId13"/>
            </p:custDataLst>
          </p:nvPr>
        </p:nvSpPr>
        <p:spPr>
          <a:xfrm>
            <a:off x="2978863" y="3264910"/>
            <a:ext cx="1655049" cy="28649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连接符: 曲线 13"/>
          <p:cNvCxnSpPr>
            <a:stCxn id="14" idx="1"/>
            <a:endCxn id="15" idx="1"/>
          </p:cNvCxnSpPr>
          <p:nvPr>
            <p:custDataLst>
              <p:tags r:id="rId14"/>
            </p:custDataLst>
          </p:nvPr>
        </p:nvCxnSpPr>
        <p:spPr>
          <a:xfrm rot="10800000" flipH="1">
            <a:off x="2770849" y="3408156"/>
            <a:ext cx="208014" cy="1738587"/>
          </a:xfrm>
          <a:prstGeom prst="curvedConnector3">
            <a:avLst>
              <a:gd name="adj1" fmla="val -109896"/>
            </a:avLst>
          </a:prstGeom>
          <a:ln w="38100">
            <a:solidFill>
              <a:srgbClr val="FF0000">
                <a:alpha val="5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15"/>
            </p:custDataLst>
          </p:nvPr>
        </p:nvSpPr>
        <p:spPr>
          <a:xfrm>
            <a:off x="2673439" y="4733420"/>
            <a:ext cx="156302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16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high=mid-1</a:t>
            </a:r>
            <a:endParaRPr lang="zh-CN" altLang="en-US" sz="1600" dirty="0"/>
          </a:p>
        </p:txBody>
      </p:sp>
      <p:sp>
        <p:nvSpPr>
          <p:cNvPr id="25" name="矩形: 圆角 24"/>
          <p:cNvSpPr/>
          <p:nvPr>
            <p:custDataLst>
              <p:tags r:id="rId16"/>
            </p:custDataLst>
          </p:nvPr>
        </p:nvSpPr>
        <p:spPr>
          <a:xfrm>
            <a:off x="2770849" y="5515616"/>
            <a:ext cx="1283636" cy="24480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连接符: 曲线 25"/>
          <p:cNvCxnSpPr>
            <a:stCxn id="25" idx="3"/>
            <a:endCxn id="15" idx="3"/>
          </p:cNvCxnSpPr>
          <p:nvPr>
            <p:custDataLst>
              <p:tags r:id="rId17"/>
            </p:custDataLst>
          </p:nvPr>
        </p:nvCxnSpPr>
        <p:spPr>
          <a:xfrm flipV="1">
            <a:off x="4054485" y="3408155"/>
            <a:ext cx="579427" cy="2229861"/>
          </a:xfrm>
          <a:prstGeom prst="curvedConnector3">
            <a:avLst>
              <a:gd name="adj1" fmla="val 139453"/>
            </a:avLst>
          </a:prstGeom>
          <a:ln w="38100">
            <a:solidFill>
              <a:srgbClr val="FF0000">
                <a:alpha val="5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>
            <p:custDataLst>
              <p:tags r:id="rId18"/>
            </p:custDataLst>
          </p:nvPr>
        </p:nvSpPr>
        <p:spPr>
          <a:xfrm>
            <a:off x="2673439" y="5704898"/>
            <a:ext cx="1563026" cy="33855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16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low=mid+1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7" grpId="0"/>
      <p:bldP spid="8" grpId="0"/>
      <p:bldP spid="9" grpId="0"/>
      <p:bldP spid="10" grpId="0"/>
      <p:bldP spid="16" grpId="0"/>
      <p:bldP spid="18" grpId="0"/>
      <p:bldP spid="14" grpId="0" bldLvl="0" animBg="1"/>
      <p:bldP spid="15" grpId="0" bldLvl="0" animBg="1"/>
      <p:bldP spid="23" grpId="0"/>
      <p:bldP spid="25" grpId="0" bldLvl="0" animBg="1"/>
      <p:bldP spid="3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二分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查找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29063"/>
            <a:ext cx="9321800" cy="14566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二分查找过程可用二叉树来描述</a:t>
            </a:r>
            <a:endParaRPr kumimoji="1" lang="en-US" altLang="zh-CN" sz="2000" b="1" dirty="0">
              <a:solidFill>
                <a:srgbClr val="0099BC"/>
              </a:solidFill>
              <a:latin typeface="+mn-ea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当前查找区间的</a:t>
            </a:r>
            <a:r>
              <a:rPr kumimoji="1" lang="zh-CN" altLang="en-US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中间位置</a:t>
            </a:r>
            <a:r>
              <a:rPr kumimoji="1"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(mid)</a:t>
            </a:r>
            <a:r>
              <a:rPr kumimoji="1"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上的记录作为</a:t>
            </a:r>
            <a:r>
              <a:rPr kumimoji="1" lang="zh-CN" altLang="en-US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根</a:t>
            </a:r>
            <a:endParaRPr kumimoji="1" lang="en-US" altLang="zh-CN" b="1" dirty="0">
              <a:solidFill>
                <a:srgbClr val="B50988"/>
              </a:solidFill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左子表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(low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至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mid-1)</a:t>
            </a:r>
            <a:r>
              <a:rPr kumimoji="1" lang="zh-CN" altLang="en-US" b="1" dirty="0">
                <a:latin typeface="+mn-ea"/>
                <a:cs typeface="Consolas" panose="020B0609020204030204" pitchFamily="49" charset="0"/>
              </a:rPr>
              <a:t>和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右子表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(mid+1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至</a:t>
            </a:r>
            <a:r>
              <a:rPr kumimoji="1"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high)</a:t>
            </a:r>
            <a:r>
              <a:rPr kumimoji="1" lang="zh-CN" altLang="en-US" b="1" dirty="0">
                <a:latin typeface="+mn-ea"/>
                <a:cs typeface="Consolas" panose="020B0609020204030204" pitchFamily="49" charset="0"/>
              </a:rPr>
              <a:t>中的记录分别作为根的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左子树</a:t>
            </a:r>
            <a:r>
              <a:rPr kumimoji="1" lang="zh-CN" altLang="en-US" b="1" dirty="0">
                <a:latin typeface="+mn-ea"/>
                <a:cs typeface="Consolas" panose="020B0609020204030204" pitchFamily="49" charset="0"/>
              </a:rPr>
              <a:t>和</a:t>
            </a:r>
            <a:r>
              <a:rPr kumimoji="1" lang="zh-CN" altLang="en-US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右子树</a:t>
            </a:r>
            <a:endParaRPr kumimoji="1" lang="en-US" altLang="zh-CN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b="1" dirty="0">
                <a:latin typeface="+mn-ea"/>
                <a:cs typeface="Consolas" panose="020B0609020204030204" pitchFamily="49" charset="0"/>
              </a:rPr>
              <a:t>这样的二叉树可称为</a:t>
            </a:r>
            <a:r>
              <a:rPr kumimoji="1" lang="zh-CN" altLang="en-US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判定树</a:t>
            </a:r>
            <a:r>
              <a:rPr kumimoji="1" lang="zh-CN" altLang="en-US" b="1" dirty="0">
                <a:latin typeface="+mn-ea"/>
                <a:cs typeface="Consolas" panose="020B0609020204030204" pitchFamily="49" charset="0"/>
              </a:rPr>
              <a:t>或</a:t>
            </a:r>
            <a:r>
              <a:rPr kumimoji="1" lang="zh-CN" altLang="en-US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比较树</a:t>
            </a:r>
            <a:endParaRPr kumimoji="1" lang="en-US" altLang="zh-CN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51868" y="2183599"/>
            <a:ext cx="1549805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b="1" dirty="0">
                <a:solidFill>
                  <a:schemeClr val="tx1"/>
                </a:solidFill>
              </a:rPr>
              <a:t>物理下标</a:t>
            </a:r>
            <a:r>
              <a:rPr kumimoji="1" lang="en-US" altLang="zh-CN" b="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51868" y="2543599"/>
            <a:ext cx="1549805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b="1" dirty="0">
                <a:solidFill>
                  <a:srgbClr val="0000FF"/>
                </a:solidFill>
              </a:rPr>
              <a:t>关键字序列</a:t>
            </a:r>
            <a:r>
              <a:rPr kumimoji="1" lang="en-US" altLang="zh-CN" b="1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664424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0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1664424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310552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1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2310552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3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2956680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2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2956680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10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3602808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3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12"/>
            </p:custDataLst>
          </p:nvPr>
        </p:nvSpPr>
        <p:spPr>
          <a:xfrm>
            <a:off x="3602808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15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6" name="矩形 15"/>
          <p:cNvSpPr/>
          <p:nvPr>
            <p:custDataLst>
              <p:tags r:id="rId13"/>
            </p:custDataLst>
          </p:nvPr>
        </p:nvSpPr>
        <p:spPr>
          <a:xfrm>
            <a:off x="4248936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4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>
            <p:custDataLst>
              <p:tags r:id="rId14"/>
            </p:custDataLst>
          </p:nvPr>
        </p:nvSpPr>
        <p:spPr>
          <a:xfrm>
            <a:off x="4248936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8" name="矩形 17"/>
          <p:cNvSpPr/>
          <p:nvPr>
            <p:custDataLst>
              <p:tags r:id="rId15"/>
            </p:custDataLst>
          </p:nvPr>
        </p:nvSpPr>
        <p:spPr>
          <a:xfrm>
            <a:off x="4895064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5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4895064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25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0" name="矩形 19"/>
          <p:cNvSpPr/>
          <p:nvPr>
            <p:custDataLst>
              <p:tags r:id="rId17"/>
            </p:custDataLst>
          </p:nvPr>
        </p:nvSpPr>
        <p:spPr>
          <a:xfrm>
            <a:off x="5541192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6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5541192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28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19"/>
            </p:custDataLst>
          </p:nvPr>
        </p:nvSpPr>
        <p:spPr>
          <a:xfrm>
            <a:off x="6187320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7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>
            <p:custDataLst>
              <p:tags r:id="rId20"/>
            </p:custDataLst>
          </p:nvPr>
        </p:nvSpPr>
        <p:spPr>
          <a:xfrm>
            <a:off x="6187320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29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4" name="矩形 23"/>
          <p:cNvSpPr/>
          <p:nvPr>
            <p:custDataLst>
              <p:tags r:id="rId21"/>
            </p:custDataLst>
          </p:nvPr>
        </p:nvSpPr>
        <p:spPr>
          <a:xfrm>
            <a:off x="6833448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8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>
            <p:custDataLst>
              <p:tags r:id="rId22"/>
            </p:custDataLst>
          </p:nvPr>
        </p:nvSpPr>
        <p:spPr>
          <a:xfrm>
            <a:off x="6833448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30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6" name="矩形 25"/>
          <p:cNvSpPr/>
          <p:nvPr>
            <p:custDataLst>
              <p:tags r:id="rId23"/>
            </p:custDataLst>
          </p:nvPr>
        </p:nvSpPr>
        <p:spPr>
          <a:xfrm>
            <a:off x="7479576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9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>
            <p:custDataLst>
              <p:tags r:id="rId24"/>
            </p:custDataLst>
          </p:nvPr>
        </p:nvSpPr>
        <p:spPr>
          <a:xfrm>
            <a:off x="7479576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35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28" name="矩形 27"/>
          <p:cNvSpPr/>
          <p:nvPr>
            <p:custDataLst>
              <p:tags r:id="rId25"/>
            </p:custDataLst>
          </p:nvPr>
        </p:nvSpPr>
        <p:spPr>
          <a:xfrm>
            <a:off x="8125704" y="218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10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>
            <p:custDataLst>
              <p:tags r:id="rId26"/>
            </p:custDataLst>
          </p:nvPr>
        </p:nvSpPr>
        <p:spPr>
          <a:xfrm>
            <a:off x="8125704" y="2543599"/>
            <a:ext cx="646128" cy="3600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rgbClr val="0000FF"/>
                </a:solidFill>
              </a:rPr>
              <a:t>40</a:t>
            </a:r>
            <a:endParaRPr kumimoji="1"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39" name="矩形: 圆角 38"/>
          <p:cNvSpPr/>
          <p:nvPr>
            <p:custDataLst>
              <p:tags r:id="rId27"/>
            </p:custDataLst>
          </p:nvPr>
        </p:nvSpPr>
        <p:spPr>
          <a:xfrm>
            <a:off x="1797587" y="2543599"/>
            <a:ext cx="2947162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4857821" y="2938463"/>
            <a:ext cx="709855" cy="565935"/>
            <a:chOff x="1628693" y="4298760"/>
            <a:chExt cx="709855" cy="565935"/>
          </a:xfrm>
        </p:grpSpPr>
        <p:cxnSp>
          <p:nvCxnSpPr>
            <p:cNvPr id="47" name="直接箭头连接符 46"/>
            <p:cNvCxnSpPr/>
            <p:nvPr>
              <p:custDataLst>
                <p:tags r:id="rId28"/>
              </p:custDataLst>
            </p:nvPr>
          </p:nvCxnSpPr>
          <p:spPr>
            <a:xfrm flipV="1">
              <a:off x="1983621" y="4298760"/>
              <a:ext cx="0" cy="245553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48" name="TextBox 20"/>
            <p:cNvSpPr txBox="1"/>
            <p:nvPr>
              <p:custDataLst>
                <p:tags r:id="rId29"/>
              </p:custDataLst>
            </p:nvPr>
          </p:nvSpPr>
          <p:spPr>
            <a:xfrm>
              <a:off x="1628693" y="4468112"/>
              <a:ext cx="70985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49" name="椭圆 48"/>
          <p:cNvSpPr/>
          <p:nvPr>
            <p:custDataLst>
              <p:tags r:id="rId30"/>
            </p:custDataLst>
          </p:nvPr>
        </p:nvSpPr>
        <p:spPr>
          <a:xfrm>
            <a:off x="2657613" y="4783041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0" name="椭圆 49"/>
          <p:cNvSpPr/>
          <p:nvPr>
            <p:custDataLst>
              <p:tags r:id="rId31"/>
            </p:custDataLst>
          </p:nvPr>
        </p:nvSpPr>
        <p:spPr>
          <a:xfrm>
            <a:off x="4136773" y="4223867"/>
            <a:ext cx="468000" cy="468000"/>
          </a:xfrm>
          <a:prstGeom prst="ellipse">
            <a:avLst/>
          </a:prstGeom>
          <a:solidFill>
            <a:srgbClr val="B50988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51" name="直接连接符 50"/>
          <p:cNvCxnSpPr>
            <a:stCxn id="50" idx="3"/>
            <a:endCxn id="49" idx="7"/>
          </p:cNvCxnSpPr>
          <p:nvPr>
            <p:custDataLst>
              <p:tags r:id="rId32"/>
            </p:custDataLst>
          </p:nvPr>
        </p:nvCxnSpPr>
        <p:spPr>
          <a:xfrm flipH="1">
            <a:off x="3057076" y="4623330"/>
            <a:ext cx="1148234" cy="228248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52" name="直接连接符 51"/>
          <p:cNvCxnSpPr>
            <a:stCxn id="50" idx="5"/>
            <a:endCxn id="53" idx="1"/>
          </p:cNvCxnSpPr>
          <p:nvPr>
            <p:custDataLst>
              <p:tags r:id="rId33"/>
            </p:custDataLst>
          </p:nvPr>
        </p:nvCxnSpPr>
        <p:spPr>
          <a:xfrm>
            <a:off x="4536236" y="4623330"/>
            <a:ext cx="1194141" cy="228248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53" name="椭圆 52"/>
          <p:cNvSpPr/>
          <p:nvPr>
            <p:custDataLst>
              <p:tags r:id="rId34"/>
            </p:custDataLst>
          </p:nvPr>
        </p:nvSpPr>
        <p:spPr>
          <a:xfrm>
            <a:off x="5661840" y="4783041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4" name="矩形 53"/>
          <p:cNvSpPr/>
          <p:nvPr>
            <p:custDataLst>
              <p:tags r:id="rId35"/>
            </p:custDataLst>
          </p:nvPr>
        </p:nvSpPr>
        <p:spPr>
          <a:xfrm>
            <a:off x="4047709" y="4277867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25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55" name="Text Box 75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970075" y="3969176"/>
            <a:ext cx="801395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0~10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56" name="矩形: 圆角 55"/>
          <p:cNvSpPr/>
          <p:nvPr>
            <p:custDataLst>
              <p:tags r:id="rId37"/>
            </p:custDataLst>
          </p:nvPr>
        </p:nvSpPr>
        <p:spPr>
          <a:xfrm>
            <a:off x="5691507" y="2543599"/>
            <a:ext cx="2947162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Text Box 75"/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2479782" y="4518256"/>
            <a:ext cx="801395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0~4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58" name="Text Box 75"/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95142" y="4518256"/>
            <a:ext cx="801395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6~10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2924816" y="2938463"/>
            <a:ext cx="709855" cy="565935"/>
            <a:chOff x="1628693" y="4298760"/>
            <a:chExt cx="709855" cy="565935"/>
          </a:xfrm>
        </p:grpSpPr>
        <p:cxnSp>
          <p:nvCxnSpPr>
            <p:cNvPr id="60" name="直接箭头连接符 59"/>
            <p:cNvCxnSpPr/>
            <p:nvPr>
              <p:custDataLst>
                <p:tags r:id="rId40"/>
              </p:custDataLst>
            </p:nvPr>
          </p:nvCxnSpPr>
          <p:spPr>
            <a:xfrm flipV="1">
              <a:off x="1983621" y="4298760"/>
              <a:ext cx="0" cy="245553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61" name="TextBox 20"/>
            <p:cNvSpPr txBox="1"/>
            <p:nvPr>
              <p:custDataLst>
                <p:tags r:id="rId41"/>
              </p:custDataLst>
            </p:nvPr>
          </p:nvSpPr>
          <p:spPr>
            <a:xfrm>
              <a:off x="1628693" y="4468112"/>
              <a:ext cx="70985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6801495" y="2938463"/>
            <a:ext cx="709855" cy="565935"/>
            <a:chOff x="1628693" y="4298760"/>
            <a:chExt cx="709855" cy="565935"/>
          </a:xfrm>
        </p:grpSpPr>
        <p:cxnSp>
          <p:nvCxnSpPr>
            <p:cNvPr id="63" name="直接箭头连接符 62"/>
            <p:cNvCxnSpPr/>
            <p:nvPr>
              <p:custDataLst>
                <p:tags r:id="rId42"/>
              </p:custDataLst>
            </p:nvPr>
          </p:nvCxnSpPr>
          <p:spPr>
            <a:xfrm flipV="1">
              <a:off x="1983621" y="4298760"/>
              <a:ext cx="0" cy="245553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64" name="TextBox 20"/>
            <p:cNvSpPr txBox="1"/>
            <p:nvPr>
              <p:custDataLst>
                <p:tags r:id="rId43"/>
              </p:custDataLst>
            </p:nvPr>
          </p:nvSpPr>
          <p:spPr>
            <a:xfrm>
              <a:off x="1628693" y="4468112"/>
              <a:ext cx="70985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65" name="矩形 64"/>
          <p:cNvSpPr/>
          <p:nvPr>
            <p:custDataLst>
              <p:tags r:id="rId44"/>
            </p:custDataLst>
          </p:nvPr>
        </p:nvSpPr>
        <p:spPr>
          <a:xfrm>
            <a:off x="2568549" y="4837041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10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66" name="矩形 65"/>
          <p:cNvSpPr/>
          <p:nvPr>
            <p:custDataLst>
              <p:tags r:id="rId45"/>
            </p:custDataLst>
          </p:nvPr>
        </p:nvSpPr>
        <p:spPr>
          <a:xfrm>
            <a:off x="5563810" y="4837041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30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67" name="矩形: 圆角 66"/>
          <p:cNvSpPr/>
          <p:nvPr>
            <p:custDataLst>
              <p:tags r:id="rId46"/>
            </p:custDataLst>
          </p:nvPr>
        </p:nvSpPr>
        <p:spPr>
          <a:xfrm>
            <a:off x="1797587" y="2543599"/>
            <a:ext cx="972000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: 圆角 67"/>
          <p:cNvSpPr/>
          <p:nvPr>
            <p:custDataLst>
              <p:tags r:id="rId47"/>
            </p:custDataLst>
          </p:nvPr>
        </p:nvSpPr>
        <p:spPr>
          <a:xfrm>
            <a:off x="3772749" y="2543599"/>
            <a:ext cx="972000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: 圆角 68"/>
          <p:cNvSpPr/>
          <p:nvPr>
            <p:custDataLst>
              <p:tags r:id="rId48"/>
            </p:custDataLst>
          </p:nvPr>
        </p:nvSpPr>
        <p:spPr>
          <a:xfrm>
            <a:off x="5699062" y="2543599"/>
            <a:ext cx="972000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: 圆角 69"/>
          <p:cNvSpPr/>
          <p:nvPr>
            <p:custDataLst>
              <p:tags r:id="rId49"/>
            </p:custDataLst>
          </p:nvPr>
        </p:nvSpPr>
        <p:spPr>
          <a:xfrm>
            <a:off x="7641962" y="2543599"/>
            <a:ext cx="1004262" cy="359999"/>
          </a:xfrm>
          <a:prstGeom prst="roundRect">
            <a:avLst>
              <a:gd name="adj" fmla="val 4150"/>
            </a:avLst>
          </a:prstGeom>
          <a:solidFill>
            <a:srgbClr val="0070C0">
              <a:alpha val="21000"/>
            </a:srgbClr>
          </a:solidFill>
          <a:ln>
            <a:solidFill>
              <a:srgbClr val="0070C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椭圆 70"/>
          <p:cNvSpPr/>
          <p:nvPr>
            <p:custDataLst>
              <p:tags r:id="rId50"/>
            </p:custDataLst>
          </p:nvPr>
        </p:nvSpPr>
        <p:spPr>
          <a:xfrm>
            <a:off x="1911288" y="5417793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2" name="椭圆 71"/>
          <p:cNvSpPr/>
          <p:nvPr>
            <p:custDataLst>
              <p:tags r:id="rId51"/>
            </p:custDataLst>
          </p:nvPr>
        </p:nvSpPr>
        <p:spPr>
          <a:xfrm>
            <a:off x="3397391" y="5417793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73" name="直接连接符 72"/>
          <p:cNvCxnSpPr>
            <a:stCxn id="49" idx="3"/>
            <a:endCxn id="71" idx="0"/>
          </p:cNvCxnSpPr>
          <p:nvPr>
            <p:custDataLst>
              <p:tags r:id="rId52"/>
            </p:custDataLst>
          </p:nvPr>
        </p:nvCxnSpPr>
        <p:spPr>
          <a:xfrm flipH="1">
            <a:off x="2145288" y="5182504"/>
            <a:ext cx="580862" cy="235289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76" name="直接连接符 75"/>
          <p:cNvCxnSpPr>
            <a:stCxn id="49" idx="5"/>
            <a:endCxn id="72" idx="0"/>
          </p:cNvCxnSpPr>
          <p:nvPr>
            <p:custDataLst>
              <p:tags r:id="rId53"/>
            </p:custDataLst>
          </p:nvPr>
        </p:nvCxnSpPr>
        <p:spPr>
          <a:xfrm>
            <a:off x="3057076" y="5182504"/>
            <a:ext cx="574315" cy="235289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82" name="椭圆 81"/>
          <p:cNvSpPr/>
          <p:nvPr>
            <p:custDataLst>
              <p:tags r:id="rId54"/>
            </p:custDataLst>
          </p:nvPr>
        </p:nvSpPr>
        <p:spPr>
          <a:xfrm>
            <a:off x="4910927" y="5417793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3" name="椭圆 82"/>
          <p:cNvSpPr/>
          <p:nvPr>
            <p:custDataLst>
              <p:tags r:id="rId55"/>
            </p:custDataLst>
          </p:nvPr>
        </p:nvSpPr>
        <p:spPr>
          <a:xfrm>
            <a:off x="6397030" y="5417793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84" name="直接连接符 83"/>
          <p:cNvCxnSpPr>
            <a:stCxn id="53" idx="3"/>
            <a:endCxn id="82" idx="0"/>
          </p:cNvCxnSpPr>
          <p:nvPr>
            <p:custDataLst>
              <p:tags r:id="rId56"/>
            </p:custDataLst>
          </p:nvPr>
        </p:nvCxnSpPr>
        <p:spPr>
          <a:xfrm flipH="1">
            <a:off x="5144927" y="5182504"/>
            <a:ext cx="585450" cy="235289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85" name="直接连接符 84"/>
          <p:cNvCxnSpPr>
            <a:stCxn id="53" idx="5"/>
            <a:endCxn id="83" idx="0"/>
          </p:cNvCxnSpPr>
          <p:nvPr>
            <p:custDataLst>
              <p:tags r:id="rId57"/>
            </p:custDataLst>
          </p:nvPr>
        </p:nvCxnSpPr>
        <p:spPr>
          <a:xfrm>
            <a:off x="6061303" y="5182504"/>
            <a:ext cx="569727" cy="235289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88" name="Text Box 75"/>
          <p:cNvSpPr txBox="1"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1643041" y="5140792"/>
            <a:ext cx="801395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0~1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89" name="Text Box 75"/>
          <p:cNvSpPr txBox="1"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3358920" y="5140792"/>
            <a:ext cx="801395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3~4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90" name="Text Box 75"/>
          <p:cNvSpPr txBox="1"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4652650" y="5140792"/>
            <a:ext cx="801395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6~7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91" name="Text Box 75"/>
          <p:cNvSpPr txBox="1"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6429468" y="5140792"/>
            <a:ext cx="801395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9~10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1637684" y="2938463"/>
            <a:ext cx="709855" cy="565935"/>
            <a:chOff x="1628693" y="4298760"/>
            <a:chExt cx="709855" cy="565935"/>
          </a:xfrm>
        </p:grpSpPr>
        <p:cxnSp>
          <p:nvCxnSpPr>
            <p:cNvPr id="93" name="直接箭头连接符 92"/>
            <p:cNvCxnSpPr/>
            <p:nvPr>
              <p:custDataLst>
                <p:tags r:id="rId62"/>
              </p:custDataLst>
            </p:nvPr>
          </p:nvCxnSpPr>
          <p:spPr>
            <a:xfrm flipV="1">
              <a:off x="1983621" y="4298760"/>
              <a:ext cx="0" cy="245553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94" name="TextBox 20"/>
            <p:cNvSpPr txBox="1"/>
            <p:nvPr>
              <p:custDataLst>
                <p:tags r:id="rId63"/>
              </p:custDataLst>
            </p:nvPr>
          </p:nvSpPr>
          <p:spPr>
            <a:xfrm>
              <a:off x="1628693" y="4468112"/>
              <a:ext cx="70985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3570944" y="2938463"/>
            <a:ext cx="709855" cy="565935"/>
            <a:chOff x="1628693" y="4298760"/>
            <a:chExt cx="709855" cy="565935"/>
          </a:xfrm>
        </p:grpSpPr>
        <p:cxnSp>
          <p:nvCxnSpPr>
            <p:cNvPr id="96" name="直接箭头连接符 95"/>
            <p:cNvCxnSpPr/>
            <p:nvPr>
              <p:custDataLst>
                <p:tags r:id="rId64"/>
              </p:custDataLst>
            </p:nvPr>
          </p:nvCxnSpPr>
          <p:spPr>
            <a:xfrm flipV="1">
              <a:off x="1983621" y="4298760"/>
              <a:ext cx="0" cy="245553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97" name="TextBox 20"/>
            <p:cNvSpPr txBox="1"/>
            <p:nvPr>
              <p:custDataLst>
                <p:tags r:id="rId65"/>
              </p:custDataLst>
            </p:nvPr>
          </p:nvSpPr>
          <p:spPr>
            <a:xfrm>
              <a:off x="1628693" y="4468112"/>
              <a:ext cx="70985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5514618" y="2938463"/>
            <a:ext cx="709855" cy="565935"/>
            <a:chOff x="1628693" y="4298760"/>
            <a:chExt cx="709855" cy="565935"/>
          </a:xfrm>
        </p:grpSpPr>
        <p:cxnSp>
          <p:nvCxnSpPr>
            <p:cNvPr id="99" name="直接箭头连接符 98"/>
            <p:cNvCxnSpPr/>
            <p:nvPr>
              <p:custDataLst>
                <p:tags r:id="rId66"/>
              </p:custDataLst>
            </p:nvPr>
          </p:nvCxnSpPr>
          <p:spPr>
            <a:xfrm flipV="1">
              <a:off x="1983621" y="4298760"/>
              <a:ext cx="0" cy="245553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100" name="TextBox 20"/>
            <p:cNvSpPr txBox="1"/>
            <p:nvPr>
              <p:custDataLst>
                <p:tags r:id="rId67"/>
              </p:custDataLst>
            </p:nvPr>
          </p:nvSpPr>
          <p:spPr>
            <a:xfrm>
              <a:off x="1628693" y="4468112"/>
              <a:ext cx="70985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7440403" y="2938463"/>
            <a:ext cx="709855" cy="565935"/>
            <a:chOff x="1628693" y="4298760"/>
            <a:chExt cx="709855" cy="565935"/>
          </a:xfrm>
        </p:grpSpPr>
        <p:cxnSp>
          <p:nvCxnSpPr>
            <p:cNvPr id="102" name="直接箭头连接符 101"/>
            <p:cNvCxnSpPr/>
            <p:nvPr>
              <p:custDataLst>
                <p:tags r:id="rId68"/>
              </p:custDataLst>
            </p:nvPr>
          </p:nvCxnSpPr>
          <p:spPr>
            <a:xfrm flipV="1">
              <a:off x="1983621" y="4298760"/>
              <a:ext cx="0" cy="245553"/>
            </a:xfrm>
            <a:prstGeom prst="straightConnector1">
              <a:avLst/>
            </a:prstGeom>
            <a:noFill/>
            <a:ln w="38100" cap="flat" cmpd="sng" algn="ctr">
              <a:solidFill>
                <a:srgbClr val="B50988"/>
              </a:solidFill>
              <a:prstDash val="solid"/>
              <a:tailEnd type="arrow"/>
            </a:ln>
            <a:effectLst/>
          </p:spPr>
        </p:cxnSp>
        <p:sp>
          <p:nvSpPr>
            <p:cNvPr id="103" name="TextBox 20"/>
            <p:cNvSpPr txBox="1"/>
            <p:nvPr>
              <p:custDataLst>
                <p:tags r:id="rId69"/>
              </p:custDataLst>
            </p:nvPr>
          </p:nvSpPr>
          <p:spPr>
            <a:xfrm>
              <a:off x="1628693" y="4468112"/>
              <a:ext cx="709855" cy="396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 kern="0" dirty="0">
                  <a:solidFill>
                    <a:srgbClr val="B50988"/>
                  </a:solidFill>
                  <a:latin typeface="+mn-ea"/>
                  <a:cs typeface="Consolas" panose="020B0609020204030204" pitchFamily="49" charset="0"/>
                </a:rPr>
                <a:t>mid</a:t>
              </a:r>
              <a:endParaRPr kumimoji="0" lang="zh-CN" altLang="en-US" sz="1800" b="1" u="none" strike="noStrike" kern="0" cap="none" spc="0" normalizeH="0" baseline="0" noProof="0" dirty="0">
                <a:ln>
                  <a:noFill/>
                </a:ln>
                <a:solidFill>
                  <a:srgbClr val="B50988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04" name="矩形 103"/>
          <p:cNvSpPr/>
          <p:nvPr>
            <p:custDataLst>
              <p:tags r:id="rId70"/>
            </p:custDataLst>
          </p:nvPr>
        </p:nvSpPr>
        <p:spPr>
          <a:xfrm>
            <a:off x="1820357" y="5467702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2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05" name="矩形 104"/>
          <p:cNvSpPr/>
          <p:nvPr>
            <p:custDataLst>
              <p:tags r:id="rId71"/>
            </p:custDataLst>
          </p:nvPr>
        </p:nvSpPr>
        <p:spPr>
          <a:xfrm>
            <a:off x="3307618" y="5467702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15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06" name="矩形 105"/>
          <p:cNvSpPr/>
          <p:nvPr>
            <p:custDataLst>
              <p:tags r:id="rId72"/>
            </p:custDataLst>
          </p:nvPr>
        </p:nvSpPr>
        <p:spPr>
          <a:xfrm>
            <a:off x="4813446" y="5467702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28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07" name="矩形 106"/>
          <p:cNvSpPr/>
          <p:nvPr>
            <p:custDataLst>
              <p:tags r:id="rId73"/>
            </p:custDataLst>
          </p:nvPr>
        </p:nvSpPr>
        <p:spPr>
          <a:xfrm>
            <a:off x="6306216" y="5467702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35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cxnSp>
        <p:nvCxnSpPr>
          <p:cNvPr id="109" name="直接连接符 108"/>
          <p:cNvCxnSpPr>
            <a:stCxn id="71" idx="5"/>
            <a:endCxn id="112" idx="0"/>
          </p:cNvCxnSpPr>
          <p:nvPr>
            <p:custDataLst>
              <p:tags r:id="rId74"/>
            </p:custDataLst>
          </p:nvPr>
        </p:nvCxnSpPr>
        <p:spPr>
          <a:xfrm>
            <a:off x="2310751" y="5817256"/>
            <a:ext cx="302537" cy="297548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12" name="椭圆 111"/>
          <p:cNvSpPr/>
          <p:nvPr>
            <p:custDataLst>
              <p:tags r:id="rId75"/>
            </p:custDataLst>
          </p:nvPr>
        </p:nvSpPr>
        <p:spPr>
          <a:xfrm>
            <a:off x="2379288" y="6114804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15" name="直接连接符 114"/>
          <p:cNvCxnSpPr>
            <a:stCxn id="72" idx="5"/>
            <a:endCxn id="116" idx="0"/>
          </p:cNvCxnSpPr>
          <p:nvPr>
            <p:custDataLst>
              <p:tags r:id="rId76"/>
            </p:custDataLst>
          </p:nvPr>
        </p:nvCxnSpPr>
        <p:spPr>
          <a:xfrm>
            <a:off x="3796854" y="5817256"/>
            <a:ext cx="302537" cy="297548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16" name="椭圆 115"/>
          <p:cNvSpPr/>
          <p:nvPr>
            <p:custDataLst>
              <p:tags r:id="rId77"/>
            </p:custDataLst>
          </p:nvPr>
        </p:nvSpPr>
        <p:spPr>
          <a:xfrm>
            <a:off x="3865391" y="6114804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19" name="直接连接符 118"/>
          <p:cNvCxnSpPr>
            <a:stCxn id="82" idx="5"/>
            <a:endCxn id="120" idx="0"/>
          </p:cNvCxnSpPr>
          <p:nvPr>
            <p:custDataLst>
              <p:tags r:id="rId78"/>
            </p:custDataLst>
          </p:nvPr>
        </p:nvCxnSpPr>
        <p:spPr>
          <a:xfrm>
            <a:off x="5310390" y="5817256"/>
            <a:ext cx="290641" cy="297548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20" name="椭圆 119"/>
          <p:cNvSpPr/>
          <p:nvPr>
            <p:custDataLst>
              <p:tags r:id="rId79"/>
            </p:custDataLst>
          </p:nvPr>
        </p:nvSpPr>
        <p:spPr>
          <a:xfrm>
            <a:off x="5367031" y="6114804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22" name="直接连接符 121"/>
          <p:cNvCxnSpPr>
            <a:stCxn id="83" idx="5"/>
            <a:endCxn id="123" idx="0"/>
          </p:cNvCxnSpPr>
          <p:nvPr>
            <p:custDataLst>
              <p:tags r:id="rId80"/>
            </p:custDataLst>
          </p:nvPr>
        </p:nvCxnSpPr>
        <p:spPr>
          <a:xfrm>
            <a:off x="6796493" y="5817256"/>
            <a:ext cx="290641" cy="297548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23" name="椭圆 122"/>
          <p:cNvSpPr/>
          <p:nvPr>
            <p:custDataLst>
              <p:tags r:id="rId81"/>
            </p:custDataLst>
          </p:nvPr>
        </p:nvSpPr>
        <p:spPr>
          <a:xfrm>
            <a:off x="6853134" y="6114804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5" name="Text Box 75"/>
          <p:cNvSpPr txBox="1">
            <a:spLocks noChangeArrowheads="1"/>
          </p:cNvSpPr>
          <p:nvPr>
            <p:custDataLst>
              <p:tags r:id="rId82"/>
            </p:custDataLst>
          </p:nvPr>
        </p:nvSpPr>
        <p:spPr bwMode="auto">
          <a:xfrm>
            <a:off x="2387081" y="5848421"/>
            <a:ext cx="801395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1~1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126" name="Text Box 75"/>
          <p:cNvSpPr txBox="1">
            <a:spLocks noChangeArrowheads="1"/>
          </p:cNvSpPr>
          <p:nvPr>
            <p:custDataLst>
              <p:tags r:id="rId83"/>
            </p:custDataLst>
          </p:nvPr>
        </p:nvSpPr>
        <p:spPr bwMode="auto">
          <a:xfrm>
            <a:off x="3864156" y="5848421"/>
            <a:ext cx="801395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4~4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127" name="Text Box 75"/>
          <p:cNvSpPr txBox="1">
            <a:spLocks noChangeArrowheads="1"/>
          </p:cNvSpPr>
          <p:nvPr>
            <p:custDataLst>
              <p:tags r:id="rId84"/>
            </p:custDataLst>
          </p:nvPr>
        </p:nvSpPr>
        <p:spPr bwMode="auto">
          <a:xfrm>
            <a:off x="5394750" y="5848421"/>
            <a:ext cx="801395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7~7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128" name="Text Box 75"/>
          <p:cNvSpPr txBox="1"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6915205" y="5832911"/>
            <a:ext cx="910019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+mj-lt"/>
                <a:ea typeface="黑体" panose="02010609060101010101" pitchFamily="2" charset="-122"/>
                <a:cs typeface="Consolas" panose="020B0609020204030204" pitchFamily="49" charset="0"/>
              </a:rPr>
              <a:t>10~10</a:t>
            </a:r>
            <a:endParaRPr lang="en-US" altLang="zh-CN" b="1" dirty="0">
              <a:latin typeface="+mj-lt"/>
              <a:ea typeface="黑体" panose="0201060906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129" name="矩形 128"/>
          <p:cNvSpPr/>
          <p:nvPr>
            <p:custDataLst>
              <p:tags r:id="rId86"/>
            </p:custDataLst>
          </p:nvPr>
        </p:nvSpPr>
        <p:spPr>
          <a:xfrm>
            <a:off x="2290224" y="6174431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3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30" name="矩形 129"/>
          <p:cNvSpPr/>
          <p:nvPr>
            <p:custDataLst>
              <p:tags r:id="rId87"/>
            </p:custDataLst>
          </p:nvPr>
        </p:nvSpPr>
        <p:spPr>
          <a:xfrm>
            <a:off x="3776327" y="6163815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20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31" name="矩形 130"/>
          <p:cNvSpPr/>
          <p:nvPr>
            <p:custDataLst>
              <p:tags r:id="rId88"/>
            </p:custDataLst>
          </p:nvPr>
        </p:nvSpPr>
        <p:spPr>
          <a:xfrm>
            <a:off x="5277102" y="6172895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29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32" name="矩形 131"/>
          <p:cNvSpPr/>
          <p:nvPr>
            <p:custDataLst>
              <p:tags r:id="rId89"/>
            </p:custDataLst>
          </p:nvPr>
        </p:nvSpPr>
        <p:spPr>
          <a:xfrm>
            <a:off x="6764070" y="6163815"/>
            <a:ext cx="646128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2000" b="1" dirty="0">
                <a:solidFill>
                  <a:schemeClr val="bg1"/>
                </a:solidFill>
              </a:rPr>
              <a:t>40</a:t>
            </a:r>
            <a:endParaRPr kumimoji="1"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36" name="文本框 135"/>
          <p:cNvSpPr txBox="1"/>
          <p:nvPr>
            <p:custDataLst>
              <p:tags r:id="rId90"/>
            </p:custDataLst>
          </p:nvPr>
        </p:nvSpPr>
        <p:spPr>
          <a:xfrm>
            <a:off x="191866" y="4033246"/>
            <a:ext cx="3562391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k&lt; 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向左分支查找</a:t>
            </a:r>
            <a:endParaRPr lang="zh-CN" altLang="en-US" dirty="0"/>
          </a:p>
        </p:txBody>
      </p:sp>
      <p:sp>
        <p:nvSpPr>
          <p:cNvPr id="138" name="文本框 137"/>
          <p:cNvSpPr txBox="1"/>
          <p:nvPr>
            <p:custDataLst>
              <p:tags r:id="rId91"/>
            </p:custDataLst>
          </p:nvPr>
        </p:nvSpPr>
        <p:spPr>
          <a:xfrm>
            <a:off x="4987288" y="4033246"/>
            <a:ext cx="3562391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k&gt; 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R[mid].key </a:t>
            </a:r>
            <a:r>
              <a:rPr lang="en-US" altLang="zh-CN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向右分支查找</a:t>
            </a:r>
            <a:endParaRPr lang="zh-CN" altLang="en-US" dirty="0"/>
          </a:p>
        </p:txBody>
      </p:sp>
      <p:sp>
        <p:nvSpPr>
          <p:cNvPr id="108" name="文本框 107"/>
          <p:cNvSpPr txBox="1"/>
          <p:nvPr>
            <p:custDataLst>
              <p:tags r:id="rId92"/>
            </p:custDataLst>
          </p:nvPr>
        </p:nvSpPr>
        <p:spPr>
          <a:xfrm>
            <a:off x="3716563" y="3611051"/>
            <a:ext cx="1370250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b="1" dirty="0" err="1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low~high</a:t>
            </a:r>
            <a:endParaRPr lang="zh-CN" altLang="en-US" dirty="0">
              <a:solidFill>
                <a:srgbClr val="B5098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500"/>
                            </p:stCondLst>
                            <p:childTnLst>
                              <p:par>
                                <p:cTn id="2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19" grpId="1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9" grpId="0" bldLvl="0" animBg="1"/>
      <p:bldP spid="39" grpId="1" bldLvl="0" animBg="1"/>
      <p:bldP spid="49" grpId="0" bldLvl="0" animBg="1"/>
      <p:bldP spid="50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6" grpId="1" bldLvl="0" animBg="1"/>
      <p:bldP spid="57" grpId="0" bldLvl="0" animBg="1"/>
      <p:bldP spid="58" grpId="0" bldLvl="0" animBg="1"/>
      <p:bldP spid="65" grpId="0" bldLvl="0" animBg="1"/>
      <p:bldP spid="66" grpId="0" bldLvl="0" animBg="1"/>
      <p:bldP spid="67" grpId="0" bldLvl="0" animBg="1"/>
      <p:bldP spid="68" grpId="0" bldLvl="0" animBg="1"/>
      <p:bldP spid="69" grpId="0" bldLvl="0" animBg="1"/>
      <p:bldP spid="70" grpId="0" bldLvl="0" animBg="1"/>
      <p:bldP spid="71" grpId="0" bldLvl="0" animBg="1"/>
      <p:bldP spid="72" grpId="0" bldLvl="0" animBg="1"/>
      <p:bldP spid="82" grpId="0" bldLvl="0" animBg="1"/>
      <p:bldP spid="83" grpId="0" bldLvl="0" animBg="1"/>
      <p:bldP spid="88" grpId="0" bldLvl="0" animBg="1"/>
      <p:bldP spid="89" grpId="0" bldLvl="0" animBg="1"/>
      <p:bldP spid="90" grpId="0" bldLvl="0" animBg="1"/>
      <p:bldP spid="91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112" grpId="0" bldLvl="0" animBg="1"/>
      <p:bldP spid="116" grpId="0" bldLvl="0" animBg="1"/>
      <p:bldP spid="120" grpId="0" bldLvl="0" animBg="1"/>
      <p:bldP spid="123" grpId="0" bldLvl="0" animBg="1"/>
      <p:bldP spid="125" grpId="0" bldLvl="0" animBg="1"/>
      <p:bldP spid="126" grpId="0" bldLvl="0" animBg="1"/>
      <p:bldP spid="127" grpId="0" bldLvl="0" animBg="1"/>
      <p:bldP spid="128" grpId="0" bldLvl="0" animBg="1"/>
      <p:bldP spid="129" grpId="0" bldLvl="0" animBg="1"/>
      <p:bldP spid="130" grpId="0" bldLvl="0" animBg="1"/>
      <p:bldP spid="131" grpId="0" bldLvl="0" animBg="1"/>
      <p:bldP spid="132" grpId="0" bldLvl="0" animBg="1"/>
      <p:bldP spid="136" grpId="0"/>
      <p:bldP spid="138" grpId="0"/>
      <p:bldP spid="10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二分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查找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0" y="712457"/>
            <a:ext cx="9144000" cy="7924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zh-CN" altLang="en-US" sz="2000" b="1" dirty="0">
                <a:solidFill>
                  <a:srgbClr val="0099BC"/>
                </a:solidFill>
                <a:latin typeface="+mn-ea"/>
                <a:cs typeface="Consolas" panose="020B0609020204030204" pitchFamily="49" charset="0"/>
              </a:rPr>
              <a:t>二分查找的一般情况分析 </a:t>
            </a:r>
            <a:endParaRPr kumimoji="1" lang="en-US" altLang="zh-CN" sz="2000" b="1" dirty="0">
              <a:solidFill>
                <a:srgbClr val="0099BC"/>
              </a:solidFill>
              <a:latin typeface="+mn-ea"/>
              <a:cs typeface="Consolas" panose="020B0609020204030204" pitchFamily="49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kumimoji="1" lang="zh-CN" altLang="en-US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该满二叉树的结点总数为             ，高度为 </a:t>
            </a:r>
            <a:endParaRPr kumimoji="1" lang="zh-CN" altLang="en-US" b="1" dirty="0"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902191" y="1099286"/>
            <a:ext cx="1133475" cy="37580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n=2</a:t>
            </a:r>
            <a:r>
              <a:rPr kumimoji="1" lang="en-US" altLang="zh-CN" b="1" baseline="3000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</a:t>
            </a:r>
            <a:r>
              <a:rPr kumimoji="1"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-1</a:t>
            </a: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703492" y="1099286"/>
            <a:ext cx="3582057" cy="37580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h=</a:t>
            </a:r>
            <a:r>
              <a:rPr lang="zh-CN" altLang="en-US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 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log</a:t>
            </a:r>
            <a:r>
              <a:rPr lang="en-US" altLang="zh-CN" b="1" baseline="-2500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(n+1)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 (</a:t>
            </a:r>
            <a:r>
              <a:rPr lang="zh-CN" altLang="en-US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向上取整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)</a:t>
            </a: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855119" y="712456"/>
            <a:ext cx="6288881" cy="42986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kumimoji="1" lang="zh-CN" altLang="en-US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当</a:t>
            </a:r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n</a:t>
            </a:r>
            <a:r>
              <a:rPr kumimoji="1" lang="zh-CN" altLang="en-US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比较大时，可将判定树看成高为</a:t>
            </a:r>
            <a:r>
              <a:rPr kumimoji="1" lang="en-US" altLang="zh-CN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</a:t>
            </a:r>
            <a:r>
              <a:rPr kumimoji="1" lang="zh-CN" altLang="en-US" sz="20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的满二叉树</a:t>
            </a:r>
            <a:endParaRPr lang="zh-CN" altLang="en-US" sz="2000" dirty="0"/>
          </a:p>
        </p:txBody>
      </p:sp>
      <p:sp>
        <p:nvSpPr>
          <p:cNvPr id="14" name="椭圆 13"/>
          <p:cNvSpPr/>
          <p:nvPr>
            <p:custDataLst>
              <p:tags r:id="rId6"/>
            </p:custDataLst>
          </p:nvPr>
        </p:nvSpPr>
        <p:spPr>
          <a:xfrm>
            <a:off x="2471348" y="2362892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" name="椭圆 14"/>
          <p:cNvSpPr/>
          <p:nvPr>
            <p:custDataLst>
              <p:tags r:id="rId7"/>
            </p:custDataLst>
          </p:nvPr>
        </p:nvSpPr>
        <p:spPr>
          <a:xfrm>
            <a:off x="3444460" y="2362892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" name="椭圆 15"/>
          <p:cNvSpPr/>
          <p:nvPr>
            <p:custDataLst>
              <p:tags r:id="rId8"/>
            </p:custDataLst>
          </p:nvPr>
        </p:nvSpPr>
        <p:spPr>
          <a:xfrm>
            <a:off x="2949570" y="1816371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7" name="直接连接符 16"/>
          <p:cNvCxnSpPr>
            <a:stCxn id="16" idx="3"/>
            <a:endCxn id="14" idx="0"/>
          </p:cNvCxnSpPr>
          <p:nvPr>
            <p:custDataLst>
              <p:tags r:id="rId9"/>
            </p:custDataLst>
          </p:nvPr>
        </p:nvCxnSpPr>
        <p:spPr>
          <a:xfrm flipH="1">
            <a:off x="2705348" y="2215834"/>
            <a:ext cx="312759" cy="147058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cxnSp>
        <p:nvCxnSpPr>
          <p:cNvPr id="18" name="直接连接符 17"/>
          <p:cNvCxnSpPr>
            <a:stCxn id="16" idx="5"/>
            <a:endCxn id="15" idx="0"/>
          </p:cNvCxnSpPr>
          <p:nvPr>
            <p:custDataLst>
              <p:tags r:id="rId10"/>
            </p:custDataLst>
          </p:nvPr>
        </p:nvCxnSpPr>
        <p:spPr>
          <a:xfrm>
            <a:off x="3349033" y="2215834"/>
            <a:ext cx="329427" cy="147058"/>
          </a:xfrm>
          <a:prstGeom prst="line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</a:ln>
          <a:effectLst/>
        </p:spPr>
      </p:cxnSp>
      <p:sp>
        <p:nvSpPr>
          <p:cNvPr id="19" name="椭圆 18"/>
          <p:cNvSpPr/>
          <p:nvPr>
            <p:custDataLst>
              <p:tags r:id="rId11"/>
            </p:custDataLst>
          </p:nvPr>
        </p:nvSpPr>
        <p:spPr>
          <a:xfrm>
            <a:off x="1370470" y="3163149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2" name="椭圆 31"/>
          <p:cNvSpPr/>
          <p:nvPr>
            <p:custDataLst>
              <p:tags r:id="rId12"/>
            </p:custDataLst>
          </p:nvPr>
        </p:nvSpPr>
        <p:spPr>
          <a:xfrm>
            <a:off x="2327673" y="3157202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7" name="椭圆 36"/>
          <p:cNvSpPr/>
          <p:nvPr>
            <p:custDataLst>
              <p:tags r:id="rId13"/>
            </p:custDataLst>
          </p:nvPr>
        </p:nvSpPr>
        <p:spPr>
          <a:xfrm>
            <a:off x="3567208" y="3157202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2" name="椭圆 41"/>
          <p:cNvSpPr/>
          <p:nvPr>
            <p:custDataLst>
              <p:tags r:id="rId14"/>
            </p:custDataLst>
          </p:nvPr>
        </p:nvSpPr>
        <p:spPr>
          <a:xfrm>
            <a:off x="4552252" y="3157202"/>
            <a:ext cx="468000" cy="468000"/>
          </a:xfrm>
          <a:prstGeom prst="ellipse">
            <a:avLst/>
          </a:prstGeom>
          <a:solidFill>
            <a:srgbClr val="0070C0">
              <a:alpha val="48000"/>
            </a:srgb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15"/>
            </p:custDataLst>
          </p:nvPr>
        </p:nvSpPr>
        <p:spPr>
          <a:xfrm>
            <a:off x="1784527" y="2659280"/>
            <a:ext cx="773575" cy="49795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……</a:t>
            </a:r>
            <a:endParaRPr kumimoji="1" lang="zh-CN" altLang="en-US" sz="2400" b="1" dirty="0">
              <a:solidFill>
                <a:srgbClr val="0070C0"/>
              </a:solidFill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50" name="文本框 49"/>
          <p:cNvSpPr txBox="1"/>
          <p:nvPr>
            <p:custDataLst>
              <p:tags r:id="rId16"/>
            </p:custDataLst>
          </p:nvPr>
        </p:nvSpPr>
        <p:spPr>
          <a:xfrm>
            <a:off x="3886942" y="2659280"/>
            <a:ext cx="773575" cy="49795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……</a:t>
            </a:r>
            <a:endParaRPr kumimoji="1" lang="zh-CN" altLang="en-US" sz="2400" b="1" dirty="0">
              <a:solidFill>
                <a:srgbClr val="0070C0"/>
              </a:solidFill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51" name="文本框 50"/>
          <p:cNvSpPr txBox="1"/>
          <p:nvPr>
            <p:custDataLst>
              <p:tags r:id="rId17"/>
            </p:custDataLst>
          </p:nvPr>
        </p:nvSpPr>
        <p:spPr>
          <a:xfrm>
            <a:off x="2801081" y="3025877"/>
            <a:ext cx="773575" cy="49795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…</a:t>
            </a:r>
            <a:endParaRPr kumimoji="1" lang="zh-CN" altLang="en-US" sz="2400" b="1" dirty="0">
              <a:solidFill>
                <a:srgbClr val="0070C0"/>
              </a:solidFill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52" name="左大括号 51"/>
          <p:cNvSpPr/>
          <p:nvPr>
            <p:custDataLst>
              <p:tags r:id="rId18"/>
            </p:custDataLst>
          </p:nvPr>
        </p:nvSpPr>
        <p:spPr>
          <a:xfrm>
            <a:off x="836972" y="1815042"/>
            <a:ext cx="245357" cy="1798814"/>
          </a:xfrm>
          <a:prstGeom prst="leftBrace">
            <a:avLst>
              <a:gd name="adj1" fmla="val 46866"/>
              <a:gd name="adj2" fmla="val 50000"/>
            </a:avLst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3" name="矩形 52"/>
          <p:cNvSpPr/>
          <p:nvPr>
            <p:custDataLst>
              <p:tags r:id="rId19"/>
            </p:custDataLst>
          </p:nvPr>
        </p:nvSpPr>
        <p:spPr>
          <a:xfrm>
            <a:off x="8890" y="2470150"/>
            <a:ext cx="728980" cy="55499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b="1" dirty="0">
                <a:solidFill>
                  <a:srgbClr val="0070C0"/>
                </a:solidFill>
              </a:rPr>
              <a:t>结点</a:t>
            </a:r>
            <a:endParaRPr kumimoji="1"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55" name="左大括号 54"/>
          <p:cNvSpPr/>
          <p:nvPr>
            <p:custDataLst>
              <p:tags r:id="rId20"/>
            </p:custDataLst>
          </p:nvPr>
        </p:nvSpPr>
        <p:spPr>
          <a:xfrm rot="10800000">
            <a:off x="5147991" y="1811252"/>
            <a:ext cx="245357" cy="1802604"/>
          </a:xfrm>
          <a:prstGeom prst="leftBrace">
            <a:avLst>
              <a:gd name="adj1" fmla="val 46866"/>
              <a:gd name="adj2" fmla="val 26937"/>
            </a:avLst>
          </a:prstGeom>
          <a:ln w="31750">
            <a:solidFill>
              <a:srgbClr val="B509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6" name="文本框 55"/>
          <p:cNvSpPr txBox="1"/>
          <p:nvPr>
            <p:custDataLst>
              <p:tags r:id="rId21"/>
            </p:custDataLst>
          </p:nvPr>
        </p:nvSpPr>
        <p:spPr>
          <a:xfrm>
            <a:off x="5583975" y="2915753"/>
            <a:ext cx="3172264" cy="39658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kumimoji="1"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h=</a:t>
            </a:r>
            <a:r>
              <a:rPr lang="zh-CN" altLang="en-US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 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log</a:t>
            </a:r>
            <a:r>
              <a:rPr lang="en-US" altLang="zh-CN" b="1" baseline="-25000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(n+1)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 (</a:t>
            </a:r>
            <a:r>
              <a:rPr lang="zh-CN" altLang="en-US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向上取整</a:t>
            </a:r>
            <a:r>
              <a:rPr lang="en-US" altLang="zh-CN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  <a:sym typeface="Symbol" panose="05050102010706020507" pitchFamily="18" charset="2"/>
              </a:rPr>
              <a:t>)</a:t>
            </a: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68" name="Text Box 2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8890" y="3923665"/>
            <a:ext cx="4224020" cy="423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latin typeface="+mn-ea"/>
                <a:cs typeface="Consolas" panose="020B0609020204030204" pitchFamily="49" charset="0"/>
              </a:rPr>
              <a:t>二分查找的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最坏</a:t>
            </a:r>
            <a:r>
              <a:rPr lang="zh-CN" altLang="en-US" b="1" dirty="0">
                <a:latin typeface="+mn-ea"/>
                <a:cs typeface="Consolas" panose="020B0609020204030204" pitchFamily="49" charset="0"/>
              </a:rPr>
              <a:t>时间复杂度为 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O(logn)</a:t>
            </a:r>
            <a:endParaRPr lang="zh-CN" altLang="en-US" b="1" dirty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4" grpId="0" bldLvl="0" animBg="1"/>
      <p:bldP spid="15" grpId="0" bldLvl="0" animBg="1"/>
      <p:bldP spid="16" grpId="0" bldLvl="0" animBg="1"/>
      <p:bldP spid="19" grpId="0" bldLvl="0" animBg="1"/>
      <p:bldP spid="32" grpId="0" bldLvl="0" animBg="1"/>
      <p:bldP spid="37" grpId="0" bldLvl="0" animBg="1"/>
      <p:bldP spid="42" grpId="0" bldLvl="0" animBg="1"/>
      <p:bldP spid="49" grpId="0"/>
      <p:bldP spid="50" grpId="0"/>
      <p:bldP spid="51" grpId="0"/>
      <p:bldP spid="52" grpId="0" bldLvl="0" animBg="1"/>
      <p:bldP spid="53" grpId="0" bldLvl="0" animBg="1"/>
      <p:bldP spid="55" grpId="0" bldLvl="0" animBg="1"/>
      <p:bldP spid="5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281045"/>
            <a:ext cx="3055620" cy="33909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主方法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分治算法基本思想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大整数乘法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Strassen</a:t>
            </a: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二分查找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归并排序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快速排序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循环赛日程表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归并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8980"/>
            <a:ext cx="12094210" cy="4298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分解：</a:t>
            </a:r>
            <a:r>
              <a:rPr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</a:rPr>
              <a:t>将待排序元素分成大小大致相同的两个子序列。</a:t>
            </a:r>
            <a:endParaRPr sz="2000" b="1" dirty="0">
              <a:solidFill>
                <a:srgbClr val="0099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1158875"/>
            <a:ext cx="12094210" cy="4298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递归：</a:t>
            </a:r>
            <a:r>
              <a:rPr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zh-CN"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</a:rPr>
              <a:t>归并</a:t>
            </a:r>
            <a:r>
              <a:rPr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</a:rPr>
              <a:t>排序法分别对两个子序列递归地进行排序。</a:t>
            </a:r>
            <a:endParaRPr sz="2000" b="1" dirty="0">
              <a:solidFill>
                <a:srgbClr val="0099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588770"/>
            <a:ext cx="12094210" cy="4298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合并：</a:t>
            </a:r>
            <a:r>
              <a:rPr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</a:rPr>
              <a:t>将排好序的有序子序列进行合并，得到符合要求的有序序列</a:t>
            </a:r>
            <a:endParaRPr sz="2000" b="1" dirty="0">
              <a:solidFill>
                <a:srgbClr val="0099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3" name="文本框 22"/>
          <p:cNvSpPr txBox="1"/>
          <p:nvPr>
            <p:custDataLst>
              <p:tags r:id="rId1"/>
            </p:custDataLst>
          </p:nvPr>
        </p:nvSpPr>
        <p:spPr>
          <a:xfrm>
            <a:off x="1" y="728852"/>
            <a:ext cx="9018356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+mn-ea"/>
              </a:rPr>
              <a:t>举例：</a:t>
            </a:r>
            <a:r>
              <a:rPr lang="zh-CN" altLang="en-US" sz="2000" b="1" dirty="0">
                <a:solidFill>
                  <a:srgbClr val="0099BC"/>
                </a:solidFill>
                <a:latin typeface="+mn-ea"/>
              </a:rPr>
              <a:t>一个表中有</a:t>
            </a:r>
            <a:r>
              <a:rPr lang="en-US" altLang="zh-CN" sz="2000" b="1" dirty="0">
                <a:solidFill>
                  <a:srgbClr val="0099BC"/>
                </a:solidFill>
                <a:latin typeface="+mn-ea"/>
              </a:rPr>
              <a:t>8</a:t>
            </a:r>
            <a:r>
              <a:rPr lang="zh-CN" altLang="en-US" sz="2000" b="1" dirty="0">
                <a:solidFill>
                  <a:srgbClr val="0099BC"/>
                </a:solidFill>
                <a:latin typeface="+mn-ea"/>
              </a:rPr>
              <a:t>个元素，其关键字分别为</a:t>
            </a:r>
            <a:r>
              <a:rPr lang="en-US" altLang="zh-CN" sz="2000" b="1" dirty="0">
                <a:solidFill>
                  <a:srgbClr val="0099BC"/>
                </a:solidFill>
                <a:latin typeface="+mn-ea"/>
              </a:rPr>
              <a:t>(6, 8, 7, 9, 0, 1, 3, 2)</a:t>
            </a:r>
            <a:endParaRPr lang="en-US" altLang="zh-CN" sz="2000" b="1" dirty="0">
              <a:solidFill>
                <a:srgbClr val="0099BC"/>
              </a:solidFill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2000" b="1" dirty="0">
                <a:solidFill>
                  <a:srgbClr val="0099BC"/>
                </a:solidFill>
                <a:latin typeface="+mn-ea"/>
              </a:rPr>
              <a:t>说明采用二路归并排序方法进行排序的过程</a:t>
            </a:r>
            <a:endParaRPr lang="en-US" altLang="zh-CN" b="1" dirty="0">
              <a:latin typeface="+mn-ea"/>
            </a:endParaRPr>
          </a:p>
        </p:txBody>
      </p:sp>
      <p:cxnSp>
        <p:nvCxnSpPr>
          <p:cNvPr id="24" name="直接箭头连接符 23"/>
          <p:cNvCxnSpPr>
            <a:stCxn id="65" idx="2"/>
            <a:endCxn id="44" idx="0"/>
          </p:cNvCxnSpPr>
          <p:nvPr/>
        </p:nvCxnSpPr>
        <p:spPr>
          <a:xfrm>
            <a:off x="3172373" y="3030240"/>
            <a:ext cx="1229360" cy="99377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65" idx="2"/>
            <a:endCxn id="43" idx="0"/>
          </p:cNvCxnSpPr>
          <p:nvPr/>
        </p:nvCxnSpPr>
        <p:spPr>
          <a:xfrm flipH="1">
            <a:off x="1290873" y="3030240"/>
            <a:ext cx="1881505" cy="92710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44" idx="2"/>
            <a:endCxn id="53" idx="0"/>
          </p:cNvCxnSpPr>
          <p:nvPr/>
        </p:nvCxnSpPr>
        <p:spPr>
          <a:xfrm flipH="1">
            <a:off x="3606710" y="4455815"/>
            <a:ext cx="795020" cy="115760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44" idx="2"/>
            <a:endCxn id="54" idx="0"/>
          </p:cNvCxnSpPr>
          <p:nvPr/>
        </p:nvCxnSpPr>
        <p:spPr>
          <a:xfrm>
            <a:off x="4401735" y="4455815"/>
            <a:ext cx="640080" cy="115760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45" idx="2"/>
            <a:endCxn id="55" idx="0"/>
          </p:cNvCxnSpPr>
          <p:nvPr/>
        </p:nvCxnSpPr>
        <p:spPr>
          <a:xfrm flipH="1">
            <a:off x="6177216" y="4456450"/>
            <a:ext cx="681355" cy="115697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" idx="2"/>
            <a:endCxn id="45" idx="0"/>
          </p:cNvCxnSpPr>
          <p:nvPr/>
        </p:nvCxnSpPr>
        <p:spPr>
          <a:xfrm flipH="1">
            <a:off x="6858576" y="3030240"/>
            <a:ext cx="1984375" cy="99441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47" idx="2"/>
            <a:endCxn id="61" idx="0"/>
          </p:cNvCxnSpPr>
          <p:nvPr/>
        </p:nvCxnSpPr>
        <p:spPr>
          <a:xfrm>
            <a:off x="11049900" y="4389140"/>
            <a:ext cx="621030" cy="122428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" idx="2"/>
            <a:endCxn id="47" idx="0"/>
          </p:cNvCxnSpPr>
          <p:nvPr/>
        </p:nvCxnSpPr>
        <p:spPr>
          <a:xfrm>
            <a:off x="8843280" y="3030240"/>
            <a:ext cx="2206625" cy="92710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43" idx="2"/>
            <a:endCxn id="52" idx="0"/>
          </p:cNvCxnSpPr>
          <p:nvPr/>
        </p:nvCxnSpPr>
        <p:spPr>
          <a:xfrm>
            <a:off x="1290882" y="4388838"/>
            <a:ext cx="567055" cy="122428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43" idx="2"/>
            <a:endCxn id="51" idx="0"/>
          </p:cNvCxnSpPr>
          <p:nvPr/>
        </p:nvCxnSpPr>
        <p:spPr>
          <a:xfrm flipH="1">
            <a:off x="667618" y="4388838"/>
            <a:ext cx="623570" cy="122428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45" idx="2"/>
            <a:endCxn id="58" idx="0"/>
          </p:cNvCxnSpPr>
          <p:nvPr/>
        </p:nvCxnSpPr>
        <p:spPr>
          <a:xfrm>
            <a:off x="6858760" y="4456148"/>
            <a:ext cx="679450" cy="115697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47" idx="2"/>
            <a:endCxn id="59" idx="0"/>
          </p:cNvCxnSpPr>
          <p:nvPr/>
        </p:nvCxnSpPr>
        <p:spPr>
          <a:xfrm flipH="1">
            <a:off x="9891476" y="4388838"/>
            <a:ext cx="1158240" cy="122428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67" idx="2"/>
            <a:endCxn id="65" idx="0"/>
          </p:cNvCxnSpPr>
          <p:nvPr/>
        </p:nvCxnSpPr>
        <p:spPr>
          <a:xfrm flipH="1">
            <a:off x="3172234" y="1929071"/>
            <a:ext cx="2641600" cy="66929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67" idx="2"/>
            <a:endCxn id="2" idx="0"/>
          </p:cNvCxnSpPr>
          <p:nvPr/>
        </p:nvCxnSpPr>
        <p:spPr>
          <a:xfrm>
            <a:off x="5814339" y="1928848"/>
            <a:ext cx="3028950" cy="66929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679105" y="3957473"/>
            <a:ext cx="122416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6    8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789664" y="4024148"/>
            <a:ext cx="122416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7    9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249983" y="4024783"/>
            <a:ext cx="1217554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0    1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440939" y="3957473"/>
            <a:ext cx="1217554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3    2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12405" y="561322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6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603035" y="561322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8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351817" y="561322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7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786922" y="561322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9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922323" y="561322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0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283133" y="561322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1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636132" y="561322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3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1415407" y="561322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2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18590" y="2598420"/>
            <a:ext cx="3507105" cy="4318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6      8      7      9           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449195" y="1497330"/>
            <a:ext cx="6729095" cy="4318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6      8      7      9      0      1      3      2      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0" name="文本框 69"/>
          <p:cNvSpPr txBox="1"/>
          <p:nvPr>
            <p:custDataLst>
              <p:tags r:id="rId2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归并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38620" y="2598420"/>
            <a:ext cx="4208780" cy="4318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kumimoji="1"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0      1      3      2          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9380" y="6259195"/>
            <a:ext cx="8898890" cy="423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分解：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每次一分为二，每次问题规模是分解前的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n/2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。分出两个部分，即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5" grpId="0" animBg="1"/>
      <p:bldP spid="2" grpId="0" animBg="1"/>
      <p:bldP spid="43" grpId="0" animBg="1"/>
      <p:bldP spid="44" grpId="0" animBg="1"/>
      <p:bldP spid="45" grpId="0" animBg="1"/>
      <p:bldP spid="47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8" grpId="0" animBg="1"/>
      <p:bldP spid="59" grpId="0" animBg="1"/>
      <p:bldP spid="6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归并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" y="714892"/>
            <a:ext cx="7792993" cy="31178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0099BC"/>
                </a:solidFill>
              </a:rPr>
              <a:t>二路归并排序算法设计（</a:t>
            </a:r>
            <a:r>
              <a:rPr lang="zh-CN" altLang="en-US" sz="2000" b="1" dirty="0">
                <a:solidFill>
                  <a:srgbClr val="0099BC"/>
                </a:solidFill>
              </a:rPr>
              <a:t>递归）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创建临时空间保存归并后序列：</a:t>
            </a: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使用</a:t>
            </a:r>
            <a:r>
              <a:rPr lang="en-US" altLang="zh-CN" b="1" dirty="0" err="1">
                <a:solidFill>
                  <a:srgbClr val="0070C0"/>
                </a:solidFill>
              </a:rPr>
              <a:t>i</a:t>
            </a:r>
            <a:r>
              <a:rPr lang="zh-CN" altLang="en-US" b="1" dirty="0">
                <a:solidFill>
                  <a:srgbClr val="0070C0"/>
                </a:solidFill>
              </a:rPr>
              <a:t>和</a:t>
            </a:r>
            <a:r>
              <a:rPr lang="en-US" altLang="zh-CN" b="1" dirty="0">
                <a:solidFill>
                  <a:srgbClr val="0070C0"/>
                </a:solidFill>
              </a:rPr>
              <a:t>j</a:t>
            </a:r>
            <a:r>
              <a:rPr lang="zh-CN" altLang="en-US" b="1" dirty="0">
                <a:solidFill>
                  <a:srgbClr val="0070C0"/>
                </a:solidFill>
              </a:rPr>
              <a:t>遍历前后子序列，使用</a:t>
            </a:r>
            <a:r>
              <a:rPr lang="en-US" altLang="zh-CN" b="1" dirty="0">
                <a:solidFill>
                  <a:srgbClr val="0070C0"/>
                </a:solidFill>
              </a:rPr>
              <a:t>k</a:t>
            </a:r>
            <a:r>
              <a:rPr lang="zh-CN" altLang="en-US" b="1" dirty="0">
                <a:solidFill>
                  <a:srgbClr val="0070C0"/>
                </a:solidFill>
              </a:rPr>
              <a:t>遍历临时序列，比较前后序列的关键字大小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初始位置：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前序列的值更小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后序列的值更小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循环结束：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有剩余元素的序列将剩下的元素复制到临时序列中</a:t>
            </a: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将临时序列的元素复制到原序列中，并销毁临时序列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687557" y="714892"/>
            <a:ext cx="7459362" cy="242790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endParaRPr lang="en-US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b="1" dirty="0"/>
              <a:t>                           临时序列长度等于参与排序的序列长度</a:t>
            </a:r>
            <a:endParaRPr lang="en-US" altLang="zh-CN" b="1" dirty="0">
              <a:solidFill>
                <a:srgbClr val="7030A0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b="1" dirty="0">
              <a:solidFill>
                <a:srgbClr val="7030A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b="1" dirty="0" err="1">
                <a:solidFill>
                  <a:srgbClr val="CC00FF"/>
                </a:solidFill>
              </a:rPr>
              <a:t>i</a:t>
            </a:r>
            <a:r>
              <a:rPr lang="zh-CN" altLang="en-US" b="1" dirty="0"/>
              <a:t>和</a:t>
            </a:r>
            <a:r>
              <a:rPr lang="en-US" altLang="zh-CN" b="1" dirty="0">
                <a:solidFill>
                  <a:srgbClr val="B50988"/>
                </a:solidFill>
              </a:rPr>
              <a:t>j</a:t>
            </a:r>
            <a:r>
              <a:rPr lang="zh-CN" altLang="en-US" b="1" dirty="0"/>
              <a:t>分别位于前后序列起始位置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en-US" altLang="zh-CN" b="1" dirty="0"/>
              <a:t>        (</a:t>
            </a:r>
            <a:r>
              <a:rPr lang="en-US" altLang="zh-CN" sz="1800" b="1" dirty="0">
                <a:solidFill>
                  <a:srgbClr val="CC00FF"/>
                </a:solidFill>
                <a:latin typeface="+mn-ea"/>
              </a:rPr>
              <a:t>R[</a:t>
            </a:r>
            <a:r>
              <a:rPr lang="en-US" altLang="zh-CN" sz="1800" b="1" dirty="0" err="1">
                <a:solidFill>
                  <a:srgbClr val="CC00FF"/>
                </a:solidFill>
                <a:latin typeface="+mn-ea"/>
              </a:rPr>
              <a:t>i</a:t>
            </a:r>
            <a:r>
              <a:rPr lang="en-US" altLang="zh-CN" sz="1800" b="1" dirty="0">
                <a:solidFill>
                  <a:srgbClr val="CC00FF"/>
                </a:solidFill>
                <a:latin typeface="+mn-ea"/>
              </a:rPr>
              <a:t>].key</a:t>
            </a:r>
            <a:r>
              <a:rPr lang="en-US" altLang="zh-CN" sz="1800" b="1" dirty="0">
                <a:latin typeface="+mn-ea"/>
              </a:rPr>
              <a:t>&lt;=</a:t>
            </a:r>
            <a:r>
              <a:rPr lang="en-US" altLang="zh-CN" sz="1800" b="1" dirty="0">
                <a:solidFill>
                  <a:srgbClr val="B50988"/>
                </a:solidFill>
                <a:latin typeface="+mn-ea"/>
              </a:rPr>
              <a:t>R[j].key</a:t>
            </a:r>
            <a:r>
              <a:rPr lang="en-US" altLang="zh-CN" b="1" dirty="0"/>
              <a:t>)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en-US" altLang="zh-CN" b="1" dirty="0"/>
              <a:t>        (</a:t>
            </a:r>
            <a:r>
              <a:rPr lang="en-US" altLang="zh-CN" sz="1800" b="1" dirty="0">
                <a:solidFill>
                  <a:srgbClr val="CC00FF"/>
                </a:solidFill>
                <a:latin typeface="+mn-ea"/>
              </a:rPr>
              <a:t>R[</a:t>
            </a:r>
            <a:r>
              <a:rPr lang="en-US" altLang="zh-CN" sz="1800" b="1" dirty="0" err="1">
                <a:solidFill>
                  <a:srgbClr val="CC00FF"/>
                </a:solidFill>
                <a:latin typeface="+mn-ea"/>
              </a:rPr>
              <a:t>i</a:t>
            </a:r>
            <a:r>
              <a:rPr lang="en-US" altLang="zh-CN" sz="1800" b="1" dirty="0">
                <a:solidFill>
                  <a:srgbClr val="CC00FF"/>
                </a:solidFill>
                <a:latin typeface="+mn-ea"/>
              </a:rPr>
              <a:t>].key</a:t>
            </a:r>
            <a:r>
              <a:rPr lang="en-US" altLang="zh-CN" sz="1800" b="1" dirty="0">
                <a:latin typeface="+mn-ea"/>
              </a:rPr>
              <a:t>&gt;</a:t>
            </a:r>
            <a:r>
              <a:rPr lang="en-US" altLang="zh-CN" sz="1800" b="1" dirty="0">
                <a:solidFill>
                  <a:srgbClr val="B50988"/>
                </a:solidFill>
                <a:latin typeface="+mn-ea"/>
              </a:rPr>
              <a:t>R[j].key</a:t>
            </a:r>
            <a:r>
              <a:rPr lang="en-US" altLang="zh-CN" b="1" dirty="0"/>
              <a:t>)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en-US" altLang="zh-CN" b="1" dirty="0" err="1">
                <a:solidFill>
                  <a:srgbClr val="CC00FF"/>
                </a:solidFill>
              </a:rPr>
              <a:t>i</a:t>
            </a:r>
            <a:r>
              <a:rPr lang="zh-CN" altLang="en-US" b="1" dirty="0"/>
              <a:t>和</a:t>
            </a:r>
            <a:r>
              <a:rPr lang="en-US" altLang="zh-CN" b="1" dirty="0">
                <a:solidFill>
                  <a:srgbClr val="B50988"/>
                </a:solidFill>
              </a:rPr>
              <a:t>j</a:t>
            </a:r>
            <a:r>
              <a:rPr lang="zh-CN" altLang="en-US" b="1" dirty="0"/>
              <a:t>其中有一个到达终点</a:t>
            </a:r>
            <a:endParaRPr lang="en-US" altLang="zh-CN" b="1" dirty="0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4362691" y="714892"/>
            <a:ext cx="5335614" cy="2453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endParaRPr lang="en-US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b="1" dirty="0"/>
              <a:t>                                                    </a:t>
            </a:r>
            <a:r>
              <a:rPr lang="en-US" altLang="zh-CN" b="1" dirty="0">
                <a:solidFill>
                  <a:srgbClr val="7030A0"/>
                </a:solidFill>
              </a:rPr>
              <a:t>(high-low+1)</a:t>
            </a:r>
            <a:endParaRPr lang="en-US" altLang="zh-CN" b="1" dirty="0">
              <a:solidFill>
                <a:srgbClr val="7030A0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b="1" dirty="0">
              <a:solidFill>
                <a:srgbClr val="7030A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b="1" dirty="0"/>
              <a:t>              -&gt; </a:t>
            </a:r>
            <a:r>
              <a:rPr lang="en-US" altLang="zh-CN" b="1" dirty="0" err="1">
                <a:solidFill>
                  <a:srgbClr val="CC00FF"/>
                </a:solidFill>
              </a:rPr>
              <a:t>i</a:t>
            </a:r>
            <a:r>
              <a:rPr lang="en-US" altLang="zh-CN" b="1" dirty="0">
                <a:solidFill>
                  <a:srgbClr val="CC00FF"/>
                </a:solidFill>
              </a:rPr>
              <a:t>=low</a:t>
            </a:r>
            <a:r>
              <a:rPr lang="en-US" altLang="zh-CN" b="1" dirty="0"/>
              <a:t>, </a:t>
            </a:r>
            <a:r>
              <a:rPr lang="en-US" altLang="zh-CN" b="1" dirty="0">
                <a:solidFill>
                  <a:srgbClr val="B50988"/>
                </a:solidFill>
              </a:rPr>
              <a:t>j=mid+1</a:t>
            </a:r>
            <a:r>
              <a:rPr lang="en-US" altLang="zh-CN" b="1" dirty="0"/>
              <a:t>, </a:t>
            </a:r>
            <a:r>
              <a:rPr lang="en-US" altLang="zh-CN" b="1" dirty="0">
                <a:solidFill>
                  <a:srgbClr val="7030A0"/>
                </a:solidFill>
              </a:rPr>
              <a:t>k=0</a:t>
            </a:r>
            <a:endParaRPr lang="en-US" altLang="zh-CN" b="1" dirty="0">
              <a:solidFill>
                <a:srgbClr val="7030A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7030A0"/>
                </a:solidFill>
              </a:rPr>
              <a:t>         </a:t>
            </a:r>
            <a:r>
              <a:rPr lang="en-US" altLang="zh-CN" b="1" dirty="0"/>
              <a:t>-&gt; </a:t>
            </a:r>
            <a:r>
              <a:rPr lang="zh-CN" altLang="en-US" b="1" dirty="0"/>
              <a:t>将</a:t>
            </a:r>
            <a:r>
              <a:rPr lang="en-US" altLang="zh-CN" b="1" dirty="0">
                <a:solidFill>
                  <a:srgbClr val="CC00FF"/>
                </a:solidFill>
              </a:rPr>
              <a:t>R[</a:t>
            </a:r>
            <a:r>
              <a:rPr lang="en-US" altLang="zh-CN" b="1" dirty="0" err="1">
                <a:solidFill>
                  <a:srgbClr val="CC00FF"/>
                </a:solidFill>
              </a:rPr>
              <a:t>i</a:t>
            </a:r>
            <a:r>
              <a:rPr lang="en-US" altLang="zh-CN" b="1" dirty="0">
                <a:solidFill>
                  <a:srgbClr val="CC00FF"/>
                </a:solidFill>
              </a:rPr>
              <a:t>]</a:t>
            </a:r>
            <a:r>
              <a:rPr lang="zh-CN" altLang="en-US" b="1" dirty="0"/>
              <a:t>复制到临时序列中，</a:t>
            </a:r>
            <a:r>
              <a:rPr lang="en-US" altLang="zh-CN" b="1" dirty="0" err="1">
                <a:solidFill>
                  <a:srgbClr val="CC00FF"/>
                </a:solidFill>
              </a:rPr>
              <a:t>i</a:t>
            </a:r>
            <a:r>
              <a:rPr lang="zh-CN" altLang="en-US" b="1" dirty="0"/>
              <a:t>和</a:t>
            </a:r>
            <a:r>
              <a:rPr lang="en-US" altLang="zh-CN" b="1" dirty="0">
                <a:solidFill>
                  <a:srgbClr val="7030A0"/>
                </a:solidFill>
              </a:rPr>
              <a:t>k</a:t>
            </a:r>
            <a:r>
              <a:rPr lang="zh-CN" altLang="en-US" b="1" dirty="0"/>
              <a:t>向后移动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en-US" altLang="zh-CN" b="1" dirty="0"/>
              <a:t>      -&gt; </a:t>
            </a:r>
            <a:r>
              <a:rPr lang="zh-CN" altLang="en-US" b="1" dirty="0"/>
              <a:t>将</a:t>
            </a:r>
            <a:r>
              <a:rPr lang="en-US" altLang="zh-CN" b="1" dirty="0">
                <a:solidFill>
                  <a:srgbClr val="B50988"/>
                </a:solidFill>
              </a:rPr>
              <a:t>R[j]</a:t>
            </a:r>
            <a:r>
              <a:rPr lang="zh-CN" altLang="en-US" b="1" dirty="0"/>
              <a:t>复制到临时序列中，</a:t>
            </a:r>
            <a:r>
              <a:rPr lang="en-US" altLang="zh-CN" b="1" dirty="0">
                <a:solidFill>
                  <a:srgbClr val="B50988"/>
                </a:solidFill>
              </a:rPr>
              <a:t>j</a:t>
            </a:r>
            <a:r>
              <a:rPr lang="zh-CN" altLang="en-US" b="1" dirty="0"/>
              <a:t>和</a:t>
            </a:r>
            <a:r>
              <a:rPr lang="en-US" altLang="zh-CN" b="1" dirty="0">
                <a:solidFill>
                  <a:srgbClr val="7030A0"/>
                </a:solidFill>
              </a:rPr>
              <a:t>k</a:t>
            </a:r>
            <a:r>
              <a:rPr lang="zh-CN" altLang="en-US" b="1" dirty="0"/>
              <a:t>向后移动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en-US" altLang="zh-CN" b="1" dirty="0"/>
              <a:t>    -&gt; </a:t>
            </a:r>
            <a:r>
              <a:rPr lang="en-US" altLang="zh-CN" b="1" dirty="0" err="1">
                <a:solidFill>
                  <a:srgbClr val="CC00FF"/>
                </a:solidFill>
              </a:rPr>
              <a:t>i&gt;</a:t>
            </a:r>
            <a:r>
              <a:rPr lang="en-US" altLang="zh-CN" b="1" dirty="0">
                <a:solidFill>
                  <a:srgbClr val="CC00FF"/>
                </a:solidFill>
              </a:rPr>
              <a:t>mid </a:t>
            </a:r>
            <a:r>
              <a:rPr lang="zh-CN" altLang="en-US" b="1" dirty="0"/>
              <a:t>或 </a:t>
            </a:r>
            <a:r>
              <a:rPr lang="en-US" altLang="zh-CN" b="1" dirty="0">
                <a:solidFill>
                  <a:srgbClr val="B50988"/>
                </a:solidFill>
              </a:rPr>
              <a:t>j&gt;high</a:t>
            </a:r>
            <a:endParaRPr lang="en-US" altLang="zh-CN" b="1" dirty="0">
              <a:solidFill>
                <a:srgbClr val="B50988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88111" y="4405427"/>
            <a:ext cx="1783729" cy="443589"/>
          </a:xfrm>
          <a:prstGeom prst="rect">
            <a:avLst/>
          </a:prstGeom>
          <a:solidFill>
            <a:srgbClr val="CC00FF">
              <a:alpha val="15000"/>
            </a:srgbClr>
          </a:solidFill>
          <a:ln w="19050" cap="flat" cmpd="sng" algn="ctr">
            <a:solidFill>
              <a:srgbClr val="CC00FF">
                <a:alpha val="3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C00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2027408" y="4405427"/>
            <a:ext cx="1783729" cy="443589"/>
          </a:xfrm>
          <a:prstGeom prst="rect">
            <a:avLst/>
          </a:prstGeom>
          <a:solidFill>
            <a:srgbClr val="B50988">
              <a:alpha val="14000"/>
            </a:srgbClr>
          </a:solidFill>
          <a:ln w="19050" cap="flat" cmpd="sng" algn="ctr">
            <a:solidFill>
              <a:srgbClr val="B50988">
                <a:alpha val="54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 dirty="0">
                <a:solidFill>
                  <a:srgbClr val="0070C0"/>
                </a:solidFill>
                <a:latin typeface="+mn-ea"/>
              </a:rPr>
              <a:t> 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B50988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304349" y="4455136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3" name="椭圆 12"/>
          <p:cNvSpPr/>
          <p:nvPr>
            <p:custDataLst>
              <p:tags r:id="rId8"/>
            </p:custDataLst>
          </p:nvPr>
        </p:nvSpPr>
        <p:spPr>
          <a:xfrm>
            <a:off x="704918" y="4455136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椭圆 13"/>
          <p:cNvSpPr/>
          <p:nvPr>
            <p:custDataLst>
              <p:tags r:id="rId9"/>
            </p:custDataLst>
          </p:nvPr>
        </p:nvSpPr>
        <p:spPr>
          <a:xfrm>
            <a:off x="2143647" y="4455136"/>
            <a:ext cx="344170" cy="344170"/>
          </a:xfrm>
          <a:prstGeom prst="ellipse">
            <a:avLst/>
          </a:prstGeom>
          <a:solidFill>
            <a:srgbClr val="B50988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/>
          <p:nvPr>
            <p:custDataLst>
              <p:tags r:id="rId10"/>
            </p:custDataLst>
          </p:nvPr>
        </p:nvSpPr>
        <p:spPr>
          <a:xfrm>
            <a:off x="2544216" y="4455136"/>
            <a:ext cx="344170" cy="344170"/>
          </a:xfrm>
          <a:prstGeom prst="ellipse">
            <a:avLst/>
          </a:prstGeom>
          <a:solidFill>
            <a:srgbClr val="B50988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" name="椭圆 15"/>
          <p:cNvSpPr/>
          <p:nvPr>
            <p:custDataLst>
              <p:tags r:id="rId11"/>
            </p:custDataLst>
          </p:nvPr>
        </p:nvSpPr>
        <p:spPr>
          <a:xfrm>
            <a:off x="2943954" y="4455136"/>
            <a:ext cx="344170" cy="344170"/>
          </a:xfrm>
          <a:prstGeom prst="ellipse">
            <a:avLst/>
          </a:prstGeom>
          <a:solidFill>
            <a:srgbClr val="B50988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7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7" name="椭圆 16"/>
          <p:cNvSpPr/>
          <p:nvPr>
            <p:custDataLst>
              <p:tags r:id="rId12"/>
            </p:custDataLst>
          </p:nvPr>
        </p:nvSpPr>
        <p:spPr>
          <a:xfrm>
            <a:off x="3343692" y="4455136"/>
            <a:ext cx="344170" cy="344170"/>
          </a:xfrm>
          <a:prstGeom prst="ellipse">
            <a:avLst/>
          </a:prstGeom>
          <a:solidFill>
            <a:srgbClr val="B50988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8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8" name="椭圆 17"/>
          <p:cNvSpPr/>
          <p:nvPr>
            <p:custDataLst>
              <p:tags r:id="rId13"/>
            </p:custDataLst>
          </p:nvPr>
        </p:nvSpPr>
        <p:spPr>
          <a:xfrm>
            <a:off x="1104656" y="4455136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9" name="椭圆 18"/>
          <p:cNvSpPr/>
          <p:nvPr>
            <p:custDataLst>
              <p:tags r:id="rId14"/>
            </p:custDataLst>
          </p:nvPr>
        </p:nvSpPr>
        <p:spPr>
          <a:xfrm>
            <a:off x="1504394" y="4455136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6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>
            <p:custDataLst>
              <p:tags r:id="rId15"/>
            </p:custDataLst>
          </p:nvPr>
        </p:nvSpPr>
        <p:spPr>
          <a:xfrm>
            <a:off x="5388523" y="4405427"/>
            <a:ext cx="3283594" cy="443589"/>
          </a:xfrm>
          <a:prstGeom prst="rect">
            <a:avLst/>
          </a:prstGeom>
          <a:solidFill>
            <a:srgbClr val="7030A0">
              <a:alpha val="24000"/>
            </a:srgbClr>
          </a:solidFill>
          <a:ln w="19050" cap="flat" cmpd="sng" algn="ctr">
            <a:solidFill>
              <a:srgbClr val="7030A0">
                <a:alpha val="3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C00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椭圆 20"/>
          <p:cNvSpPr/>
          <p:nvPr>
            <p:custDataLst>
              <p:tags r:id="rId16"/>
            </p:custDataLst>
          </p:nvPr>
        </p:nvSpPr>
        <p:spPr>
          <a:xfrm>
            <a:off x="5465447" y="4455136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2" name="椭圆 21"/>
          <p:cNvSpPr/>
          <p:nvPr>
            <p:custDataLst>
              <p:tags r:id="rId17"/>
            </p:custDataLst>
          </p:nvPr>
        </p:nvSpPr>
        <p:spPr>
          <a:xfrm>
            <a:off x="5861505" y="4455136"/>
            <a:ext cx="344170" cy="344170"/>
          </a:xfrm>
          <a:prstGeom prst="ellipse">
            <a:avLst/>
          </a:prstGeom>
          <a:solidFill>
            <a:srgbClr val="B50988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3" name="椭圆 22"/>
          <p:cNvSpPr/>
          <p:nvPr>
            <p:custDataLst>
              <p:tags r:id="rId18"/>
            </p:custDataLst>
          </p:nvPr>
        </p:nvSpPr>
        <p:spPr>
          <a:xfrm>
            <a:off x="6253947" y="4455136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4" name="椭圆 23"/>
          <p:cNvSpPr/>
          <p:nvPr>
            <p:custDataLst>
              <p:tags r:id="rId19"/>
            </p:custDataLst>
          </p:nvPr>
        </p:nvSpPr>
        <p:spPr>
          <a:xfrm>
            <a:off x="6646389" y="4455136"/>
            <a:ext cx="344170" cy="344170"/>
          </a:xfrm>
          <a:prstGeom prst="ellipse">
            <a:avLst/>
          </a:prstGeom>
          <a:solidFill>
            <a:srgbClr val="B50988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5" name="椭圆 24"/>
          <p:cNvSpPr/>
          <p:nvPr>
            <p:custDataLst>
              <p:tags r:id="rId20"/>
            </p:custDataLst>
          </p:nvPr>
        </p:nvSpPr>
        <p:spPr>
          <a:xfrm>
            <a:off x="7038831" y="4455136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6" name="椭圆 25"/>
          <p:cNvSpPr/>
          <p:nvPr>
            <p:custDataLst>
              <p:tags r:id="rId21"/>
            </p:custDataLst>
          </p:nvPr>
        </p:nvSpPr>
        <p:spPr>
          <a:xfrm>
            <a:off x="7431273" y="4455136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6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7" name="椭圆 26"/>
          <p:cNvSpPr/>
          <p:nvPr>
            <p:custDataLst>
              <p:tags r:id="rId22"/>
            </p:custDataLst>
          </p:nvPr>
        </p:nvSpPr>
        <p:spPr>
          <a:xfrm>
            <a:off x="7823715" y="4455136"/>
            <a:ext cx="344170" cy="344170"/>
          </a:xfrm>
          <a:prstGeom prst="ellipse">
            <a:avLst/>
          </a:prstGeom>
          <a:solidFill>
            <a:srgbClr val="B50988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7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8" name="椭圆 27"/>
          <p:cNvSpPr/>
          <p:nvPr>
            <p:custDataLst>
              <p:tags r:id="rId23"/>
            </p:custDataLst>
          </p:nvPr>
        </p:nvSpPr>
        <p:spPr>
          <a:xfrm>
            <a:off x="8216157" y="4455136"/>
            <a:ext cx="344170" cy="344170"/>
          </a:xfrm>
          <a:prstGeom prst="ellipse">
            <a:avLst/>
          </a:prstGeom>
          <a:solidFill>
            <a:srgbClr val="B50988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8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9" name="箭头: 下 118"/>
          <p:cNvSpPr/>
          <p:nvPr>
            <p:custDataLst>
              <p:tags r:id="rId24"/>
            </p:custDataLst>
          </p:nvPr>
        </p:nvSpPr>
        <p:spPr>
          <a:xfrm rot="16200000">
            <a:off x="4455095" y="3918446"/>
            <a:ext cx="331923" cy="1429796"/>
          </a:xfrm>
          <a:prstGeom prst="downArrow">
            <a:avLst>
              <a:gd name="adj1" fmla="val 57668"/>
              <a:gd name="adj2" fmla="val 45303"/>
            </a:avLst>
          </a:prstGeom>
          <a:solidFill>
            <a:srgbClr val="0070C0">
              <a:alpha val="31000"/>
            </a:srgbClr>
          </a:solidFill>
          <a:ln w="19050">
            <a:solidFill>
              <a:srgbClr val="0070C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5"/>
            </p:custDataLst>
          </p:nvPr>
        </p:nvSpPr>
        <p:spPr>
          <a:xfrm>
            <a:off x="10438" y="4972940"/>
            <a:ext cx="873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 dirty="0">
                <a:solidFill>
                  <a:srgbClr val="CC00FF"/>
                </a:solidFill>
              </a:rPr>
              <a:t>low</a:t>
            </a:r>
            <a:endParaRPr lang="zh-CN" altLang="en-US" sz="1600" b="1" dirty="0">
              <a:solidFill>
                <a:srgbClr val="CC00FF"/>
              </a:solidFill>
            </a:endParaRPr>
          </a:p>
        </p:txBody>
      </p:sp>
      <p:cxnSp>
        <p:nvCxnSpPr>
          <p:cNvPr id="31" name="直接箭头连接符 30"/>
          <p:cNvCxnSpPr>
            <a:stCxn id="30" idx="0"/>
          </p:cNvCxnSpPr>
          <p:nvPr>
            <p:custDataLst>
              <p:tags r:id="rId26"/>
            </p:custDataLst>
          </p:nvPr>
        </p:nvCxnSpPr>
        <p:spPr>
          <a:xfrm flipV="1">
            <a:off x="446969" y="4861017"/>
            <a:ext cx="0" cy="111923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1237556" y="4972940"/>
            <a:ext cx="873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 dirty="0">
                <a:solidFill>
                  <a:srgbClr val="CC00FF"/>
                </a:solidFill>
              </a:rPr>
              <a:t>mid</a:t>
            </a:r>
            <a:endParaRPr lang="zh-CN" altLang="en-US" sz="1600" b="1" dirty="0">
              <a:solidFill>
                <a:srgbClr val="CC00FF"/>
              </a:solidFill>
            </a:endParaRPr>
          </a:p>
        </p:txBody>
      </p:sp>
      <p:cxnSp>
        <p:nvCxnSpPr>
          <p:cNvPr id="33" name="直接箭头连接符 32"/>
          <p:cNvCxnSpPr>
            <a:stCxn id="32" idx="0"/>
          </p:cNvCxnSpPr>
          <p:nvPr>
            <p:custDataLst>
              <p:tags r:id="rId28"/>
            </p:custDataLst>
          </p:nvPr>
        </p:nvCxnSpPr>
        <p:spPr>
          <a:xfrm flipV="1">
            <a:off x="1674087" y="4861017"/>
            <a:ext cx="0" cy="111923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>
            <p:custDataLst>
              <p:tags r:id="rId29"/>
            </p:custDataLst>
          </p:nvPr>
        </p:nvSpPr>
        <p:spPr>
          <a:xfrm>
            <a:off x="1884543" y="4972940"/>
            <a:ext cx="873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 dirty="0">
                <a:solidFill>
                  <a:srgbClr val="B50988"/>
                </a:solidFill>
              </a:rPr>
              <a:t>mid+1</a:t>
            </a:r>
            <a:endParaRPr lang="zh-CN" altLang="en-US" sz="1600" b="1" dirty="0">
              <a:solidFill>
                <a:srgbClr val="B50988"/>
              </a:solidFill>
            </a:endParaRPr>
          </a:p>
        </p:txBody>
      </p:sp>
      <p:cxnSp>
        <p:nvCxnSpPr>
          <p:cNvPr id="35" name="直接箭头连接符 34"/>
          <p:cNvCxnSpPr>
            <a:stCxn id="34" idx="0"/>
          </p:cNvCxnSpPr>
          <p:nvPr>
            <p:custDataLst>
              <p:tags r:id="rId30"/>
            </p:custDataLst>
          </p:nvPr>
        </p:nvCxnSpPr>
        <p:spPr>
          <a:xfrm flipV="1">
            <a:off x="2321074" y="4861017"/>
            <a:ext cx="0" cy="111923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>
            <p:custDataLst>
              <p:tags r:id="rId31"/>
            </p:custDataLst>
          </p:nvPr>
        </p:nvSpPr>
        <p:spPr>
          <a:xfrm>
            <a:off x="3079296" y="4972940"/>
            <a:ext cx="873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 dirty="0">
                <a:solidFill>
                  <a:srgbClr val="B50988"/>
                </a:solidFill>
              </a:rPr>
              <a:t>high</a:t>
            </a:r>
            <a:endParaRPr lang="zh-CN" altLang="en-US" sz="1600" b="1" dirty="0">
              <a:solidFill>
                <a:srgbClr val="B50988"/>
              </a:solidFill>
            </a:endParaRPr>
          </a:p>
        </p:txBody>
      </p:sp>
      <p:cxnSp>
        <p:nvCxnSpPr>
          <p:cNvPr id="37" name="直接箭头连接符 36"/>
          <p:cNvCxnSpPr>
            <a:stCxn id="36" idx="0"/>
          </p:cNvCxnSpPr>
          <p:nvPr>
            <p:custDataLst>
              <p:tags r:id="rId32"/>
            </p:custDataLst>
          </p:nvPr>
        </p:nvCxnSpPr>
        <p:spPr>
          <a:xfrm flipV="1">
            <a:off x="3515827" y="4851981"/>
            <a:ext cx="0" cy="120959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>
            <p:custDataLst>
              <p:tags r:id="rId33"/>
            </p:custDataLst>
          </p:nvPr>
        </p:nvSpPr>
        <p:spPr>
          <a:xfrm>
            <a:off x="5186283" y="4972940"/>
            <a:ext cx="873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9" name="直接箭头连接符 38"/>
          <p:cNvCxnSpPr>
            <a:stCxn id="38" idx="0"/>
          </p:cNvCxnSpPr>
          <p:nvPr>
            <p:custDataLst>
              <p:tags r:id="rId34"/>
            </p:custDataLst>
          </p:nvPr>
        </p:nvCxnSpPr>
        <p:spPr>
          <a:xfrm flipV="1">
            <a:off x="5622814" y="4851981"/>
            <a:ext cx="0" cy="120959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213987" y="3937237"/>
            <a:ext cx="368093" cy="435290"/>
            <a:chOff x="595858" y="1705805"/>
            <a:chExt cx="368093" cy="435290"/>
          </a:xfrm>
        </p:grpSpPr>
        <p:sp>
          <p:nvSpPr>
            <p:cNvPr id="41" name="箭头: 下 130"/>
            <p:cNvSpPr/>
            <p:nvPr>
              <p:custDataLst>
                <p:tags r:id="rId35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CC00FF">
                <a:alpha val="34000"/>
              </a:srgbClr>
            </a:solidFill>
            <a:ln>
              <a:solidFill>
                <a:srgbClr val="CC00FF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Text Box 15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9585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C00FF"/>
                  </a:solidFill>
                  <a:latin typeface="+mj-ea"/>
                  <a:ea typeface="+mj-ea"/>
                  <a:cs typeface="Consolas" panose="020B0609020204030204" pitchFamily="49" charset="0"/>
                </a:rPr>
                <a:t>i</a:t>
              </a:r>
              <a:endParaRPr lang="en-US" altLang="zh-CN" b="1" dirty="0">
                <a:solidFill>
                  <a:srgbClr val="CC00FF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2045992" y="3937237"/>
            <a:ext cx="368093" cy="435290"/>
            <a:chOff x="595858" y="1705805"/>
            <a:chExt cx="368093" cy="435290"/>
          </a:xfrm>
        </p:grpSpPr>
        <p:sp>
          <p:nvSpPr>
            <p:cNvPr id="44" name="箭头: 下 133"/>
            <p:cNvSpPr/>
            <p:nvPr>
              <p:custDataLst>
                <p:tags r:id="rId37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B50988">
                <a:alpha val="34000"/>
              </a:srgbClr>
            </a:solidFill>
            <a:ln>
              <a:solidFill>
                <a:srgbClr val="B50988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Text Box 15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9585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B50988"/>
                  </a:solidFill>
                  <a:latin typeface="+mj-ea"/>
                  <a:ea typeface="+mj-ea"/>
                  <a:cs typeface="Consolas" panose="020B0609020204030204" pitchFamily="49" charset="0"/>
                </a:rPr>
                <a:t>j</a:t>
              </a:r>
              <a:endParaRPr lang="en-US" altLang="zh-CN" b="1" dirty="0">
                <a:solidFill>
                  <a:srgbClr val="B50988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335953" y="3937237"/>
            <a:ext cx="399843" cy="435290"/>
            <a:chOff x="564108" y="1705805"/>
            <a:chExt cx="399843" cy="435290"/>
          </a:xfrm>
        </p:grpSpPr>
        <p:sp>
          <p:nvSpPr>
            <p:cNvPr id="47" name="箭头: 下 136"/>
            <p:cNvSpPr/>
            <p:nvPr>
              <p:custDataLst>
                <p:tags r:id="rId39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7030A0">
                <a:alpha val="34000"/>
              </a:srgbClr>
            </a:solidFill>
            <a:ln>
              <a:solidFill>
                <a:srgbClr val="7030A0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Text Box 1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6410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7030A0"/>
                  </a:solidFill>
                  <a:latin typeface="+mj-ea"/>
                  <a:ea typeface="+mj-ea"/>
                  <a:cs typeface="Consolas" panose="020B0609020204030204" pitchFamily="49" charset="0"/>
                </a:rPr>
                <a:t>k</a:t>
              </a:r>
              <a:endParaRPr lang="en-US" altLang="zh-CN" b="1" dirty="0">
                <a:solidFill>
                  <a:srgbClr val="7030A0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05289" y="3937237"/>
            <a:ext cx="368093" cy="435290"/>
            <a:chOff x="595858" y="1705805"/>
            <a:chExt cx="368093" cy="435290"/>
          </a:xfrm>
        </p:grpSpPr>
        <p:sp>
          <p:nvSpPr>
            <p:cNvPr id="50" name="箭头: 下 139"/>
            <p:cNvSpPr/>
            <p:nvPr>
              <p:custDataLst>
                <p:tags r:id="rId41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CC00FF">
                <a:alpha val="34000"/>
              </a:srgbClr>
            </a:solidFill>
            <a:ln>
              <a:solidFill>
                <a:srgbClr val="CC00FF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Text Box 15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9585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C00FF"/>
                  </a:solidFill>
                  <a:latin typeface="+mj-ea"/>
                  <a:ea typeface="+mj-ea"/>
                  <a:cs typeface="Consolas" panose="020B0609020204030204" pitchFamily="49" charset="0"/>
                </a:rPr>
                <a:t>i</a:t>
              </a:r>
              <a:endParaRPr lang="en-US" altLang="zh-CN" b="1" dirty="0">
                <a:solidFill>
                  <a:srgbClr val="CC00FF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019485" y="3937237"/>
            <a:ext cx="368093" cy="435290"/>
            <a:chOff x="595858" y="1705805"/>
            <a:chExt cx="368093" cy="435290"/>
          </a:xfrm>
        </p:grpSpPr>
        <p:sp>
          <p:nvSpPr>
            <p:cNvPr id="53" name="箭头: 下 142"/>
            <p:cNvSpPr/>
            <p:nvPr>
              <p:custDataLst>
                <p:tags r:id="rId43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CC00FF">
                <a:alpha val="34000"/>
              </a:srgbClr>
            </a:solidFill>
            <a:ln>
              <a:solidFill>
                <a:srgbClr val="CC00FF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Text Box 15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9585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C00FF"/>
                  </a:solidFill>
                  <a:latin typeface="+mj-ea"/>
                  <a:ea typeface="+mj-ea"/>
                  <a:cs typeface="Consolas" panose="020B0609020204030204" pitchFamily="49" charset="0"/>
                </a:rPr>
                <a:t>i</a:t>
              </a:r>
              <a:endParaRPr lang="en-US" altLang="zh-CN" b="1" dirty="0">
                <a:solidFill>
                  <a:srgbClr val="CC00FF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410788" y="3937237"/>
            <a:ext cx="368093" cy="435290"/>
            <a:chOff x="595858" y="1705805"/>
            <a:chExt cx="368093" cy="435290"/>
          </a:xfrm>
        </p:grpSpPr>
        <p:sp>
          <p:nvSpPr>
            <p:cNvPr id="56" name="箭头: 下 145"/>
            <p:cNvSpPr/>
            <p:nvPr>
              <p:custDataLst>
                <p:tags r:id="rId45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CC00FF">
                <a:alpha val="34000"/>
              </a:srgbClr>
            </a:solidFill>
            <a:ln>
              <a:solidFill>
                <a:srgbClr val="CC00FF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Text Box 15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9585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C00FF"/>
                  </a:solidFill>
                  <a:latin typeface="+mj-ea"/>
                  <a:ea typeface="+mj-ea"/>
                  <a:cs typeface="Consolas" panose="020B0609020204030204" pitchFamily="49" charset="0"/>
                </a:rPr>
                <a:t>i</a:t>
              </a:r>
              <a:endParaRPr lang="en-US" altLang="zh-CN" b="1" dirty="0">
                <a:solidFill>
                  <a:srgbClr val="CC00FF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2045992" y="3937237"/>
            <a:ext cx="368093" cy="435290"/>
            <a:chOff x="595858" y="1705805"/>
            <a:chExt cx="368093" cy="435290"/>
          </a:xfrm>
        </p:grpSpPr>
        <p:sp>
          <p:nvSpPr>
            <p:cNvPr id="59" name="箭头: 下 148"/>
            <p:cNvSpPr/>
            <p:nvPr>
              <p:custDataLst>
                <p:tags r:id="rId47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CC00FF">
                <a:alpha val="34000"/>
              </a:srgbClr>
            </a:solidFill>
            <a:ln>
              <a:solidFill>
                <a:srgbClr val="CC00FF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Text Box 15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59585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C00FF"/>
                  </a:solidFill>
                  <a:latin typeface="+mj-ea"/>
                  <a:ea typeface="+mj-ea"/>
                  <a:cs typeface="Consolas" panose="020B0609020204030204" pitchFamily="49" charset="0"/>
                </a:rPr>
                <a:t>i</a:t>
              </a:r>
              <a:endParaRPr lang="en-US" altLang="zh-CN" b="1" dirty="0">
                <a:solidFill>
                  <a:srgbClr val="CC00FF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2441504" y="3937237"/>
            <a:ext cx="368093" cy="435290"/>
            <a:chOff x="595858" y="1705805"/>
            <a:chExt cx="368093" cy="435290"/>
          </a:xfrm>
        </p:grpSpPr>
        <p:sp>
          <p:nvSpPr>
            <p:cNvPr id="62" name="箭头: 下 151"/>
            <p:cNvSpPr/>
            <p:nvPr>
              <p:custDataLst>
                <p:tags r:id="rId49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B50988">
                <a:alpha val="34000"/>
              </a:srgbClr>
            </a:solidFill>
            <a:ln>
              <a:solidFill>
                <a:srgbClr val="B50988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Text Box 15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59585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B50988"/>
                  </a:solidFill>
                  <a:latin typeface="+mj-ea"/>
                  <a:ea typeface="+mj-ea"/>
                  <a:cs typeface="Consolas" panose="020B0609020204030204" pitchFamily="49" charset="0"/>
                </a:rPr>
                <a:t>j</a:t>
              </a:r>
              <a:endParaRPr lang="en-US" altLang="zh-CN" b="1" dirty="0">
                <a:solidFill>
                  <a:srgbClr val="B50988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2849253" y="3937237"/>
            <a:ext cx="368093" cy="435290"/>
            <a:chOff x="595858" y="1705805"/>
            <a:chExt cx="368093" cy="435290"/>
          </a:xfrm>
        </p:grpSpPr>
        <p:sp>
          <p:nvSpPr>
            <p:cNvPr id="65" name="箭头: 下 154"/>
            <p:cNvSpPr/>
            <p:nvPr>
              <p:custDataLst>
                <p:tags r:id="rId51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B50988">
                <a:alpha val="34000"/>
              </a:srgbClr>
            </a:solidFill>
            <a:ln>
              <a:solidFill>
                <a:srgbClr val="B50988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Text Box 15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59585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B50988"/>
                  </a:solidFill>
                  <a:latin typeface="+mj-ea"/>
                  <a:ea typeface="+mj-ea"/>
                  <a:cs typeface="Consolas" panose="020B0609020204030204" pitchFamily="49" charset="0"/>
                </a:rPr>
                <a:t>j</a:t>
              </a:r>
              <a:endParaRPr lang="en-US" altLang="zh-CN" b="1" dirty="0">
                <a:solidFill>
                  <a:srgbClr val="B50988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3236408" y="3937237"/>
            <a:ext cx="368093" cy="435290"/>
            <a:chOff x="595858" y="1705805"/>
            <a:chExt cx="368093" cy="435290"/>
          </a:xfrm>
        </p:grpSpPr>
        <p:sp>
          <p:nvSpPr>
            <p:cNvPr id="68" name="箭头: 下 157"/>
            <p:cNvSpPr/>
            <p:nvPr>
              <p:custDataLst>
                <p:tags r:id="rId53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B50988">
                <a:alpha val="34000"/>
              </a:srgbClr>
            </a:solidFill>
            <a:ln>
              <a:solidFill>
                <a:srgbClr val="B50988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Text Box 15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59585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B50988"/>
                  </a:solidFill>
                  <a:latin typeface="+mj-ea"/>
                  <a:ea typeface="+mj-ea"/>
                  <a:cs typeface="Consolas" panose="020B0609020204030204" pitchFamily="49" charset="0"/>
                </a:rPr>
                <a:t>j</a:t>
              </a:r>
              <a:endParaRPr lang="en-US" altLang="zh-CN" b="1" dirty="0">
                <a:solidFill>
                  <a:srgbClr val="B50988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728261" y="3937237"/>
            <a:ext cx="399843" cy="435290"/>
            <a:chOff x="564108" y="1705805"/>
            <a:chExt cx="399843" cy="435290"/>
          </a:xfrm>
        </p:grpSpPr>
        <p:sp>
          <p:nvSpPr>
            <p:cNvPr id="72" name="箭头: 下 166"/>
            <p:cNvSpPr/>
            <p:nvPr>
              <p:custDataLst>
                <p:tags r:id="rId55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7030A0">
                <a:alpha val="34000"/>
              </a:srgbClr>
            </a:solidFill>
            <a:ln>
              <a:solidFill>
                <a:srgbClr val="7030A0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Text Box 15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56410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7030A0"/>
                  </a:solidFill>
                  <a:latin typeface="+mj-ea"/>
                  <a:ea typeface="+mj-ea"/>
                  <a:cs typeface="Consolas" panose="020B0609020204030204" pitchFamily="49" charset="0"/>
                </a:rPr>
                <a:t>k</a:t>
              </a:r>
              <a:endParaRPr lang="en-US" altLang="zh-CN" b="1" dirty="0">
                <a:solidFill>
                  <a:srgbClr val="7030A0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6126512" y="3937237"/>
            <a:ext cx="399843" cy="435290"/>
            <a:chOff x="564108" y="1705805"/>
            <a:chExt cx="399843" cy="435290"/>
          </a:xfrm>
        </p:grpSpPr>
        <p:sp>
          <p:nvSpPr>
            <p:cNvPr id="75" name="箭头: 下 169"/>
            <p:cNvSpPr/>
            <p:nvPr>
              <p:custDataLst>
                <p:tags r:id="rId57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7030A0">
                <a:alpha val="34000"/>
              </a:srgbClr>
            </a:solidFill>
            <a:ln>
              <a:solidFill>
                <a:srgbClr val="7030A0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Text Box 15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56410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7030A0"/>
                  </a:solidFill>
                  <a:latin typeface="+mj-ea"/>
                  <a:ea typeface="+mj-ea"/>
                  <a:cs typeface="Consolas" panose="020B0609020204030204" pitchFamily="49" charset="0"/>
                </a:rPr>
                <a:t>k</a:t>
              </a:r>
              <a:endParaRPr lang="en-US" altLang="zh-CN" b="1" dirty="0">
                <a:solidFill>
                  <a:srgbClr val="7030A0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6515789" y="3937237"/>
            <a:ext cx="399843" cy="435290"/>
            <a:chOff x="564108" y="1705805"/>
            <a:chExt cx="399843" cy="435290"/>
          </a:xfrm>
        </p:grpSpPr>
        <p:sp>
          <p:nvSpPr>
            <p:cNvPr id="78" name="箭头: 下 172"/>
            <p:cNvSpPr/>
            <p:nvPr>
              <p:custDataLst>
                <p:tags r:id="rId59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7030A0">
                <a:alpha val="34000"/>
              </a:srgbClr>
            </a:solidFill>
            <a:ln>
              <a:solidFill>
                <a:srgbClr val="7030A0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Text Box 15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56410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7030A0"/>
                  </a:solidFill>
                  <a:latin typeface="+mj-ea"/>
                  <a:ea typeface="+mj-ea"/>
                  <a:cs typeface="Consolas" panose="020B0609020204030204" pitchFamily="49" charset="0"/>
                </a:rPr>
                <a:t>k</a:t>
              </a:r>
              <a:endParaRPr lang="en-US" altLang="zh-CN" b="1" dirty="0">
                <a:solidFill>
                  <a:srgbClr val="7030A0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6905832" y="3937237"/>
            <a:ext cx="399843" cy="435290"/>
            <a:chOff x="564108" y="1705805"/>
            <a:chExt cx="399843" cy="435290"/>
          </a:xfrm>
        </p:grpSpPr>
        <p:sp>
          <p:nvSpPr>
            <p:cNvPr id="81" name="箭头: 下 175"/>
            <p:cNvSpPr/>
            <p:nvPr>
              <p:custDataLst>
                <p:tags r:id="rId61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7030A0">
                <a:alpha val="34000"/>
              </a:srgbClr>
            </a:solidFill>
            <a:ln>
              <a:solidFill>
                <a:srgbClr val="7030A0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Text Box 15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56410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7030A0"/>
                  </a:solidFill>
                  <a:latin typeface="+mj-ea"/>
                  <a:ea typeface="+mj-ea"/>
                  <a:cs typeface="Consolas" panose="020B0609020204030204" pitchFamily="49" charset="0"/>
                </a:rPr>
                <a:t>k</a:t>
              </a:r>
              <a:endParaRPr lang="en-US" altLang="zh-CN" b="1" dirty="0">
                <a:solidFill>
                  <a:srgbClr val="7030A0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7304982" y="3937237"/>
            <a:ext cx="399843" cy="435290"/>
            <a:chOff x="564108" y="1705805"/>
            <a:chExt cx="399843" cy="435290"/>
          </a:xfrm>
        </p:grpSpPr>
        <p:sp>
          <p:nvSpPr>
            <p:cNvPr id="84" name="箭头: 下 178"/>
            <p:cNvSpPr/>
            <p:nvPr>
              <p:custDataLst>
                <p:tags r:id="rId63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7030A0">
                <a:alpha val="34000"/>
              </a:srgbClr>
            </a:solidFill>
            <a:ln>
              <a:solidFill>
                <a:srgbClr val="7030A0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Text Box 15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56410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7030A0"/>
                  </a:solidFill>
                  <a:latin typeface="+mj-ea"/>
                  <a:ea typeface="+mj-ea"/>
                  <a:cs typeface="Consolas" panose="020B0609020204030204" pitchFamily="49" charset="0"/>
                </a:rPr>
                <a:t>k</a:t>
              </a:r>
              <a:endParaRPr lang="en-US" altLang="zh-CN" b="1" dirty="0">
                <a:solidFill>
                  <a:srgbClr val="7030A0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7696756" y="3937237"/>
            <a:ext cx="399843" cy="435290"/>
            <a:chOff x="564108" y="1705805"/>
            <a:chExt cx="399843" cy="435290"/>
          </a:xfrm>
        </p:grpSpPr>
        <p:sp>
          <p:nvSpPr>
            <p:cNvPr id="87" name="箭头: 下 181"/>
            <p:cNvSpPr/>
            <p:nvPr>
              <p:custDataLst>
                <p:tags r:id="rId65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7030A0">
                <a:alpha val="34000"/>
              </a:srgbClr>
            </a:solidFill>
            <a:ln>
              <a:solidFill>
                <a:srgbClr val="7030A0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Text Box 15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56410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7030A0"/>
                  </a:solidFill>
                  <a:latin typeface="+mj-ea"/>
                  <a:ea typeface="+mj-ea"/>
                  <a:cs typeface="Consolas" panose="020B0609020204030204" pitchFamily="49" charset="0"/>
                </a:rPr>
                <a:t>k</a:t>
              </a:r>
              <a:endParaRPr lang="en-US" altLang="zh-CN" b="1" dirty="0">
                <a:solidFill>
                  <a:srgbClr val="7030A0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8075868" y="3937237"/>
            <a:ext cx="399843" cy="435290"/>
            <a:chOff x="564108" y="1705805"/>
            <a:chExt cx="399843" cy="435290"/>
          </a:xfrm>
        </p:grpSpPr>
        <p:sp>
          <p:nvSpPr>
            <p:cNvPr id="90" name="箭头: 下 184"/>
            <p:cNvSpPr/>
            <p:nvPr>
              <p:custDataLst>
                <p:tags r:id="rId67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7030A0">
                <a:alpha val="34000"/>
              </a:srgbClr>
            </a:solidFill>
            <a:ln>
              <a:solidFill>
                <a:srgbClr val="7030A0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Text Box 15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56410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7030A0"/>
                  </a:solidFill>
                  <a:latin typeface="+mj-ea"/>
                  <a:ea typeface="+mj-ea"/>
                  <a:cs typeface="Consolas" panose="020B0609020204030204" pitchFamily="49" charset="0"/>
                </a:rPr>
                <a:t>k</a:t>
              </a:r>
              <a:endParaRPr lang="en-US" altLang="zh-CN" b="1" dirty="0">
                <a:solidFill>
                  <a:srgbClr val="7030A0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8575815" y="3937237"/>
            <a:ext cx="399843" cy="435290"/>
            <a:chOff x="564108" y="1705805"/>
            <a:chExt cx="399843" cy="435290"/>
          </a:xfrm>
        </p:grpSpPr>
        <p:sp>
          <p:nvSpPr>
            <p:cNvPr id="93" name="箭头: 下 187"/>
            <p:cNvSpPr/>
            <p:nvPr>
              <p:custDataLst>
                <p:tags r:id="rId69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7030A0">
                <a:alpha val="34000"/>
              </a:srgbClr>
            </a:solidFill>
            <a:ln>
              <a:solidFill>
                <a:srgbClr val="7030A0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Text Box 15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56410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7030A0"/>
                  </a:solidFill>
                  <a:latin typeface="+mj-ea"/>
                  <a:ea typeface="+mj-ea"/>
                  <a:cs typeface="Consolas" panose="020B0609020204030204" pitchFamily="49" charset="0"/>
                </a:rPr>
                <a:t>k</a:t>
              </a:r>
              <a:endParaRPr lang="en-US" altLang="zh-CN" b="1" dirty="0">
                <a:solidFill>
                  <a:srgbClr val="7030A0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3725882" y="3937237"/>
            <a:ext cx="368093" cy="435290"/>
            <a:chOff x="595858" y="1705805"/>
            <a:chExt cx="368093" cy="435290"/>
          </a:xfrm>
        </p:grpSpPr>
        <p:sp>
          <p:nvSpPr>
            <p:cNvPr id="96" name="箭头: 下 190"/>
            <p:cNvSpPr/>
            <p:nvPr>
              <p:custDataLst>
                <p:tags r:id="rId71"/>
              </p:custDataLst>
            </p:nvPr>
          </p:nvSpPr>
          <p:spPr>
            <a:xfrm>
              <a:off x="766152" y="1901960"/>
              <a:ext cx="197799" cy="239135"/>
            </a:xfrm>
            <a:prstGeom prst="downArrow">
              <a:avLst>
                <a:gd name="adj1" fmla="val 57668"/>
                <a:gd name="adj2" fmla="val 32692"/>
              </a:avLst>
            </a:prstGeom>
            <a:solidFill>
              <a:srgbClr val="B50988">
                <a:alpha val="34000"/>
              </a:srgbClr>
            </a:solidFill>
            <a:ln>
              <a:solidFill>
                <a:srgbClr val="B50988">
                  <a:alpha val="4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7" name="Text Box 15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595858" y="1705805"/>
              <a:ext cx="222837" cy="3693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B50988"/>
                  </a:solidFill>
                  <a:latin typeface="+mj-ea"/>
                  <a:ea typeface="+mj-ea"/>
                  <a:cs typeface="Consolas" panose="020B0609020204030204" pitchFamily="49" charset="0"/>
                </a:rPr>
                <a:t>j</a:t>
              </a:r>
              <a:endParaRPr lang="en-US" altLang="zh-CN" b="1" dirty="0">
                <a:solidFill>
                  <a:srgbClr val="B50988"/>
                </a:solidFill>
                <a:latin typeface="+mj-ea"/>
                <a:ea typeface="+mj-ea"/>
                <a:cs typeface="Consolas" panose="020B0609020204030204" pitchFamily="49" charset="0"/>
              </a:endParaRPr>
            </a:p>
          </p:txBody>
        </p:sp>
      </p:grpSp>
      <p:sp>
        <p:nvSpPr>
          <p:cNvPr id="98" name="矩形 97"/>
          <p:cNvSpPr/>
          <p:nvPr>
            <p:custDataLst>
              <p:tags r:id="rId73"/>
            </p:custDataLst>
          </p:nvPr>
        </p:nvSpPr>
        <p:spPr>
          <a:xfrm>
            <a:off x="188111" y="5382825"/>
            <a:ext cx="3623026" cy="443589"/>
          </a:xfrm>
          <a:prstGeom prst="rect">
            <a:avLst/>
          </a:prstGeom>
          <a:solidFill>
            <a:srgbClr val="CC00FF">
              <a:alpha val="24000"/>
            </a:srgbClr>
          </a:solidFill>
          <a:ln w="19050" cap="flat" cmpd="sng" algn="ctr">
            <a:solidFill>
              <a:srgbClr val="CC00FF">
                <a:alpha val="3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C00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9" name="椭圆 98"/>
          <p:cNvSpPr/>
          <p:nvPr>
            <p:custDataLst>
              <p:tags r:id="rId74"/>
            </p:custDataLst>
          </p:nvPr>
        </p:nvSpPr>
        <p:spPr>
          <a:xfrm>
            <a:off x="265035" y="5432534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1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0" name="椭圆 159"/>
          <p:cNvSpPr/>
          <p:nvPr>
            <p:custDataLst>
              <p:tags r:id="rId75"/>
            </p:custDataLst>
          </p:nvPr>
        </p:nvSpPr>
        <p:spPr>
          <a:xfrm>
            <a:off x="711414" y="5432534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2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1" name="椭圆 160"/>
          <p:cNvSpPr/>
          <p:nvPr>
            <p:custDataLst>
              <p:tags r:id="rId76"/>
            </p:custDataLst>
          </p:nvPr>
        </p:nvSpPr>
        <p:spPr>
          <a:xfrm>
            <a:off x="1155336" y="5432534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3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2" name="椭圆 161"/>
          <p:cNvSpPr/>
          <p:nvPr>
            <p:custDataLst>
              <p:tags r:id="rId77"/>
            </p:custDataLst>
          </p:nvPr>
        </p:nvSpPr>
        <p:spPr>
          <a:xfrm>
            <a:off x="1578194" y="5432534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4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3" name="椭圆 162"/>
          <p:cNvSpPr/>
          <p:nvPr>
            <p:custDataLst>
              <p:tags r:id="rId78"/>
            </p:custDataLst>
          </p:nvPr>
        </p:nvSpPr>
        <p:spPr>
          <a:xfrm>
            <a:off x="2014284" y="5432534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5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4" name="椭圆 163"/>
          <p:cNvSpPr/>
          <p:nvPr>
            <p:custDataLst>
              <p:tags r:id="rId79"/>
            </p:custDataLst>
          </p:nvPr>
        </p:nvSpPr>
        <p:spPr>
          <a:xfrm>
            <a:off x="2468495" y="5432534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6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5" name="椭圆 164"/>
          <p:cNvSpPr/>
          <p:nvPr>
            <p:custDataLst>
              <p:tags r:id="rId80"/>
            </p:custDataLst>
          </p:nvPr>
        </p:nvSpPr>
        <p:spPr>
          <a:xfrm>
            <a:off x="2907156" y="5432534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7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93" name="椭圆 192"/>
          <p:cNvSpPr/>
          <p:nvPr>
            <p:custDataLst>
              <p:tags r:id="rId81"/>
            </p:custDataLst>
          </p:nvPr>
        </p:nvSpPr>
        <p:spPr>
          <a:xfrm>
            <a:off x="3343692" y="5432534"/>
            <a:ext cx="344170" cy="344170"/>
          </a:xfrm>
          <a:prstGeom prst="ellipse">
            <a:avLst/>
          </a:prstGeom>
          <a:solidFill>
            <a:srgbClr val="CC00FF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spcAft>
                <a:spcPts val="0"/>
              </a:spcAft>
            </a:pPr>
            <a:r>
              <a:rPr lang="en-US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8</a:t>
            </a:r>
            <a:endParaRPr lang="zh-CN" sz="2000" b="1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08" name="文本框 207"/>
          <p:cNvSpPr txBox="1"/>
          <p:nvPr>
            <p:custDataLst>
              <p:tags r:id="rId82"/>
            </p:custDataLst>
          </p:nvPr>
        </p:nvSpPr>
        <p:spPr>
          <a:xfrm>
            <a:off x="10438" y="5941906"/>
            <a:ext cx="873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 dirty="0">
                <a:solidFill>
                  <a:srgbClr val="CC00FF"/>
                </a:solidFill>
              </a:rPr>
              <a:t>low</a:t>
            </a:r>
            <a:endParaRPr lang="zh-CN" altLang="en-US" sz="1600" b="1" dirty="0">
              <a:solidFill>
                <a:srgbClr val="CC00FF"/>
              </a:solidFill>
            </a:endParaRPr>
          </a:p>
        </p:txBody>
      </p:sp>
      <p:cxnSp>
        <p:nvCxnSpPr>
          <p:cNvPr id="210" name="直接箭头连接符 209"/>
          <p:cNvCxnSpPr>
            <a:stCxn id="208" idx="0"/>
          </p:cNvCxnSpPr>
          <p:nvPr>
            <p:custDataLst>
              <p:tags r:id="rId83"/>
            </p:custDataLst>
          </p:nvPr>
        </p:nvCxnSpPr>
        <p:spPr>
          <a:xfrm flipV="1">
            <a:off x="446969" y="5829983"/>
            <a:ext cx="0" cy="111923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文本框 211"/>
          <p:cNvSpPr txBox="1"/>
          <p:nvPr>
            <p:custDataLst>
              <p:tags r:id="rId84"/>
            </p:custDataLst>
          </p:nvPr>
        </p:nvSpPr>
        <p:spPr>
          <a:xfrm>
            <a:off x="3079296" y="5941906"/>
            <a:ext cx="873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 dirty="0">
                <a:solidFill>
                  <a:srgbClr val="B50988"/>
                </a:solidFill>
              </a:rPr>
              <a:t>high</a:t>
            </a:r>
            <a:endParaRPr lang="zh-CN" altLang="en-US" sz="1600" b="1" dirty="0">
              <a:solidFill>
                <a:srgbClr val="B50988"/>
              </a:solidFill>
            </a:endParaRPr>
          </a:p>
        </p:txBody>
      </p:sp>
      <p:cxnSp>
        <p:nvCxnSpPr>
          <p:cNvPr id="213" name="直接箭头连接符 212"/>
          <p:cNvCxnSpPr>
            <a:stCxn id="212" idx="0"/>
          </p:cNvCxnSpPr>
          <p:nvPr>
            <p:custDataLst>
              <p:tags r:id="rId85"/>
            </p:custDataLst>
          </p:nvPr>
        </p:nvCxnSpPr>
        <p:spPr>
          <a:xfrm flipV="1">
            <a:off x="3515827" y="5820947"/>
            <a:ext cx="0" cy="120959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箭头: 下 206"/>
          <p:cNvSpPr/>
          <p:nvPr>
            <p:custDataLst>
              <p:tags r:id="rId86"/>
            </p:custDataLst>
          </p:nvPr>
        </p:nvSpPr>
        <p:spPr>
          <a:xfrm rot="3974562">
            <a:off x="4456463" y="4446987"/>
            <a:ext cx="331923" cy="1615779"/>
          </a:xfrm>
          <a:prstGeom prst="downArrow">
            <a:avLst>
              <a:gd name="adj1" fmla="val 57668"/>
              <a:gd name="adj2" fmla="val 45303"/>
            </a:avLst>
          </a:prstGeom>
          <a:solidFill>
            <a:srgbClr val="0070C0">
              <a:alpha val="31000"/>
            </a:srgbClr>
          </a:solidFill>
          <a:ln w="19050">
            <a:solidFill>
              <a:srgbClr val="0070C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5" name="文本框 214"/>
          <p:cNvSpPr txBox="1"/>
          <p:nvPr>
            <p:custDataLst>
              <p:tags r:id="rId87"/>
            </p:custDataLst>
          </p:nvPr>
        </p:nvSpPr>
        <p:spPr>
          <a:xfrm rot="20166964">
            <a:off x="4026646" y="5260870"/>
            <a:ext cx="1563723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b="1" dirty="0">
                <a:solidFill>
                  <a:srgbClr val="0070C0"/>
                </a:solidFill>
              </a:rPr>
              <a:t>复制到原序列</a:t>
            </a:r>
            <a:endParaRPr lang="zh-CN" altLang="en-US" dirty="0"/>
          </a:p>
        </p:txBody>
      </p:sp>
      <p:sp>
        <p:nvSpPr>
          <p:cNvPr id="216" name="文本框 215"/>
          <p:cNvSpPr txBox="1"/>
          <p:nvPr>
            <p:custDataLst>
              <p:tags r:id="rId88"/>
            </p:custDataLst>
          </p:nvPr>
        </p:nvSpPr>
        <p:spPr>
          <a:xfrm>
            <a:off x="4038713" y="4209468"/>
            <a:ext cx="1135810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b="1" dirty="0">
                <a:solidFill>
                  <a:srgbClr val="0070C0"/>
                </a:solidFill>
              </a:rPr>
              <a:t>归并复制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4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6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8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1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3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4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6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8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1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8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1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1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2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3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500"/>
                            </p:stCondLst>
                            <p:childTnLst>
                              <p:par>
                                <p:cTn id="3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1000"/>
                            </p:stCondLst>
                            <p:childTnLst>
                              <p:par>
                                <p:cTn id="4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1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7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3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5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9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0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5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1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7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3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5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9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0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5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7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2" grpId="0" bldLvl="0" animBg="1"/>
      <p:bldP spid="12" grpId="1" bldLvl="0" animBg="1"/>
      <p:bldP spid="13" grpId="0" bldLvl="0" animBg="1"/>
      <p:bldP spid="13" grpId="1" bldLvl="0" animBg="1"/>
      <p:bldP spid="13" grpId="2" bldLvl="0" animBg="1"/>
      <p:bldP spid="14" grpId="0" bldLvl="0" animBg="1"/>
      <p:bldP spid="14" grpId="1" bldLvl="0" animBg="1"/>
      <p:bldP spid="14" grpId="2" bldLvl="0" animBg="1"/>
      <p:bldP spid="15" grpId="0" bldLvl="0" animBg="1"/>
      <p:bldP spid="15" grpId="1" bldLvl="0" animBg="1"/>
      <p:bldP spid="15" grpId="2" bldLvl="0" animBg="1"/>
      <p:bldP spid="16" grpId="0" bldLvl="0" animBg="1"/>
      <p:bldP spid="16" grpId="1" bldLvl="0" animBg="1"/>
      <p:bldP spid="16" grpId="2" bldLvl="0" animBg="1"/>
      <p:bldP spid="16" grpId="3" bldLvl="0" animBg="1"/>
      <p:bldP spid="17" grpId="0" bldLvl="0" animBg="1"/>
      <p:bldP spid="17" grpId="1" bldLvl="0" animBg="1"/>
      <p:bldP spid="18" grpId="0" bldLvl="0" animBg="1"/>
      <p:bldP spid="18" grpId="1" bldLvl="0" animBg="1"/>
      <p:bldP spid="18" grpId="2" bldLvl="0" animBg="1"/>
      <p:bldP spid="19" grpId="0" bldLvl="0" animBg="1"/>
      <p:bldP spid="19" grpId="1" bldLvl="0" animBg="1"/>
      <p:bldP spid="20" grpId="0" bldLvl="0" animBg="1"/>
      <p:bldP spid="20" grpId="1" bldLvl="0" animBg="1"/>
      <p:bldP spid="21" grpId="0" bldLvl="0" animBg="1"/>
      <p:bldP spid="21" grpId="1" bldLvl="0" animBg="1"/>
      <p:bldP spid="22" grpId="0" bldLvl="0" animBg="1"/>
      <p:bldP spid="22" grpId="1" bldLvl="0" animBg="1"/>
      <p:bldP spid="23" grpId="0" bldLvl="0" animBg="1"/>
      <p:bldP spid="23" grpId="1" bldLvl="0" animBg="1"/>
      <p:bldP spid="24" grpId="0" bldLvl="0" animBg="1"/>
      <p:bldP spid="24" grpId="1" bldLvl="0" animBg="1"/>
      <p:bldP spid="25" grpId="0" bldLvl="0" animBg="1"/>
      <p:bldP spid="25" grpId="1" bldLvl="0" animBg="1"/>
      <p:bldP spid="26" grpId="0" bldLvl="0" animBg="1"/>
      <p:bldP spid="26" grpId="1" bldLvl="0" animBg="1"/>
      <p:bldP spid="27" grpId="0" bldLvl="0" animBg="1"/>
      <p:bldP spid="27" grpId="1" bldLvl="0" animBg="1"/>
      <p:bldP spid="28" grpId="0" bldLvl="0" animBg="1"/>
      <p:bldP spid="28" grpId="1" bldLvl="0" animBg="1"/>
      <p:bldP spid="29" grpId="0" bldLvl="0" animBg="1"/>
      <p:bldP spid="30" grpId="0"/>
      <p:bldP spid="32" grpId="0"/>
      <p:bldP spid="32" grpId="1"/>
      <p:bldP spid="34" grpId="0"/>
      <p:bldP spid="36" grpId="0"/>
      <p:bldP spid="38" grpId="0"/>
      <p:bldP spid="38" grpId="1"/>
      <p:bldP spid="98" grpId="0" bldLvl="0" animBg="1"/>
      <p:bldP spid="99" grpId="0" bldLvl="0" animBg="1"/>
      <p:bldP spid="160" grpId="0" bldLvl="0" animBg="1"/>
      <p:bldP spid="161" grpId="0" bldLvl="0" animBg="1"/>
      <p:bldP spid="162" grpId="0" bldLvl="0" animBg="1"/>
      <p:bldP spid="163" grpId="0" bldLvl="0" animBg="1"/>
      <p:bldP spid="164" grpId="0" bldLvl="0" animBg="1"/>
      <p:bldP spid="165" grpId="0" bldLvl="0" animBg="1"/>
      <p:bldP spid="193" grpId="0" bldLvl="0" animBg="1"/>
      <p:bldP spid="208" grpId="0"/>
      <p:bldP spid="212" grpId="0"/>
      <p:bldP spid="214" grpId="0" bldLvl="0" animBg="1"/>
      <p:bldP spid="215" grpId="0"/>
      <p:bldP spid="2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0" y="2148840"/>
            <a:ext cx="9695815" cy="470789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p>
            <a:r>
              <a:rPr lang="en-US" altLang="zh-CN" sz="1500" b="1" dirty="0">
                <a:latin typeface="+mn-ea"/>
              </a:rPr>
              <a:t>void Merge(</a:t>
            </a:r>
            <a:r>
              <a:rPr lang="en-US" altLang="zh-CN" sz="1500" b="1" dirty="0" err="1">
                <a:latin typeface="+mn-ea"/>
              </a:rPr>
              <a:t>RecType</a:t>
            </a:r>
            <a:r>
              <a:rPr lang="en-US" altLang="zh-CN" sz="1500" b="1" dirty="0">
                <a:latin typeface="+mn-ea"/>
              </a:rPr>
              <a:t> R[], int low, int mid, int high){ 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</a:t>
            </a:r>
            <a:r>
              <a:rPr lang="en-US" altLang="zh-CN" sz="1500" b="1" dirty="0" err="1">
                <a:solidFill>
                  <a:srgbClr val="7030A0"/>
                </a:solidFill>
                <a:latin typeface="+mn-ea"/>
              </a:rPr>
              <a:t>RecType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*R1</a:t>
            </a:r>
            <a:r>
              <a:rPr lang="en-US" altLang="zh-CN" sz="1500" b="1" dirty="0">
                <a:latin typeface="+mn-ea"/>
              </a:rPr>
              <a:t>; </a:t>
            </a:r>
            <a:endParaRPr lang="zh-CN" altLang="en-US" sz="1500" b="1" dirty="0">
              <a:latin typeface="+mn-ea"/>
            </a:endParaRPr>
          </a:p>
          <a:p>
            <a:r>
              <a:rPr lang="zh-CN" altLang="en-US" sz="1500" b="1" dirty="0">
                <a:latin typeface="+mn-ea"/>
              </a:rPr>
              <a:t>   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R1</a:t>
            </a:r>
            <a:r>
              <a:rPr lang="en-US" altLang="zh-CN" sz="1500" b="1" dirty="0">
                <a:latin typeface="+mn-ea"/>
              </a:rPr>
              <a:t>=(</a:t>
            </a:r>
            <a:r>
              <a:rPr lang="en-US" altLang="zh-CN" sz="1500" b="1" dirty="0" err="1">
                <a:latin typeface="+mn-ea"/>
              </a:rPr>
              <a:t>RecType</a:t>
            </a:r>
            <a:r>
              <a:rPr lang="en-US" altLang="zh-CN" sz="1500" b="1" dirty="0">
                <a:latin typeface="+mn-ea"/>
              </a:rPr>
              <a:t> *)malloc(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(high-low+1)*</a:t>
            </a:r>
            <a:r>
              <a:rPr lang="en-US" altLang="zh-CN" sz="1500" b="1" dirty="0" err="1">
                <a:solidFill>
                  <a:srgbClr val="7030A0"/>
                </a:solidFill>
                <a:latin typeface="+mn-ea"/>
              </a:rPr>
              <a:t>sizeof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(</a:t>
            </a:r>
            <a:r>
              <a:rPr lang="en-US" altLang="zh-CN" sz="1500" b="1" dirty="0" err="1">
                <a:solidFill>
                  <a:srgbClr val="7030A0"/>
                </a:solidFill>
                <a:latin typeface="+mn-ea"/>
              </a:rPr>
              <a:t>RecType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)</a:t>
            </a:r>
            <a:r>
              <a:rPr lang="en-US" altLang="zh-CN" sz="1500" b="1" dirty="0">
                <a:latin typeface="+mn-ea"/>
              </a:rPr>
              <a:t>);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int </a:t>
            </a:r>
            <a:r>
              <a:rPr lang="en-US" altLang="zh-CN" sz="1500" b="1" dirty="0" err="1">
                <a:solidFill>
                  <a:srgbClr val="CC00FF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=low</a:t>
            </a:r>
            <a:r>
              <a:rPr lang="en-US" altLang="zh-CN" sz="1500" b="1" dirty="0">
                <a:latin typeface="+mn-ea"/>
              </a:rPr>
              <a:t>, </a:t>
            </a:r>
            <a:r>
              <a:rPr lang="en-US" altLang="zh-CN" sz="1500" b="1" dirty="0">
                <a:solidFill>
                  <a:srgbClr val="B50988"/>
                </a:solidFill>
                <a:latin typeface="+mn-ea"/>
              </a:rPr>
              <a:t>j=mid+1</a:t>
            </a:r>
            <a:r>
              <a:rPr lang="en-US" altLang="zh-CN" sz="1500" b="1" dirty="0">
                <a:latin typeface="+mn-ea"/>
              </a:rPr>
              <a:t>,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k=0</a:t>
            </a:r>
            <a:r>
              <a:rPr lang="en-US" altLang="zh-CN" sz="1500" b="1" dirty="0">
                <a:latin typeface="+mn-ea"/>
              </a:rPr>
              <a:t>;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while(</a:t>
            </a:r>
            <a:r>
              <a:rPr lang="en-US" altLang="zh-CN" sz="1500" b="1" dirty="0" err="1">
                <a:solidFill>
                  <a:srgbClr val="CC00FF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&lt;=mid </a:t>
            </a:r>
            <a:r>
              <a:rPr lang="en-US" altLang="zh-CN" sz="1500" b="1" dirty="0">
                <a:latin typeface="+mn-ea"/>
              </a:rPr>
              <a:t>&amp;&amp; </a:t>
            </a:r>
            <a:r>
              <a:rPr lang="en-US" altLang="zh-CN" sz="1500" b="1" dirty="0">
                <a:solidFill>
                  <a:srgbClr val="B50988"/>
                </a:solidFill>
                <a:latin typeface="+mn-ea"/>
              </a:rPr>
              <a:t>j&lt;=high</a:t>
            </a:r>
            <a:r>
              <a:rPr lang="en-US" altLang="zh-CN" sz="1500" b="1" dirty="0">
                <a:latin typeface="+mn-ea"/>
              </a:rPr>
              <a:t>) 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    if(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R[</a:t>
            </a:r>
            <a:r>
              <a:rPr lang="en-US" altLang="zh-CN" sz="1500" b="1" dirty="0" err="1">
                <a:solidFill>
                  <a:srgbClr val="CC00FF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].key</a:t>
            </a:r>
            <a:r>
              <a:rPr lang="en-US" altLang="zh-CN" sz="1500" b="1" dirty="0">
                <a:latin typeface="+mn-ea"/>
              </a:rPr>
              <a:t>&lt;=</a:t>
            </a:r>
            <a:r>
              <a:rPr lang="en-US" altLang="zh-CN" sz="1500" b="1" dirty="0">
                <a:solidFill>
                  <a:srgbClr val="B50988"/>
                </a:solidFill>
                <a:latin typeface="+mn-ea"/>
              </a:rPr>
              <a:t>R[j].key</a:t>
            </a:r>
            <a:r>
              <a:rPr lang="en-US" altLang="zh-CN" sz="1500" b="1" dirty="0">
                <a:latin typeface="+mn-ea"/>
              </a:rPr>
              <a:t>){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                                   </a:t>
            </a:r>
            <a:endParaRPr lang="en-US" altLang="zh-CN" sz="1500" b="1" dirty="0">
              <a:solidFill>
                <a:srgbClr val="7030A0"/>
              </a:solidFill>
              <a:latin typeface="+mn-ea"/>
            </a:endParaRPr>
          </a:p>
          <a:p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           R1[k]</a:t>
            </a:r>
            <a:r>
              <a:rPr lang="en-US" altLang="zh-CN" sz="1500" b="1" dirty="0">
                <a:latin typeface="+mn-ea"/>
              </a:rPr>
              <a:t>=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R[</a:t>
            </a:r>
            <a:r>
              <a:rPr lang="en-US" altLang="zh-CN" sz="1500" b="1" dirty="0" err="1">
                <a:solidFill>
                  <a:srgbClr val="CC00FF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]</a:t>
            </a:r>
            <a:r>
              <a:rPr lang="en-US" altLang="zh-CN" sz="1500" b="1" dirty="0">
                <a:latin typeface="+mn-ea"/>
              </a:rPr>
              <a:t>; </a:t>
            </a:r>
            <a:r>
              <a:rPr lang="en-US" altLang="zh-CN" sz="1500" b="1" dirty="0" err="1">
                <a:solidFill>
                  <a:srgbClr val="CC00FF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++</a:t>
            </a:r>
            <a:r>
              <a:rPr lang="en-US" altLang="zh-CN" sz="1500" b="1" dirty="0">
                <a:latin typeface="+mn-ea"/>
              </a:rPr>
              <a:t>;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k++</a:t>
            </a:r>
            <a:r>
              <a:rPr lang="en-US" altLang="zh-CN" sz="1500" b="1" dirty="0">
                <a:latin typeface="+mn-ea"/>
              </a:rPr>
              <a:t>;</a:t>
            </a:r>
            <a:endParaRPr lang="en-US" altLang="zh-CN" sz="1500" b="1" dirty="0">
              <a:solidFill>
                <a:srgbClr val="7030A0"/>
              </a:solidFill>
              <a:latin typeface="+mn-ea"/>
            </a:endParaRPr>
          </a:p>
          <a:p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       </a:t>
            </a:r>
            <a:r>
              <a:rPr lang="en-US" altLang="zh-CN" sz="1500" b="1" dirty="0">
                <a:latin typeface="+mn-ea"/>
              </a:rPr>
              <a:t>}else{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       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R1[k]</a:t>
            </a:r>
            <a:r>
              <a:rPr lang="en-US" altLang="zh-CN" sz="1500" b="1" dirty="0">
                <a:latin typeface="+mn-ea"/>
              </a:rPr>
              <a:t>=</a:t>
            </a:r>
            <a:r>
              <a:rPr lang="en-US" altLang="zh-CN" sz="1500" b="1" dirty="0">
                <a:solidFill>
                  <a:srgbClr val="B50988"/>
                </a:solidFill>
                <a:latin typeface="+mn-ea"/>
              </a:rPr>
              <a:t>R[j]</a:t>
            </a:r>
            <a:r>
              <a:rPr lang="en-US" altLang="zh-CN" sz="1500" b="1" dirty="0">
                <a:latin typeface="+mn-ea"/>
              </a:rPr>
              <a:t>; </a:t>
            </a:r>
            <a:r>
              <a:rPr lang="en-US" altLang="zh-CN" sz="1500" b="1" dirty="0" err="1">
                <a:solidFill>
                  <a:srgbClr val="B50988"/>
                </a:solidFill>
                <a:latin typeface="+mn-ea"/>
              </a:rPr>
              <a:t>j++</a:t>
            </a:r>
            <a:r>
              <a:rPr lang="en-US" altLang="zh-CN" sz="1500" b="1" dirty="0">
                <a:latin typeface="+mn-ea"/>
              </a:rPr>
              <a:t>;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k++</a:t>
            </a:r>
            <a:r>
              <a:rPr lang="en-US" altLang="zh-CN" sz="1500" b="1" dirty="0">
                <a:latin typeface="+mn-ea"/>
              </a:rPr>
              <a:t>;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                     </a:t>
            </a:r>
            <a:endParaRPr lang="en-US" altLang="zh-CN" sz="1500" b="1" dirty="0">
              <a:solidFill>
                <a:srgbClr val="7030A0"/>
              </a:solidFill>
              <a:latin typeface="+mn-ea"/>
            </a:endParaRPr>
          </a:p>
          <a:p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       </a:t>
            </a:r>
            <a:r>
              <a:rPr lang="en-US" altLang="zh-CN" sz="1500" b="1" dirty="0">
                <a:latin typeface="+mn-ea"/>
              </a:rPr>
              <a:t>}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while(</a:t>
            </a:r>
            <a:r>
              <a:rPr lang="en-US" altLang="zh-CN" sz="1500" b="1" dirty="0" err="1">
                <a:solidFill>
                  <a:srgbClr val="CC00FF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&lt;=mid</a:t>
            </a:r>
            <a:r>
              <a:rPr lang="en-US" altLang="zh-CN" sz="1500" b="1" dirty="0">
                <a:latin typeface="+mn-ea"/>
              </a:rPr>
              <a:t>){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                                   </a:t>
            </a:r>
            <a:endParaRPr lang="en-US" altLang="zh-CN" sz="1500" b="1" dirty="0">
              <a:solidFill>
                <a:srgbClr val="7030A0"/>
              </a:solidFill>
              <a:latin typeface="+mn-ea"/>
            </a:endParaRPr>
          </a:p>
          <a:p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       R1[k]</a:t>
            </a:r>
            <a:r>
              <a:rPr lang="en-US" altLang="zh-CN" sz="1500" b="1" dirty="0">
                <a:latin typeface="+mn-ea"/>
              </a:rPr>
              <a:t>=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R[</a:t>
            </a:r>
            <a:r>
              <a:rPr lang="en-US" altLang="zh-CN" sz="1500" b="1" dirty="0" err="1">
                <a:solidFill>
                  <a:srgbClr val="CC00FF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]</a:t>
            </a:r>
            <a:r>
              <a:rPr lang="en-US" altLang="zh-CN" sz="1500" b="1" dirty="0">
                <a:latin typeface="+mn-ea"/>
              </a:rPr>
              <a:t>; </a:t>
            </a:r>
            <a:r>
              <a:rPr lang="en-US" altLang="zh-CN" sz="1500" b="1" dirty="0" err="1">
                <a:solidFill>
                  <a:srgbClr val="CC00FF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CC00FF"/>
                </a:solidFill>
                <a:latin typeface="+mn-ea"/>
              </a:rPr>
              <a:t>++</a:t>
            </a:r>
            <a:r>
              <a:rPr lang="en-US" altLang="zh-CN" sz="1500" b="1" dirty="0">
                <a:latin typeface="+mn-ea"/>
              </a:rPr>
              <a:t>;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k++</a:t>
            </a:r>
            <a:r>
              <a:rPr lang="en-US" altLang="zh-CN" sz="1500" b="1" dirty="0">
                <a:latin typeface="+mn-ea"/>
              </a:rPr>
              <a:t>;</a:t>
            </a:r>
            <a:endParaRPr lang="en-US" altLang="zh-CN" sz="1500" b="1" dirty="0">
              <a:solidFill>
                <a:srgbClr val="7030A0"/>
              </a:solidFill>
              <a:latin typeface="+mn-ea"/>
            </a:endParaRPr>
          </a:p>
          <a:p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   </a:t>
            </a:r>
            <a:r>
              <a:rPr lang="en-US" altLang="zh-CN" sz="1500" b="1" dirty="0">
                <a:latin typeface="+mn-ea"/>
              </a:rPr>
              <a:t>}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while(</a:t>
            </a:r>
            <a:r>
              <a:rPr lang="en-US" altLang="zh-CN" sz="1500" b="1" dirty="0">
                <a:solidFill>
                  <a:srgbClr val="B50988"/>
                </a:solidFill>
                <a:latin typeface="+mn-ea"/>
              </a:rPr>
              <a:t>j&lt;=high</a:t>
            </a:r>
            <a:r>
              <a:rPr lang="en-US" altLang="zh-CN" sz="1500" b="1" dirty="0">
                <a:latin typeface="+mn-ea"/>
              </a:rPr>
              <a:t>){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                                   </a:t>
            </a:r>
            <a:r>
              <a:rPr lang="en-US" altLang="zh-CN" sz="1500" b="1" dirty="0">
                <a:latin typeface="+mn-ea"/>
              </a:rPr>
              <a:t> 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   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R1[k]</a:t>
            </a:r>
            <a:r>
              <a:rPr lang="en-US" altLang="zh-CN" sz="1500" b="1" dirty="0">
                <a:latin typeface="+mn-ea"/>
              </a:rPr>
              <a:t>=</a:t>
            </a:r>
            <a:r>
              <a:rPr lang="en-US" altLang="zh-CN" sz="1500" b="1" dirty="0">
                <a:solidFill>
                  <a:srgbClr val="B50988"/>
                </a:solidFill>
                <a:latin typeface="+mn-ea"/>
              </a:rPr>
              <a:t>R[j]</a:t>
            </a:r>
            <a:r>
              <a:rPr lang="en-US" altLang="zh-CN" sz="1500" b="1" dirty="0">
                <a:latin typeface="+mn-ea"/>
              </a:rPr>
              <a:t>; </a:t>
            </a:r>
            <a:r>
              <a:rPr lang="en-US" altLang="zh-CN" sz="1500" b="1" dirty="0" err="1">
                <a:solidFill>
                  <a:srgbClr val="B50988"/>
                </a:solidFill>
                <a:latin typeface="+mn-ea"/>
              </a:rPr>
              <a:t>j++</a:t>
            </a:r>
            <a:r>
              <a:rPr lang="en-US" altLang="zh-CN" sz="1500" b="1" dirty="0">
                <a:latin typeface="+mn-ea"/>
              </a:rPr>
              <a:t>;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k++</a:t>
            </a:r>
            <a:r>
              <a:rPr lang="en-US" altLang="zh-CN" sz="1500" b="1" dirty="0">
                <a:latin typeface="+mn-ea"/>
              </a:rPr>
              <a:t>;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}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for(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k=0</a:t>
            </a:r>
            <a:r>
              <a:rPr lang="en-US" altLang="zh-CN" sz="1500" b="1" dirty="0">
                <a:latin typeface="+mn-ea"/>
              </a:rPr>
              <a:t>, </a:t>
            </a:r>
            <a:r>
              <a:rPr lang="en-US" altLang="zh-CN" sz="1500" b="1" dirty="0" err="1">
                <a:solidFill>
                  <a:srgbClr val="7030A0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=low</a:t>
            </a:r>
            <a:r>
              <a:rPr lang="en-US" altLang="zh-CN" sz="1500" b="1" dirty="0">
                <a:latin typeface="+mn-ea"/>
              </a:rPr>
              <a:t>; </a:t>
            </a:r>
            <a:r>
              <a:rPr lang="en-US" altLang="zh-CN" sz="1500" b="1" dirty="0" err="1">
                <a:solidFill>
                  <a:srgbClr val="7030A0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&lt;=high</a:t>
            </a:r>
            <a:r>
              <a:rPr lang="en-US" altLang="zh-CN" sz="1500" b="1" dirty="0">
                <a:latin typeface="+mn-ea"/>
              </a:rPr>
              <a:t>;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k++</a:t>
            </a:r>
            <a:r>
              <a:rPr lang="en-US" altLang="zh-CN" sz="1500" b="1" dirty="0">
                <a:latin typeface="+mn-ea"/>
              </a:rPr>
              <a:t>,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zh-CN" sz="1500" b="1" dirty="0" err="1">
                <a:solidFill>
                  <a:srgbClr val="7030A0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++</a:t>
            </a:r>
            <a:r>
              <a:rPr lang="en-US" altLang="zh-CN" sz="1500" b="1" dirty="0">
                <a:latin typeface="+mn-ea"/>
              </a:rPr>
              <a:t>)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    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R[</a:t>
            </a:r>
            <a:r>
              <a:rPr lang="en-US" altLang="zh-CN" sz="1500" b="1" dirty="0" err="1">
                <a:solidFill>
                  <a:srgbClr val="7030A0"/>
                </a:solidFill>
                <a:latin typeface="+mn-ea"/>
              </a:rPr>
              <a:t>i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]=R1[k];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    free(</a:t>
            </a:r>
            <a:r>
              <a:rPr lang="en-US" altLang="zh-CN" sz="1500" b="1" dirty="0">
                <a:solidFill>
                  <a:srgbClr val="7030A0"/>
                </a:solidFill>
                <a:latin typeface="+mn-ea"/>
              </a:rPr>
              <a:t>R1</a:t>
            </a:r>
            <a:r>
              <a:rPr lang="en-US" altLang="zh-CN" sz="1500" b="1" dirty="0">
                <a:latin typeface="+mn-ea"/>
              </a:rPr>
              <a:t>);</a:t>
            </a:r>
            <a:endParaRPr lang="en-US" altLang="zh-CN" sz="1500" b="1" dirty="0">
              <a:latin typeface="+mn-ea"/>
            </a:endParaRPr>
          </a:p>
          <a:p>
            <a:r>
              <a:rPr lang="en-US" altLang="zh-CN" sz="1500" b="1" dirty="0">
                <a:latin typeface="+mn-ea"/>
              </a:rPr>
              <a:t>}      </a:t>
            </a:r>
            <a:endParaRPr lang="en-US" altLang="zh-CN" sz="1500" b="1" dirty="0">
              <a:latin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" y="724417"/>
            <a:ext cx="9143999" cy="139377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初始化：</a:t>
            </a:r>
            <a:r>
              <a:rPr lang="zh-CN" altLang="en-US" b="1" dirty="0"/>
              <a:t>创建临时序列用于保存归并后的序列</a:t>
            </a:r>
            <a:endParaRPr lang="en-US" altLang="zh-CN" b="1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比较复制：</a:t>
            </a:r>
            <a:r>
              <a:rPr lang="zh-CN" altLang="en-US" b="1" dirty="0"/>
              <a:t>依次比较前后子序列中关键字，将较小值依次复制到临时序列中</a:t>
            </a:r>
            <a:endParaRPr lang="en-US" altLang="zh-CN" b="1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直接复制：</a:t>
            </a:r>
            <a:r>
              <a:rPr lang="zh-CN" altLang="en-US" b="1" dirty="0"/>
              <a:t>比较循环结束后，将前后子序列中剩余关键字依次复制到临时序列中</a:t>
            </a:r>
            <a:endParaRPr lang="en-US" altLang="zh-CN" b="1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复原序列：</a:t>
            </a:r>
            <a:r>
              <a:rPr lang="zh-CN" altLang="en-US" b="1" dirty="0"/>
              <a:t>将临时序列中元素复制到原序列中，并释放原序列</a:t>
            </a:r>
            <a:endParaRPr lang="en-US" altLang="zh-CN" b="1" dirty="0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848100" y="2148840"/>
            <a:ext cx="6365875" cy="513715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创建临时序列空间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		//</a:t>
            </a:r>
            <a:r>
              <a:rPr lang="zh-CN" altLang="en-US" sz="1500" b="1" dirty="0">
                <a:solidFill>
                  <a:srgbClr val="0000FF"/>
                </a:solidFill>
              </a:rPr>
              <a:t>申请临时序列的长度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初始化遍历指针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归并循环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前序列的关键字更小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复制先序列的元素到临时序列</a:t>
            </a:r>
            <a:r>
              <a:rPr lang="en-US" altLang="zh-CN" sz="1500" b="1" dirty="0">
                <a:solidFill>
                  <a:srgbClr val="0000FF"/>
                </a:solidFill>
              </a:rPr>
              <a:t>	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后序列的关键字更小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复制后序列的元素到临时序列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复制前序列的剩余元素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复制先序列的元素到临时序列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复制后序列的剩余元素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//</a:t>
            </a:r>
            <a:r>
              <a:rPr lang="zh-CN" altLang="en-US" sz="1500" b="1" dirty="0">
                <a:solidFill>
                  <a:srgbClr val="0000FF"/>
                </a:solidFill>
              </a:rPr>
              <a:t>复制后序列的元素到临时序列</a:t>
            </a:r>
            <a:r>
              <a:rPr lang="en-US" altLang="zh-CN" sz="1500" b="1" dirty="0">
                <a:solidFill>
                  <a:srgbClr val="0000FF"/>
                </a:solidFill>
              </a:rPr>
              <a:t>		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	//</a:t>
            </a:r>
            <a:r>
              <a:rPr lang="zh-CN" altLang="en-US" sz="1500" b="1" dirty="0">
                <a:solidFill>
                  <a:srgbClr val="0000FF"/>
                </a:solidFill>
              </a:rPr>
              <a:t>将临时序列</a:t>
            </a:r>
            <a:r>
              <a:rPr lang="en-US" altLang="zh-CN" sz="1500" b="1" dirty="0">
                <a:solidFill>
                  <a:srgbClr val="7030A0"/>
                </a:solidFill>
              </a:rPr>
              <a:t>(</a:t>
            </a:r>
            <a:r>
              <a:rPr lang="zh-CN" altLang="en-US" sz="1500" b="1" dirty="0">
                <a:solidFill>
                  <a:srgbClr val="7030A0"/>
                </a:solidFill>
              </a:rPr>
              <a:t>从索引</a:t>
            </a:r>
            <a:r>
              <a:rPr lang="en-US" altLang="zh-CN" sz="1500" b="1" dirty="0">
                <a:solidFill>
                  <a:srgbClr val="7030A0"/>
                </a:solidFill>
              </a:rPr>
              <a:t>0</a:t>
            </a:r>
            <a:r>
              <a:rPr lang="zh-CN" altLang="en-US" sz="1500" b="1" dirty="0">
                <a:solidFill>
                  <a:srgbClr val="7030A0"/>
                </a:solidFill>
              </a:rPr>
              <a:t>开始</a:t>
            </a:r>
            <a:r>
              <a:rPr lang="en-US" altLang="zh-CN" sz="1500" b="1" dirty="0">
                <a:solidFill>
                  <a:srgbClr val="7030A0"/>
                </a:solidFill>
              </a:rPr>
              <a:t>)</a:t>
            </a:r>
            <a:r>
              <a:rPr lang="zh-CN" altLang="en-US" sz="1500" b="1" dirty="0">
                <a:solidFill>
                  <a:srgbClr val="0000FF"/>
                </a:solidFill>
              </a:rPr>
              <a:t>复制回原序列</a:t>
            </a:r>
            <a:r>
              <a:rPr lang="en-US" altLang="zh-CN" sz="1500" b="1" dirty="0">
                <a:solidFill>
                  <a:srgbClr val="7030A0"/>
                </a:solidFill>
              </a:rPr>
              <a:t>(</a:t>
            </a:r>
            <a:r>
              <a:rPr lang="zh-CN" altLang="en-US" sz="1500" b="1" dirty="0">
                <a:solidFill>
                  <a:srgbClr val="7030A0"/>
                </a:solidFill>
              </a:rPr>
              <a:t>从索引</a:t>
            </a:r>
            <a:r>
              <a:rPr lang="en-US" altLang="zh-CN" sz="1500" b="1" dirty="0">
                <a:solidFill>
                  <a:srgbClr val="7030A0"/>
                </a:solidFill>
              </a:rPr>
              <a:t>low</a:t>
            </a:r>
            <a:r>
              <a:rPr lang="zh-CN" altLang="en-US" sz="1500" b="1" dirty="0">
                <a:solidFill>
                  <a:srgbClr val="7030A0"/>
                </a:solidFill>
              </a:rPr>
              <a:t>开始</a:t>
            </a:r>
            <a:r>
              <a:rPr lang="en-US" altLang="zh-CN" sz="1500" b="1" dirty="0">
                <a:solidFill>
                  <a:srgbClr val="7030A0"/>
                </a:solidFill>
              </a:rPr>
              <a:t>)</a:t>
            </a:r>
            <a:endParaRPr lang="en-US" altLang="zh-CN" sz="1500" b="1" dirty="0">
              <a:solidFill>
                <a:srgbClr val="7030A0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	</a:t>
            </a:r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	//</a:t>
            </a:r>
            <a:r>
              <a:rPr lang="zh-CN" altLang="en-US" sz="1500" b="1" dirty="0">
                <a:solidFill>
                  <a:srgbClr val="0000FF"/>
                </a:solidFill>
              </a:rPr>
              <a:t>释放临时序列</a:t>
            </a:r>
            <a:endParaRPr lang="en-US" altLang="zh-CN" sz="1500" b="1" dirty="0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5158105" y="1917065"/>
            <a:ext cx="4537075" cy="35534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endParaRPr lang="en-US" altLang="zh-CN" sz="1500" b="1" dirty="0">
              <a:solidFill>
                <a:srgbClr val="0000FF"/>
              </a:solidFill>
            </a:endParaRPr>
          </a:p>
          <a:p>
            <a:endParaRPr lang="en-US" altLang="zh-CN" sz="1500" b="1" dirty="0">
              <a:solidFill>
                <a:srgbClr val="0000FF"/>
              </a:solidFill>
            </a:endParaRPr>
          </a:p>
          <a:p>
            <a:r>
              <a:rPr lang="en-US" altLang="zh-CN" sz="1500" b="1" dirty="0">
                <a:solidFill>
                  <a:srgbClr val="0000FF"/>
                </a:solidFill>
              </a:rPr>
              <a:t>							 </a:t>
            </a:r>
            <a:r>
              <a:rPr lang="en-US" altLang="zh-CN" sz="1500" b="1" dirty="0">
                <a:solidFill>
                  <a:srgbClr val="7030A0"/>
                </a:solidFill>
              </a:rPr>
              <a:t>(high-low+1)</a:t>
            </a:r>
            <a:endParaRPr lang="en-US" altLang="zh-CN" sz="1500" b="1" dirty="0">
              <a:solidFill>
                <a:srgbClr val="7030A0"/>
              </a:solidFill>
            </a:endParaRPr>
          </a:p>
          <a:p>
            <a:endParaRPr lang="en-US" altLang="zh-CN" sz="1500" b="1" dirty="0">
              <a:solidFill>
                <a:srgbClr val="7030A0"/>
              </a:solidFill>
            </a:endParaRPr>
          </a:p>
          <a:p>
            <a:r>
              <a:rPr lang="en-US" altLang="zh-CN" sz="1500" b="1" dirty="0">
                <a:solidFill>
                  <a:srgbClr val="B50988"/>
                </a:solidFill>
              </a:rPr>
              <a:t>(</a:t>
            </a:r>
            <a:r>
              <a:rPr lang="zh-CN" altLang="en-US" sz="1500" b="1" dirty="0">
                <a:solidFill>
                  <a:srgbClr val="B50988"/>
                </a:solidFill>
              </a:rPr>
              <a:t>条件：</a:t>
            </a:r>
            <a:r>
              <a:rPr lang="en-US" altLang="zh-CN" sz="1500" b="1" dirty="0" err="1">
                <a:solidFill>
                  <a:srgbClr val="B50988"/>
                </a:solidFill>
              </a:rPr>
              <a:t>i</a:t>
            </a:r>
            <a:r>
              <a:rPr lang="zh-CN" altLang="en-US" sz="1500" b="1" dirty="0">
                <a:solidFill>
                  <a:srgbClr val="B50988"/>
                </a:solidFill>
              </a:rPr>
              <a:t>和</a:t>
            </a:r>
            <a:r>
              <a:rPr lang="en-US" altLang="zh-CN" sz="1500" b="1" dirty="0">
                <a:solidFill>
                  <a:srgbClr val="B50988"/>
                </a:solidFill>
              </a:rPr>
              <a:t>j</a:t>
            </a:r>
            <a:r>
              <a:rPr lang="zh-CN" altLang="en-US" sz="1500" b="1" dirty="0">
                <a:solidFill>
                  <a:srgbClr val="B50988"/>
                </a:solidFill>
              </a:rPr>
              <a:t>都没到终点</a:t>
            </a:r>
            <a:r>
              <a:rPr lang="en-US" altLang="zh-CN" sz="1500" b="1" dirty="0">
                <a:solidFill>
                  <a:srgbClr val="B50988"/>
                </a:solidFill>
              </a:rPr>
              <a:t>)</a:t>
            </a:r>
            <a:endParaRPr lang="en-US" altLang="zh-CN" sz="1500" b="1" dirty="0">
              <a:solidFill>
                <a:srgbClr val="B50988"/>
              </a:solidFill>
            </a:endParaRPr>
          </a:p>
          <a:p>
            <a:endParaRPr lang="en-US" altLang="zh-CN" sz="1500" b="1" dirty="0">
              <a:solidFill>
                <a:srgbClr val="B50988"/>
              </a:solidFill>
            </a:endParaRPr>
          </a:p>
          <a:p>
            <a:endParaRPr lang="en-US" altLang="zh-CN" sz="1500" b="1" dirty="0">
              <a:solidFill>
                <a:srgbClr val="B50988"/>
              </a:solidFill>
            </a:endParaRPr>
          </a:p>
          <a:p>
            <a:endParaRPr lang="en-US" altLang="zh-CN" sz="1500" b="1" dirty="0">
              <a:solidFill>
                <a:srgbClr val="B50988"/>
              </a:solidFill>
            </a:endParaRPr>
          </a:p>
          <a:p>
            <a:endParaRPr lang="en-US" altLang="zh-CN" sz="1500" b="1" dirty="0">
              <a:solidFill>
                <a:srgbClr val="B50988"/>
              </a:solidFill>
            </a:endParaRPr>
          </a:p>
          <a:p>
            <a:endParaRPr lang="en-US" altLang="zh-CN" sz="1500" b="1" dirty="0">
              <a:solidFill>
                <a:srgbClr val="B50988"/>
              </a:solidFill>
            </a:endParaRPr>
          </a:p>
          <a:p>
            <a:r>
              <a:rPr lang="en-US" altLang="zh-CN" sz="1500" b="1" dirty="0">
                <a:solidFill>
                  <a:srgbClr val="B50988"/>
                </a:solidFill>
              </a:rPr>
              <a:t>                    </a:t>
            </a:r>
            <a:r>
              <a:rPr lang="en-US" altLang="zh-CN" sz="1500" b="1" dirty="0">
                <a:solidFill>
                  <a:srgbClr val="CC00FF"/>
                </a:solidFill>
              </a:rPr>
              <a:t>(</a:t>
            </a:r>
            <a:r>
              <a:rPr lang="zh-CN" altLang="en-US" sz="1500" b="1" dirty="0">
                <a:solidFill>
                  <a:srgbClr val="CC00FF"/>
                </a:solidFill>
              </a:rPr>
              <a:t>如果前序列有剩余</a:t>
            </a:r>
            <a:r>
              <a:rPr lang="en-US" altLang="zh-CN" sz="1500" b="1" dirty="0">
                <a:solidFill>
                  <a:srgbClr val="CC00FF"/>
                </a:solidFill>
              </a:rPr>
              <a:t>)</a:t>
            </a:r>
            <a:endParaRPr lang="en-US" altLang="zh-CN" sz="1500" b="1" dirty="0">
              <a:solidFill>
                <a:srgbClr val="CC00FF"/>
              </a:solidFill>
            </a:endParaRPr>
          </a:p>
          <a:p>
            <a:endParaRPr lang="en-US" altLang="zh-CN" sz="1500" b="1" dirty="0">
              <a:solidFill>
                <a:srgbClr val="CC00FF"/>
              </a:solidFill>
            </a:endParaRPr>
          </a:p>
          <a:p>
            <a:endParaRPr lang="en-US" altLang="zh-CN" sz="1500" b="1" dirty="0">
              <a:solidFill>
                <a:srgbClr val="CC00FF"/>
              </a:solidFill>
            </a:endParaRPr>
          </a:p>
          <a:p>
            <a:r>
              <a:rPr lang="en-US" altLang="zh-CN" sz="1500" b="1" dirty="0">
                <a:solidFill>
                  <a:srgbClr val="B50988"/>
                </a:solidFill>
              </a:rPr>
              <a:t>                    (</a:t>
            </a:r>
            <a:r>
              <a:rPr lang="zh-CN" altLang="en-US" sz="1500" b="1" dirty="0">
                <a:solidFill>
                  <a:srgbClr val="B50988"/>
                </a:solidFill>
              </a:rPr>
              <a:t>如果后序列有剩余</a:t>
            </a:r>
            <a:r>
              <a:rPr lang="en-US" altLang="zh-CN" sz="1500" b="1" dirty="0">
                <a:solidFill>
                  <a:srgbClr val="B50988"/>
                </a:solidFill>
              </a:rPr>
              <a:t>)</a:t>
            </a:r>
            <a:endParaRPr lang="en-US" altLang="zh-CN" sz="1500" b="1" dirty="0">
              <a:solidFill>
                <a:srgbClr val="B50988"/>
              </a:solidFill>
            </a:endParaRPr>
          </a:p>
        </p:txBody>
      </p:sp>
      <p:sp>
        <p:nvSpPr>
          <p:cNvPr id="70" name="文本框 69"/>
          <p:cNvSpPr txBox="1"/>
          <p:nvPr>
            <p:custDataLst>
              <p:tags r:id="rId5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归并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Box 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519285" y="1043305"/>
            <a:ext cx="1659890" cy="755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3" name="文本框 22"/>
          <p:cNvSpPr txBox="1"/>
          <p:nvPr>
            <p:custDataLst>
              <p:tags r:id="rId1"/>
            </p:custDataLst>
          </p:nvPr>
        </p:nvSpPr>
        <p:spPr>
          <a:xfrm>
            <a:off x="0" y="728980"/>
            <a:ext cx="806132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+mn-ea"/>
              </a:rPr>
              <a:t>举例：</a:t>
            </a:r>
            <a:r>
              <a:rPr lang="zh-CN" altLang="en-US" sz="2000" b="1" dirty="0">
                <a:solidFill>
                  <a:srgbClr val="0099BC"/>
                </a:solidFill>
                <a:latin typeface="+mn-ea"/>
              </a:rPr>
              <a:t>一个表中有</a:t>
            </a:r>
            <a:r>
              <a:rPr lang="en-US" altLang="zh-CN" sz="2000" b="1" dirty="0">
                <a:solidFill>
                  <a:srgbClr val="0099BC"/>
                </a:solidFill>
                <a:latin typeface="+mn-ea"/>
              </a:rPr>
              <a:t>8</a:t>
            </a:r>
            <a:r>
              <a:rPr lang="zh-CN" altLang="en-US" sz="2000" b="1" dirty="0">
                <a:solidFill>
                  <a:srgbClr val="0099BC"/>
                </a:solidFill>
                <a:latin typeface="+mn-ea"/>
              </a:rPr>
              <a:t>个元素，其关键字分别为</a:t>
            </a:r>
            <a:r>
              <a:rPr lang="en-US" altLang="zh-CN" sz="2000" b="1" dirty="0">
                <a:solidFill>
                  <a:srgbClr val="0099BC"/>
                </a:solidFill>
                <a:latin typeface="+mn-ea"/>
              </a:rPr>
              <a:t>(6, 8, 7, 9, 0, 1, 3, 2)</a:t>
            </a:r>
            <a:endParaRPr lang="en-US" altLang="zh-CN" sz="2000" b="1" dirty="0">
              <a:solidFill>
                <a:srgbClr val="0099BC"/>
              </a:solidFill>
              <a:latin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2000" b="1" dirty="0">
                <a:solidFill>
                  <a:srgbClr val="0099BC"/>
                </a:solidFill>
                <a:latin typeface="+mn-ea"/>
              </a:rPr>
              <a:t>说明采用二路归并排序方法进行排序的过程</a:t>
            </a:r>
            <a:endParaRPr lang="en-US" altLang="zh-CN" b="1" dirty="0">
              <a:latin typeface="+mn-ea"/>
            </a:endParaRPr>
          </a:p>
        </p:txBody>
      </p:sp>
      <p:cxnSp>
        <p:nvCxnSpPr>
          <p:cNvPr id="24" name="直接箭头连接符 23"/>
          <p:cNvCxnSpPr>
            <a:stCxn id="51" idx="2"/>
            <a:endCxn id="43" idx="0"/>
          </p:cNvCxnSpPr>
          <p:nvPr>
            <p:custDataLst>
              <p:tags r:id="rId2"/>
            </p:custDataLst>
          </p:nvPr>
        </p:nvCxnSpPr>
        <p:spPr>
          <a:xfrm>
            <a:off x="897803" y="2058690"/>
            <a:ext cx="357190" cy="49416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52" idx="2"/>
            <a:endCxn id="43" idx="0"/>
          </p:cNvCxnSpPr>
          <p:nvPr>
            <p:custDataLst>
              <p:tags r:id="rId3"/>
            </p:custDataLst>
          </p:nvPr>
        </p:nvCxnSpPr>
        <p:spPr>
          <a:xfrm flipH="1">
            <a:off x="1254993" y="2058690"/>
            <a:ext cx="357190" cy="49416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53" idx="2"/>
            <a:endCxn id="44" idx="0"/>
          </p:cNvCxnSpPr>
          <p:nvPr>
            <p:custDataLst>
              <p:tags r:id="rId4"/>
            </p:custDataLst>
          </p:nvPr>
        </p:nvCxnSpPr>
        <p:spPr>
          <a:xfrm>
            <a:off x="2541180" y="2058690"/>
            <a:ext cx="356887" cy="49416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4" idx="2"/>
            <a:endCxn id="44" idx="0"/>
          </p:cNvCxnSpPr>
          <p:nvPr>
            <p:custDataLst>
              <p:tags r:id="rId5"/>
            </p:custDataLst>
          </p:nvPr>
        </p:nvCxnSpPr>
        <p:spPr>
          <a:xfrm flipH="1">
            <a:off x="2898067" y="2058690"/>
            <a:ext cx="357493" cy="49416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55" idx="2"/>
            <a:endCxn id="45" idx="0"/>
          </p:cNvCxnSpPr>
          <p:nvPr>
            <p:custDataLst>
              <p:tags r:id="rId6"/>
            </p:custDataLst>
          </p:nvPr>
        </p:nvCxnSpPr>
        <p:spPr>
          <a:xfrm>
            <a:off x="4183951" y="2058690"/>
            <a:ext cx="353884" cy="49416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58" idx="2"/>
            <a:endCxn id="45" idx="0"/>
          </p:cNvCxnSpPr>
          <p:nvPr>
            <p:custDataLst>
              <p:tags r:id="rId7"/>
            </p:custDataLst>
          </p:nvPr>
        </p:nvCxnSpPr>
        <p:spPr>
          <a:xfrm flipH="1">
            <a:off x="4537835" y="2058690"/>
            <a:ext cx="360496" cy="49416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59" idx="2"/>
            <a:endCxn id="47" idx="0"/>
          </p:cNvCxnSpPr>
          <p:nvPr>
            <p:custDataLst>
              <p:tags r:id="rId8"/>
            </p:custDataLst>
          </p:nvPr>
        </p:nvCxnSpPr>
        <p:spPr>
          <a:xfrm>
            <a:off x="5827025" y="2058690"/>
            <a:ext cx="360496" cy="49416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61" idx="2"/>
            <a:endCxn id="47" idx="0"/>
          </p:cNvCxnSpPr>
          <p:nvPr>
            <p:custDataLst>
              <p:tags r:id="rId9"/>
            </p:custDataLst>
          </p:nvPr>
        </p:nvCxnSpPr>
        <p:spPr>
          <a:xfrm flipH="1">
            <a:off x="6187521" y="2058690"/>
            <a:ext cx="353884" cy="49416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44" idx="2"/>
            <a:endCxn id="49" idx="0"/>
          </p:cNvCxnSpPr>
          <p:nvPr>
            <p:custDataLst>
              <p:tags r:id="rId10"/>
            </p:custDataLst>
          </p:nvPr>
        </p:nvCxnSpPr>
        <p:spPr>
          <a:xfrm flipH="1">
            <a:off x="2076530" y="2984853"/>
            <a:ext cx="821537" cy="50007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43" idx="2"/>
            <a:endCxn id="49" idx="0"/>
          </p:cNvCxnSpPr>
          <p:nvPr>
            <p:custDataLst>
              <p:tags r:id="rId11"/>
            </p:custDataLst>
          </p:nvPr>
        </p:nvCxnSpPr>
        <p:spPr>
          <a:xfrm>
            <a:off x="1254993" y="2984853"/>
            <a:ext cx="821537" cy="50007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45" idx="2"/>
            <a:endCxn id="50" idx="0"/>
          </p:cNvCxnSpPr>
          <p:nvPr>
            <p:custDataLst>
              <p:tags r:id="rId12"/>
            </p:custDataLst>
          </p:nvPr>
        </p:nvCxnSpPr>
        <p:spPr>
          <a:xfrm>
            <a:off x="4537835" y="2984853"/>
            <a:ext cx="824843" cy="50007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47" idx="2"/>
            <a:endCxn id="50" idx="0"/>
          </p:cNvCxnSpPr>
          <p:nvPr>
            <p:custDataLst>
              <p:tags r:id="rId13"/>
            </p:custDataLst>
          </p:nvPr>
        </p:nvCxnSpPr>
        <p:spPr>
          <a:xfrm flipH="1">
            <a:off x="5362678" y="2984853"/>
            <a:ext cx="824843" cy="50007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49" idx="2"/>
            <a:endCxn id="65" idx="0"/>
          </p:cNvCxnSpPr>
          <p:nvPr>
            <p:custDataLst>
              <p:tags r:id="rId14"/>
            </p:custDataLst>
          </p:nvPr>
        </p:nvCxnSpPr>
        <p:spPr>
          <a:xfrm>
            <a:off x="2076530" y="3916923"/>
            <a:ext cx="1643074" cy="49416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50" idx="2"/>
            <a:endCxn id="65" idx="0"/>
          </p:cNvCxnSpPr>
          <p:nvPr>
            <p:custDataLst>
              <p:tags r:id="rId15"/>
            </p:custDataLst>
          </p:nvPr>
        </p:nvCxnSpPr>
        <p:spPr>
          <a:xfrm flipH="1">
            <a:off x="3719604" y="3916923"/>
            <a:ext cx="1643074" cy="494163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>
            <p:custDataLst>
              <p:tags r:id="rId16"/>
            </p:custDataLst>
          </p:nvPr>
        </p:nvSpPr>
        <p:spPr>
          <a:xfrm>
            <a:off x="642910" y="2552853"/>
            <a:ext cx="122416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6    8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4" name="矩形 43"/>
          <p:cNvSpPr/>
          <p:nvPr>
            <p:custDataLst>
              <p:tags r:id="rId17"/>
            </p:custDataLst>
          </p:nvPr>
        </p:nvSpPr>
        <p:spPr>
          <a:xfrm>
            <a:off x="2285984" y="2552853"/>
            <a:ext cx="122416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7    9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5" name="矩形 44"/>
          <p:cNvSpPr/>
          <p:nvPr>
            <p:custDataLst>
              <p:tags r:id="rId18"/>
            </p:custDataLst>
          </p:nvPr>
        </p:nvSpPr>
        <p:spPr>
          <a:xfrm>
            <a:off x="3929058" y="2552853"/>
            <a:ext cx="1217554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0    1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7" name="矩形 46"/>
          <p:cNvSpPr/>
          <p:nvPr>
            <p:custDataLst>
              <p:tags r:id="rId19"/>
            </p:custDataLst>
          </p:nvPr>
        </p:nvSpPr>
        <p:spPr>
          <a:xfrm>
            <a:off x="5578744" y="2552853"/>
            <a:ext cx="1217554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2    3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49" name="矩形 48"/>
          <p:cNvSpPr/>
          <p:nvPr>
            <p:custDataLst>
              <p:tags r:id="rId20"/>
            </p:custDataLst>
          </p:nvPr>
        </p:nvSpPr>
        <p:spPr>
          <a:xfrm>
            <a:off x="642910" y="3484923"/>
            <a:ext cx="286724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6     7     8     9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0" name="矩形 49"/>
          <p:cNvSpPr/>
          <p:nvPr>
            <p:custDataLst>
              <p:tags r:id="rId21"/>
            </p:custDataLst>
          </p:nvPr>
        </p:nvSpPr>
        <p:spPr>
          <a:xfrm>
            <a:off x="3929058" y="3484923"/>
            <a:ext cx="286724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0     1     2     3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1" name="矩形 50"/>
          <p:cNvSpPr/>
          <p:nvPr>
            <p:custDataLst>
              <p:tags r:id="rId22"/>
            </p:custDataLst>
          </p:nvPr>
        </p:nvSpPr>
        <p:spPr>
          <a:xfrm>
            <a:off x="642910" y="162669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6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2" name="矩形 51"/>
          <p:cNvSpPr/>
          <p:nvPr>
            <p:custDataLst>
              <p:tags r:id="rId23"/>
            </p:custDataLst>
          </p:nvPr>
        </p:nvSpPr>
        <p:spPr>
          <a:xfrm>
            <a:off x="1357290" y="162669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8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3" name="矩形 52"/>
          <p:cNvSpPr/>
          <p:nvPr>
            <p:custDataLst>
              <p:tags r:id="rId24"/>
            </p:custDataLst>
          </p:nvPr>
        </p:nvSpPr>
        <p:spPr>
          <a:xfrm>
            <a:off x="2286287" y="162669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7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4" name="矩形 53"/>
          <p:cNvSpPr/>
          <p:nvPr>
            <p:custDataLst>
              <p:tags r:id="rId25"/>
            </p:custDataLst>
          </p:nvPr>
        </p:nvSpPr>
        <p:spPr>
          <a:xfrm>
            <a:off x="3000667" y="162669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9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5" name="矩形 54"/>
          <p:cNvSpPr/>
          <p:nvPr>
            <p:custDataLst>
              <p:tags r:id="rId26"/>
            </p:custDataLst>
          </p:nvPr>
        </p:nvSpPr>
        <p:spPr>
          <a:xfrm>
            <a:off x="3929058" y="162669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0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8" name="矩形 57"/>
          <p:cNvSpPr/>
          <p:nvPr>
            <p:custDataLst>
              <p:tags r:id="rId27"/>
            </p:custDataLst>
          </p:nvPr>
        </p:nvSpPr>
        <p:spPr>
          <a:xfrm>
            <a:off x="4643438" y="162669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1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9" name="矩形 58"/>
          <p:cNvSpPr/>
          <p:nvPr>
            <p:custDataLst>
              <p:tags r:id="rId28"/>
            </p:custDataLst>
          </p:nvPr>
        </p:nvSpPr>
        <p:spPr>
          <a:xfrm>
            <a:off x="5572132" y="162669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3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1" name="矩形 60"/>
          <p:cNvSpPr/>
          <p:nvPr>
            <p:custDataLst>
              <p:tags r:id="rId29"/>
            </p:custDataLst>
          </p:nvPr>
        </p:nvSpPr>
        <p:spPr>
          <a:xfrm>
            <a:off x="6286512" y="1626690"/>
            <a:ext cx="509786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2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5" name="矩形 64"/>
          <p:cNvSpPr/>
          <p:nvPr>
            <p:custDataLst>
              <p:tags r:id="rId30"/>
            </p:custDataLst>
          </p:nvPr>
        </p:nvSpPr>
        <p:spPr>
          <a:xfrm>
            <a:off x="642910" y="4411086"/>
            <a:ext cx="6153388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0      1      2      3      6      7      8      9</a:t>
            </a:r>
            <a:endParaRPr lang="zh-CN" altLang="en-US" sz="2400" b="1" dirty="0">
              <a:solidFill>
                <a:schemeClr val="tx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0" name="文本框 69"/>
          <p:cNvSpPr txBox="1"/>
          <p:nvPr>
            <p:custDataLst>
              <p:tags r:id="rId3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归并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0" y="5605145"/>
          <a:ext cx="1062355" cy="487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" r:id="rId32" imgW="444500" imgH="203200" progId="Equation.KSEE3">
                  <p:embed/>
                </p:oleObj>
              </mc:Choice>
              <mc:Fallback>
                <p:oleObj name="" r:id="rId32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0" y="5605145"/>
                        <a:ext cx="1062355" cy="487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左大括号 5"/>
          <p:cNvSpPr/>
          <p:nvPr/>
        </p:nvSpPr>
        <p:spPr>
          <a:xfrm>
            <a:off x="1291590" y="5228590"/>
            <a:ext cx="320675" cy="134937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70685" y="5128895"/>
          <a:ext cx="615315" cy="395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" r:id="rId34" imgW="316865" imgH="203200" progId="Equation.KSEE3">
                  <p:embed/>
                </p:oleObj>
              </mc:Choice>
              <mc:Fallback>
                <p:oleObj name="" r:id="rId34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670685" y="5128895"/>
                        <a:ext cx="615315" cy="395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96665" y="5128895"/>
          <a:ext cx="641985" cy="344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6" imgW="330200" imgH="177165" progId="Equation.KSEE3">
                  <p:embed/>
                </p:oleObj>
              </mc:Choice>
              <mc:Fallback>
                <p:oleObj name="" r:id="rId36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796665" y="5128895"/>
                        <a:ext cx="641985" cy="344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70368" y="6242050"/>
          <a:ext cx="194881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38" imgW="1002665" imgH="203200" progId="Equation.KSEE3">
                  <p:embed/>
                </p:oleObj>
              </mc:Choice>
              <mc:Fallback>
                <p:oleObj name="" r:id="rId38" imgW="10026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670368" y="6242050"/>
                        <a:ext cx="194881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96665" y="6233160"/>
          <a:ext cx="641985" cy="344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" r:id="rId40" imgW="330200" imgH="177165" progId="Equation.KSEE3">
                  <p:embed/>
                </p:oleObj>
              </mc:Choice>
              <mc:Fallback>
                <p:oleObj name="" r:id="rId40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3796665" y="6233160"/>
                        <a:ext cx="641985" cy="344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1"/>
          <p:cNvSpPr/>
          <p:nvPr/>
        </p:nvSpPr>
        <p:spPr>
          <a:xfrm>
            <a:off x="4643755" y="5524500"/>
            <a:ext cx="849630" cy="68389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3" name="对象 7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71808" y="5614988"/>
          <a:ext cx="2555875" cy="476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" r:id="rId42" imgW="1091565" imgH="203200" progId="Equation.KSEE3">
                  <p:embed/>
                </p:oleObj>
              </mc:Choice>
              <mc:Fallback>
                <p:oleObj name="" r:id="rId42" imgW="10915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571808" y="5614988"/>
                        <a:ext cx="2555875" cy="476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ldLvl="0" animBg="1"/>
      <p:bldP spid="44" grpId="0" bldLvl="0" animBg="1"/>
      <p:bldP spid="45" grpId="0" bldLvl="0" animBg="1"/>
      <p:bldP spid="47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8" grpId="0" bldLvl="0" animBg="1"/>
      <p:bldP spid="59" grpId="0" bldLvl="0" animBg="1"/>
      <p:bldP spid="61" grpId="0" bldLvl="0" animBg="1"/>
      <p:bldP spid="65" grpId="0" bldLvl="0" animBg="1"/>
      <p:bldP spid="6" grpId="0" animBg="1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281045"/>
            <a:ext cx="3055620" cy="33909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主方法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分治算法基本思想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大整数乘法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Strassen</a:t>
            </a: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二分查找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归并排序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快速排序</a:t>
            </a:r>
            <a:endParaRPr lang="zh-CN" altLang="en-US" sz="2400" b="1" dirty="0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循环赛日程表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快速排序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28980"/>
            <a:ext cx="12094210" cy="4298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分解：</a:t>
            </a:r>
            <a:r>
              <a:rPr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</a:rPr>
              <a:t>选定一个元素作为基准元素，小于基准元素的放左边，大于基准元素的放右边</a:t>
            </a:r>
            <a:endParaRPr sz="2000" b="1" dirty="0">
              <a:solidFill>
                <a:srgbClr val="0099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0" y="1158875"/>
            <a:ext cx="12094210" cy="4298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递归：</a:t>
            </a:r>
            <a:r>
              <a:rPr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zh-CN"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</a:rPr>
              <a:t>快速</a:t>
            </a:r>
            <a:r>
              <a:rPr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</a:rPr>
              <a:t>排序法分别对两个子序列递归地进行排序。</a:t>
            </a:r>
            <a:endParaRPr sz="2000" b="1" dirty="0">
              <a:solidFill>
                <a:srgbClr val="0099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0" y="1588770"/>
            <a:ext cx="12094210" cy="4298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合并：</a:t>
            </a:r>
            <a:r>
              <a:rPr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</a:rPr>
              <a:t>将排好序的有序子序列进行合并，得到符合要求的有序序列</a:t>
            </a:r>
            <a:endParaRPr sz="2000" b="1" dirty="0">
              <a:solidFill>
                <a:srgbClr val="0099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快速排序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14892"/>
            <a:ext cx="9267825" cy="143071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0099BC"/>
                </a:solidFill>
              </a:rPr>
              <a:t>快速排序的基本思路</a:t>
            </a:r>
            <a:endParaRPr lang="en-US" altLang="zh-CN" sz="2000" b="1" dirty="0">
              <a:solidFill>
                <a:srgbClr val="0099BC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/>
              <a:t>开始时将序列首元素定位基准，通过快速排序将表一分为二，关键字小于基准值的放置在基准元素前，大于基准值的放置在基准元素后</a:t>
            </a:r>
            <a:endParaRPr lang="en-US" altLang="zh-CN" b="1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/>
              <a:t>对每个子序列分别进行快速排序，直到划分的子表长为</a:t>
            </a:r>
            <a:r>
              <a:rPr lang="en-US" altLang="zh-CN" b="1" dirty="0"/>
              <a:t>0</a:t>
            </a:r>
            <a:r>
              <a:rPr lang="zh-CN" altLang="en-US" b="1" dirty="0"/>
              <a:t>或</a:t>
            </a:r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6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86330" y="2455978"/>
            <a:ext cx="6248400" cy="400110"/>
          </a:xfrm>
          <a:prstGeom prst="rect">
            <a:avLst/>
          </a:prstGeom>
          <a:solidFill>
            <a:srgbClr val="0070C0">
              <a:alpha val="23000"/>
            </a:srgb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>
            <a:spAutoFit/>
          </a:bodyPr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无序的元素序列</a:t>
            </a:r>
            <a:endParaRPr kumimoji="1" lang="zh-CN" altLang="en-US" sz="2000" b="1" dirty="0">
              <a:solidFill>
                <a:srgbClr val="1000E4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Oval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58958" y="2373077"/>
            <a:ext cx="540000" cy="540000"/>
          </a:xfrm>
          <a:prstGeom prst="ellipse">
            <a:avLst/>
          </a:prstGeom>
          <a:solidFill>
            <a:srgbClr val="DEA27A"/>
          </a:solidFill>
          <a:ln w="19050">
            <a:solidFill>
              <a:schemeClr val="accent2">
                <a:lumMod val="75000"/>
                <a:alpha val="69000"/>
              </a:schemeClr>
            </a:solidFill>
            <a:round/>
          </a:ln>
          <a:effectLst/>
        </p:spPr>
        <p:txBody>
          <a:bodyPr wrap="none" anchor="ctr"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基准</a:t>
            </a:r>
            <a:endParaRPr kumimoji="1" lang="zh-CN" altLang="en-US" dirty="0">
              <a:solidFill>
                <a:schemeClr val="bg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" name="箭头: 右 7"/>
          <p:cNvSpPr/>
          <p:nvPr>
            <p:custDataLst>
              <p:tags r:id="rId5"/>
            </p:custDataLst>
          </p:nvPr>
        </p:nvSpPr>
        <p:spPr>
          <a:xfrm rot="5400000">
            <a:off x="4077219" y="2954571"/>
            <a:ext cx="466619" cy="383631"/>
          </a:xfrm>
          <a:prstGeom prst="rightArrow">
            <a:avLst>
              <a:gd name="adj1" fmla="val 62655"/>
              <a:gd name="adj2" fmla="val 39360"/>
            </a:avLst>
          </a:prstGeom>
          <a:solidFill>
            <a:schemeClr val="accent2">
              <a:lumMod val="75000"/>
              <a:alpha val="28000"/>
            </a:schemeClr>
          </a:solidFill>
          <a:ln>
            <a:solidFill>
              <a:schemeClr val="accent2">
                <a:lumMod val="75000"/>
                <a:alpha val="4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4455461" y="2958481"/>
            <a:ext cx="2731582" cy="37580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执行一次快速排序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Oval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032000" y="3436683"/>
            <a:ext cx="540000" cy="540000"/>
          </a:xfrm>
          <a:prstGeom prst="ellipse">
            <a:avLst/>
          </a:prstGeom>
          <a:solidFill>
            <a:srgbClr val="DEA27A"/>
          </a:solidFill>
          <a:ln w="19050">
            <a:solidFill>
              <a:schemeClr val="accent2">
                <a:lumMod val="75000"/>
                <a:alpha val="69000"/>
              </a:schemeClr>
            </a:solidFill>
            <a:round/>
          </a:ln>
          <a:effectLst/>
        </p:spPr>
        <p:txBody>
          <a:bodyPr wrap="none" anchor="ctr"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基准</a:t>
            </a:r>
            <a:endParaRPr kumimoji="1" lang="zh-CN" altLang="en-US" dirty="0">
              <a:solidFill>
                <a:schemeClr val="bg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186330" y="3514775"/>
            <a:ext cx="2776070" cy="400110"/>
          </a:xfrm>
          <a:prstGeom prst="rect">
            <a:avLst/>
          </a:prstGeom>
          <a:solidFill>
            <a:srgbClr val="0070C0">
              <a:alpha val="23000"/>
            </a:srgb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 wrap="square">
            <a:spAutoFit/>
          </a:bodyPr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无序子序列</a:t>
            </a:r>
            <a:r>
              <a:rPr kumimoji="1" lang="en-US" altLang="zh-CN" sz="2000" b="1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kumimoji="1" lang="zh-CN" altLang="en-US" sz="2000" b="1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小于基准</a:t>
            </a:r>
            <a:r>
              <a:rPr kumimoji="1" lang="en-US" altLang="zh-CN" sz="2000" b="1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)</a:t>
            </a:r>
            <a:endParaRPr kumimoji="1" lang="zh-CN" altLang="en-US" sz="2000" b="1" dirty="0">
              <a:solidFill>
                <a:srgbClr val="1000E4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664636" y="3514775"/>
            <a:ext cx="2776070" cy="400110"/>
          </a:xfrm>
          <a:prstGeom prst="rect">
            <a:avLst/>
          </a:prstGeom>
          <a:solidFill>
            <a:srgbClr val="0070C0">
              <a:alpha val="23000"/>
            </a:srgb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 wrap="square">
            <a:spAutoFit/>
          </a:bodyPr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无序子序列</a:t>
            </a:r>
            <a:r>
              <a:rPr kumimoji="1" lang="en-US" altLang="zh-CN" sz="2000" b="1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kumimoji="1" lang="zh-CN" altLang="en-US" sz="2000" b="1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大于基准</a:t>
            </a:r>
            <a:r>
              <a:rPr kumimoji="1" lang="en-US" altLang="zh-CN" sz="2000" b="1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)</a:t>
            </a:r>
            <a:endParaRPr kumimoji="1" lang="zh-CN" altLang="en-US" sz="2000" b="1" dirty="0">
              <a:solidFill>
                <a:srgbClr val="1000E4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" name="箭头: 右 13"/>
          <p:cNvSpPr/>
          <p:nvPr>
            <p:custDataLst>
              <p:tags r:id="rId10"/>
            </p:custDataLst>
          </p:nvPr>
        </p:nvSpPr>
        <p:spPr>
          <a:xfrm rot="5400000">
            <a:off x="2341055" y="4018175"/>
            <a:ext cx="466619" cy="383631"/>
          </a:xfrm>
          <a:prstGeom prst="rightArrow">
            <a:avLst>
              <a:gd name="adj1" fmla="val 62655"/>
              <a:gd name="adj2" fmla="val 39360"/>
            </a:avLst>
          </a:prstGeom>
          <a:solidFill>
            <a:schemeClr val="accent2">
              <a:lumMod val="75000"/>
              <a:alpha val="28000"/>
            </a:schemeClr>
          </a:solidFill>
          <a:ln>
            <a:solidFill>
              <a:schemeClr val="accent2">
                <a:lumMod val="75000"/>
                <a:alpha val="4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863474" y="4022085"/>
            <a:ext cx="1592857" cy="37580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执行快速排序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箭头: 右 15"/>
          <p:cNvSpPr/>
          <p:nvPr>
            <p:custDataLst>
              <p:tags r:id="rId12"/>
            </p:custDataLst>
          </p:nvPr>
        </p:nvSpPr>
        <p:spPr>
          <a:xfrm rot="5400000">
            <a:off x="5819361" y="4018177"/>
            <a:ext cx="466619" cy="383631"/>
          </a:xfrm>
          <a:prstGeom prst="rightArrow">
            <a:avLst>
              <a:gd name="adj1" fmla="val 62655"/>
              <a:gd name="adj2" fmla="val 39360"/>
            </a:avLst>
          </a:prstGeom>
          <a:solidFill>
            <a:schemeClr val="accent2">
              <a:lumMod val="75000"/>
              <a:alpha val="28000"/>
            </a:schemeClr>
          </a:solidFill>
          <a:ln>
            <a:solidFill>
              <a:schemeClr val="accent2">
                <a:lumMod val="75000"/>
                <a:alpha val="4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6244486" y="4022087"/>
            <a:ext cx="1592857" cy="37580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执行快速排序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0" y="4656450"/>
            <a:ext cx="8534400" cy="39658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</a:rPr>
              <a:t>从描述中可以看出，快速排序是一种基于递归的算法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/>
      <p:bldP spid="10" grpId="0" bldLvl="0" animBg="1"/>
      <p:bldP spid="11" grpId="0" bldLvl="0" animBg="1"/>
      <p:bldP spid="13" grpId="0" bldLvl="0" animBg="1"/>
      <p:bldP spid="14" grpId="0" bldLvl="0" animBg="1"/>
      <p:bldP spid="15" grpId="0"/>
      <p:bldP spid="16" grpId="0" bldLvl="0" animBg="1"/>
      <p:bldP spid="1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快速排序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92539" y="5595805"/>
            <a:ext cx="95403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p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tmp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9" name="立方体 58"/>
          <p:cNvSpPr/>
          <p:nvPr>
            <p:custDataLst>
              <p:tags r:id="rId3"/>
            </p:custDataLst>
          </p:nvPr>
        </p:nvSpPr>
        <p:spPr>
          <a:xfrm>
            <a:off x="1055523" y="4759980"/>
            <a:ext cx="500066" cy="576000"/>
          </a:xfrm>
          <a:prstGeom prst="cube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0" name="立方体 59"/>
          <p:cNvSpPr/>
          <p:nvPr>
            <p:custDataLst>
              <p:tags r:id="rId4"/>
            </p:custDataLst>
          </p:nvPr>
        </p:nvSpPr>
        <p:spPr>
          <a:xfrm>
            <a:off x="1775523" y="4579980"/>
            <a:ext cx="500066" cy="756000"/>
          </a:xfrm>
          <a:prstGeom prst="cube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8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1" name="立方体 60"/>
          <p:cNvSpPr/>
          <p:nvPr>
            <p:custDataLst>
              <p:tags r:id="rId5"/>
            </p:custDataLst>
          </p:nvPr>
        </p:nvSpPr>
        <p:spPr>
          <a:xfrm>
            <a:off x="2495523" y="4795980"/>
            <a:ext cx="500066" cy="540000"/>
          </a:xfrm>
          <a:prstGeom prst="cube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2" name="立方体 61"/>
          <p:cNvSpPr/>
          <p:nvPr>
            <p:custDataLst>
              <p:tags r:id="rId6"/>
            </p:custDataLst>
          </p:nvPr>
        </p:nvSpPr>
        <p:spPr>
          <a:xfrm>
            <a:off x="3215523" y="4615980"/>
            <a:ext cx="500066" cy="720000"/>
          </a:xfrm>
          <a:prstGeom prst="cube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7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3" name="立方体 62"/>
          <p:cNvSpPr/>
          <p:nvPr>
            <p:custDataLst>
              <p:tags r:id="rId7"/>
            </p:custDataLst>
          </p:nvPr>
        </p:nvSpPr>
        <p:spPr>
          <a:xfrm>
            <a:off x="3929903" y="4831980"/>
            <a:ext cx="500066" cy="504000"/>
          </a:xfrm>
          <a:prstGeom prst="cube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4" name="立方体 63"/>
          <p:cNvSpPr/>
          <p:nvPr>
            <p:custDataLst>
              <p:tags r:id="rId8"/>
            </p:custDataLst>
          </p:nvPr>
        </p:nvSpPr>
        <p:spPr>
          <a:xfrm>
            <a:off x="4655523" y="4687980"/>
            <a:ext cx="500066" cy="648000"/>
          </a:xfrm>
          <a:prstGeom prst="cube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5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5" name="立方体 64"/>
          <p:cNvSpPr/>
          <p:nvPr>
            <p:custDataLst>
              <p:tags r:id="rId9"/>
            </p:custDataLst>
          </p:nvPr>
        </p:nvSpPr>
        <p:spPr>
          <a:xfrm>
            <a:off x="5375523" y="4759980"/>
            <a:ext cx="500066" cy="576000"/>
          </a:xfrm>
          <a:prstGeom prst="cube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6" name="立方体 65"/>
          <p:cNvSpPr/>
          <p:nvPr>
            <p:custDataLst>
              <p:tags r:id="rId10"/>
            </p:custDataLst>
          </p:nvPr>
        </p:nvSpPr>
        <p:spPr>
          <a:xfrm>
            <a:off x="6089903" y="4723980"/>
            <a:ext cx="500066" cy="612000"/>
          </a:xfrm>
          <a:prstGeom prst="cube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4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7" name="立方体 66"/>
          <p:cNvSpPr/>
          <p:nvPr>
            <p:custDataLst>
              <p:tags r:id="rId11"/>
            </p:custDataLst>
          </p:nvPr>
        </p:nvSpPr>
        <p:spPr>
          <a:xfrm>
            <a:off x="6815523" y="4651980"/>
            <a:ext cx="500066" cy="684000"/>
          </a:xfrm>
          <a:prstGeom prst="cube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6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8" name="立方体 67"/>
          <p:cNvSpPr/>
          <p:nvPr>
            <p:custDataLst>
              <p:tags r:id="rId12"/>
            </p:custDataLst>
          </p:nvPr>
        </p:nvSpPr>
        <p:spPr>
          <a:xfrm>
            <a:off x="7541143" y="4867980"/>
            <a:ext cx="500066" cy="468000"/>
          </a:xfrm>
          <a:prstGeom prst="cube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0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9" name="矩形 68"/>
          <p:cNvSpPr/>
          <p:nvPr>
            <p:custDataLst>
              <p:tags r:id="rId13"/>
            </p:custDataLst>
          </p:nvPr>
        </p:nvSpPr>
        <p:spPr>
          <a:xfrm>
            <a:off x="945556" y="4234091"/>
            <a:ext cx="720000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14"/>
            </p:custDataLst>
          </p:nvPr>
        </p:nvSpPr>
        <p:spPr>
          <a:xfrm>
            <a:off x="1665556" y="4234091"/>
            <a:ext cx="720000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矩形 70"/>
          <p:cNvSpPr/>
          <p:nvPr>
            <p:custDataLst>
              <p:tags r:id="rId15"/>
            </p:custDataLst>
          </p:nvPr>
        </p:nvSpPr>
        <p:spPr>
          <a:xfrm>
            <a:off x="2385556" y="4234091"/>
            <a:ext cx="720000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矩形 71"/>
          <p:cNvSpPr/>
          <p:nvPr>
            <p:custDataLst>
              <p:tags r:id="rId16"/>
            </p:custDataLst>
          </p:nvPr>
        </p:nvSpPr>
        <p:spPr>
          <a:xfrm>
            <a:off x="3105556" y="4234091"/>
            <a:ext cx="720000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3" name="矩形 72"/>
          <p:cNvSpPr/>
          <p:nvPr>
            <p:custDataLst>
              <p:tags r:id="rId17"/>
            </p:custDataLst>
          </p:nvPr>
        </p:nvSpPr>
        <p:spPr>
          <a:xfrm>
            <a:off x="3825556" y="4234091"/>
            <a:ext cx="720000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矩形 73"/>
          <p:cNvSpPr/>
          <p:nvPr>
            <p:custDataLst>
              <p:tags r:id="rId18"/>
            </p:custDataLst>
          </p:nvPr>
        </p:nvSpPr>
        <p:spPr>
          <a:xfrm>
            <a:off x="4545556" y="4234091"/>
            <a:ext cx="720000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" name="矩形 74"/>
          <p:cNvSpPr/>
          <p:nvPr>
            <p:custDataLst>
              <p:tags r:id="rId19"/>
            </p:custDataLst>
          </p:nvPr>
        </p:nvSpPr>
        <p:spPr>
          <a:xfrm>
            <a:off x="5265556" y="4234091"/>
            <a:ext cx="720000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矩形 75"/>
          <p:cNvSpPr/>
          <p:nvPr>
            <p:custDataLst>
              <p:tags r:id="rId20"/>
            </p:custDataLst>
          </p:nvPr>
        </p:nvSpPr>
        <p:spPr>
          <a:xfrm>
            <a:off x="5985556" y="4234091"/>
            <a:ext cx="720000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7" name="矩形 76"/>
          <p:cNvSpPr/>
          <p:nvPr>
            <p:custDataLst>
              <p:tags r:id="rId21"/>
            </p:custDataLst>
          </p:nvPr>
        </p:nvSpPr>
        <p:spPr>
          <a:xfrm>
            <a:off x="6705556" y="4234091"/>
            <a:ext cx="720000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矩形 77"/>
          <p:cNvSpPr/>
          <p:nvPr>
            <p:custDataLst>
              <p:tags r:id="rId22"/>
            </p:custDataLst>
          </p:nvPr>
        </p:nvSpPr>
        <p:spPr>
          <a:xfrm>
            <a:off x="7425556" y="4234091"/>
            <a:ext cx="720000" cy="36000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kumimoji="1"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820282" y="3669361"/>
            <a:ext cx="626919" cy="572430"/>
            <a:chOff x="75639" y="1877239"/>
            <a:chExt cx="626919" cy="572430"/>
          </a:xfrm>
        </p:grpSpPr>
        <p:sp>
          <p:nvSpPr>
            <p:cNvPr id="80" name="箭头: 下 79"/>
            <p:cNvSpPr/>
            <p:nvPr>
              <p:custDataLst>
                <p:tags r:id="rId23"/>
              </p:custDataLst>
            </p:nvPr>
          </p:nvSpPr>
          <p:spPr>
            <a:xfrm>
              <a:off x="393629" y="2089629"/>
              <a:ext cx="308929" cy="360040"/>
            </a:xfrm>
            <a:prstGeom prst="downArrow">
              <a:avLst/>
            </a:prstGeom>
            <a:solidFill>
              <a:schemeClr val="accent5">
                <a:lumMod val="75000"/>
                <a:alpha val="71000"/>
              </a:schemeClr>
            </a:solidFill>
            <a:ln w="25400" cap="flat" cmpd="sng" algn="ctr">
              <a:solidFill>
                <a:schemeClr val="accent5">
                  <a:lumMod val="75000"/>
                  <a:alpha val="31000"/>
                </a:schemeClr>
              </a:solidFill>
              <a:prstDash val="solid"/>
            </a:ln>
            <a:effectLst/>
          </p:spPr>
          <p:txBody>
            <a:bodyPr rtlCol="0" anchor="ctr"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1" name="文本框 80"/>
            <p:cNvSpPr txBox="1"/>
            <p:nvPr>
              <p:custDataLst>
                <p:tags r:id="rId24"/>
              </p:custDataLst>
            </p:nvPr>
          </p:nvSpPr>
          <p:spPr>
            <a:xfrm>
              <a:off x="75639" y="1877239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 err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i</a:t>
              </a:r>
              <a:endPara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7619957" y="3661661"/>
            <a:ext cx="607047" cy="580130"/>
            <a:chOff x="-58954" y="3219674"/>
            <a:chExt cx="607047" cy="580130"/>
          </a:xfrm>
        </p:grpSpPr>
        <p:sp>
          <p:nvSpPr>
            <p:cNvPr id="83" name="箭头: 下 82"/>
            <p:cNvSpPr/>
            <p:nvPr>
              <p:custDataLst>
                <p:tags r:id="rId25"/>
              </p:custDataLst>
            </p:nvPr>
          </p:nvSpPr>
          <p:spPr>
            <a:xfrm>
              <a:off x="-58954" y="3439764"/>
              <a:ext cx="308929" cy="360040"/>
            </a:xfrm>
            <a:prstGeom prst="downArrow">
              <a:avLst/>
            </a:prstGeom>
            <a:solidFill>
              <a:srgbClr val="B50988">
                <a:alpha val="71000"/>
              </a:srgbClr>
            </a:solidFill>
            <a:ln>
              <a:solidFill>
                <a:srgbClr val="B50988">
                  <a:alpha val="46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26"/>
              </p:custDataLst>
            </p:nvPr>
          </p:nvSpPr>
          <p:spPr>
            <a:xfrm>
              <a:off x="95511" y="3219674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>
                  <a:solidFill>
                    <a:srgbClr val="B50988"/>
                  </a:solidFill>
                  <a:latin typeface="微软雅黑" panose="020B0503020204020204" charset="-122"/>
                  <a:ea typeface="微软雅黑" panose="020B0503020204020204" charset="-122"/>
                </a:rPr>
                <a:t>j</a:t>
              </a:r>
              <a:endPara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5" name="立方体 84"/>
          <p:cNvSpPr/>
          <p:nvPr>
            <p:custDataLst>
              <p:tags r:id="rId27"/>
            </p:custDataLst>
          </p:nvPr>
        </p:nvSpPr>
        <p:spPr>
          <a:xfrm>
            <a:off x="1055523" y="5440846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7" name="立方体 86"/>
          <p:cNvSpPr/>
          <p:nvPr>
            <p:custDataLst>
              <p:tags r:id="rId28"/>
            </p:custDataLst>
          </p:nvPr>
        </p:nvSpPr>
        <p:spPr>
          <a:xfrm>
            <a:off x="1055523" y="4867980"/>
            <a:ext cx="500066" cy="468000"/>
          </a:xfrm>
          <a:prstGeom prst="cube">
            <a:avLst/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0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544812" y="3669361"/>
            <a:ext cx="626919" cy="572430"/>
            <a:chOff x="75639" y="1877239"/>
            <a:chExt cx="626919" cy="572430"/>
          </a:xfrm>
        </p:grpSpPr>
        <p:sp>
          <p:nvSpPr>
            <p:cNvPr id="89" name="箭头: 下 88"/>
            <p:cNvSpPr/>
            <p:nvPr>
              <p:custDataLst>
                <p:tags r:id="rId29"/>
              </p:custDataLst>
            </p:nvPr>
          </p:nvSpPr>
          <p:spPr>
            <a:xfrm>
              <a:off x="393629" y="2089629"/>
              <a:ext cx="308929" cy="360040"/>
            </a:xfrm>
            <a:prstGeom prst="downArrow">
              <a:avLst/>
            </a:prstGeom>
            <a:solidFill>
              <a:schemeClr val="accent5">
                <a:lumMod val="75000"/>
                <a:alpha val="71000"/>
              </a:schemeClr>
            </a:solidFill>
            <a:ln w="25400" cap="flat" cmpd="sng" algn="ctr">
              <a:solidFill>
                <a:schemeClr val="accent5">
                  <a:lumMod val="75000"/>
                  <a:alpha val="31000"/>
                </a:schemeClr>
              </a:solidFill>
              <a:prstDash val="solid"/>
            </a:ln>
            <a:effectLst/>
          </p:spPr>
          <p:txBody>
            <a:bodyPr rtlCol="0" anchor="ctr"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30"/>
              </p:custDataLst>
            </p:nvPr>
          </p:nvSpPr>
          <p:spPr>
            <a:xfrm>
              <a:off x="75639" y="1877239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 err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i</a:t>
              </a:r>
              <a:endPara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2" name="立方体 91"/>
          <p:cNvSpPr/>
          <p:nvPr>
            <p:custDataLst>
              <p:tags r:id="rId31"/>
            </p:custDataLst>
          </p:nvPr>
        </p:nvSpPr>
        <p:spPr>
          <a:xfrm>
            <a:off x="7541143" y="4579980"/>
            <a:ext cx="500066" cy="756000"/>
          </a:xfrm>
          <a:prstGeom prst="cube">
            <a:avLst/>
          </a:prstGeom>
          <a:solidFill>
            <a:srgbClr val="B50988"/>
          </a:solidFill>
          <a:ln w="12700" cap="flat" cmpd="sng" algn="ctr">
            <a:solidFill>
              <a:srgbClr val="B50988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8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6915709" y="3661661"/>
            <a:ext cx="607047" cy="580130"/>
            <a:chOff x="-58954" y="3219674"/>
            <a:chExt cx="607047" cy="580130"/>
          </a:xfrm>
        </p:grpSpPr>
        <p:sp>
          <p:nvSpPr>
            <p:cNvPr id="94" name="箭头: 下 93"/>
            <p:cNvSpPr/>
            <p:nvPr>
              <p:custDataLst>
                <p:tags r:id="rId32"/>
              </p:custDataLst>
            </p:nvPr>
          </p:nvSpPr>
          <p:spPr>
            <a:xfrm>
              <a:off x="-58954" y="3439764"/>
              <a:ext cx="308929" cy="360040"/>
            </a:xfrm>
            <a:prstGeom prst="downArrow">
              <a:avLst/>
            </a:prstGeom>
            <a:solidFill>
              <a:srgbClr val="B50988">
                <a:alpha val="71000"/>
              </a:srgbClr>
            </a:solidFill>
            <a:ln>
              <a:solidFill>
                <a:srgbClr val="B50988">
                  <a:alpha val="46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5" name="文本框 94"/>
            <p:cNvSpPr txBox="1"/>
            <p:nvPr>
              <p:custDataLst>
                <p:tags r:id="rId33"/>
              </p:custDataLst>
            </p:nvPr>
          </p:nvSpPr>
          <p:spPr>
            <a:xfrm>
              <a:off x="95511" y="3219674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>
                  <a:solidFill>
                    <a:srgbClr val="B50988"/>
                  </a:solidFill>
                  <a:latin typeface="微软雅黑" panose="020B0503020204020204" charset="-122"/>
                  <a:ea typeface="微软雅黑" panose="020B0503020204020204" charset="-122"/>
                </a:rPr>
                <a:t>j</a:t>
              </a:r>
              <a:endPara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6195709" y="3661661"/>
            <a:ext cx="607047" cy="580130"/>
            <a:chOff x="-58954" y="3219674"/>
            <a:chExt cx="607047" cy="580130"/>
          </a:xfrm>
        </p:grpSpPr>
        <p:sp>
          <p:nvSpPr>
            <p:cNvPr id="97" name="箭头: 下 96"/>
            <p:cNvSpPr/>
            <p:nvPr>
              <p:custDataLst>
                <p:tags r:id="rId34"/>
              </p:custDataLst>
            </p:nvPr>
          </p:nvSpPr>
          <p:spPr>
            <a:xfrm>
              <a:off x="-58954" y="3439764"/>
              <a:ext cx="308929" cy="360040"/>
            </a:xfrm>
            <a:prstGeom prst="downArrow">
              <a:avLst/>
            </a:prstGeom>
            <a:solidFill>
              <a:srgbClr val="B50988">
                <a:alpha val="71000"/>
              </a:srgbClr>
            </a:solidFill>
            <a:ln>
              <a:solidFill>
                <a:srgbClr val="B50988">
                  <a:alpha val="46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文本框 97"/>
            <p:cNvSpPr txBox="1"/>
            <p:nvPr>
              <p:custDataLst>
                <p:tags r:id="rId35"/>
              </p:custDataLst>
            </p:nvPr>
          </p:nvSpPr>
          <p:spPr>
            <a:xfrm>
              <a:off x="95511" y="3219674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>
                  <a:solidFill>
                    <a:srgbClr val="B50988"/>
                  </a:solidFill>
                  <a:latin typeface="微软雅黑" panose="020B0503020204020204" charset="-122"/>
                  <a:ea typeface="微软雅黑" panose="020B0503020204020204" charset="-122"/>
                </a:rPr>
                <a:t>j</a:t>
              </a:r>
              <a:endPara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36"/>
            </p:custDataLst>
          </p:nvPr>
        </p:nvSpPr>
        <p:spPr>
          <a:xfrm>
            <a:off x="1" y="702536"/>
            <a:ext cx="6800084" cy="276030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0099BC"/>
                </a:solidFill>
              </a:rPr>
              <a:t>快速排序的算法实现</a:t>
            </a:r>
            <a:endParaRPr lang="en-US" altLang="zh-CN" sz="2000" b="1" dirty="0">
              <a:solidFill>
                <a:srgbClr val="0099BC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设置首元素为基准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从表尾开始从后向前遍历，找到一个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小于基准值</a:t>
            </a:r>
            <a:r>
              <a:rPr lang="zh-CN" altLang="en-US" dirty="0"/>
              <a:t>的元素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>
                <a:sym typeface="Wingdings" panose="05000000000000000000" pitchFamily="2" charset="2"/>
              </a:rPr>
              <a:t>     </a:t>
            </a:r>
            <a:r>
              <a:rPr lang="zh-CN" altLang="en-US" dirty="0">
                <a:sym typeface="Wingdings" panose="05000000000000000000" pitchFamily="2" charset="2"/>
              </a:rPr>
              <a:t>放置到</a:t>
            </a:r>
            <a:r>
              <a:rPr lang="en-US" altLang="zh-CN" b="1" dirty="0" err="1">
                <a:solidFill>
                  <a:srgbClr val="0070C0"/>
                </a:solidFill>
                <a:sym typeface="Wingdings" panose="05000000000000000000" pitchFamily="2" charset="2"/>
              </a:rPr>
              <a:t>i</a:t>
            </a:r>
            <a:r>
              <a:rPr lang="zh-CN" alt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指向的位置 </a:t>
            </a:r>
            <a:endParaRPr lang="en-US" altLang="zh-CN" b="1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从表头开始从前向后遍历，找到一个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大于基准值</a:t>
            </a:r>
            <a:r>
              <a:rPr lang="zh-CN" altLang="en-US" dirty="0"/>
              <a:t>的元素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>
                <a:sym typeface="Wingdings" panose="05000000000000000000" pitchFamily="2" charset="2"/>
              </a:rPr>
              <a:t>     </a:t>
            </a:r>
            <a:r>
              <a:rPr lang="zh-CN" altLang="en-US" dirty="0">
                <a:sym typeface="Wingdings" panose="05000000000000000000" pitchFamily="2" charset="2"/>
              </a:rPr>
              <a:t>放置到</a:t>
            </a:r>
            <a:r>
              <a:rPr lang="en-US" altLang="zh-CN" b="1" dirty="0">
                <a:solidFill>
                  <a:srgbClr val="B50988"/>
                </a:solidFill>
                <a:sym typeface="Wingdings" panose="05000000000000000000" pitchFamily="2" charset="2"/>
              </a:rPr>
              <a:t>j</a:t>
            </a:r>
            <a:r>
              <a:rPr lang="zh-CN" altLang="en-US" b="1" dirty="0">
                <a:solidFill>
                  <a:srgbClr val="B50988"/>
                </a:solidFill>
                <a:sym typeface="Wingdings" panose="05000000000000000000" pitchFamily="2" charset="2"/>
              </a:rPr>
              <a:t>指向的位置</a:t>
            </a:r>
            <a:endParaRPr lang="en-US" altLang="zh-CN" dirty="0">
              <a:solidFill>
                <a:srgbClr val="B50988"/>
              </a:solidFill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ym typeface="Wingdings" panose="05000000000000000000" pitchFamily="2" charset="2"/>
              </a:rPr>
              <a:t>重复上述循环，直到</a:t>
            </a:r>
            <a:r>
              <a:rPr lang="en-US" altLang="zh-CN" b="1" dirty="0" err="1">
                <a:sym typeface="Wingdings" panose="05000000000000000000" pitchFamily="2" charset="2"/>
              </a:rPr>
              <a:t>i</a:t>
            </a:r>
            <a:r>
              <a:rPr lang="en-US" altLang="zh-CN" b="1" dirty="0">
                <a:sym typeface="Wingdings" panose="05000000000000000000" pitchFamily="2" charset="2"/>
              </a:rPr>
              <a:t>=j</a:t>
            </a:r>
            <a:r>
              <a:rPr lang="zh-CN" altLang="en-US" b="1" dirty="0">
                <a:sym typeface="Wingdings" panose="05000000000000000000" pitchFamily="2" charset="2"/>
              </a:rPr>
              <a:t>为止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每次循环先移动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j</a:t>
            </a:r>
            <a:r>
              <a:rPr lang="zh-CN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再移动</a:t>
            </a:r>
            <a:r>
              <a:rPr lang="en-US" altLang="zh-CN" b="1" dirty="0" err="1">
                <a:solidFill>
                  <a:srgbClr val="FF0000"/>
                </a:solidFill>
                <a:sym typeface="Wingdings" panose="05000000000000000000" pitchFamily="2" charset="2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endParaRPr lang="en-US" altLang="zh-CN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/>
              <a:t>将当前遍历的元素关键字赋予基准值</a:t>
            </a:r>
            <a:r>
              <a:rPr lang="en-US" altLang="zh-CN" b="1" dirty="0">
                <a:sym typeface="Wingdings" panose="05000000000000000000" pitchFamily="2" charset="2"/>
              </a:rPr>
              <a:t>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>
            <p:custDataLst>
              <p:tags r:id="rId37"/>
            </p:custDataLst>
          </p:nvPr>
        </p:nvSpPr>
        <p:spPr>
          <a:xfrm>
            <a:off x="2415185" y="702536"/>
            <a:ext cx="6800084" cy="27857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endParaRPr lang="en-US" altLang="zh-CN" sz="2000" b="1" dirty="0"/>
          </a:p>
          <a:p>
            <a:pPr>
              <a:lnSpc>
                <a:spcPct val="120000"/>
              </a:lnSpc>
            </a:pP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tmp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= R[</a:t>
            </a: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i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]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endParaRPr lang="en-US" altLang="zh-CN" b="1" dirty="0">
              <a:solidFill>
                <a:schemeClr val="accent2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zh-CN" b="1" dirty="0">
                <a:sym typeface="Wingdings" panose="05000000000000000000" pitchFamily="2" charset="2"/>
              </a:rPr>
              <a:t>  </a:t>
            </a:r>
            <a:r>
              <a:rPr lang="en-US" altLang="zh-CN" b="1" dirty="0">
                <a:solidFill>
                  <a:srgbClr val="0070C0"/>
                </a:solidFill>
                <a:sym typeface="Wingdings" panose="05000000000000000000" pitchFamily="2" charset="2"/>
              </a:rPr>
              <a:t>R[</a:t>
            </a:r>
            <a:r>
              <a:rPr lang="en-US" altLang="zh-CN" b="1" dirty="0" err="1">
                <a:solidFill>
                  <a:srgbClr val="0070C0"/>
                </a:solidFill>
                <a:sym typeface="Wingdings" panose="05000000000000000000" pitchFamily="2" charset="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sym typeface="Wingdings" panose="05000000000000000000" pitchFamily="2" charset="2"/>
              </a:rPr>
              <a:t>]</a:t>
            </a:r>
            <a:r>
              <a:rPr lang="en-US" altLang="zh-CN" b="1" dirty="0">
                <a:sym typeface="Wingdings" panose="05000000000000000000" pitchFamily="2" charset="2"/>
              </a:rPr>
              <a:t> = </a:t>
            </a:r>
            <a:r>
              <a:rPr lang="en-US" altLang="zh-CN" b="1" dirty="0">
                <a:solidFill>
                  <a:srgbClr val="B50988"/>
                </a:solidFill>
                <a:sym typeface="Wingdings" panose="05000000000000000000" pitchFamily="2" charset="2"/>
              </a:rPr>
              <a:t>R[j]</a:t>
            </a:r>
            <a:endParaRPr lang="en-US" altLang="zh-CN" b="1" dirty="0">
              <a:solidFill>
                <a:srgbClr val="B50988"/>
              </a:solidFill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endParaRPr lang="en-US" altLang="zh-CN" b="1" dirty="0">
              <a:solidFill>
                <a:srgbClr val="B50988"/>
              </a:solidFill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ym typeface="Wingdings" panose="05000000000000000000" pitchFamily="2" charset="2"/>
              </a:rPr>
              <a:t>   </a:t>
            </a:r>
            <a:r>
              <a:rPr lang="en-US" altLang="zh-CN" b="1" dirty="0">
                <a:solidFill>
                  <a:srgbClr val="B50988"/>
                </a:solidFill>
                <a:sym typeface="Wingdings" panose="05000000000000000000" pitchFamily="2" charset="2"/>
              </a:rPr>
              <a:t>R[</a:t>
            </a:r>
            <a:r>
              <a:rPr lang="en-US" altLang="zh-CN" b="1" dirty="0" err="1">
                <a:solidFill>
                  <a:srgbClr val="B50988"/>
                </a:solidFill>
                <a:sym typeface="Wingdings" panose="05000000000000000000" pitchFamily="2" charset="2"/>
              </a:rPr>
              <a:t>i</a:t>
            </a:r>
            <a:r>
              <a:rPr lang="en-US" altLang="zh-CN" b="1" dirty="0">
                <a:solidFill>
                  <a:srgbClr val="B50988"/>
                </a:solidFill>
                <a:sym typeface="Wingdings" panose="05000000000000000000" pitchFamily="2" charset="2"/>
              </a:rPr>
              <a:t>]</a:t>
            </a:r>
            <a:r>
              <a:rPr lang="en-US" altLang="zh-CN" b="1" dirty="0">
                <a:sym typeface="Wingdings" panose="05000000000000000000" pitchFamily="2" charset="2"/>
              </a:rPr>
              <a:t> = </a:t>
            </a:r>
            <a:r>
              <a:rPr lang="en-US" altLang="zh-CN" b="1" dirty="0">
                <a:solidFill>
                  <a:srgbClr val="0070C0"/>
                </a:solidFill>
                <a:sym typeface="Wingdings" panose="05000000000000000000" pitchFamily="2" charset="2"/>
              </a:rPr>
              <a:t>R[j]</a:t>
            </a:r>
            <a:endParaRPr lang="en-US" altLang="zh-CN" b="1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endParaRPr lang="en-US" altLang="zh-CN" b="1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70C0"/>
                </a:solidFill>
                <a:sym typeface="Wingdings" panose="05000000000000000000" pitchFamily="2" charset="2"/>
              </a:rPr>
              <a:t>                                   R[</a:t>
            </a:r>
            <a:r>
              <a:rPr lang="en-US" altLang="zh-CN" b="1" dirty="0" err="1">
                <a:solidFill>
                  <a:srgbClr val="0070C0"/>
                </a:solidFill>
                <a:sym typeface="Wingdings" panose="05000000000000000000" pitchFamily="2" charset="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sym typeface="Wingdings" panose="05000000000000000000" pitchFamily="2" charset="2"/>
              </a:rPr>
              <a:t>] = </a:t>
            </a: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tmp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  </a:t>
            </a:r>
            <a:r>
              <a:rPr lang="en-US" altLang="zh-CN" b="1" dirty="0">
                <a:solidFill>
                  <a:srgbClr val="0070C0"/>
                </a:solidFill>
                <a:sym typeface="Wingdings" panose="05000000000000000000" pitchFamily="2" charset="2"/>
              </a:rPr>
              <a:t>  </a:t>
            </a:r>
            <a:endParaRPr lang="en-US" altLang="zh-CN" b="1" dirty="0">
              <a:solidFill>
                <a:srgbClr val="0070C0"/>
              </a:solidFill>
              <a:sym typeface="Wingdings" panose="05000000000000000000" pitchFamily="2" charset="2"/>
            </a:endParaRPr>
          </a:p>
        </p:txBody>
      </p:sp>
      <p:sp>
        <p:nvSpPr>
          <p:cNvPr id="102" name="立方体 101"/>
          <p:cNvSpPr/>
          <p:nvPr>
            <p:custDataLst>
              <p:tags r:id="rId38"/>
            </p:custDataLst>
          </p:nvPr>
        </p:nvSpPr>
        <p:spPr>
          <a:xfrm>
            <a:off x="7541143" y="5440846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3" name="立方体 102"/>
          <p:cNvSpPr/>
          <p:nvPr>
            <p:custDataLst>
              <p:tags r:id="rId39"/>
            </p:custDataLst>
          </p:nvPr>
        </p:nvSpPr>
        <p:spPr>
          <a:xfrm>
            <a:off x="5375523" y="5440846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4" name="立方体 103"/>
          <p:cNvSpPr/>
          <p:nvPr>
            <p:custDataLst>
              <p:tags r:id="rId40"/>
            </p:custDataLst>
          </p:nvPr>
        </p:nvSpPr>
        <p:spPr>
          <a:xfrm>
            <a:off x="3215523" y="5440846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5" name="立方体 104"/>
          <p:cNvSpPr/>
          <p:nvPr>
            <p:custDataLst>
              <p:tags r:id="rId41"/>
            </p:custDataLst>
          </p:nvPr>
        </p:nvSpPr>
        <p:spPr>
          <a:xfrm>
            <a:off x="2495523" y="5440846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6" name="立方体 105"/>
          <p:cNvSpPr/>
          <p:nvPr>
            <p:custDataLst>
              <p:tags r:id="rId42"/>
            </p:custDataLst>
          </p:nvPr>
        </p:nvSpPr>
        <p:spPr>
          <a:xfrm>
            <a:off x="1775523" y="5440846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7" name="立方体 106"/>
          <p:cNvSpPr/>
          <p:nvPr>
            <p:custDataLst>
              <p:tags r:id="rId43"/>
            </p:custDataLst>
          </p:nvPr>
        </p:nvSpPr>
        <p:spPr>
          <a:xfrm>
            <a:off x="6089903" y="5440846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8" name="立方体 107"/>
          <p:cNvSpPr/>
          <p:nvPr>
            <p:custDataLst>
              <p:tags r:id="rId44"/>
            </p:custDataLst>
          </p:nvPr>
        </p:nvSpPr>
        <p:spPr>
          <a:xfrm>
            <a:off x="6815523" y="5440846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9" name="立方体 108"/>
          <p:cNvSpPr/>
          <p:nvPr>
            <p:custDataLst>
              <p:tags r:id="rId45"/>
            </p:custDataLst>
          </p:nvPr>
        </p:nvSpPr>
        <p:spPr>
          <a:xfrm>
            <a:off x="4655523" y="5440846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0" name="立方体 109"/>
          <p:cNvSpPr/>
          <p:nvPr>
            <p:custDataLst>
              <p:tags r:id="rId46"/>
            </p:custDataLst>
          </p:nvPr>
        </p:nvSpPr>
        <p:spPr>
          <a:xfrm>
            <a:off x="3929903" y="5440846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5487506" y="3661661"/>
            <a:ext cx="607047" cy="580130"/>
            <a:chOff x="-58954" y="3219674"/>
            <a:chExt cx="607047" cy="580130"/>
          </a:xfrm>
        </p:grpSpPr>
        <p:sp>
          <p:nvSpPr>
            <p:cNvPr id="112" name="箭头: 下 111"/>
            <p:cNvSpPr/>
            <p:nvPr>
              <p:custDataLst>
                <p:tags r:id="rId47"/>
              </p:custDataLst>
            </p:nvPr>
          </p:nvSpPr>
          <p:spPr>
            <a:xfrm>
              <a:off x="-58954" y="3439764"/>
              <a:ext cx="308929" cy="360040"/>
            </a:xfrm>
            <a:prstGeom prst="downArrow">
              <a:avLst/>
            </a:prstGeom>
            <a:solidFill>
              <a:srgbClr val="B50988">
                <a:alpha val="71000"/>
              </a:srgbClr>
            </a:solidFill>
            <a:ln>
              <a:solidFill>
                <a:srgbClr val="B50988">
                  <a:alpha val="46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文本框 112"/>
            <p:cNvSpPr txBox="1"/>
            <p:nvPr>
              <p:custDataLst>
                <p:tags r:id="rId48"/>
              </p:custDataLst>
            </p:nvPr>
          </p:nvSpPr>
          <p:spPr>
            <a:xfrm>
              <a:off x="95511" y="3219674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>
                  <a:solidFill>
                    <a:srgbClr val="B50988"/>
                  </a:solidFill>
                  <a:latin typeface="微软雅黑" panose="020B0503020204020204" charset="-122"/>
                  <a:ea typeface="微软雅黑" panose="020B0503020204020204" charset="-122"/>
                </a:rPr>
                <a:t>j</a:t>
              </a:r>
              <a:endPara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4743361" y="3661661"/>
            <a:ext cx="607047" cy="580130"/>
            <a:chOff x="-58954" y="3219674"/>
            <a:chExt cx="607047" cy="580130"/>
          </a:xfrm>
        </p:grpSpPr>
        <p:sp>
          <p:nvSpPr>
            <p:cNvPr id="115" name="箭头: 下 114"/>
            <p:cNvSpPr/>
            <p:nvPr>
              <p:custDataLst>
                <p:tags r:id="rId49"/>
              </p:custDataLst>
            </p:nvPr>
          </p:nvSpPr>
          <p:spPr>
            <a:xfrm>
              <a:off x="-58954" y="3439764"/>
              <a:ext cx="308929" cy="360040"/>
            </a:xfrm>
            <a:prstGeom prst="downArrow">
              <a:avLst/>
            </a:prstGeom>
            <a:solidFill>
              <a:srgbClr val="B50988">
                <a:alpha val="71000"/>
              </a:srgbClr>
            </a:solidFill>
            <a:ln>
              <a:solidFill>
                <a:srgbClr val="B50988">
                  <a:alpha val="46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6" name="文本框 115"/>
            <p:cNvSpPr txBox="1"/>
            <p:nvPr>
              <p:custDataLst>
                <p:tags r:id="rId50"/>
              </p:custDataLst>
            </p:nvPr>
          </p:nvSpPr>
          <p:spPr>
            <a:xfrm>
              <a:off x="95511" y="3219674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>
                  <a:solidFill>
                    <a:srgbClr val="B50988"/>
                  </a:solidFill>
                  <a:latin typeface="微软雅黑" panose="020B0503020204020204" charset="-122"/>
                  <a:ea typeface="微软雅黑" panose="020B0503020204020204" charset="-122"/>
                </a:rPr>
                <a:t>j</a:t>
              </a:r>
              <a:endPara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4043585" y="3661661"/>
            <a:ext cx="607047" cy="580130"/>
            <a:chOff x="-58954" y="3219674"/>
            <a:chExt cx="607047" cy="580130"/>
          </a:xfrm>
        </p:grpSpPr>
        <p:sp>
          <p:nvSpPr>
            <p:cNvPr id="118" name="箭头: 下 117"/>
            <p:cNvSpPr/>
            <p:nvPr>
              <p:custDataLst>
                <p:tags r:id="rId51"/>
              </p:custDataLst>
            </p:nvPr>
          </p:nvSpPr>
          <p:spPr>
            <a:xfrm>
              <a:off x="-58954" y="3439764"/>
              <a:ext cx="308929" cy="360040"/>
            </a:xfrm>
            <a:prstGeom prst="downArrow">
              <a:avLst/>
            </a:prstGeom>
            <a:solidFill>
              <a:srgbClr val="B50988">
                <a:alpha val="71000"/>
              </a:srgbClr>
            </a:solidFill>
            <a:ln>
              <a:solidFill>
                <a:srgbClr val="B50988">
                  <a:alpha val="46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文本框 118"/>
            <p:cNvSpPr txBox="1"/>
            <p:nvPr>
              <p:custDataLst>
                <p:tags r:id="rId52"/>
              </p:custDataLst>
            </p:nvPr>
          </p:nvSpPr>
          <p:spPr>
            <a:xfrm>
              <a:off x="95511" y="3219674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>
                  <a:solidFill>
                    <a:srgbClr val="B50988"/>
                  </a:solidFill>
                  <a:latin typeface="微软雅黑" panose="020B0503020204020204" charset="-122"/>
                  <a:ea typeface="微软雅黑" panose="020B0503020204020204" charset="-122"/>
                </a:rPr>
                <a:t>j</a:t>
              </a:r>
              <a:endPara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0" name="立方体 119"/>
          <p:cNvSpPr/>
          <p:nvPr>
            <p:custDataLst>
              <p:tags r:id="rId53"/>
            </p:custDataLst>
          </p:nvPr>
        </p:nvSpPr>
        <p:spPr>
          <a:xfrm>
            <a:off x="1775523" y="4831980"/>
            <a:ext cx="500066" cy="504000"/>
          </a:xfrm>
          <a:prstGeom prst="cube">
            <a:avLst/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2253015" y="3669361"/>
            <a:ext cx="626919" cy="572430"/>
            <a:chOff x="75639" y="1877239"/>
            <a:chExt cx="626919" cy="572430"/>
          </a:xfrm>
        </p:grpSpPr>
        <p:sp>
          <p:nvSpPr>
            <p:cNvPr id="122" name="箭头: 下 121"/>
            <p:cNvSpPr/>
            <p:nvPr>
              <p:custDataLst>
                <p:tags r:id="rId54"/>
              </p:custDataLst>
            </p:nvPr>
          </p:nvSpPr>
          <p:spPr>
            <a:xfrm>
              <a:off x="393629" y="2089629"/>
              <a:ext cx="308929" cy="360040"/>
            </a:xfrm>
            <a:prstGeom prst="downArrow">
              <a:avLst/>
            </a:prstGeom>
            <a:solidFill>
              <a:schemeClr val="accent5">
                <a:lumMod val="75000"/>
                <a:alpha val="71000"/>
              </a:schemeClr>
            </a:solidFill>
            <a:ln w="25400" cap="flat" cmpd="sng" algn="ctr">
              <a:solidFill>
                <a:schemeClr val="accent5">
                  <a:lumMod val="75000"/>
                  <a:alpha val="31000"/>
                </a:schemeClr>
              </a:solidFill>
              <a:prstDash val="solid"/>
            </a:ln>
            <a:effectLst/>
          </p:spPr>
          <p:txBody>
            <a:bodyPr rtlCol="0" anchor="ctr"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3" name="文本框 122"/>
            <p:cNvSpPr txBox="1"/>
            <p:nvPr>
              <p:custDataLst>
                <p:tags r:id="rId55"/>
              </p:custDataLst>
            </p:nvPr>
          </p:nvSpPr>
          <p:spPr>
            <a:xfrm>
              <a:off x="75639" y="1877239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 err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i</a:t>
              </a:r>
              <a:endPara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2991044" y="3669361"/>
            <a:ext cx="626919" cy="572430"/>
            <a:chOff x="75639" y="1877239"/>
            <a:chExt cx="626919" cy="572430"/>
          </a:xfrm>
        </p:grpSpPr>
        <p:sp>
          <p:nvSpPr>
            <p:cNvPr id="125" name="箭头: 下 124"/>
            <p:cNvSpPr/>
            <p:nvPr>
              <p:custDataLst>
                <p:tags r:id="rId56"/>
              </p:custDataLst>
            </p:nvPr>
          </p:nvSpPr>
          <p:spPr>
            <a:xfrm>
              <a:off x="393629" y="2089629"/>
              <a:ext cx="308929" cy="360040"/>
            </a:xfrm>
            <a:prstGeom prst="downArrow">
              <a:avLst/>
            </a:prstGeom>
            <a:solidFill>
              <a:schemeClr val="accent5">
                <a:lumMod val="75000"/>
                <a:alpha val="71000"/>
              </a:schemeClr>
            </a:solidFill>
            <a:ln w="25400" cap="flat" cmpd="sng" algn="ctr">
              <a:solidFill>
                <a:schemeClr val="accent5">
                  <a:lumMod val="75000"/>
                  <a:alpha val="31000"/>
                </a:schemeClr>
              </a:solidFill>
              <a:prstDash val="solid"/>
            </a:ln>
            <a:effectLst/>
          </p:spPr>
          <p:txBody>
            <a:bodyPr rtlCol="0" anchor="ctr"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6" name="文本框 125"/>
            <p:cNvSpPr txBox="1"/>
            <p:nvPr>
              <p:custDataLst>
                <p:tags r:id="rId57"/>
              </p:custDataLst>
            </p:nvPr>
          </p:nvSpPr>
          <p:spPr>
            <a:xfrm>
              <a:off x="75639" y="1877239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 err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i</a:t>
              </a:r>
              <a:endPara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7" name="立方体 126"/>
          <p:cNvSpPr/>
          <p:nvPr>
            <p:custDataLst>
              <p:tags r:id="rId58"/>
            </p:custDataLst>
          </p:nvPr>
        </p:nvSpPr>
        <p:spPr>
          <a:xfrm>
            <a:off x="3929903" y="4615980"/>
            <a:ext cx="500066" cy="720000"/>
          </a:xfrm>
          <a:prstGeom prst="cube">
            <a:avLst/>
          </a:prstGeom>
          <a:solidFill>
            <a:srgbClr val="B50988"/>
          </a:solidFill>
          <a:ln w="12700" cap="flat" cmpd="sng" algn="ctr">
            <a:solidFill>
              <a:srgbClr val="B50988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7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3308727" y="3661661"/>
            <a:ext cx="607047" cy="580130"/>
            <a:chOff x="-58954" y="3219674"/>
            <a:chExt cx="607047" cy="580130"/>
          </a:xfrm>
        </p:grpSpPr>
        <p:sp>
          <p:nvSpPr>
            <p:cNvPr id="129" name="箭头: 下 128"/>
            <p:cNvSpPr/>
            <p:nvPr>
              <p:custDataLst>
                <p:tags r:id="rId59"/>
              </p:custDataLst>
            </p:nvPr>
          </p:nvSpPr>
          <p:spPr>
            <a:xfrm>
              <a:off x="-58954" y="3439764"/>
              <a:ext cx="308929" cy="360040"/>
            </a:xfrm>
            <a:prstGeom prst="downArrow">
              <a:avLst/>
            </a:prstGeom>
            <a:solidFill>
              <a:srgbClr val="B50988">
                <a:alpha val="71000"/>
              </a:srgbClr>
            </a:solidFill>
            <a:ln>
              <a:solidFill>
                <a:srgbClr val="B50988">
                  <a:alpha val="46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60"/>
              </p:custDataLst>
            </p:nvPr>
          </p:nvSpPr>
          <p:spPr>
            <a:xfrm>
              <a:off x="95511" y="3219674"/>
              <a:ext cx="4525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>
                  <a:solidFill>
                    <a:srgbClr val="B50988"/>
                  </a:solidFill>
                  <a:latin typeface="微软雅黑" panose="020B0503020204020204" charset="-122"/>
                  <a:ea typeface="微软雅黑" panose="020B0503020204020204" charset="-122"/>
                </a:rPr>
                <a:t>j</a:t>
              </a:r>
              <a:endPara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31" name="立方体 130"/>
          <p:cNvSpPr/>
          <p:nvPr>
            <p:custDataLst>
              <p:tags r:id="rId61"/>
            </p:custDataLst>
          </p:nvPr>
        </p:nvSpPr>
        <p:spPr>
          <a:xfrm>
            <a:off x="3215523" y="4759980"/>
            <a:ext cx="500066" cy="576000"/>
          </a:xfrm>
          <a:prstGeom prst="cube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文本框 5"/>
          <p:cNvSpPr txBox="1"/>
          <p:nvPr>
            <p:custDataLst>
              <p:tags r:id="rId62"/>
            </p:custDataLst>
          </p:nvPr>
        </p:nvSpPr>
        <p:spPr>
          <a:xfrm>
            <a:off x="5985599" y="0"/>
            <a:ext cx="4134396" cy="10763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p>
            <a:r>
              <a:rPr lang="en-US" altLang="zh-CN" sz="1600" b="1" dirty="0"/>
              <a:t>typedef struct{ </a:t>
            </a:r>
            <a:endParaRPr lang="en-US" altLang="zh-CN" sz="1600" b="1" dirty="0"/>
          </a:p>
          <a:p>
            <a:r>
              <a:rPr lang="en-US" altLang="zh-CN" sz="1600" b="1" dirty="0"/>
              <a:t>    </a:t>
            </a:r>
            <a:r>
              <a:rPr lang="en-US" altLang="zh-CN" sz="1600" b="1" dirty="0" err="1">
                <a:solidFill>
                  <a:srgbClr val="B50988"/>
                </a:solidFill>
              </a:rPr>
              <a:t>KeyType</a:t>
            </a:r>
            <a:r>
              <a:rPr lang="en-US" altLang="zh-CN" sz="1600" b="1" dirty="0">
                <a:solidFill>
                  <a:srgbClr val="B50988"/>
                </a:solidFill>
              </a:rPr>
              <a:t> key; </a:t>
            </a:r>
            <a:r>
              <a:rPr lang="en-US" altLang="zh-CN" sz="1600" b="1" dirty="0"/>
              <a:t>	</a:t>
            </a:r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</a:rPr>
              <a:t>关键字项</a:t>
            </a:r>
            <a:endParaRPr lang="zh-CN" altLang="en-US" sz="1600" b="1" dirty="0">
              <a:solidFill>
                <a:srgbClr val="0000FF"/>
              </a:solidFill>
            </a:endParaRPr>
          </a:p>
          <a:p>
            <a:r>
              <a:rPr lang="zh-CN" altLang="en-US" sz="1600" b="1" dirty="0">
                <a:solidFill>
                  <a:srgbClr val="CC00FF"/>
                </a:solidFill>
              </a:rPr>
              <a:t>    </a:t>
            </a:r>
            <a:r>
              <a:rPr lang="en-US" altLang="zh-CN" sz="1600" b="1" dirty="0" err="1">
                <a:solidFill>
                  <a:srgbClr val="CC00FF"/>
                </a:solidFill>
              </a:rPr>
              <a:t>InfoType</a:t>
            </a:r>
            <a:r>
              <a:rPr lang="en-US" altLang="zh-CN" sz="1600" b="1" dirty="0">
                <a:solidFill>
                  <a:srgbClr val="CC00FF"/>
                </a:solidFill>
              </a:rPr>
              <a:t> data;</a:t>
            </a:r>
            <a:r>
              <a:rPr lang="en-US" altLang="zh-CN" sz="1600" b="1" dirty="0"/>
              <a:t>  	</a:t>
            </a:r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</a:rPr>
              <a:t>数据项</a:t>
            </a:r>
            <a:endParaRPr lang="zh-CN" altLang="en-US" sz="1600" b="1" dirty="0">
              <a:solidFill>
                <a:srgbClr val="0000FF"/>
              </a:solidFill>
            </a:endParaRPr>
          </a:p>
          <a:p>
            <a:r>
              <a:rPr lang="en-US" altLang="zh-CN" sz="1600" b="1" dirty="0"/>
              <a:t>} </a:t>
            </a:r>
            <a:r>
              <a:rPr lang="en-US" altLang="zh-CN" sz="1600" b="1" dirty="0" err="1">
                <a:solidFill>
                  <a:srgbClr val="0070C0"/>
                </a:solidFill>
              </a:rPr>
              <a:t>RecType</a:t>
            </a:r>
            <a:r>
              <a:rPr lang="en-US" altLang="zh-CN" sz="1600" b="1" dirty="0"/>
              <a:t>;		</a:t>
            </a:r>
            <a:r>
              <a:rPr lang="en-US" altLang="zh-CN" sz="1600" b="1" dirty="0">
                <a:solidFill>
                  <a:srgbClr val="0000FF"/>
                </a:solidFill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</a:rPr>
              <a:t>排序顺序表元素类型</a:t>
            </a:r>
            <a:endParaRPr lang="en-US" altLang="zh-CN" sz="16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58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62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112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16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18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40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244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6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2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50988"/>
                                      </p:to>
                                    </p:animClr>
                                    <p:set>
                                      <p:cBhvr>
                                        <p:cTn id="28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98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9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302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7" grpId="1" bldLvl="0" animBg="1"/>
      <p:bldP spid="59" grpId="0" bldLvl="0" animBg="1"/>
      <p:bldP spid="60" grpId="0" bldLvl="0" animBg="1"/>
      <p:bldP spid="62" grpId="0" bldLvl="0" animBg="1"/>
      <p:bldP spid="63" grpId="0" bldLvl="0" animBg="1"/>
      <p:bldP spid="68" grpId="0" bldLvl="0" animBg="1"/>
      <p:bldP spid="85" grpId="0" bldLvl="0" animBg="1"/>
      <p:bldP spid="85" grpId="1" bldLvl="0" animBg="1"/>
      <p:bldP spid="87" grpId="0" bldLvl="0" animBg="1"/>
      <p:bldP spid="92" grpId="0" bldLvl="0" animBg="1"/>
      <p:bldP spid="102" grpId="0" bldLvl="0" animBg="1"/>
      <p:bldP spid="102" grpId="1" bldLvl="0" animBg="1"/>
      <p:bldP spid="103" grpId="0" bldLvl="0" animBg="1"/>
      <p:bldP spid="103" grpId="1" bldLvl="0" animBg="1"/>
      <p:bldP spid="104" grpId="0" bldLvl="0" animBg="1"/>
      <p:bldP spid="104" grpId="1" bldLvl="0" animBg="1"/>
      <p:bldP spid="105" grpId="0" bldLvl="0" animBg="1"/>
      <p:bldP spid="105" grpId="1" bldLvl="0" animBg="1"/>
      <p:bldP spid="106" grpId="0" bldLvl="0" animBg="1"/>
      <p:bldP spid="106" grpId="1" bldLvl="0" animBg="1"/>
      <p:bldP spid="107" grpId="0" bldLvl="0" animBg="1"/>
      <p:bldP spid="107" grpId="1" bldLvl="0" animBg="1"/>
      <p:bldP spid="108" grpId="0" bldLvl="0" animBg="1"/>
      <p:bldP spid="108" grpId="1" bldLvl="0" animBg="1"/>
      <p:bldP spid="109" grpId="0" bldLvl="0" animBg="1"/>
      <p:bldP spid="109" grpId="1" bldLvl="0" animBg="1"/>
      <p:bldP spid="110" grpId="0" bldLvl="0" animBg="1"/>
      <p:bldP spid="110" grpId="1" bldLvl="0" animBg="1"/>
      <p:bldP spid="120" grpId="0" bldLvl="0" animBg="1"/>
      <p:bldP spid="127" grpId="0" bldLvl="0" animBg="1"/>
      <p:bldP spid="131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20" name="Line 9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H="1">
            <a:off x="3257476" y="1910263"/>
            <a:ext cx="449300" cy="404018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1" name="Line 10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6234076" y="1910263"/>
            <a:ext cx="417510" cy="386557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2" name="Line 11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665590" y="1836345"/>
            <a:ext cx="0" cy="43180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7" name="Line 1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H="1">
            <a:off x="1389024" y="2659605"/>
            <a:ext cx="529538" cy="401595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8" name="Line 1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446426" y="2678613"/>
            <a:ext cx="0" cy="358774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9" name="Line 1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763238" y="2663834"/>
            <a:ext cx="170544" cy="397366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5" name="Freeform 22"/>
          <p:cNvSpPr/>
          <p:nvPr>
            <p:custDataLst>
              <p:tags r:id="rId7"/>
            </p:custDataLst>
          </p:nvPr>
        </p:nvSpPr>
        <p:spPr bwMode="auto">
          <a:xfrm>
            <a:off x="744500" y="3410452"/>
            <a:ext cx="279399" cy="442912"/>
          </a:xfrm>
          <a:custGeom>
            <a:avLst/>
            <a:gdLst/>
            <a:ahLst/>
            <a:cxnLst>
              <a:cxn ang="0">
                <a:pos x="152" y="0"/>
              </a:cxn>
              <a:cxn ang="0">
                <a:pos x="0" y="226"/>
              </a:cxn>
            </a:cxnLst>
            <a:rect l="0" t="0" r="r" b="b"/>
            <a:pathLst>
              <a:path w="152" h="226">
                <a:moveTo>
                  <a:pt x="152" y="0"/>
                </a:moveTo>
                <a:lnTo>
                  <a:pt x="0" y="226"/>
                </a:lnTo>
              </a:path>
            </a:pathLst>
          </a:custGeom>
          <a:noFill/>
          <a:ln w="28575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6" name="Line 23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173126" y="3384356"/>
            <a:ext cx="0" cy="433288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7" name="Line 24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454115" y="3384356"/>
            <a:ext cx="512762" cy="469007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2" name="Freeform 28"/>
          <p:cNvSpPr/>
          <p:nvPr>
            <p:custDataLst>
              <p:tags r:id="rId10"/>
            </p:custDataLst>
          </p:nvPr>
        </p:nvSpPr>
        <p:spPr bwMode="auto">
          <a:xfrm>
            <a:off x="1638318" y="4174759"/>
            <a:ext cx="247198" cy="446261"/>
          </a:xfrm>
          <a:custGeom>
            <a:avLst/>
            <a:gdLst/>
            <a:ahLst/>
            <a:cxnLst>
              <a:cxn ang="0">
                <a:pos x="152" y="0"/>
              </a:cxn>
              <a:cxn ang="0">
                <a:pos x="0" y="226"/>
              </a:cxn>
            </a:cxnLst>
            <a:rect l="0" t="0" r="r" b="b"/>
            <a:pathLst>
              <a:path w="152" h="226">
                <a:moveTo>
                  <a:pt x="152" y="0"/>
                </a:moveTo>
                <a:lnTo>
                  <a:pt x="0" y="226"/>
                </a:lnTo>
              </a:path>
            </a:pathLst>
          </a:custGeom>
          <a:noFill/>
          <a:ln w="28575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3" name="Line 29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187538" y="4226426"/>
            <a:ext cx="0" cy="358775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4" name="Line 30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2430470" y="4202514"/>
            <a:ext cx="480968" cy="418506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8" name="Freeform 33"/>
          <p:cNvSpPr/>
          <p:nvPr>
            <p:custDataLst>
              <p:tags r:id="rId13"/>
            </p:custDataLst>
          </p:nvPr>
        </p:nvSpPr>
        <p:spPr bwMode="auto">
          <a:xfrm>
            <a:off x="2335176" y="4934451"/>
            <a:ext cx="346075" cy="468511"/>
          </a:xfrm>
          <a:custGeom>
            <a:avLst/>
            <a:gdLst/>
            <a:ahLst/>
            <a:cxnLst>
              <a:cxn ang="0">
                <a:pos x="152" y="0"/>
              </a:cxn>
              <a:cxn ang="0">
                <a:pos x="0" y="226"/>
              </a:cxn>
            </a:cxnLst>
            <a:rect l="0" t="0" r="r" b="b"/>
            <a:pathLst>
              <a:path w="152" h="226">
                <a:moveTo>
                  <a:pt x="152" y="0"/>
                </a:moveTo>
                <a:lnTo>
                  <a:pt x="0" y="226"/>
                </a:lnTo>
              </a:path>
            </a:pathLst>
          </a:custGeom>
          <a:noFill/>
          <a:ln w="28575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9" name="Line 34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2865401" y="4934451"/>
            <a:ext cx="0" cy="441325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0" name="Line 35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3159089" y="4934451"/>
            <a:ext cx="276230" cy="465438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5" name="Freeform 39"/>
          <p:cNvSpPr/>
          <p:nvPr>
            <p:custDataLst>
              <p:tags r:id="rId16"/>
            </p:custDataLst>
          </p:nvPr>
        </p:nvSpPr>
        <p:spPr bwMode="auto">
          <a:xfrm>
            <a:off x="6200772" y="2611741"/>
            <a:ext cx="441958" cy="446288"/>
          </a:xfrm>
          <a:custGeom>
            <a:avLst/>
            <a:gdLst/>
            <a:ahLst/>
            <a:cxnLst>
              <a:cxn ang="0">
                <a:pos x="152" y="0"/>
              </a:cxn>
              <a:cxn ang="0">
                <a:pos x="0" y="226"/>
              </a:cxn>
            </a:cxnLst>
            <a:rect l="0" t="0" r="r" b="b"/>
            <a:pathLst>
              <a:path w="152" h="226">
                <a:moveTo>
                  <a:pt x="152" y="0"/>
                </a:moveTo>
                <a:lnTo>
                  <a:pt x="0" y="226"/>
                </a:lnTo>
              </a:path>
            </a:pathLst>
          </a:custGeom>
          <a:noFill/>
          <a:ln w="28575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6" name="Line 40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913526" y="2574433"/>
            <a:ext cx="0" cy="449461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7" name="Line 41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7082466" y="2629202"/>
            <a:ext cx="266035" cy="431999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2" name="Freeform 45"/>
          <p:cNvSpPr/>
          <p:nvPr>
            <p:custDataLst>
              <p:tags r:id="rId19"/>
            </p:custDataLst>
          </p:nvPr>
        </p:nvSpPr>
        <p:spPr bwMode="auto">
          <a:xfrm>
            <a:off x="5524463" y="3410451"/>
            <a:ext cx="360363" cy="439144"/>
          </a:xfrm>
          <a:custGeom>
            <a:avLst/>
            <a:gdLst/>
            <a:ahLst/>
            <a:cxnLst>
              <a:cxn ang="0">
                <a:pos x="152" y="0"/>
              </a:cxn>
              <a:cxn ang="0">
                <a:pos x="0" y="226"/>
              </a:cxn>
            </a:cxnLst>
            <a:rect l="0" t="0" r="r" b="b"/>
            <a:pathLst>
              <a:path w="152" h="226">
                <a:moveTo>
                  <a:pt x="152" y="0"/>
                </a:moveTo>
                <a:lnTo>
                  <a:pt x="0" y="226"/>
                </a:lnTo>
              </a:path>
            </a:pathLst>
          </a:custGeom>
          <a:noFill/>
          <a:ln w="28575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3" name="Line 46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6068976" y="3410451"/>
            <a:ext cx="0" cy="407193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4" name="Line 47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6362664" y="3410451"/>
            <a:ext cx="277860" cy="446288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22"/>
            </p:custDataLst>
          </p:nvPr>
        </p:nvSpPr>
        <p:spPr>
          <a:xfrm>
            <a:off x="0" y="729972"/>
            <a:ext cx="8934450" cy="68050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10000"/>
              </a:lnSpc>
            </a:pPr>
            <a:r>
              <a:rPr lang="en-US" altLang="zh-CN" b="1" dirty="0">
                <a:solidFill>
                  <a:srgbClr val="0099BC"/>
                </a:solidFill>
              </a:rPr>
              <a:t>[</a:t>
            </a:r>
            <a:r>
              <a:rPr lang="zh-CN" altLang="en-US" b="1" dirty="0">
                <a:solidFill>
                  <a:srgbClr val="0099BC"/>
                </a:solidFill>
              </a:rPr>
              <a:t>例</a:t>
            </a:r>
            <a:r>
              <a:rPr lang="en-US" altLang="zh-CN" b="1" dirty="0">
                <a:solidFill>
                  <a:srgbClr val="0099BC"/>
                </a:solidFill>
              </a:rPr>
              <a:t>10-4] </a:t>
            </a:r>
            <a:r>
              <a:rPr lang="zh-CN" altLang="en-US" b="1" dirty="0">
                <a:solidFill>
                  <a:srgbClr val="0099BC"/>
                </a:solidFill>
              </a:rPr>
              <a:t>设待排序的表有</a:t>
            </a:r>
            <a:r>
              <a:rPr lang="en-US" altLang="zh-CN" b="1" dirty="0">
                <a:solidFill>
                  <a:srgbClr val="0099BC"/>
                </a:solidFill>
              </a:rPr>
              <a:t>10</a:t>
            </a:r>
            <a:r>
              <a:rPr lang="zh-CN" altLang="en-US" b="1" dirty="0">
                <a:solidFill>
                  <a:srgbClr val="0099BC"/>
                </a:solidFill>
              </a:rPr>
              <a:t>个记录，其关键字分别为</a:t>
            </a:r>
            <a:r>
              <a:rPr lang="en-US" altLang="zh-CN" b="1" dirty="0">
                <a:solidFill>
                  <a:srgbClr val="0099BC"/>
                </a:solidFill>
              </a:rPr>
              <a:t>(6, 8, 7, 9, 0, 1, 3, 2, 4, 5)</a:t>
            </a:r>
            <a:endParaRPr lang="en-US" altLang="zh-CN" b="1" dirty="0">
              <a:solidFill>
                <a:srgbClr val="0099BC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0099BC"/>
                </a:solidFill>
              </a:rPr>
              <a:t>说明采用快速排序方法进行排序的过程</a:t>
            </a:r>
            <a:endParaRPr lang="zh-CN" altLang="en-US" b="1" dirty="0">
              <a:solidFill>
                <a:srgbClr val="0099BC"/>
              </a:solidFill>
            </a:endParaRPr>
          </a:p>
        </p:txBody>
      </p:sp>
      <p:sp>
        <p:nvSpPr>
          <p:cNvPr id="115" name="Rectangle 5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2205022" y="1549901"/>
            <a:ext cx="4595828" cy="360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2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6</a:t>
            </a:r>
            <a:r>
              <a:rPr lang="en-US" altLang="zh-CN" sz="2000" b="1" kern="0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8    7    9    0    1    3    2    4    5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7" name="Rectangle 6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1458126" y="2303964"/>
            <a:ext cx="2747160" cy="3603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2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5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    4    2    3    0    1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8" name="Rectangle 7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234075" y="2303964"/>
            <a:ext cx="1255713" cy="360363"/>
          </a:xfrm>
          <a:prstGeom prst="rect">
            <a:avLst/>
          </a:prstGeom>
          <a:solidFill>
            <a:srgbClr val="DBBAD2"/>
          </a:solidFill>
          <a:ln w="19050" cap="flat" cmpd="sng" algn="ctr">
            <a:solidFill>
              <a:srgbClr val="B50988">
                <a:alpha val="3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9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    7    8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19" name="Oval 8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4452902" y="2268145"/>
            <a:ext cx="431800" cy="432000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6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4" name="Rectangle 12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85725" y="3059713"/>
            <a:ext cx="2209791" cy="360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2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    4    2    3    0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5" name="Rectangle 13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3779801" y="3059713"/>
            <a:ext cx="287337" cy="360362"/>
          </a:xfrm>
          <a:prstGeom prst="rect">
            <a:avLst/>
          </a:prstGeom>
          <a:solidFill>
            <a:srgbClr val="DBBAD2"/>
          </a:solidFill>
          <a:ln w="9525" cap="flat" cmpd="sng" algn="ctr">
            <a:solidFill>
              <a:srgbClr val="B50988">
                <a:alpha val="2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6" name="Oval 14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3235288" y="3023894"/>
            <a:ext cx="431800" cy="432000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5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0" name="Text Box 18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44500" y="6184326"/>
            <a:ext cx="6389651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solidFill>
              <a:schemeClr val="accent2">
                <a:lumMod val="75000"/>
                <a:alpha val="39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>
            <a:spAutoFit/>
          </a:bodyPr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0,     1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,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,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,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,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5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,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6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,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7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,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8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,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9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2" name="Rectangle 19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53988" y="3853463"/>
            <a:ext cx="360363" cy="360363"/>
          </a:xfrm>
          <a:prstGeom prst="rect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0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3" name="Rectangle 20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1533488" y="3853463"/>
            <a:ext cx="1150938" cy="3603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2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　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　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4" name="Oval 21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957226" y="3817644"/>
            <a:ext cx="431800" cy="432000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1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9" name="Rectangle 25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1471576" y="4621020"/>
            <a:ext cx="360362" cy="360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3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0" name="Rectangle 26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2551076" y="4621020"/>
            <a:ext cx="719137" cy="360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2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　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1" name="Oval 27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1974813" y="4585201"/>
            <a:ext cx="431800" cy="432000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2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6" name="Rectangle 31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2149438" y="5411595"/>
            <a:ext cx="360363" cy="360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3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7" name="Oval 32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2652676" y="5375776"/>
            <a:ext cx="431800" cy="432000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3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1" name="Rectangle 36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3230526" y="5411595"/>
            <a:ext cx="360362" cy="360363"/>
          </a:xfrm>
          <a:prstGeom prst="rect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4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3" name="Rectangle 37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784148" y="3059713"/>
            <a:ext cx="746790" cy="360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rgbClr val="0070C0">
                <a:alpha val="28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8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   7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4" name="Oval 38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6697626" y="3023894"/>
            <a:ext cx="431800" cy="432000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9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8" name="Rectangle 42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7275476" y="3059713"/>
            <a:ext cx="360362" cy="360363"/>
          </a:xfrm>
          <a:prstGeom prst="rect">
            <a:avLst/>
          </a:prstGeom>
          <a:solidFill>
            <a:srgbClr val="DBBAD2"/>
          </a:solidFill>
          <a:ln w="9525" cap="flat" cmpd="sng" algn="ctr">
            <a:solidFill>
              <a:srgbClr val="B50988">
                <a:alpha val="2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0" name="Rectangle 43"/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353013" y="3853463"/>
            <a:ext cx="360363" cy="360363"/>
          </a:xfrm>
          <a:prstGeom prst="rect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7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1" name="Oval 44"/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856251" y="3817644"/>
            <a:ext cx="431800" cy="432000"/>
          </a:xfrm>
          <a:prstGeom prst="ellipse">
            <a:avLst/>
          </a:prstGeom>
          <a:gradFill rotWithShape="1"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rPr>
              <a:t>8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5" name="Rectangle 48"/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6434101" y="3853463"/>
            <a:ext cx="360363" cy="360363"/>
          </a:xfrm>
          <a:prstGeom prst="rect">
            <a:avLst/>
          </a:prstGeom>
          <a:solidFill>
            <a:srgbClr val="DBBAD2"/>
          </a:solidFill>
          <a:ln w="9525" cap="flat" cmpd="sng" algn="ctr">
            <a:solidFill>
              <a:srgbClr val="B50988">
                <a:alpha val="2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cxnSp>
        <p:nvCxnSpPr>
          <p:cNvPr id="167" name="直接箭头连接符 166"/>
          <p:cNvCxnSpPr>
            <a:stCxn id="132" idx="2"/>
          </p:cNvCxnSpPr>
          <p:nvPr>
            <p:custDataLst>
              <p:tags r:id="rId46"/>
            </p:custDataLst>
          </p:nvPr>
        </p:nvCxnSpPr>
        <p:spPr>
          <a:xfrm>
            <a:off x="634170" y="4213826"/>
            <a:ext cx="525069" cy="1990374"/>
          </a:xfrm>
          <a:prstGeom prst="straightConnector1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ysDash"/>
            <a:tailEnd type="arrow"/>
          </a:ln>
          <a:effectLst/>
        </p:spPr>
      </p:cxnSp>
      <p:cxnSp>
        <p:nvCxnSpPr>
          <p:cNvPr id="168" name="直接箭头连接符 167"/>
          <p:cNvCxnSpPr>
            <a:stCxn id="134" idx="4"/>
          </p:cNvCxnSpPr>
          <p:nvPr>
            <p:custDataLst>
              <p:tags r:id="rId47"/>
            </p:custDataLst>
          </p:nvPr>
        </p:nvCxnSpPr>
        <p:spPr>
          <a:xfrm>
            <a:off x="1173126" y="4249644"/>
            <a:ext cx="616398" cy="1941856"/>
          </a:xfrm>
          <a:prstGeom prst="straightConnector1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ysDash"/>
            <a:tailEnd type="arrow"/>
          </a:ln>
          <a:effectLst/>
        </p:spPr>
      </p:cxnSp>
      <p:cxnSp>
        <p:nvCxnSpPr>
          <p:cNvPr id="169" name="直接箭头连接符 168"/>
          <p:cNvCxnSpPr>
            <a:stCxn id="141" idx="4"/>
          </p:cNvCxnSpPr>
          <p:nvPr>
            <p:custDataLst>
              <p:tags r:id="rId48"/>
            </p:custDataLst>
          </p:nvPr>
        </p:nvCxnSpPr>
        <p:spPr>
          <a:xfrm>
            <a:off x="2190713" y="5017201"/>
            <a:ext cx="196104" cy="1186999"/>
          </a:xfrm>
          <a:prstGeom prst="straightConnector1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ysDash"/>
            <a:tailEnd type="arrow"/>
          </a:ln>
          <a:effectLst/>
        </p:spPr>
      </p:cxnSp>
      <p:cxnSp>
        <p:nvCxnSpPr>
          <p:cNvPr id="170" name="直接箭头连接符 169"/>
          <p:cNvCxnSpPr>
            <a:stCxn id="147" idx="4"/>
          </p:cNvCxnSpPr>
          <p:nvPr>
            <p:custDataLst>
              <p:tags r:id="rId49"/>
            </p:custDataLst>
          </p:nvPr>
        </p:nvCxnSpPr>
        <p:spPr>
          <a:xfrm>
            <a:off x="2868576" y="5807776"/>
            <a:ext cx="164306" cy="383724"/>
          </a:xfrm>
          <a:prstGeom prst="straightConnector1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ysDash"/>
            <a:tailEnd type="arrow"/>
          </a:ln>
          <a:effectLst/>
        </p:spPr>
      </p:cxnSp>
      <p:cxnSp>
        <p:nvCxnSpPr>
          <p:cNvPr id="171" name="直接箭头连接符 170"/>
          <p:cNvCxnSpPr>
            <a:stCxn id="151" idx="2"/>
          </p:cNvCxnSpPr>
          <p:nvPr>
            <p:custDataLst>
              <p:tags r:id="rId50"/>
            </p:custDataLst>
          </p:nvPr>
        </p:nvCxnSpPr>
        <p:spPr>
          <a:xfrm>
            <a:off x="3410707" y="5771958"/>
            <a:ext cx="196050" cy="402244"/>
          </a:xfrm>
          <a:prstGeom prst="straightConnector1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ysDash"/>
            <a:tailEnd type="arrow"/>
          </a:ln>
          <a:effectLst/>
        </p:spPr>
      </p:cxnSp>
      <p:cxnSp>
        <p:nvCxnSpPr>
          <p:cNvPr id="172" name="直接箭头连接符 171"/>
          <p:cNvCxnSpPr>
            <a:stCxn id="126" idx="4"/>
          </p:cNvCxnSpPr>
          <p:nvPr>
            <p:custDataLst>
              <p:tags r:id="rId51"/>
            </p:custDataLst>
          </p:nvPr>
        </p:nvCxnSpPr>
        <p:spPr>
          <a:xfrm>
            <a:off x="3451188" y="3455894"/>
            <a:ext cx="752077" cy="2728432"/>
          </a:xfrm>
          <a:prstGeom prst="straightConnector1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ysDash"/>
            <a:tailEnd type="arrow"/>
          </a:ln>
          <a:effectLst/>
        </p:spPr>
      </p:cxnSp>
      <p:cxnSp>
        <p:nvCxnSpPr>
          <p:cNvPr id="173" name="直接箭头连接符 172"/>
          <p:cNvCxnSpPr>
            <a:stCxn id="119" idx="4"/>
          </p:cNvCxnSpPr>
          <p:nvPr>
            <p:custDataLst>
              <p:tags r:id="rId52"/>
            </p:custDataLst>
          </p:nvPr>
        </p:nvCxnSpPr>
        <p:spPr>
          <a:xfrm>
            <a:off x="4668802" y="2700145"/>
            <a:ext cx="163559" cy="3462351"/>
          </a:xfrm>
          <a:prstGeom prst="straightConnector1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ysDash"/>
            <a:tailEnd type="arrow"/>
          </a:ln>
          <a:effectLst/>
        </p:spPr>
      </p:cxnSp>
      <p:cxnSp>
        <p:nvCxnSpPr>
          <p:cNvPr id="174" name="直接箭头连接符 173"/>
          <p:cNvCxnSpPr>
            <a:stCxn id="160" idx="2"/>
          </p:cNvCxnSpPr>
          <p:nvPr>
            <p:custDataLst>
              <p:tags r:id="rId53"/>
            </p:custDataLst>
          </p:nvPr>
        </p:nvCxnSpPr>
        <p:spPr>
          <a:xfrm flipH="1">
            <a:off x="5475643" y="4213826"/>
            <a:ext cx="57552" cy="1977644"/>
          </a:xfrm>
          <a:prstGeom prst="straightConnector1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ysDash"/>
            <a:tailEnd type="arrow"/>
          </a:ln>
          <a:effectLst/>
        </p:spPr>
      </p:cxnSp>
      <p:cxnSp>
        <p:nvCxnSpPr>
          <p:cNvPr id="175" name="直接箭头连接符 174"/>
          <p:cNvCxnSpPr>
            <a:stCxn id="161" idx="4"/>
          </p:cNvCxnSpPr>
          <p:nvPr>
            <p:custDataLst>
              <p:tags r:id="rId54"/>
            </p:custDataLst>
          </p:nvPr>
        </p:nvCxnSpPr>
        <p:spPr>
          <a:xfrm flipH="1">
            <a:off x="6068976" y="4249644"/>
            <a:ext cx="3175" cy="1941826"/>
          </a:xfrm>
          <a:prstGeom prst="straightConnector1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ysDash"/>
            <a:tailEnd type="arrow"/>
          </a:ln>
          <a:effectLst/>
        </p:spPr>
      </p:cxnSp>
      <p:cxnSp>
        <p:nvCxnSpPr>
          <p:cNvPr id="176" name="直接箭头连接符 175"/>
          <p:cNvCxnSpPr>
            <a:stCxn id="154" idx="4"/>
          </p:cNvCxnSpPr>
          <p:nvPr>
            <p:custDataLst>
              <p:tags r:id="rId55"/>
            </p:custDataLst>
          </p:nvPr>
        </p:nvCxnSpPr>
        <p:spPr>
          <a:xfrm flipH="1">
            <a:off x="6686514" y="3455894"/>
            <a:ext cx="227012" cy="2748306"/>
          </a:xfrm>
          <a:prstGeom prst="straightConnector1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ysDash"/>
            <a:tailEnd type="arrow"/>
          </a:ln>
          <a:effectLst/>
        </p:spPr>
      </p:cxnSp>
      <p:sp>
        <p:nvSpPr>
          <p:cNvPr id="177" name="TextBox 3"/>
          <p:cNvSpPr txBox="1"/>
          <p:nvPr>
            <p:custDataLst>
              <p:tags r:id="rId56"/>
            </p:custDataLst>
          </p:nvPr>
        </p:nvSpPr>
        <p:spPr>
          <a:xfrm>
            <a:off x="494917" y="1530027"/>
            <a:ext cx="165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初始状态</a:t>
            </a:r>
            <a:r>
              <a:rPr lang="zh-CN" altLang="en-US" sz="2000" b="1" dirty="0">
                <a:solidFill>
                  <a:srgbClr val="1000E4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84" name="文本框 183"/>
          <p:cNvSpPr txBox="1"/>
          <p:nvPr>
            <p:custDataLst>
              <p:tags r:id="rId57"/>
            </p:custDataLst>
          </p:nvPr>
        </p:nvSpPr>
        <p:spPr>
          <a:xfrm>
            <a:off x="5146638" y="4611816"/>
            <a:ext cx="3991010" cy="12899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p>
            <a:pPr marL="284480" indent="-284480" algn="l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800" dirty="0">
                <a:latin typeface="+mn-ea"/>
                <a:cs typeface="Consolas" panose="020B0609020204030204" pitchFamily="49" charset="0"/>
              </a:rPr>
              <a:t>将递归树看成一颗</a:t>
            </a:r>
            <a:r>
              <a:rPr lang="en-US" altLang="zh-CN" sz="1800" dirty="0">
                <a:latin typeface="+mn-ea"/>
                <a:cs typeface="Consolas" panose="020B0609020204030204" pitchFamily="49" charset="0"/>
              </a:rPr>
              <a:t>3</a:t>
            </a:r>
            <a:r>
              <a:rPr lang="zh-CN" altLang="en-US" sz="1800" dirty="0">
                <a:latin typeface="+mn-ea"/>
                <a:cs typeface="Consolas" panose="020B0609020204030204" pitchFamily="49" charset="0"/>
              </a:rPr>
              <a:t>叉树，每个分支结点对应一次递归调用</a:t>
            </a:r>
            <a:endParaRPr lang="en-US" altLang="zh-CN" sz="1800" dirty="0">
              <a:latin typeface="+mn-ea"/>
              <a:cs typeface="Consolas" panose="020B0609020204030204" pitchFamily="49" charset="0"/>
            </a:endParaRPr>
          </a:p>
          <a:p>
            <a:pPr marL="284480" indent="-284480" algn="l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递归次数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latin typeface="+mn-ea"/>
                <a:cs typeface="Consolas" panose="020B0609020204030204" pitchFamily="49" charset="0"/>
              </a:rPr>
              <a:t>7</a:t>
            </a:r>
            <a:endParaRPr lang="en-US" altLang="zh-CN" sz="1800" b="1" dirty="0">
              <a:latin typeface="+mn-ea"/>
              <a:cs typeface="Consolas" panose="020B0609020204030204" pitchFamily="49" charset="0"/>
            </a:endParaRPr>
          </a:p>
          <a:p>
            <a:pPr marL="284480" indent="-284480" algn="l">
              <a:lnSpc>
                <a:spcPct val="110000"/>
              </a:lnSpc>
              <a:buFont typeface="Wingdings" panose="05000000000000000000" pitchFamily="2" charset="2"/>
              <a:buChar char="n"/>
            </a:pPr>
            <a:r>
              <a:rPr lang="zh-CN" altLang="en-US" sz="1800" b="1" dirty="0">
                <a:latin typeface="+mn-ea"/>
                <a:cs typeface="Consolas" panose="020B0609020204030204" pitchFamily="49" charset="0"/>
              </a:rPr>
              <a:t>左右分区处理的顺序无关</a:t>
            </a:r>
            <a:endParaRPr lang="zh-CN" altLang="en-US" sz="1800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0" name="文本框 69"/>
          <p:cNvSpPr txBox="1"/>
          <p:nvPr>
            <p:custDataLst>
              <p:tags r:id="rId58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快速排序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ldLvl="0" animBg="1"/>
      <p:bldP spid="121" grpId="0" bldLvl="0" animBg="1"/>
      <p:bldP spid="122" grpId="0" bldLvl="0" animBg="1"/>
      <p:bldP spid="127" grpId="0" bldLvl="0" animBg="1"/>
      <p:bldP spid="128" grpId="0" bldLvl="0" animBg="1"/>
      <p:bldP spid="129" grpId="0" bldLvl="0" animBg="1"/>
      <p:bldP spid="135" grpId="0" bldLvl="0" animBg="1"/>
      <p:bldP spid="136" grpId="0" bldLvl="0" animBg="1"/>
      <p:bldP spid="137" grpId="0" bldLvl="0" animBg="1"/>
      <p:bldP spid="142" grpId="0" bldLvl="0" animBg="1"/>
      <p:bldP spid="143" grpId="0" bldLvl="0" animBg="1"/>
      <p:bldP spid="144" grpId="0" bldLvl="0" animBg="1"/>
      <p:bldP spid="148" grpId="0" bldLvl="0" animBg="1"/>
      <p:bldP spid="149" grpId="0" bldLvl="0" animBg="1"/>
      <p:bldP spid="150" grpId="0" bldLvl="0" animBg="1"/>
      <p:bldP spid="155" grpId="0" bldLvl="0" animBg="1"/>
      <p:bldP spid="156" grpId="0" bldLvl="0" animBg="1"/>
      <p:bldP spid="157" grpId="0" bldLvl="0" animBg="1"/>
      <p:bldP spid="162" grpId="0" bldLvl="0" animBg="1"/>
      <p:bldP spid="163" grpId="0" bldLvl="0" animBg="1"/>
      <p:bldP spid="164" grpId="0" bldLvl="0" animBg="1"/>
      <p:bldP spid="115" grpId="0" bldLvl="0" animBg="1"/>
      <p:bldP spid="117" grpId="0" bldLvl="0" animBg="1"/>
      <p:bldP spid="118" grpId="0" bldLvl="0" animBg="1"/>
      <p:bldP spid="119" grpId="0" bldLvl="0" animBg="1"/>
      <p:bldP spid="124" grpId="0" bldLvl="0" animBg="1"/>
      <p:bldP spid="125" grpId="0" bldLvl="0" animBg="1"/>
      <p:bldP spid="126" grpId="0" bldLvl="0" animBg="1"/>
      <p:bldP spid="130" grpId="0" bldLvl="0" animBg="1"/>
      <p:bldP spid="132" grpId="0" bldLvl="0" animBg="1"/>
      <p:bldP spid="133" grpId="0" bldLvl="0" animBg="1"/>
      <p:bldP spid="134" grpId="0" bldLvl="0" animBg="1"/>
      <p:bldP spid="139" grpId="0" bldLvl="0" animBg="1"/>
      <p:bldP spid="140" grpId="0" bldLvl="0" animBg="1"/>
      <p:bldP spid="141" grpId="0" bldLvl="0" animBg="1"/>
      <p:bldP spid="146" grpId="0" bldLvl="0" animBg="1"/>
      <p:bldP spid="147" grpId="0" bldLvl="0" animBg="1"/>
      <p:bldP spid="151" grpId="0" bldLvl="0" animBg="1"/>
      <p:bldP spid="153" grpId="0" bldLvl="0" animBg="1"/>
      <p:bldP spid="154" grpId="0" bldLvl="0" animBg="1"/>
      <p:bldP spid="158" grpId="0" bldLvl="0" animBg="1"/>
      <p:bldP spid="160" grpId="0" bldLvl="0" animBg="1"/>
      <p:bldP spid="161" grpId="0" bldLvl="0" animBg="1"/>
      <p:bldP spid="165" grpId="0" bldLvl="0" animBg="1"/>
      <p:bldP spid="177" grpId="0"/>
      <p:bldP spid="184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Line 9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H="1">
            <a:off x="3028026" y="2629210"/>
            <a:ext cx="1100672" cy="344528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Line 10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5010376" y="2629210"/>
            <a:ext cx="1142467" cy="344529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8" name="Line 11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589615" y="2480939"/>
            <a:ext cx="0" cy="43180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" y="692615"/>
            <a:ext cx="487680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rgbClr val="0099BC"/>
                </a:solidFill>
              </a:rPr>
              <a:t>快速排序算法分析</a:t>
            </a:r>
            <a:endParaRPr lang="en-US" altLang="zh-CN" sz="2000" b="1" dirty="0">
              <a:solidFill>
                <a:srgbClr val="0099BC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" y="1064541"/>
            <a:ext cx="5018606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最好的情况</a:t>
            </a:r>
            <a:r>
              <a:rPr lang="en-US" altLang="zh-CN" b="1" dirty="0">
                <a:sym typeface="Wingdings" panose="05000000000000000000" pitchFamily="2" charset="2"/>
              </a:rPr>
              <a:t> </a:t>
            </a:r>
            <a:endParaRPr lang="en-US" altLang="zh-CN" b="1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时间复杂度</a:t>
            </a:r>
            <a:r>
              <a:rPr lang="en-US" altLang="zh-CN" b="1" dirty="0">
                <a:sym typeface="Wingdings" panose="05000000000000000000" pitchFamily="2" charset="2"/>
              </a:rPr>
              <a:t></a:t>
            </a:r>
            <a:endParaRPr lang="en-US" altLang="zh-CN" b="1" dirty="0">
              <a:sym typeface="Wingdings" panose="05000000000000000000" pitchFamily="2" charset="2"/>
            </a:endParaRPr>
          </a:p>
        </p:txBody>
      </p:sp>
      <p:sp>
        <p:nvSpPr>
          <p:cNvPr id="11" name="Oval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320435" y="2912739"/>
            <a:ext cx="540000" cy="540000"/>
          </a:xfrm>
          <a:prstGeom prst="ellipse">
            <a:avLst/>
          </a:prstGeom>
          <a:solidFill>
            <a:srgbClr val="DEA27A"/>
          </a:solidFill>
          <a:ln w="19050">
            <a:solidFill>
              <a:schemeClr val="accent2">
                <a:lumMod val="75000"/>
                <a:alpha val="69000"/>
              </a:schemeClr>
            </a:solidFill>
            <a:round/>
          </a:ln>
          <a:effectLst/>
        </p:spPr>
        <p:txBody>
          <a:bodyPr wrap="none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基准</a:t>
            </a:r>
            <a:endParaRPr kumimoji="1" lang="zh-CN" altLang="en-US" sz="1600" dirty="0">
              <a:solidFill>
                <a:schemeClr val="bg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489763" y="2259878"/>
            <a:ext cx="220134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kumimoji="1" lang="zh-CN" altLang="en-US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个元素</a:t>
            </a: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3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H="1">
            <a:off x="2394177" y="3367405"/>
            <a:ext cx="213908" cy="283529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8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3489764" y="3367405"/>
            <a:ext cx="199812" cy="283529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9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3069002" y="3219134"/>
            <a:ext cx="0" cy="43180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927355" y="2998073"/>
            <a:ext cx="220134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n/2</a:t>
            </a:r>
            <a:r>
              <a:rPr kumimoji="1" lang="zh-CN" altLang="en-US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或</a:t>
            </a:r>
            <a:r>
              <a:rPr kumimoji="1"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n/2-1</a:t>
            </a:r>
            <a:r>
              <a:rPr kumimoji="1" lang="zh-CN" altLang="en-US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个元素</a:t>
            </a: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" name="Line 9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5491294" y="3362340"/>
            <a:ext cx="213908" cy="283529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2" name="Line 10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586881" y="3362340"/>
            <a:ext cx="199812" cy="283529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3" name="Line 11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166119" y="3214069"/>
            <a:ext cx="0" cy="43180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4" name="Text Box 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052172" y="2998073"/>
            <a:ext cx="220134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n/2</a:t>
            </a:r>
            <a:r>
              <a:rPr kumimoji="1" lang="zh-CN" altLang="en-US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或</a:t>
            </a:r>
            <a:r>
              <a:rPr kumimoji="1"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n/2-1</a:t>
            </a:r>
            <a:r>
              <a:rPr kumimoji="1" lang="zh-CN" altLang="en-US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个元素</a:t>
            </a: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1659980" y="3541094"/>
            <a:ext cx="2818044" cy="47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b="1" dirty="0">
                <a:solidFill>
                  <a:srgbClr val="0070C0"/>
                </a:solidFill>
              </a:rPr>
              <a:t>…     …     …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35" name="文本框 34"/>
          <p:cNvSpPr txBox="1"/>
          <p:nvPr>
            <p:custDataLst>
              <p:tags r:id="rId17"/>
            </p:custDataLst>
          </p:nvPr>
        </p:nvSpPr>
        <p:spPr>
          <a:xfrm>
            <a:off x="4757097" y="3512414"/>
            <a:ext cx="2818044" cy="47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2400" b="1" dirty="0">
                <a:solidFill>
                  <a:srgbClr val="0070C0"/>
                </a:solidFill>
              </a:rPr>
              <a:t>…     …     …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36" name="文本框 35"/>
          <p:cNvSpPr txBox="1"/>
          <p:nvPr>
            <p:custDataLst>
              <p:tags r:id="rId18"/>
            </p:custDataLst>
          </p:nvPr>
        </p:nvSpPr>
        <p:spPr>
          <a:xfrm>
            <a:off x="1524545" y="1064092"/>
            <a:ext cx="4728523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每次循环基准值最终都能落在队中间的位置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Θ(nlogn)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左大括号 41"/>
          <p:cNvSpPr/>
          <p:nvPr>
            <p:custDataLst>
              <p:tags r:id="rId19"/>
            </p:custDataLst>
          </p:nvPr>
        </p:nvSpPr>
        <p:spPr>
          <a:xfrm rot="10800000">
            <a:off x="7329783" y="2172405"/>
            <a:ext cx="245357" cy="1690300"/>
          </a:xfrm>
          <a:prstGeom prst="leftBrace">
            <a:avLst>
              <a:gd name="adj1" fmla="val 46866"/>
              <a:gd name="adj2" fmla="val 5000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TextBox 11"/>
          <p:cNvSpPr txBox="1"/>
          <p:nvPr>
            <p:custDataLst>
              <p:tags r:id="rId20"/>
            </p:custDataLst>
          </p:nvPr>
        </p:nvSpPr>
        <p:spPr>
          <a:xfrm>
            <a:off x="7575140" y="2799781"/>
            <a:ext cx="1414559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+mn-ea"/>
                <a:cs typeface="Consolas" panose="020B0609020204030204" pitchFamily="49" charset="0"/>
              </a:rPr>
              <a:t>h=log</a:t>
            </a:r>
            <a:r>
              <a:rPr lang="en-US" altLang="zh-CN" b="1" baseline="-25000" dirty="0"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b="1" dirty="0">
                <a:latin typeface="+mn-ea"/>
                <a:cs typeface="Consolas" panose="020B0609020204030204" pitchFamily="49" charset="0"/>
              </a:rPr>
              <a:t>n</a:t>
            </a:r>
            <a:endParaRPr lang="zh-CN" altLang="en-US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0" name="文本框 49"/>
          <p:cNvSpPr txBox="1"/>
          <p:nvPr>
            <p:custDataLst>
              <p:tags r:id="rId21"/>
            </p:custDataLst>
          </p:nvPr>
        </p:nvSpPr>
        <p:spPr>
          <a:xfrm>
            <a:off x="0" y="4052788"/>
            <a:ext cx="9144000" cy="27997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int partition( </a:t>
            </a:r>
            <a:r>
              <a:rPr lang="en-US" altLang="zh-CN" sz="1600" b="1" dirty="0" err="1">
                <a:latin typeface="+mn-ea"/>
                <a:cs typeface="Consolas" panose="020B0609020204030204" pitchFamily="49" charset="0"/>
              </a:rPr>
              <a:t>RecType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R[], 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int s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, 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int t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){	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=s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,</a:t>
            </a:r>
            <a:r>
              <a:rPr lang="zh-CN" altLang="en-US" sz="1600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j=t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;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RecType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tmp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=R[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];		</a:t>
            </a:r>
            <a:endParaRPr lang="zh-CN" altLang="en-US" sz="1600" b="1" dirty="0"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while ( 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&lt;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){			</a:t>
            </a:r>
            <a:endParaRPr lang="zh-CN" altLang="en-US" sz="1600" b="1" dirty="0">
              <a:latin typeface="+mn-ea"/>
              <a:cs typeface="Consolas" panose="020B0609020204030204" pitchFamily="49" charset="0"/>
            </a:endParaRPr>
          </a:p>
          <a:p>
            <a:r>
              <a:rPr lang="zh-CN" altLang="en-US" sz="1600" b="1" dirty="0"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 while( </a:t>
            </a:r>
            <a:r>
              <a:rPr lang="en-US" altLang="zh-CN" sz="1600" b="1" dirty="0" err="1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&lt;j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&amp;&amp;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 R[j].key&gt;=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tmp.key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)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 j--; 	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R[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R[j]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;	  	 						</a:t>
            </a:r>
            <a:endParaRPr lang="zh-CN" altLang="en-US" sz="1600" b="1" dirty="0">
              <a:latin typeface="+mn-ea"/>
              <a:cs typeface="Consolas" panose="020B0609020204030204" pitchFamily="49" charset="0"/>
            </a:endParaRPr>
          </a:p>
          <a:p>
            <a:r>
              <a:rPr lang="zh-CN" altLang="en-US" sz="1600" b="1" dirty="0">
                <a:latin typeface="+mn-ea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while( 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&lt;j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&amp;&amp;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 R[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].key&lt;=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tmp.key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)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++; 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R[j]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R[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; 							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}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R[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] = 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tmp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;			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return 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;			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}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572053" y="2359021"/>
            <a:ext cx="2603003" cy="423545"/>
            <a:chOff x="320222" y="2287092"/>
            <a:chExt cx="2603003" cy="423545"/>
          </a:xfrm>
        </p:grpSpPr>
        <p:sp>
          <p:nvSpPr>
            <p:cNvPr id="52" name="TextBox 11"/>
            <p:cNvSpPr txBox="1"/>
            <p:nvPr>
              <p:custDataLst>
                <p:tags r:id="rId22"/>
              </p:custDataLst>
            </p:nvPr>
          </p:nvSpPr>
          <p:spPr>
            <a:xfrm>
              <a:off x="320222" y="2287092"/>
              <a:ext cx="2533873" cy="423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latin typeface="+mn-ea"/>
                  <a:cs typeface="Consolas" panose="020B0609020204030204" pitchFamily="49" charset="0"/>
                </a:rPr>
                <a:t>快速排序循环</a:t>
              </a:r>
              <a:r>
                <a:rPr lang="en-US" altLang="zh-CN" b="1" dirty="0">
                  <a:latin typeface="+mn-ea"/>
                  <a:cs typeface="Consolas" panose="020B0609020204030204" pitchFamily="49" charset="0"/>
                </a:rPr>
                <a:t>: </a:t>
              </a:r>
              <a:r>
                <a:rPr lang="en-US" altLang="zh-CN" b="1" dirty="0">
                  <a:latin typeface="+mn-ea"/>
                  <a:cs typeface="Consolas" panose="020B0609020204030204" pitchFamily="49" charset="0"/>
                </a:rPr>
                <a:t>Θ(n)</a:t>
              </a:r>
              <a:endParaRPr lang="zh-CN" altLang="en-US" b="1" dirty="0">
                <a:latin typeface="+mn-ea"/>
                <a:cs typeface="Consolas" panose="020B0609020204030204" pitchFamily="49" charset="0"/>
              </a:endParaRPr>
            </a:p>
          </p:txBody>
        </p:sp>
        <p:sp>
          <p:nvSpPr>
            <p:cNvPr id="53" name="Line 9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2505377" y="2515844"/>
              <a:ext cx="417848" cy="1200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54" name="矩形: 圆角 48"/>
          <p:cNvSpPr/>
          <p:nvPr>
            <p:custDataLst>
              <p:tags r:id="rId24"/>
            </p:custDataLst>
          </p:nvPr>
        </p:nvSpPr>
        <p:spPr>
          <a:xfrm>
            <a:off x="285680" y="4604986"/>
            <a:ext cx="4519087" cy="1438960"/>
          </a:xfrm>
          <a:prstGeom prst="roundRect">
            <a:avLst>
              <a:gd name="adj" fmla="val 3165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25"/>
            </p:custDataLst>
          </p:nvPr>
        </p:nvSpPr>
        <p:spPr>
          <a:xfrm>
            <a:off x="3489763" y="4052788"/>
            <a:ext cx="576072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//s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表示队首下标，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表示队尾下标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从队首向后遍历，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从队尾向前遍历，将首元素置为基准值</a:t>
            </a:r>
            <a:endParaRPr lang="zh-CN" altLang="en-US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快速排序循环</a:t>
            </a:r>
            <a:endParaRPr lang="zh-CN" altLang="en-US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先用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从后向前寻找小于基准值的元素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将该元素前置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存放到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指向的位置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endParaRPr lang="zh-CN" altLang="en-US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再用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从前向后寻找大于基准值的元素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将该元素后置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存放到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指向的位置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循环结束，重置基准值的位置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返回基准值的下标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0" name="文本框 69"/>
          <p:cNvSpPr txBox="1"/>
          <p:nvPr>
            <p:custDataLst>
              <p:tags r:id="rId26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快速排序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11" grpId="0" bldLvl="0" animBg="1"/>
      <p:bldP spid="12" grpId="0" bldLvl="0" animBg="1"/>
      <p:bldP spid="13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6" grpId="0"/>
      <p:bldP spid="35" grpId="0"/>
      <p:bldP spid="42" grpId="0" bldLvl="0" animBg="1"/>
      <p:bldP spid="54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" y="711002"/>
            <a:ext cx="5018606" cy="7556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/>
              <a:t>最坏的情况</a:t>
            </a:r>
            <a:r>
              <a:rPr lang="en-US" altLang="zh-CN" b="1" dirty="0">
                <a:sym typeface="Wingdings" panose="05000000000000000000" pitchFamily="2" charset="2"/>
              </a:rPr>
              <a:t> </a:t>
            </a:r>
            <a:endParaRPr lang="en-US" altLang="zh-CN" b="1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时间复杂度</a:t>
            </a:r>
            <a:r>
              <a:rPr lang="en-US" altLang="zh-CN" b="1" dirty="0">
                <a:sym typeface="Wingdings" panose="05000000000000000000" pitchFamily="2" charset="2"/>
              </a:rPr>
              <a:t></a:t>
            </a:r>
            <a:endParaRPr lang="en-US" altLang="zh-CN" b="1" dirty="0">
              <a:sym typeface="Wingdings" panose="05000000000000000000" pitchFamily="2" charset="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524545" y="710553"/>
            <a:ext cx="5270702" cy="7556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每次循环基准值最终都落在队首或队尾的位置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Θ(n</a:t>
            </a:r>
            <a:r>
              <a:rPr lang="en-US" altLang="zh-CN" b="1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0" y="4057233"/>
            <a:ext cx="9144000" cy="27997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p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int partition( </a:t>
            </a:r>
            <a:r>
              <a:rPr lang="en-US" altLang="zh-CN" sz="1600" b="1" dirty="0" err="1">
                <a:latin typeface="+mn-ea"/>
                <a:cs typeface="Consolas" panose="020B0609020204030204" pitchFamily="49" charset="0"/>
              </a:rPr>
              <a:t>RecType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R[], 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int s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, 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int t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){	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=s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,</a:t>
            </a:r>
            <a:r>
              <a:rPr lang="zh-CN" altLang="en-US" sz="1600" b="1" dirty="0"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j=t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;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RecType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tmp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=R[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];		</a:t>
            </a:r>
            <a:endParaRPr lang="zh-CN" altLang="en-US" sz="1600" b="1" dirty="0"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while ( 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&lt;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){			</a:t>
            </a:r>
            <a:endParaRPr lang="zh-CN" altLang="en-US" sz="1600" b="1" dirty="0">
              <a:latin typeface="+mn-ea"/>
              <a:cs typeface="Consolas" panose="020B0609020204030204" pitchFamily="49" charset="0"/>
            </a:endParaRPr>
          </a:p>
          <a:p>
            <a:r>
              <a:rPr lang="zh-CN" altLang="en-US" sz="1600" b="1" dirty="0"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 while( </a:t>
            </a:r>
            <a:r>
              <a:rPr lang="en-US" altLang="zh-CN" sz="1600" b="1" dirty="0" err="1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&lt;j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&amp;&amp;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 R[j].key&gt;=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tmp.key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)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 j--; 	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R[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R[j]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;	  	 						</a:t>
            </a:r>
            <a:endParaRPr lang="zh-CN" altLang="en-US" sz="1600" b="1" dirty="0">
              <a:latin typeface="+mn-ea"/>
              <a:cs typeface="Consolas" panose="020B0609020204030204" pitchFamily="49" charset="0"/>
            </a:endParaRPr>
          </a:p>
          <a:p>
            <a:r>
              <a:rPr lang="zh-CN" altLang="en-US" sz="1600" b="1" dirty="0">
                <a:latin typeface="+mn-ea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while( 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&lt;j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&amp;&amp;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 R[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].key&lt;=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tmp.key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)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++; 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B50988"/>
                </a:solidFill>
                <a:latin typeface="+mn-ea"/>
                <a:cs typeface="Consolas" panose="020B0609020204030204" pitchFamily="49" charset="0"/>
              </a:rPr>
              <a:t>R[j]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R[</a:t>
            </a:r>
            <a:r>
              <a:rPr lang="en-US" altLang="zh-CN" sz="1600" b="1" dirty="0" err="1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]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; 							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}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R[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] = 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tmp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;			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    return </a:t>
            </a:r>
            <a:r>
              <a:rPr lang="en-US" altLang="zh-CN" sz="1600" b="1" dirty="0" err="1">
                <a:solidFill>
                  <a:schemeClr val="accent2">
                    <a:lumMod val="75000"/>
                  </a:schemeClr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;				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latin typeface="+mn-ea"/>
                <a:cs typeface="Consolas" panose="020B0609020204030204" pitchFamily="49" charset="0"/>
              </a:rPr>
              <a:t>}</a:t>
            </a:r>
            <a:endParaRPr lang="en-US" altLang="zh-CN" sz="1600" b="1" dirty="0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" name="Line 9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H="1">
            <a:off x="2672604" y="2228737"/>
            <a:ext cx="401247" cy="302189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" name="Line 11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534769" y="2080467"/>
            <a:ext cx="0" cy="365125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7" name="Oval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65589" y="2445592"/>
            <a:ext cx="540000" cy="540000"/>
          </a:xfrm>
          <a:prstGeom prst="ellipse">
            <a:avLst/>
          </a:prstGeom>
          <a:solidFill>
            <a:srgbClr val="DEA27A"/>
          </a:solidFill>
          <a:ln w="19050">
            <a:solidFill>
              <a:schemeClr val="accent2">
                <a:lumMod val="75000"/>
                <a:alpha val="69000"/>
              </a:schemeClr>
            </a:solidFill>
            <a:round/>
          </a:ln>
          <a:effectLst/>
        </p:spPr>
        <p:txBody>
          <a:bodyPr wrap="none" anchor="ctr"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基准</a:t>
            </a:r>
            <a:endParaRPr kumimoji="1" lang="zh-CN" altLang="en-US" sz="1600" dirty="0">
              <a:solidFill>
                <a:schemeClr val="bg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584169" y="1857267"/>
            <a:ext cx="190736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 wrap="square">
            <a:spAutoFit/>
          </a:bodyPr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kumimoji="1" lang="zh-CN" altLang="en-US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个元素</a:t>
            </a: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2" name="Text Box 4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34918" y="2530926"/>
            <a:ext cx="47501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 wrap="square">
            <a:spAutoFit/>
          </a:bodyPr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5" name="Line 11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5212297" y="2765970"/>
            <a:ext cx="0" cy="37318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6" name="Text Box 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280608" y="2530926"/>
            <a:ext cx="190736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 wrap="square">
            <a:spAutoFit/>
          </a:bodyPr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n-1</a:t>
            </a:r>
            <a:r>
              <a:rPr kumimoji="1" lang="zh-CN" altLang="en-US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个元素</a:t>
            </a: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9" name="左大括号 28"/>
          <p:cNvSpPr/>
          <p:nvPr>
            <p:custDataLst>
              <p:tags r:id="rId11"/>
            </p:custDataLst>
          </p:nvPr>
        </p:nvSpPr>
        <p:spPr>
          <a:xfrm rot="10800000">
            <a:off x="7760836" y="1771933"/>
            <a:ext cx="245357" cy="2218176"/>
          </a:xfrm>
          <a:prstGeom prst="leftBrace">
            <a:avLst>
              <a:gd name="adj1" fmla="val 46866"/>
              <a:gd name="adj2" fmla="val 5000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TextBox 11"/>
          <p:cNvSpPr txBox="1"/>
          <p:nvPr>
            <p:custDataLst>
              <p:tags r:id="rId12"/>
            </p:custDataLst>
          </p:nvPr>
        </p:nvSpPr>
        <p:spPr>
          <a:xfrm>
            <a:off x="8006193" y="2665823"/>
            <a:ext cx="1414559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 dirty="0">
                <a:latin typeface="+mn-ea"/>
                <a:cs typeface="Consolas" panose="020B0609020204030204" pitchFamily="49" charset="0"/>
              </a:rPr>
              <a:t>h=n</a:t>
            </a:r>
            <a:endParaRPr lang="zh-CN" altLang="en-US" b="1" dirty="0">
              <a:latin typeface="+mn-ea"/>
              <a:cs typeface="Consolas" panose="020B0609020204030204" pitchFamily="49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87980" y="2029377"/>
            <a:ext cx="2533873" cy="423545"/>
            <a:chOff x="320222" y="2287092"/>
            <a:chExt cx="2533873" cy="423545"/>
          </a:xfrm>
        </p:grpSpPr>
        <p:sp>
          <p:nvSpPr>
            <p:cNvPr id="32" name="TextBox 11"/>
            <p:cNvSpPr txBox="1"/>
            <p:nvPr>
              <p:custDataLst>
                <p:tags r:id="rId13"/>
              </p:custDataLst>
            </p:nvPr>
          </p:nvSpPr>
          <p:spPr>
            <a:xfrm>
              <a:off x="320222" y="2287092"/>
              <a:ext cx="2533873" cy="423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20000"/>
                </a:lnSpc>
              </a:pPr>
              <a:r>
                <a:rPr lang="zh-CN" altLang="en-US" b="1" dirty="0">
                  <a:latin typeface="+mn-ea"/>
                  <a:cs typeface="Consolas" panose="020B0609020204030204" pitchFamily="49" charset="0"/>
                </a:rPr>
                <a:t>快速排序循环</a:t>
              </a:r>
              <a:r>
                <a:rPr lang="en-US" altLang="zh-CN" b="1" dirty="0">
                  <a:latin typeface="+mn-ea"/>
                  <a:cs typeface="Consolas" panose="020B0609020204030204" pitchFamily="49" charset="0"/>
                </a:rPr>
                <a:t>: </a:t>
              </a:r>
              <a:r>
                <a:rPr lang="en-US" altLang="zh-CN" b="1" dirty="0">
                  <a:latin typeface="+mn-ea"/>
                  <a:cs typeface="Consolas" panose="020B0609020204030204" pitchFamily="49" charset="0"/>
                </a:rPr>
                <a:t>Θ(n)</a:t>
              </a:r>
              <a:endParaRPr lang="zh-CN" altLang="en-US" b="1" dirty="0">
                <a:latin typeface="+mn-ea"/>
                <a:cs typeface="Consolas" panose="020B0609020204030204" pitchFamily="49" charset="0"/>
              </a:endParaRPr>
            </a:p>
          </p:txBody>
        </p:sp>
        <p:sp>
          <p:nvSpPr>
            <p:cNvPr id="33" name="Line 9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2505377" y="2515845"/>
              <a:ext cx="255541" cy="734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 wrap="none"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1000E4"/>
                </a:solidFill>
                <a:effectLst/>
                <a:uLnTx/>
                <a:uFillTx/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34" name="Text Box 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664158" y="3224401"/>
            <a:ext cx="190736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 wrap="square">
            <a:spAutoFit/>
          </a:bodyPr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n-2</a:t>
            </a:r>
            <a:r>
              <a:rPr kumimoji="1" lang="zh-CN" altLang="en-US" b="1" dirty="0">
                <a:solidFill>
                  <a:srgbClr val="0070C0"/>
                </a:solidFill>
                <a:latin typeface="+mn-ea"/>
                <a:cs typeface="Consolas" panose="020B0609020204030204" pitchFamily="49" charset="0"/>
              </a:rPr>
              <a:t>个元素</a:t>
            </a: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" name="Line 10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3955530" y="2228738"/>
            <a:ext cx="1256757" cy="302187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5" name="Oval 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934846" y="3139150"/>
            <a:ext cx="540000" cy="540000"/>
          </a:xfrm>
          <a:prstGeom prst="ellipse">
            <a:avLst/>
          </a:prstGeom>
          <a:solidFill>
            <a:srgbClr val="DEA27A"/>
          </a:solidFill>
          <a:ln w="19050">
            <a:solidFill>
              <a:schemeClr val="accent2">
                <a:lumMod val="75000"/>
                <a:alpha val="69000"/>
              </a:schemeClr>
            </a:solidFill>
            <a:round/>
          </a:ln>
          <a:effectLst/>
        </p:spPr>
        <p:txBody>
          <a:bodyPr wrap="none" anchor="ctr"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基准</a:t>
            </a:r>
            <a:endParaRPr kumimoji="1" lang="zh-CN" altLang="en-US" sz="1600" dirty="0">
              <a:solidFill>
                <a:schemeClr val="bg1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6" name="Text Box 4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280600" y="3224401"/>
            <a:ext cx="475013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>
                <a:alpha val="52000"/>
              </a:srgbClr>
            </a:solidFill>
            <a:miter lim="800000"/>
          </a:ln>
          <a:effectLst/>
        </p:spPr>
        <p:txBody>
          <a:bodyPr wrap="square">
            <a:spAutoFit/>
          </a:bodyPr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b="1" dirty="0">
              <a:solidFill>
                <a:srgbClr val="B50988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3" name="Line 9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 flipH="1">
            <a:off x="4501949" y="2914241"/>
            <a:ext cx="313747" cy="31016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4" name="Line 10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5636513" y="2900411"/>
            <a:ext cx="982492" cy="32399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round/>
            <a:tailEnd type="triangle" w="med" len="med"/>
          </a:ln>
          <a:effectLst/>
        </p:spPr>
        <p:txBody>
          <a:bodyPr wrap="none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000E4"/>
              </a:solidFill>
              <a:effectLst/>
              <a:uLnTx/>
              <a:uFillTx/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21"/>
            </p:custDataLst>
          </p:nvPr>
        </p:nvSpPr>
        <p:spPr>
          <a:xfrm>
            <a:off x="5830914" y="3612564"/>
            <a:ext cx="1573854" cy="47025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10000"/>
              </a:lnSpc>
            </a:pPr>
            <a:r>
              <a:rPr lang="en-US" altLang="zh-CN" sz="2400" b="1" dirty="0">
                <a:solidFill>
                  <a:srgbClr val="0070C0"/>
                </a:solidFill>
              </a:rPr>
              <a:t>………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38" name="矩形: 圆角 37"/>
          <p:cNvSpPr/>
          <p:nvPr>
            <p:custDataLst>
              <p:tags r:id="rId22"/>
            </p:custDataLst>
          </p:nvPr>
        </p:nvSpPr>
        <p:spPr>
          <a:xfrm>
            <a:off x="285680" y="4609431"/>
            <a:ext cx="4519087" cy="1438960"/>
          </a:xfrm>
          <a:prstGeom prst="roundRect">
            <a:avLst>
              <a:gd name="adj" fmla="val 3165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3"/>
            </p:custDataLst>
          </p:nvPr>
        </p:nvSpPr>
        <p:spPr>
          <a:xfrm>
            <a:off x="3489763" y="4057233"/>
            <a:ext cx="5760720" cy="25533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//s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表示队首下标，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表示队尾下标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从队首向后遍历，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从队尾向前遍历，将首元素置为基准值</a:t>
            </a:r>
            <a:endParaRPr lang="zh-CN" altLang="en-US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快速排序循环</a:t>
            </a:r>
            <a:endParaRPr lang="zh-CN" altLang="en-US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先用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从后向前寻找小于基准值的元素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将该元素前置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存放到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指向的位置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endParaRPr lang="zh-CN" altLang="en-US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再用</a:t>
            </a:r>
            <a:r>
              <a:rPr lang="en-US" altLang="zh-CN" sz="1600" b="1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从前向后寻找大于基准值的元素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将该元素后置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存放到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j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指向的位置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循环结束，重置基准值的位置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		//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返回基准值的下标</a:t>
            </a:r>
            <a:endParaRPr lang="en-US" altLang="zh-CN" sz="16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0" name="文本框 69"/>
          <p:cNvSpPr txBox="1"/>
          <p:nvPr>
            <p:custDataLst>
              <p:tags r:id="rId24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快速排序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6" grpId="0" bldLvl="0" animBg="1"/>
      <p:bldP spid="17" grpId="0" bldLvl="0" animBg="1"/>
      <p:bldP spid="18" grpId="0" bldLvl="0" animBg="1"/>
      <p:bldP spid="22" grpId="0" bldLvl="0" animBg="1"/>
      <p:bldP spid="25" grpId="0" bldLvl="0" animBg="1"/>
      <p:bldP spid="26" grpId="0" bldLvl="0" animBg="1"/>
      <p:bldP spid="29" grpId="0" bldLvl="0" animBg="1"/>
      <p:bldP spid="30" grpId="0"/>
      <p:bldP spid="34" grpId="0" bldLvl="0" animBg="1"/>
      <p:bldP spid="15" grpId="0" bldLvl="0" animBg="1"/>
      <p:bldP spid="35" grpId="0" bldLvl="0" animBg="1"/>
      <p:bldP spid="36" grpId="0" bldLvl="0" animBg="1"/>
      <p:bldP spid="23" grpId="0" bldLvl="0" animBg="1"/>
      <p:bldP spid="24" grpId="0" bldLvl="0" animBg="1"/>
      <p:bldP spid="37" grpId="0"/>
      <p:bldP spid="38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1491615" y="75730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快速排序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0" y="728980"/>
            <a:ext cx="12094210" cy="4298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最好时间复杂度：</a:t>
            </a:r>
            <a:r>
              <a:rPr lang="en-US" altLang="zh-CN"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O(nlogn)</a:t>
            </a:r>
            <a:endParaRPr lang="en-US" altLang="zh-CN" sz="2000" b="1" dirty="0">
              <a:solidFill>
                <a:srgbClr val="0099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0" y="1158875"/>
            <a:ext cx="12094210" cy="4298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最坏时间复杂度：</a:t>
            </a:r>
            <a:r>
              <a:rPr lang="en-US" altLang="zh-CN"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O(n</a:t>
            </a:r>
            <a:r>
              <a:rPr lang="en-US" altLang="zh-CN" sz="2000" b="1" baseline="30000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2000" b="1" dirty="0">
              <a:solidFill>
                <a:srgbClr val="0099B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0" y="1588770"/>
            <a:ext cx="12094210" cy="4298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B50988"/>
                </a:solidFill>
                <a:latin typeface="微软雅黑" panose="020B0503020204020204" charset="-122"/>
                <a:ea typeface="微软雅黑" panose="020B0503020204020204" charset="-122"/>
              </a:rPr>
              <a:t>平均时间复杂度：</a:t>
            </a:r>
            <a:r>
              <a:rPr lang="en-US" altLang="zh-CN" sz="2000" b="1" dirty="0">
                <a:solidFill>
                  <a:srgbClr val="0099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O(nlogn)</a:t>
            </a:r>
            <a:endParaRPr sz="2000" b="1" dirty="0">
              <a:solidFill>
                <a:srgbClr val="0099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281045"/>
            <a:ext cx="3055620" cy="30613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主方法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分治算法基本思想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大整数乘法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Strassen</a:t>
            </a: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二分查找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归并排序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快速排序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dirty="0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循环赛日程表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12192000" cy="1313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循环赛日程表简述：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设有n=2</a:t>
            </a:r>
            <a:r>
              <a:rPr lang="en-US" altLang="zh-CN" sz="2000" b="1" baseline="30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(1)每个选手必须与其它n-1个选手各赛一次;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(3)循环赛一共需要进行n-1天。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2096135"/>
            <a:ext cx="9671050" cy="1313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316230" y="3409950"/>
          <a:ext cx="3050540" cy="21031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525270"/>
                <a:gridCol w="1525270"/>
              </a:tblGrid>
              <a:tr h="696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</a:t>
                      </a:r>
                      <a:r>
                        <a:rPr lang="zh-CN" altLang="en-US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96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96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2397125" y="4231005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397125" y="4909820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右箭头 1"/>
          <p:cNvSpPr/>
          <p:nvPr>
            <p:custDataLst>
              <p:tags r:id="rId3"/>
            </p:custDataLst>
          </p:nvPr>
        </p:nvSpPr>
        <p:spPr>
          <a:xfrm>
            <a:off x="3138805" y="5016500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033520" y="5094605"/>
            <a:ext cx="5483860" cy="418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灰色格子：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该选手在这一天的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对手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>
            <a:off x="92710" y="4817110"/>
            <a:ext cx="3507740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 flipH="1">
            <a:off x="1820545" y="4035425"/>
            <a:ext cx="6985" cy="175895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: 圆角 18"/>
          <p:cNvSpPr/>
          <p:nvPr>
            <p:custDataLst>
              <p:tags r:id="rId6"/>
            </p:custDataLst>
          </p:nvPr>
        </p:nvSpPr>
        <p:spPr>
          <a:xfrm>
            <a:off x="753745" y="4150360"/>
            <a:ext cx="645795" cy="57404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: 圆角 18"/>
          <p:cNvSpPr/>
          <p:nvPr>
            <p:custDataLst>
              <p:tags r:id="rId7"/>
            </p:custDataLst>
          </p:nvPr>
        </p:nvSpPr>
        <p:spPr>
          <a:xfrm>
            <a:off x="2112010" y="4909820"/>
            <a:ext cx="981710" cy="75565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: 圆角 58"/>
          <p:cNvSpPr/>
          <p:nvPr>
            <p:custDataLst>
              <p:tags r:id="rId8"/>
            </p:custDataLst>
          </p:nvPr>
        </p:nvSpPr>
        <p:spPr>
          <a:xfrm>
            <a:off x="2248535" y="4067175"/>
            <a:ext cx="649605" cy="65722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58"/>
          <p:cNvSpPr/>
          <p:nvPr>
            <p:custDataLst>
              <p:tags r:id="rId9"/>
            </p:custDataLst>
          </p:nvPr>
        </p:nvSpPr>
        <p:spPr>
          <a:xfrm>
            <a:off x="601980" y="4943475"/>
            <a:ext cx="934085" cy="72199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10"/>
            </p:custDataLst>
          </p:nvPr>
        </p:nvSpPr>
        <p:spPr>
          <a:xfrm>
            <a:off x="7366635" y="2831465"/>
            <a:ext cx="42824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分解前：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阶表格（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2*2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7366635" y="3230245"/>
            <a:ext cx="45192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分解后：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阶表格（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1*1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2"/>
            </p:custDataLst>
          </p:nvPr>
        </p:nvSpPr>
        <p:spPr>
          <a:xfrm>
            <a:off x="7366635" y="3629025"/>
            <a:ext cx="30175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分解前：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3"/>
            </p:custDataLst>
          </p:nvPr>
        </p:nvSpPr>
        <p:spPr>
          <a:xfrm>
            <a:off x="7367270" y="4027805"/>
            <a:ext cx="32124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分解后：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4"/>
            </p:custDataLst>
          </p:nvPr>
        </p:nvSpPr>
        <p:spPr>
          <a:xfrm>
            <a:off x="7367270" y="4426585"/>
            <a:ext cx="47764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每次分解：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是原问题的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一半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ldLvl="0" animBg="1"/>
      <p:bldP spid="11" grpId="0" bldLvl="0" animBg="1"/>
      <p:bldP spid="2" grpId="0" bldLvl="0" animBg="1"/>
      <p:bldP spid="25" grpId="0" bldLvl="0" animBg="1"/>
      <p:bldP spid="27" grpId="0" bldLvl="0" animBg="1"/>
      <p:bldP spid="29" grpId="0" bldLvl="0" animBg="1"/>
      <p:bldP spid="30" grpId="0" bldLvl="0" animBg="1"/>
      <p:bldP spid="28" grpId="0"/>
      <p:bldP spid="33" grpId="0"/>
      <p:bldP spid="38" grpId="0"/>
      <p:bldP spid="39" grpId="0"/>
      <p:bldP spid="5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82320"/>
            <a:ext cx="12192000" cy="1313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循环赛日程表简述：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设有n=2</a:t>
            </a:r>
            <a:r>
              <a:rPr lang="en-US" altLang="zh-CN" sz="2000" b="1" baseline="30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(1)每个选手必须与其它n-1个选手各赛一次;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(3)循环赛一共需要进行n-1天。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2096135"/>
            <a:ext cx="12192000" cy="1313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93040" y="3352800"/>
          <a:ext cx="5105400" cy="3505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76350"/>
                <a:gridCol w="1276350"/>
                <a:gridCol w="1276350"/>
                <a:gridCol w="1276350"/>
              </a:tblGrid>
              <a:tr h="7010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955165" y="5588635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873250" y="6228080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230880" y="4117340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58490" y="5588635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58490" y="4853305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158490" y="6228080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486275" y="4117340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496435" y="6228080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486275" y="4853305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486275" y="5541010"/>
            <a:ext cx="411480" cy="49339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-10160" y="5448300"/>
            <a:ext cx="559625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2745740" y="4038600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59" name="对象 5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31790" y="5494655"/>
          <a:ext cx="1541145" cy="70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" r:id="rId3" imgW="444500" imgH="203200" progId="Equation.KSEE3">
                  <p:embed/>
                </p:oleObj>
              </mc:Choice>
              <mc:Fallback>
                <p:oleObj name="" r:id="rId3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31790" y="5494655"/>
                        <a:ext cx="1541145" cy="706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左大括号 60"/>
          <p:cNvSpPr/>
          <p:nvPr/>
        </p:nvSpPr>
        <p:spPr>
          <a:xfrm>
            <a:off x="7236460" y="5055870"/>
            <a:ext cx="464820" cy="158305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2" name="对象 6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917180" y="4907280"/>
          <a:ext cx="89217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" r:id="rId5" imgW="316865" imgH="203200" progId="Equation.KSEE3">
                  <p:embed/>
                </p:oleObj>
              </mc:Choice>
              <mc:Fallback>
                <p:oleObj name="" r:id="rId5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17180" y="4907280"/>
                        <a:ext cx="892175" cy="57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818813" y="4980940"/>
          <a:ext cx="931545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" r:id="rId7" imgW="330200" imgH="177165" progId="Equation.KSEE3">
                  <p:embed/>
                </p:oleObj>
              </mc:Choice>
              <mc:Fallback>
                <p:oleObj name="" r:id="rId7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818813" y="4980940"/>
                        <a:ext cx="931545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791134" y="6184901"/>
          <a:ext cx="2826385" cy="575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" r:id="rId9" imgW="1002665" imgH="203200" progId="Equation.KSEE3">
                  <p:embed/>
                </p:oleObj>
              </mc:Choice>
              <mc:Fallback>
                <p:oleObj name="" r:id="rId9" imgW="10026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91134" y="6184901"/>
                        <a:ext cx="2826385" cy="575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819130" y="6186805"/>
          <a:ext cx="930910" cy="49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" r:id="rId11" imgW="330200" imgH="177165" progId="Equation.KSEE3">
                  <p:embed/>
                </p:oleObj>
              </mc:Choice>
              <mc:Fallback>
                <p:oleObj name="" r:id="rId11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819130" y="6186805"/>
                        <a:ext cx="930910" cy="499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: 圆角 58"/>
          <p:cNvSpPr/>
          <p:nvPr/>
        </p:nvSpPr>
        <p:spPr>
          <a:xfrm>
            <a:off x="7791450" y="6184265"/>
            <a:ext cx="318135" cy="60261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5586095" y="2924175"/>
            <a:ext cx="42824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分解前：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阶表格（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4*4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5586095" y="3322955"/>
            <a:ext cx="45192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分解后：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阶表格（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2*2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5"/>
            </p:custDataLst>
          </p:nvPr>
        </p:nvSpPr>
        <p:spPr>
          <a:xfrm>
            <a:off x="5586095" y="3721735"/>
            <a:ext cx="30175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分解前：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6"/>
            </p:custDataLst>
          </p:nvPr>
        </p:nvSpPr>
        <p:spPr>
          <a:xfrm>
            <a:off x="5586730" y="4120515"/>
            <a:ext cx="32124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分解后：</a:t>
            </a:r>
            <a:r>
              <a:rPr lang="en-US" altLang="zh-CN" sz="20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n/2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7"/>
            </p:custDataLst>
          </p:nvPr>
        </p:nvSpPr>
        <p:spPr>
          <a:xfrm>
            <a:off x="5586730" y="4519295"/>
            <a:ext cx="47764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每次分解：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问题规模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是原问题的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一半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: 圆角 18"/>
          <p:cNvSpPr/>
          <p:nvPr/>
        </p:nvSpPr>
        <p:spPr>
          <a:xfrm>
            <a:off x="269875" y="4060825"/>
            <a:ext cx="2398395" cy="134112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: 圆角 18"/>
          <p:cNvSpPr/>
          <p:nvPr/>
        </p:nvSpPr>
        <p:spPr>
          <a:xfrm>
            <a:off x="2834640" y="5494655"/>
            <a:ext cx="2398395" cy="134112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: 圆角 58"/>
          <p:cNvSpPr/>
          <p:nvPr/>
        </p:nvSpPr>
        <p:spPr>
          <a:xfrm>
            <a:off x="2950845" y="4066540"/>
            <a:ext cx="2282190" cy="128079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58"/>
          <p:cNvSpPr/>
          <p:nvPr/>
        </p:nvSpPr>
        <p:spPr>
          <a:xfrm>
            <a:off x="353695" y="5568950"/>
            <a:ext cx="2282190" cy="1280795"/>
          </a:xfrm>
          <a:prstGeom prst="roundRect">
            <a:avLst>
              <a:gd name="adj" fmla="val 7846"/>
            </a:avLst>
          </a:prstGeom>
          <a:solidFill>
            <a:srgbClr val="00B050">
              <a:alpha val="21000"/>
            </a:srgbClr>
          </a:solidFill>
          <a:ln>
            <a:solidFill>
              <a:srgbClr val="00B05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7" grpId="0" bldLvl="0" animBg="1"/>
      <p:bldP spid="8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61" grpId="0" bldLvl="0" animBg="1"/>
      <p:bldP spid="28" grpId="0"/>
      <p:bldP spid="33" grpId="0"/>
      <p:bldP spid="38" grpId="0"/>
      <p:bldP spid="39" grpId="0"/>
      <p:bldP spid="52" grpId="0"/>
      <p:bldP spid="26" grpId="0" animBg="1"/>
      <p:bldP spid="25" grpId="0" bldLvl="0" animBg="1"/>
      <p:bldP spid="27" grpId="0" bldLvl="0" animBg="1"/>
      <p:bldP spid="29" grpId="0" bldLvl="0" animBg="1"/>
      <p:bldP spid="30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160" y="782320"/>
            <a:ext cx="5595620" cy="171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//填充右上角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21" name="矩形: 圆角 18"/>
          <p:cNvSpPr/>
          <p:nvPr/>
        </p:nvSpPr>
        <p:spPr>
          <a:xfrm>
            <a:off x="5819775" y="395605"/>
            <a:ext cx="316992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590155" y="2730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n=4, k=0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: 圆角 18"/>
          <p:cNvSpPr/>
          <p:nvPr/>
        </p:nvSpPr>
        <p:spPr>
          <a:xfrm>
            <a:off x="6282690" y="711200"/>
            <a:ext cx="141033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: 圆角 18"/>
          <p:cNvSpPr/>
          <p:nvPr/>
        </p:nvSpPr>
        <p:spPr>
          <a:xfrm>
            <a:off x="6282690" y="2079625"/>
            <a:ext cx="95885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: 圆角 18"/>
          <p:cNvSpPr/>
          <p:nvPr/>
        </p:nvSpPr>
        <p:spPr>
          <a:xfrm>
            <a:off x="6797040" y="2316480"/>
            <a:ext cx="219265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7" name="表格 36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40" name="直接连接符 39"/>
          <p:cNvCxnSpPr/>
          <p:nvPr>
            <p:custDataLst>
              <p:tags r:id="rId3"/>
            </p:custDataLst>
          </p:nvPr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endCxn id="37" idx="2"/>
          </p:cNvCxnSpPr>
          <p:nvPr>
            <p:custDataLst>
              <p:tags r:id="rId4"/>
            </p:custDataLst>
          </p:nvPr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5"/>
            </p:custDataLst>
          </p:nvPr>
        </p:nvSpPr>
        <p:spPr>
          <a:xfrm>
            <a:off x="1419860" y="3932555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>
            <p:custDataLst>
              <p:tags r:id="rId6"/>
            </p:custDataLst>
          </p:nvPr>
        </p:nvSpPr>
        <p:spPr>
          <a:xfrm>
            <a:off x="1419860" y="4642485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>
            <p:custDataLst>
              <p:tags r:id="rId7"/>
            </p:custDataLst>
          </p:nvPr>
        </p:nvSpPr>
        <p:spPr>
          <a:xfrm>
            <a:off x="1419860" y="5355590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>
            <p:custDataLst>
              <p:tags r:id="rId8"/>
            </p:custDataLst>
          </p:nvPr>
        </p:nvSpPr>
        <p:spPr>
          <a:xfrm>
            <a:off x="1419860" y="5984240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>
            <p:custDataLst>
              <p:tags r:id="rId9"/>
            </p:custDataLst>
          </p:nvPr>
        </p:nvSpPr>
        <p:spPr>
          <a:xfrm>
            <a:off x="2397760" y="532511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>
            <p:custDataLst>
              <p:tags r:id="rId10"/>
            </p:custDataLst>
          </p:nvPr>
        </p:nvSpPr>
        <p:spPr>
          <a:xfrm>
            <a:off x="23977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11"/>
            </p:custDataLst>
          </p:nvPr>
        </p:nvSpPr>
        <p:spPr>
          <a:xfrm>
            <a:off x="2397760" y="462661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>
            <p:custDataLst>
              <p:tags r:id="rId12"/>
            </p:custDataLst>
          </p:nvPr>
        </p:nvSpPr>
        <p:spPr>
          <a:xfrm>
            <a:off x="2397760" y="389572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13"/>
            </p:custDataLst>
          </p:nvPr>
        </p:nvSpPr>
        <p:spPr>
          <a:xfrm>
            <a:off x="33756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>
            <p:custDataLst>
              <p:tags r:id="rId14"/>
            </p:custDataLst>
          </p:nvPr>
        </p:nvSpPr>
        <p:spPr>
          <a:xfrm>
            <a:off x="3375660" y="46424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>
            <p:custDataLst>
              <p:tags r:id="rId15"/>
            </p:custDataLst>
          </p:nvPr>
        </p:nvSpPr>
        <p:spPr>
          <a:xfrm>
            <a:off x="3375660" y="52901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16"/>
            </p:custDataLst>
          </p:nvPr>
        </p:nvSpPr>
        <p:spPr>
          <a:xfrm>
            <a:off x="33756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>
            <p:custDataLst>
              <p:tags r:id="rId17"/>
            </p:custDataLst>
          </p:nvPr>
        </p:nvSpPr>
        <p:spPr>
          <a:xfrm>
            <a:off x="43535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>
            <p:custDataLst>
              <p:tags r:id="rId18"/>
            </p:custDataLst>
          </p:nvPr>
        </p:nvSpPr>
        <p:spPr>
          <a:xfrm>
            <a:off x="4328160" y="45916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>
            <p:custDataLst>
              <p:tags r:id="rId19"/>
            </p:custDataLst>
          </p:nvPr>
        </p:nvSpPr>
        <p:spPr>
          <a:xfrm>
            <a:off x="4337050" y="530669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>
            <p:custDataLst>
              <p:tags r:id="rId20"/>
            </p:custDataLst>
          </p:nvPr>
        </p:nvSpPr>
        <p:spPr>
          <a:xfrm>
            <a:off x="4337050" y="602107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bldLvl="0" animBg="1"/>
      <p:bldP spid="21" grpId="0" bldLvl="0" animBg="1"/>
      <p:bldP spid="21" grpId="1" animBg="1"/>
      <p:bldP spid="24" grpId="0"/>
      <p:bldP spid="34" grpId="0" bldLvl="0" animBg="1"/>
      <p:bldP spid="34" grpId="1" bldLvl="0" animBg="1"/>
      <p:bldP spid="35" grpId="0" bldLvl="0" animBg="1"/>
      <p:bldP spid="35" grpId="1" bldLvl="0" animBg="1"/>
      <p:bldP spid="36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160" y="782320"/>
            <a:ext cx="5595620" cy="171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//填充右上角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21" name="矩形: 圆角 18"/>
          <p:cNvSpPr/>
          <p:nvPr/>
        </p:nvSpPr>
        <p:spPr>
          <a:xfrm>
            <a:off x="5819775" y="395605"/>
            <a:ext cx="316992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590155" y="2730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n=2, k=0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419860" y="3932555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419860" y="4642485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: 圆角 18"/>
          <p:cNvSpPr/>
          <p:nvPr/>
        </p:nvSpPr>
        <p:spPr>
          <a:xfrm>
            <a:off x="6282690" y="711200"/>
            <a:ext cx="141033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419860" y="5355590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19860" y="5984240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397760" y="532511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3977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397760" y="462661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397760" y="392811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3756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375660" y="46424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375660" y="52901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756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3535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328160" y="45916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37050" y="530669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337050" y="602107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矩形: 圆角 18"/>
          <p:cNvSpPr/>
          <p:nvPr/>
        </p:nvSpPr>
        <p:spPr>
          <a:xfrm>
            <a:off x="6766560" y="958215"/>
            <a:ext cx="166751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8"/>
          <p:cNvSpPr/>
          <p:nvPr/>
        </p:nvSpPr>
        <p:spPr>
          <a:xfrm>
            <a:off x="6766560" y="1205230"/>
            <a:ext cx="166751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: 圆角 18"/>
          <p:cNvSpPr/>
          <p:nvPr/>
        </p:nvSpPr>
        <p:spPr>
          <a:xfrm>
            <a:off x="6766560" y="1520825"/>
            <a:ext cx="199644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: 圆角 18"/>
          <p:cNvSpPr/>
          <p:nvPr/>
        </p:nvSpPr>
        <p:spPr>
          <a:xfrm>
            <a:off x="6766560" y="1767840"/>
            <a:ext cx="199644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1" grpId="1" bldLvl="0" animBg="1"/>
      <p:bldP spid="24" grpId="0"/>
      <p:bldP spid="34" grpId="0" bldLvl="0" animBg="1"/>
      <p:bldP spid="34" grpId="1" bldLvl="0" animBg="1"/>
      <p:bldP spid="25" grpId="0" bldLvl="0" animBg="1"/>
      <p:bldP spid="25" grpId="1" bldLvl="0" animBg="1"/>
      <p:bldP spid="31" grpId="0" animBg="1"/>
      <p:bldP spid="26" grpId="0" bldLvl="0" animBg="1"/>
      <p:bldP spid="26" grpId="1" bldLvl="0" animBg="1"/>
      <p:bldP spid="10" grpId="0" animBg="1"/>
      <p:bldP spid="27" grpId="0" bldLvl="0" animBg="1"/>
      <p:bldP spid="27" grpId="1" bldLvl="0" animBg="1"/>
      <p:bldP spid="32" grpId="0" animBg="1"/>
      <p:bldP spid="28" grpId="0" bldLvl="0" animBg="1"/>
      <p:bldP spid="28" grpId="1" bldLvl="0" animBg="1"/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160" y="782320"/>
            <a:ext cx="5595620" cy="171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//填充右上角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21" name="矩形: 圆角 18"/>
          <p:cNvSpPr/>
          <p:nvPr/>
        </p:nvSpPr>
        <p:spPr>
          <a:xfrm>
            <a:off x="6776720" y="2309495"/>
            <a:ext cx="228473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590155" y="2730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n=4, k=0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19860" y="5355590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19860" y="5984240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397760" y="532511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3977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3756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375660" y="46424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375660" y="52901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756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3535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328160" y="45916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37050" y="530669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337050" y="602107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矩形: 圆角 18"/>
          <p:cNvSpPr/>
          <p:nvPr/>
        </p:nvSpPr>
        <p:spPr>
          <a:xfrm>
            <a:off x="6776720" y="2625090"/>
            <a:ext cx="275717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bldLvl="0" animBg="1"/>
      <p:bldP spid="29" grpId="2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160" y="782320"/>
            <a:ext cx="5595620" cy="171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//填充右上角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21" name="矩形: 圆角 18"/>
          <p:cNvSpPr/>
          <p:nvPr/>
        </p:nvSpPr>
        <p:spPr>
          <a:xfrm>
            <a:off x="5819775" y="395605"/>
            <a:ext cx="314896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590155" y="2730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n=2, k=2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19860" y="5355590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19860" y="5984240"/>
            <a:ext cx="391160" cy="4629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397760" y="532511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3977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3756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375660" y="46424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375660" y="52901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756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3535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328160" y="45916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37050" y="530669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337050" y="602107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矩形: 圆角 18"/>
          <p:cNvSpPr/>
          <p:nvPr/>
        </p:nvSpPr>
        <p:spPr>
          <a:xfrm>
            <a:off x="6299200" y="711200"/>
            <a:ext cx="135826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: 圆角 18"/>
          <p:cNvSpPr/>
          <p:nvPr/>
        </p:nvSpPr>
        <p:spPr>
          <a:xfrm>
            <a:off x="6715125" y="948055"/>
            <a:ext cx="175958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18"/>
          <p:cNvSpPr/>
          <p:nvPr/>
        </p:nvSpPr>
        <p:spPr>
          <a:xfrm>
            <a:off x="6715125" y="1263650"/>
            <a:ext cx="175958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: 圆角 18"/>
          <p:cNvSpPr/>
          <p:nvPr/>
        </p:nvSpPr>
        <p:spPr>
          <a:xfrm>
            <a:off x="6797040" y="1500505"/>
            <a:ext cx="196532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18"/>
          <p:cNvSpPr/>
          <p:nvPr/>
        </p:nvSpPr>
        <p:spPr>
          <a:xfrm>
            <a:off x="6797040" y="1816100"/>
            <a:ext cx="196532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bldLvl="0" animBg="1"/>
      <p:bldP spid="29" grpId="2" bldLvl="0" animBg="1"/>
      <p:bldP spid="21" grpId="2" animBg="1"/>
      <p:bldP spid="24" grpId="0"/>
      <p:bldP spid="9" grpId="2" bldLvl="0" animBg="1"/>
      <p:bldP spid="29" grpId="3" animBg="1"/>
      <p:bldP spid="9" grpId="3" animBg="1"/>
      <p:bldP spid="4" grpId="0" animBg="1"/>
      <p:bldP spid="10" grpId="2" bldLvl="0" animBg="1"/>
      <p:bldP spid="10" grpId="3" bldLvl="0" animBg="1"/>
      <p:bldP spid="7" grpId="0" animBg="1"/>
      <p:bldP spid="25" grpId="2" bldLvl="0" animBg="1"/>
      <p:bldP spid="25" grpId="3" bldLvl="0" animBg="1"/>
      <p:bldP spid="6" grpId="0" animBg="1"/>
      <p:bldP spid="26" grpId="2" bldLvl="0" animBg="1"/>
      <p:bldP spid="26" grpId="3" bldLvl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160" y="782320"/>
            <a:ext cx="5595620" cy="171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590155" y="2730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n=4, k=0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756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375660" y="46424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375660" y="52901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756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3535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328160" y="45916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37050" y="530669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337050" y="602107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矩形: 圆角 18"/>
          <p:cNvSpPr/>
          <p:nvPr/>
        </p:nvSpPr>
        <p:spPr>
          <a:xfrm>
            <a:off x="6776720" y="2625090"/>
            <a:ext cx="275717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: 圆角 18"/>
          <p:cNvSpPr/>
          <p:nvPr/>
        </p:nvSpPr>
        <p:spPr>
          <a:xfrm>
            <a:off x="6776720" y="2880995"/>
            <a:ext cx="332295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664190" y="2880995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//i=0, i&lt;2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: 圆角 18"/>
          <p:cNvSpPr/>
          <p:nvPr/>
        </p:nvSpPr>
        <p:spPr>
          <a:xfrm>
            <a:off x="7198360" y="3196590"/>
            <a:ext cx="306768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664190" y="3196590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//j=2, </a:t>
            </a:r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j&lt;4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: 圆角 18"/>
          <p:cNvSpPr/>
          <p:nvPr/>
        </p:nvSpPr>
        <p:spPr>
          <a:xfrm>
            <a:off x="7671435" y="3464560"/>
            <a:ext cx="285242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0081895" y="3768090"/>
            <a:ext cx="2105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//a[0][2]=a[2][0]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1624965" y="4168775"/>
            <a:ext cx="1945005" cy="137922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3" animBg="1"/>
      <p:bldP spid="9" grpId="3" bldLvl="0" animBg="1"/>
      <p:bldP spid="9" grpId="4" animBg="1"/>
      <p:bldP spid="10" grpId="0"/>
      <p:bldP spid="25" grpId="3" bldLvl="0" animBg="1"/>
      <p:bldP spid="25" grpId="4" bldLvl="0" animBg="1"/>
      <p:bldP spid="26" grpId="0"/>
      <p:bldP spid="27" grpId="3" bldLvl="0" animBg="1"/>
      <p:bldP spid="27" grpId="4" bldLvl="0" animBg="1"/>
      <p:bldP spid="11" grpId="0" animBg="1"/>
      <p:bldP spid="2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160" y="782320"/>
            <a:ext cx="5595620" cy="171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590155" y="2730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n=4, k=0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75660" y="46424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375660" y="52901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756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353560" y="393255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328160" y="45916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37050" y="530669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337050" y="602107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64190" y="2880995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//i=0, i&lt;2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: 圆角 18"/>
          <p:cNvSpPr/>
          <p:nvPr/>
        </p:nvSpPr>
        <p:spPr>
          <a:xfrm>
            <a:off x="7198360" y="3196590"/>
            <a:ext cx="306768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664190" y="3196590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//j=3, </a:t>
            </a:r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j&lt;4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: 圆角 18"/>
          <p:cNvSpPr/>
          <p:nvPr/>
        </p:nvSpPr>
        <p:spPr>
          <a:xfrm>
            <a:off x="7671435" y="3464560"/>
            <a:ext cx="285242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0081895" y="3768090"/>
            <a:ext cx="2105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//a[0][3]=a[2][1]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2598420" y="4184650"/>
            <a:ext cx="1945005" cy="137922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3" bldLvl="0" animBg="1"/>
      <p:bldP spid="25" grpId="4" bldLvl="0" animBg="1"/>
      <p:bldP spid="26" grpId="0"/>
      <p:bldP spid="27" grpId="3" bldLvl="0" animBg="1"/>
      <p:bldP spid="27" grpId="4" bldLvl="0" animBg="1"/>
      <p:bldP spid="28" grpId="0"/>
      <p:bldP spid="1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160" y="782320"/>
            <a:ext cx="5595620" cy="171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590155" y="2730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n=4, k=0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75660" y="46424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375660" y="52901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756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328160" y="45916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37050" y="530669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337050" y="602107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64190" y="2880995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//i=0, i&lt;2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: 圆角 18"/>
          <p:cNvSpPr/>
          <p:nvPr/>
        </p:nvSpPr>
        <p:spPr>
          <a:xfrm>
            <a:off x="7198360" y="3196590"/>
            <a:ext cx="306768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664190" y="3196590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//j=4, </a:t>
            </a:r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j&lt;4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3" bldLvl="0" animBg="1"/>
      <p:bldP spid="25" grpId="4" bldLvl="0" animBg="1"/>
      <p:bldP spid="2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160" y="782320"/>
            <a:ext cx="5595620" cy="171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590155" y="2730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n=4, k=0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77565" y="461010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375660" y="52901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756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328160" y="45916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37050" y="530669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337050" y="602107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矩形: 圆角 18"/>
          <p:cNvSpPr/>
          <p:nvPr/>
        </p:nvSpPr>
        <p:spPr>
          <a:xfrm>
            <a:off x="6776720" y="2880995"/>
            <a:ext cx="332295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664190" y="2880995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//i=1, i&lt;2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: 圆角 18"/>
          <p:cNvSpPr/>
          <p:nvPr/>
        </p:nvSpPr>
        <p:spPr>
          <a:xfrm>
            <a:off x="7198360" y="3196590"/>
            <a:ext cx="306768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664190" y="3196590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//j=2, j&lt;4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: 圆角 18"/>
          <p:cNvSpPr/>
          <p:nvPr/>
        </p:nvSpPr>
        <p:spPr>
          <a:xfrm>
            <a:off x="7671435" y="3464560"/>
            <a:ext cx="285242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0081895" y="3768090"/>
            <a:ext cx="2105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//a[1][2]=a[3][0]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1583055" y="4923790"/>
            <a:ext cx="1945005" cy="137922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3" bldLvl="0" animBg="1"/>
      <p:bldP spid="9" grpId="4" bldLvl="0" animBg="1"/>
      <p:bldP spid="10" grpId="0"/>
      <p:bldP spid="25" grpId="3" bldLvl="0" animBg="1"/>
      <p:bldP spid="25" grpId="4" bldLvl="0" animBg="1"/>
      <p:bldP spid="26" grpId="0"/>
      <p:bldP spid="27" grpId="3" bldLvl="0" animBg="1"/>
      <p:bldP spid="27" grpId="4" bldLvl="0" animBg="1"/>
      <p:bldP spid="11" grpId="0" bldLvl="0" animBg="1"/>
      <p:bldP spid="2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160" y="782320"/>
            <a:ext cx="5595620" cy="171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590155" y="2730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n=4, k=0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75660" y="52901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75660" y="598424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337050" y="462661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37050" y="530669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337050" y="602107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64190" y="2880995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//i=1, i&lt;2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: 圆角 18"/>
          <p:cNvSpPr/>
          <p:nvPr/>
        </p:nvSpPr>
        <p:spPr>
          <a:xfrm>
            <a:off x="7198360" y="3196590"/>
            <a:ext cx="306768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664190" y="3196590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//j=3, j&lt;4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: 圆角 18"/>
          <p:cNvSpPr/>
          <p:nvPr/>
        </p:nvSpPr>
        <p:spPr>
          <a:xfrm>
            <a:off x="7671435" y="3464560"/>
            <a:ext cx="285242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0081895" y="3768090"/>
            <a:ext cx="2105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//a[1][3]=a[3][1]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2495550" y="4923790"/>
            <a:ext cx="1945005" cy="137922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3" bldLvl="0" animBg="1"/>
      <p:bldP spid="25" grpId="4" bldLvl="0" animBg="1"/>
      <p:bldP spid="26" grpId="0"/>
      <p:bldP spid="27" grpId="3" bldLvl="0" animBg="1"/>
      <p:bldP spid="27" grpId="4" bldLvl="0" animBg="1"/>
      <p:bldP spid="28" grpId="0"/>
      <p:bldP spid="15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160" y="782320"/>
            <a:ext cx="5595620" cy="171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举例：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有n=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个运动员要进行循环赛，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现要设计一个满足以下要求的比赛日程表: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(1)每个选手必须与其它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个选手各赛一次;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(2)每个选手一天只能比赛一次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(3)循环赛一共需要进行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590155" y="27305"/>
            <a:ext cx="1297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n=4, k=0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75660" y="529018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64190" y="2880995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//i=2, i&lt;2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: 圆角 18"/>
          <p:cNvSpPr/>
          <p:nvPr/>
        </p:nvSpPr>
        <p:spPr>
          <a:xfrm>
            <a:off x="7198360" y="3196590"/>
            <a:ext cx="3067685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664190" y="3196590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</a:rPr>
              <a:t>//j=4, j&lt;4</a:t>
            </a:r>
            <a:endParaRPr lang="en-US" altLang="zh-CN" b="1">
              <a:solidFill>
                <a:srgbClr val="CC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: 圆角 18"/>
          <p:cNvSpPr/>
          <p:nvPr/>
        </p:nvSpPr>
        <p:spPr>
          <a:xfrm>
            <a:off x="6776720" y="2898140"/>
            <a:ext cx="3427730" cy="31559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: 圆角 18"/>
          <p:cNvSpPr/>
          <p:nvPr/>
        </p:nvSpPr>
        <p:spPr>
          <a:xfrm>
            <a:off x="6776720" y="4267835"/>
            <a:ext cx="3602990" cy="148590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/>
          <p:nvPr>
            <p:custDataLst>
              <p:tags r:id="rId11"/>
            </p:custDataLst>
          </p:nvPr>
        </p:nvCxnSpPr>
        <p:spPr>
          <a:xfrm>
            <a:off x="1758950" y="4210050"/>
            <a:ext cx="1553845" cy="1235075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12"/>
            </p:custDataLst>
          </p:nvPr>
        </p:nvCxnSpPr>
        <p:spPr>
          <a:xfrm>
            <a:off x="2725420" y="4210050"/>
            <a:ext cx="1553845" cy="1235075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337050" y="531431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>
            <p:custDataLst>
              <p:tags r:id="rId13"/>
            </p:custDataLst>
          </p:nvPr>
        </p:nvCxnSpPr>
        <p:spPr>
          <a:xfrm>
            <a:off x="1821815" y="4928235"/>
            <a:ext cx="1553845" cy="1235075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375660" y="6021070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/>
          <p:nvPr>
            <p:custDataLst>
              <p:tags r:id="rId14"/>
            </p:custDataLst>
          </p:nvPr>
        </p:nvCxnSpPr>
        <p:spPr>
          <a:xfrm>
            <a:off x="2863215" y="4928235"/>
            <a:ext cx="1553845" cy="1235075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391660" y="6034405"/>
            <a:ext cx="391160" cy="462915"/>
          </a:xfrm>
          <a:prstGeom prst="rect">
            <a:avLst/>
          </a:prstGeom>
          <a:solidFill>
            <a:srgbClr val="E9EC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3" bldLvl="0" animBg="1"/>
      <p:bldP spid="25" grpId="4" bldLvl="0" animBg="1"/>
      <p:bldP spid="26" grpId="0"/>
      <p:bldP spid="4" grpId="3" bldLvl="0" animBg="1"/>
      <p:bldP spid="4" grpId="4" bldLvl="0" animBg="1"/>
      <p:bldP spid="10" grpId="0"/>
      <p:bldP spid="6" grpId="3" bldLvl="0" animBg="1"/>
      <p:bldP spid="6" grpId="4" bldLvl="0" animBg="1"/>
      <p:bldP spid="13" grpId="0" animBg="1"/>
      <p:bldP spid="8" grpId="0" bldLvl="0" animBg="1"/>
      <p:bldP spid="21" grpId="0" bldLvl="0" animBg="1"/>
      <p:bldP spid="28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798185" y="395605"/>
            <a:ext cx="6393815" cy="5908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GameTable(int n,int k){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if(n == 2){            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//子问题足够小时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a[k][0]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a[k][1]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a[k+1][0] = k+2;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a[k+1][1] = k+1;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else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GameTable(n/2,k);        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//划分子问题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GameTable(n/2,k+n/2);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k; i &lt; k+n/2; i++){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//填充右上角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a[i+n/2][j-n/2];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for(int i = k+n/2; i &lt; k+n; i++){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C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//填充的右下角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for(int j = n/2; j &lt; n; j++){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a[i][j] = a[i-n/2][j-n/2];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2"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98440" y="395605"/>
            <a:ext cx="521335" cy="59074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b="1" dirty="0">
                <a:latin typeface="+mn-ea"/>
              </a:rPr>
              <a:t>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11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12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13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14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15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16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17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18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19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20</a:t>
            </a:r>
            <a:endParaRPr lang="en-US" altLang="zh-CN" b="1" dirty="0">
              <a:latin typeface="+mn-ea"/>
            </a:endParaRPr>
          </a:p>
          <a:p>
            <a:pPr algn="ctr"/>
            <a:r>
              <a:rPr lang="en-US" altLang="zh-CN" b="1" dirty="0">
                <a:latin typeface="+mn-ea"/>
              </a:rPr>
              <a:t>21</a:t>
            </a:r>
            <a:endParaRPr lang="en-US" altLang="zh-CN" b="1" dirty="0">
              <a:latin typeface="+mn-ea"/>
            </a:endParaRPr>
          </a:p>
        </p:txBody>
      </p: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0" y="1316355"/>
          <a:ext cx="1140460" cy="522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2" imgW="444500" imgH="203200" progId="Equation.KSEE3">
                  <p:embed/>
                </p:oleObj>
              </mc:Choice>
              <mc:Fallback>
                <p:oleObj name="" r:id="rId12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1316355"/>
                        <a:ext cx="1140460" cy="522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左大括号 15"/>
          <p:cNvSpPr/>
          <p:nvPr>
            <p:custDataLst>
              <p:tags r:id="rId14"/>
            </p:custDataLst>
          </p:nvPr>
        </p:nvSpPr>
        <p:spPr>
          <a:xfrm>
            <a:off x="1345565" y="994410"/>
            <a:ext cx="344170" cy="116776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1757045" y="880110"/>
          <a:ext cx="660400" cy="42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6" imgW="316865" imgH="203200" progId="Equation.KSEE3">
                  <p:embed/>
                </p:oleObj>
              </mc:Choice>
              <mc:Fallback>
                <p:oleObj name="" r:id="rId16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57045" y="880110"/>
                        <a:ext cx="660400" cy="424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4019550" y="946785"/>
          <a:ext cx="68897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" r:id="rId19" imgW="330200" imgH="177165" progId="Equation.KSEE3">
                  <p:embed/>
                </p:oleObj>
              </mc:Choice>
              <mc:Fallback>
                <p:oleObj name="" r:id="rId19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19550" y="946785"/>
                        <a:ext cx="68897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1670050" y="1872615"/>
          <a:ext cx="2251710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" r:id="rId22" imgW="1079500" imgH="228600" progId="Equation.KSEE3">
                  <p:embed/>
                </p:oleObj>
              </mc:Choice>
              <mc:Fallback>
                <p:oleObj name="" r:id="rId22" imgW="10795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70050" y="1872615"/>
                        <a:ext cx="2251710" cy="478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4019550" y="1913890"/>
          <a:ext cx="68897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" r:id="rId25" imgW="330200" imgH="177165" progId="Equation.KSEE3">
                  <p:embed/>
                </p:oleObj>
              </mc:Choice>
              <mc:Fallback>
                <p:oleObj name="" r:id="rId25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19550" y="1913890"/>
                        <a:ext cx="68897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: 圆角 18"/>
          <p:cNvSpPr/>
          <p:nvPr>
            <p:custDataLst>
              <p:tags r:id="rId27"/>
            </p:custDataLst>
          </p:nvPr>
        </p:nvSpPr>
        <p:spPr>
          <a:xfrm>
            <a:off x="6776720" y="4267835"/>
            <a:ext cx="3602990" cy="148590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: 圆角 18"/>
          <p:cNvSpPr/>
          <p:nvPr>
            <p:custDataLst>
              <p:tags r:id="rId28"/>
            </p:custDataLst>
          </p:nvPr>
        </p:nvSpPr>
        <p:spPr>
          <a:xfrm>
            <a:off x="6776720" y="2351405"/>
            <a:ext cx="2738755" cy="547370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: 圆角 18"/>
          <p:cNvSpPr/>
          <p:nvPr>
            <p:custDataLst>
              <p:tags r:id="rId29"/>
            </p:custDataLst>
          </p:nvPr>
        </p:nvSpPr>
        <p:spPr>
          <a:xfrm>
            <a:off x="7702550" y="3429000"/>
            <a:ext cx="2831465" cy="354965"/>
          </a:xfrm>
          <a:prstGeom prst="roundRect">
            <a:avLst>
              <a:gd name="adj" fmla="val 7846"/>
            </a:avLst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4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36" grpId="4" bldLvl="0" animBg="1"/>
      <p:bldP spid="38" grpId="4" bldLvl="0" animBg="1"/>
      <p:bldP spid="39" grpId="4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915670" y="75730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循环赛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日程表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114425" y="2880995"/>
          <a:ext cx="3898900" cy="37185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74725"/>
                <a:gridCol w="974725"/>
                <a:gridCol w="974725"/>
                <a:gridCol w="974725"/>
              </a:tblGrid>
              <a:tr h="914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</a:t>
                      </a: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天数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选手</a:t>
                      </a:r>
                      <a:endParaRPr lang="zh-CN" altLang="en-US" sz="1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TlToBr w="12700">
                      <a:solidFill>
                        <a:schemeClr val="tx1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solidFill>
                            <a:srgbClr val="FFC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solidFill>
                          <a:srgbClr val="FFC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4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4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114425" y="5189855"/>
            <a:ext cx="3865245" cy="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2" idx="2"/>
          </p:cNvCxnSpPr>
          <p:nvPr/>
        </p:nvCxnSpPr>
        <p:spPr>
          <a:xfrm flipH="1">
            <a:off x="3063875" y="3780155"/>
            <a:ext cx="11430" cy="2819400"/>
          </a:xfrm>
          <a:prstGeom prst="line">
            <a:avLst/>
          </a:prstGeom>
          <a:ln w="63500">
            <a:solidFill>
              <a:srgbClr val="CC00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>
            <p:custDataLst>
              <p:tags r:id="rId3"/>
            </p:custDataLst>
          </p:nvPr>
        </p:nvSpPr>
        <p:spPr>
          <a:xfrm>
            <a:off x="496570" y="38957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4"/>
            </p:custDataLst>
          </p:nvPr>
        </p:nvSpPr>
        <p:spPr>
          <a:xfrm>
            <a:off x="496570" y="458343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5"/>
            </p:custDataLst>
          </p:nvPr>
        </p:nvSpPr>
        <p:spPr>
          <a:xfrm>
            <a:off x="496570" y="527113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6"/>
            </p:custDataLst>
          </p:nvPr>
        </p:nvSpPr>
        <p:spPr>
          <a:xfrm>
            <a:off x="496570" y="599122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7"/>
            </p:custDataLst>
          </p:nvPr>
        </p:nvSpPr>
        <p:spPr>
          <a:xfrm>
            <a:off x="13455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8"/>
            </p:custDataLst>
          </p:nvPr>
        </p:nvSpPr>
        <p:spPr>
          <a:xfrm>
            <a:off x="23234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>
            <p:custDataLst>
              <p:tags r:id="rId9"/>
            </p:custDataLst>
          </p:nvPr>
        </p:nvSpPr>
        <p:spPr>
          <a:xfrm>
            <a:off x="3301365" y="2374900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>
            <p:custDataLst>
              <p:tags r:id="rId10"/>
            </p:custDataLst>
          </p:nvPr>
        </p:nvSpPr>
        <p:spPr>
          <a:xfrm>
            <a:off x="4279265" y="2392045"/>
            <a:ext cx="539750" cy="50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None/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0" y="1316355"/>
          <a:ext cx="1140460" cy="522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2" imgW="444500" imgH="203200" progId="Equation.KSEE3">
                  <p:embed/>
                </p:oleObj>
              </mc:Choice>
              <mc:Fallback>
                <p:oleObj name="" r:id="rId12" imgW="444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0" y="1316355"/>
                        <a:ext cx="1140460" cy="522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左大括号 15"/>
          <p:cNvSpPr/>
          <p:nvPr>
            <p:custDataLst>
              <p:tags r:id="rId14"/>
            </p:custDataLst>
          </p:nvPr>
        </p:nvSpPr>
        <p:spPr>
          <a:xfrm>
            <a:off x="1345565" y="994410"/>
            <a:ext cx="344170" cy="1167765"/>
          </a:xfrm>
          <a:prstGeom prst="leftBrace">
            <a:avLst>
              <a:gd name="adj1" fmla="val 40691"/>
              <a:gd name="adj2" fmla="val 49664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1757045" y="880110"/>
          <a:ext cx="660400" cy="42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6" imgW="316865" imgH="203200" progId="Equation.KSEE3">
                  <p:embed/>
                </p:oleObj>
              </mc:Choice>
              <mc:Fallback>
                <p:oleObj name="" r:id="rId16" imgW="316865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57045" y="880110"/>
                        <a:ext cx="660400" cy="424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4019550" y="946785"/>
          <a:ext cx="68897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" r:id="rId19" imgW="330200" imgH="177165" progId="Equation.KSEE3">
                  <p:embed/>
                </p:oleObj>
              </mc:Choice>
              <mc:Fallback>
                <p:oleObj name="" r:id="rId19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19550" y="946785"/>
                        <a:ext cx="68897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1670050" y="1872615"/>
          <a:ext cx="2251710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" r:id="rId22" imgW="1079500" imgH="228600" progId="Equation.KSEE3">
                  <p:embed/>
                </p:oleObj>
              </mc:Choice>
              <mc:Fallback>
                <p:oleObj name="" r:id="rId22" imgW="10795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70050" y="1872615"/>
                        <a:ext cx="2251710" cy="478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4019550" y="1913890"/>
          <a:ext cx="688975" cy="36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" r:id="rId25" imgW="330200" imgH="177165" progId="Equation.KSEE3">
                  <p:embed/>
                </p:oleObj>
              </mc:Choice>
              <mc:Fallback>
                <p:oleObj name="" r:id="rId25" imgW="3302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19550" y="1913890"/>
                        <a:ext cx="688975" cy="36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箭头 3"/>
          <p:cNvSpPr/>
          <p:nvPr>
            <p:custDataLst>
              <p:tags r:id="rId27"/>
            </p:custDataLst>
          </p:nvPr>
        </p:nvSpPr>
        <p:spPr>
          <a:xfrm>
            <a:off x="5013325" y="1304290"/>
            <a:ext cx="884555" cy="57594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70588" y="1291590"/>
          <a:ext cx="2183765" cy="58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8" imgW="850900" imgH="228600" progId="Equation.KSEE3">
                  <p:embed/>
                </p:oleObj>
              </mc:Choice>
              <mc:Fallback>
                <p:oleObj name="" r:id="rId28" imgW="8509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970588" y="1291590"/>
                        <a:ext cx="2183765" cy="588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1848464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算法设计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131278" y="845575"/>
            <a:ext cx="2212258" cy="2212258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与分析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 rot="7802901">
            <a:off x="4557251" y="3429000"/>
            <a:ext cx="3077497" cy="2008239"/>
          </a:xfrm>
          <a:prstGeom prst="arc">
            <a:avLst>
              <a:gd name="adj1" fmla="val 12116962"/>
              <a:gd name="adj2" fmla="val 0"/>
            </a:avLst>
          </a:prstGeom>
          <a:noFill/>
          <a:ln w="63500"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61095" y="3281045"/>
            <a:ext cx="3055620" cy="30613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主方法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分治算法基本思想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大整数乘法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p"/>
            </a:pPr>
            <a:r>
              <a:rPr lang="en-US" altLang="zh-CN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Strassen</a:t>
            </a: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矩阵乘法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二分查找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归并排序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快速排序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Font typeface="Wingdings" panose="05000000000000000000" charset="0"/>
              <a:buChar char="n"/>
            </a:pPr>
            <a:r>
              <a:rPr lang="zh-CN" altLang="en-US" sz="2400" b="1" strike="sngStrike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循环赛日程表</a:t>
            </a:r>
            <a:endParaRPr lang="zh-CN" altLang="en-US" sz="2400" b="1" strike="sngStrike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0" name="文本框 69"/>
          <p:cNvSpPr txBox="1"/>
          <p:nvPr>
            <p:custDataLst>
              <p:tags r:id="rId1"/>
            </p:custDataLst>
          </p:nvPr>
        </p:nvSpPr>
        <p:spPr>
          <a:xfrm>
            <a:off x="1965325" y="75730"/>
            <a:ext cx="119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总结</a:t>
            </a:r>
            <a:endParaRPr lang="zh-CN" alt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ags/tag725.xml><?xml version="1.0" encoding="utf-8"?>
<p:tagLst xmlns:p="http://schemas.openxmlformats.org/presentationml/2006/main">
  <p:tag name="KSO_WM_BEAUTIFY_FLAG" val=""/>
</p:tagLst>
</file>

<file path=ppt/tags/tag726.xml><?xml version="1.0" encoding="utf-8"?>
<p:tagLst xmlns:p="http://schemas.openxmlformats.org/presentationml/2006/main">
  <p:tag name="KSO_WM_BEAUTIFY_FLAG" val=""/>
</p:tagLst>
</file>

<file path=ppt/tags/tag727.xml><?xml version="1.0" encoding="utf-8"?>
<p:tagLst xmlns:p="http://schemas.openxmlformats.org/presentationml/2006/main">
  <p:tag name="KSO_WM_BEAUTIFY_FLAG" val=""/>
</p:tagLst>
</file>

<file path=ppt/tags/tag728.xml><?xml version="1.0" encoding="utf-8"?>
<p:tagLst xmlns:p="http://schemas.openxmlformats.org/presentationml/2006/main">
  <p:tag name="KSO_WM_BEAUTIFY_FLAG" val=""/>
</p:tagLst>
</file>

<file path=ppt/tags/tag729.xml><?xml version="1.0" encoding="utf-8"?>
<p:tagLst xmlns:p="http://schemas.openxmlformats.org/presentationml/2006/main">
  <p:tag name="KSO_WM_BEAUTIFY_FLAG" val=""/>
</p:tagLst>
</file>

<file path=ppt/tags/tag730.xml><?xml version="1.0" encoding="utf-8"?>
<p:tagLst xmlns:p="http://schemas.openxmlformats.org/presentationml/2006/main">
  <p:tag name="KSO_WM_BEAUTIFY_FLAG" val=""/>
</p:tagLst>
</file>

<file path=ppt/tags/tag731.xml><?xml version="1.0" encoding="utf-8"?>
<p:tagLst xmlns:p="http://schemas.openxmlformats.org/presentationml/2006/main">
  <p:tag name="KSO_WM_BEAUTIFY_FLAG" val=""/>
</p:tagLst>
</file>

<file path=ppt/tags/tag732.xml><?xml version="1.0" encoding="utf-8"?>
<p:tagLst xmlns:p="http://schemas.openxmlformats.org/presentationml/2006/main">
  <p:tag name="KSO_WM_BEAUTIFY_FLAG" val=""/>
</p:tagLst>
</file>

<file path=ppt/tags/tag733.xml><?xml version="1.0" encoding="utf-8"?>
<p:tagLst xmlns:p="http://schemas.openxmlformats.org/presentationml/2006/main">
  <p:tag name="KSO_WM_BEAUTIFY_FLAG" val=""/>
</p:tagLst>
</file>

<file path=ppt/tags/tag734.xml><?xml version="1.0" encoding="utf-8"?>
<p:tagLst xmlns:p="http://schemas.openxmlformats.org/presentationml/2006/main">
  <p:tag name="KSO_WM_BEAUTIFY_FLAG" val=""/>
</p:tagLst>
</file>

<file path=ppt/tags/tag735.xml><?xml version="1.0" encoding="utf-8"?>
<p:tagLst xmlns:p="http://schemas.openxmlformats.org/presentationml/2006/main">
  <p:tag name="KSO_WM_BEAUTIFY_FLAG" val=""/>
</p:tagLst>
</file>

<file path=ppt/tags/tag736.xml><?xml version="1.0" encoding="utf-8"?>
<p:tagLst xmlns:p="http://schemas.openxmlformats.org/presentationml/2006/main">
  <p:tag name="KSO_WM_BEAUTIFY_FLAG" val=""/>
</p:tagLst>
</file>

<file path=ppt/tags/tag737.xml><?xml version="1.0" encoding="utf-8"?>
<p:tagLst xmlns:p="http://schemas.openxmlformats.org/presentationml/2006/main">
  <p:tag name="KSO_WM_BEAUTIFY_FLAG" val=""/>
</p:tagLst>
</file>

<file path=ppt/tags/tag738.xml><?xml version="1.0" encoding="utf-8"?>
<p:tagLst xmlns:p="http://schemas.openxmlformats.org/presentationml/2006/main">
  <p:tag name="KSO_WM_BEAUTIFY_FLAG" val=""/>
</p:tagLst>
</file>

<file path=ppt/tags/tag739.xml><?xml version="1.0" encoding="utf-8"?>
<p:tagLst xmlns:p="http://schemas.openxmlformats.org/presentationml/2006/main">
  <p:tag name="KSO_WM_BEAUTIFY_FLAG" val=""/>
</p:tagLst>
</file>

<file path=ppt/tags/tag740.xml><?xml version="1.0" encoding="utf-8"?>
<p:tagLst xmlns:p="http://schemas.openxmlformats.org/presentationml/2006/main">
  <p:tag name="KSO_WM_BEAUTIFY_FLAG" val=""/>
</p:tagLst>
</file>

<file path=ppt/tags/tag741.xml><?xml version="1.0" encoding="utf-8"?>
<p:tagLst xmlns:p="http://schemas.openxmlformats.org/presentationml/2006/main">
  <p:tag name="KSO_WM_BEAUTIFY_FLAG" val=""/>
</p:tagLst>
</file>

<file path=ppt/tags/tag742.xml><?xml version="1.0" encoding="utf-8"?>
<p:tagLst xmlns:p="http://schemas.openxmlformats.org/presentationml/2006/main">
  <p:tag name="KSO_WM_BEAUTIFY_FLAG" val=""/>
</p:tagLst>
</file>

<file path=ppt/tags/tag743.xml><?xml version="1.0" encoding="utf-8"?>
<p:tagLst xmlns:p="http://schemas.openxmlformats.org/presentationml/2006/main">
  <p:tag name="KSO_WM_BEAUTIFY_FLAG" val=""/>
</p:tagLst>
</file>

<file path=ppt/tags/tag744.xml><?xml version="1.0" encoding="utf-8"?>
<p:tagLst xmlns:p="http://schemas.openxmlformats.org/presentationml/2006/main">
  <p:tag name="KSO_WM_BEAUTIFY_FLAG" val=""/>
</p:tagLst>
</file>

<file path=ppt/tags/tag745.xml><?xml version="1.0" encoding="utf-8"?>
<p:tagLst xmlns:p="http://schemas.openxmlformats.org/presentationml/2006/main">
  <p:tag name="KSO_WM_BEAUTIFY_FLAG" val=""/>
</p:tagLst>
</file>

<file path=ppt/tags/tag746.xml><?xml version="1.0" encoding="utf-8"?>
<p:tagLst xmlns:p="http://schemas.openxmlformats.org/presentationml/2006/main">
  <p:tag name="KSO_WM_BEAUTIFY_FLAG" val=""/>
</p:tagLst>
</file>

<file path=ppt/tags/tag747.xml><?xml version="1.0" encoding="utf-8"?>
<p:tagLst xmlns:p="http://schemas.openxmlformats.org/presentationml/2006/main">
  <p:tag name="KSO_WM_BEAUTIFY_FLAG" val=""/>
</p:tagLst>
</file>

<file path=ppt/tags/tag748.xml><?xml version="1.0" encoding="utf-8"?>
<p:tagLst xmlns:p="http://schemas.openxmlformats.org/presentationml/2006/main">
  <p:tag name="KSO_WM_BEAUTIFY_FLAG" val=""/>
</p:tagLst>
</file>

<file path=ppt/tags/tag749.xml><?xml version="1.0" encoding="utf-8"?>
<p:tagLst xmlns:p="http://schemas.openxmlformats.org/presentationml/2006/main">
  <p:tag name="KSO_WM_BEAUTIFY_FLAG" val=""/>
</p:tagLst>
</file>

<file path=ppt/tags/tag750.xml><?xml version="1.0" encoding="utf-8"?>
<p:tagLst xmlns:p="http://schemas.openxmlformats.org/presentationml/2006/main">
  <p:tag name="KSO_WM_BEAUTIFY_FLAG" val=""/>
</p:tagLst>
</file>

<file path=ppt/tags/tag751.xml><?xml version="1.0" encoding="utf-8"?>
<p:tagLst xmlns:p="http://schemas.openxmlformats.org/presentationml/2006/main">
  <p:tag name="KSO_WM_BEAUTIFY_FLAG" val=""/>
</p:tagLst>
</file>

<file path=ppt/tags/tag752.xml><?xml version="1.0" encoding="utf-8"?>
<p:tagLst xmlns:p="http://schemas.openxmlformats.org/presentationml/2006/main">
  <p:tag name="KSO_WM_BEAUTIFY_FLAG" val=""/>
</p:tagLst>
</file>

<file path=ppt/tags/tag753.xml><?xml version="1.0" encoding="utf-8"?>
<p:tagLst xmlns:p="http://schemas.openxmlformats.org/presentationml/2006/main">
  <p:tag name="KSO_WM_BEAUTIFY_FLAG" val=""/>
</p:tagLst>
</file>

<file path=ppt/tags/tag754.xml><?xml version="1.0" encoding="utf-8"?>
<p:tagLst xmlns:p="http://schemas.openxmlformats.org/presentationml/2006/main">
  <p:tag name="KSO_WM_BEAUTIFY_FLAG" val=""/>
</p:tagLst>
</file>

<file path=ppt/tags/tag755.xml><?xml version="1.0" encoding="utf-8"?>
<p:tagLst xmlns:p="http://schemas.openxmlformats.org/presentationml/2006/main">
  <p:tag name="KSO_WM_BEAUTIFY_FLAG" val=""/>
</p:tagLst>
</file>

<file path=ppt/tags/tag756.xml><?xml version="1.0" encoding="utf-8"?>
<p:tagLst xmlns:p="http://schemas.openxmlformats.org/presentationml/2006/main">
  <p:tag name="KSO_WM_BEAUTIFY_FLAG" val=""/>
</p:tagLst>
</file>

<file path=ppt/tags/tag757.xml><?xml version="1.0" encoding="utf-8"?>
<p:tagLst xmlns:p="http://schemas.openxmlformats.org/presentationml/2006/main">
  <p:tag name="KSO_WM_BEAUTIFY_FLAG" val=""/>
</p:tagLst>
</file>

<file path=ppt/tags/tag758.xml><?xml version="1.0" encoding="utf-8"?>
<p:tagLst xmlns:p="http://schemas.openxmlformats.org/presentationml/2006/main">
  <p:tag name="KSO_WM_BEAUTIFY_FLAG" val=""/>
</p:tagLst>
</file>

<file path=ppt/tags/tag759.xml><?xml version="1.0" encoding="utf-8"?>
<p:tagLst xmlns:p="http://schemas.openxmlformats.org/presentationml/2006/main">
  <p:tag name="KSO_WM_BEAUTIFY_FLAG" val=""/>
</p:tagLst>
</file>

<file path=ppt/tags/tag760.xml><?xml version="1.0" encoding="utf-8"?>
<p:tagLst xmlns:p="http://schemas.openxmlformats.org/presentationml/2006/main">
  <p:tag name="KSO_WM_BEAUTIFY_FLAG" val=""/>
</p:tagLst>
</file>

<file path=ppt/tags/tag761.xml><?xml version="1.0" encoding="utf-8"?>
<p:tagLst xmlns:p="http://schemas.openxmlformats.org/presentationml/2006/main">
  <p:tag name="KSO_WM_BEAUTIFY_FLAG" val=""/>
</p:tagLst>
</file>

<file path=ppt/tags/tag762.xml><?xml version="1.0" encoding="utf-8"?>
<p:tagLst xmlns:p="http://schemas.openxmlformats.org/presentationml/2006/main">
  <p:tag name="KSO_WM_BEAUTIFY_FLAG" val=""/>
</p:tagLst>
</file>

<file path=ppt/tags/tag763.xml><?xml version="1.0" encoding="utf-8"?>
<p:tagLst xmlns:p="http://schemas.openxmlformats.org/presentationml/2006/main">
  <p:tag name="KSO_WM_BEAUTIFY_FLAG" val=""/>
</p:tagLst>
</file>

<file path=ppt/tags/tag764.xml><?xml version="1.0" encoding="utf-8"?>
<p:tagLst xmlns:p="http://schemas.openxmlformats.org/presentationml/2006/main">
  <p:tag name="KSO_WM_BEAUTIFY_FLAG" val=""/>
</p:tagLst>
</file>

<file path=ppt/tags/tag765.xml><?xml version="1.0" encoding="utf-8"?>
<p:tagLst xmlns:p="http://schemas.openxmlformats.org/presentationml/2006/main">
  <p:tag name="KSO_WM_BEAUTIFY_FLAG" val=""/>
</p:tagLst>
</file>

<file path=ppt/tags/tag766.xml><?xml version="1.0" encoding="utf-8"?>
<p:tagLst xmlns:p="http://schemas.openxmlformats.org/presentationml/2006/main">
  <p:tag name="KSO_WM_BEAUTIFY_FLAG" val=""/>
</p:tagLst>
</file>

<file path=ppt/tags/tag767.xml><?xml version="1.0" encoding="utf-8"?>
<p:tagLst xmlns:p="http://schemas.openxmlformats.org/presentationml/2006/main">
  <p:tag name="TABLE_ENDDRAG_ORIGIN_RECT" val="240*164"/>
  <p:tag name="TABLE_ENDDRAG_RECT" val="144*225*240*164"/>
</p:tagLst>
</file>

<file path=ppt/tags/tag768.xml><?xml version="1.0" encoding="utf-8"?>
<p:tagLst xmlns:p="http://schemas.openxmlformats.org/presentationml/2006/main">
  <p:tag name="KSO_WM_BEAUTIFY_FLAG" val=""/>
</p:tagLst>
</file>

<file path=ppt/tags/tag769.xml><?xml version="1.0" encoding="utf-8"?>
<p:tagLst xmlns:p="http://schemas.openxmlformats.org/presentationml/2006/main">
  <p:tag name="KSO_WM_BEAUTIFY_FLAG" val=""/>
</p:tagLst>
</file>

<file path=ppt/tags/tag770.xml><?xml version="1.0" encoding="utf-8"?>
<p:tagLst xmlns:p="http://schemas.openxmlformats.org/presentationml/2006/main">
  <p:tag name="KSO_WM_BEAUTIFY_FLAG" val=""/>
</p:tagLst>
</file>

<file path=ppt/tags/tag771.xml><?xml version="1.0" encoding="utf-8"?>
<p:tagLst xmlns:p="http://schemas.openxmlformats.org/presentationml/2006/main">
  <p:tag name="KSO_WM_BEAUTIFY_FLAG" val=""/>
</p:tagLst>
</file>

<file path=ppt/tags/tag772.xml><?xml version="1.0" encoding="utf-8"?>
<p:tagLst xmlns:p="http://schemas.openxmlformats.org/presentationml/2006/main">
  <p:tag name="KSO_WM_BEAUTIFY_FLAG" val=""/>
</p:tagLst>
</file>

<file path=ppt/tags/tag773.xml><?xml version="1.0" encoding="utf-8"?>
<p:tagLst xmlns:p="http://schemas.openxmlformats.org/presentationml/2006/main">
  <p:tag name="KSO_WM_BEAUTIFY_FLAG" val=""/>
</p:tagLst>
</file>

<file path=ppt/tags/tag774.xml><?xml version="1.0" encoding="utf-8"?>
<p:tagLst xmlns:p="http://schemas.openxmlformats.org/presentationml/2006/main">
  <p:tag name="KSO_WM_BEAUTIFY_FLAG" val=""/>
</p:tagLst>
</file>

<file path=ppt/tags/tag775.xml><?xml version="1.0" encoding="utf-8"?>
<p:tagLst xmlns:p="http://schemas.openxmlformats.org/presentationml/2006/main">
  <p:tag name="KSO_WM_BEAUTIFY_FLAG" val=""/>
</p:tagLst>
</file>

<file path=ppt/tags/tag776.xml><?xml version="1.0" encoding="utf-8"?>
<p:tagLst xmlns:p="http://schemas.openxmlformats.org/presentationml/2006/main">
  <p:tag name="KSO_WM_BEAUTIFY_FLAG" val=""/>
</p:tagLst>
</file>

<file path=ppt/tags/tag777.xml><?xml version="1.0" encoding="utf-8"?>
<p:tagLst xmlns:p="http://schemas.openxmlformats.org/presentationml/2006/main">
  <p:tag name="KSO_WM_BEAUTIFY_FLAG" val=""/>
</p:tagLst>
</file>

<file path=ppt/tags/tag778.xml><?xml version="1.0" encoding="utf-8"?>
<p:tagLst xmlns:p="http://schemas.openxmlformats.org/presentationml/2006/main">
  <p:tag name="KSO_WM_BEAUTIFY_FLAG" val=""/>
</p:tagLst>
</file>

<file path=ppt/tags/tag779.xml><?xml version="1.0" encoding="utf-8"?>
<p:tagLst xmlns:p="http://schemas.openxmlformats.org/presentationml/2006/main">
  <p:tag name="KSO_WM_BEAUTIFY_FLAG" val=""/>
</p:tagLst>
</file>

<file path=ppt/tags/tag780.xml><?xml version="1.0" encoding="utf-8"?>
<p:tagLst xmlns:p="http://schemas.openxmlformats.org/presentationml/2006/main">
  <p:tag name="KSO_WM_BEAUTIFY_FLAG" val=""/>
</p:tagLst>
</file>

<file path=ppt/tags/tag781.xml><?xml version="1.0" encoding="utf-8"?>
<p:tagLst xmlns:p="http://schemas.openxmlformats.org/presentationml/2006/main">
  <p:tag name="TABLE_ENDDRAG_ORIGIN_RECT" val="401*181"/>
  <p:tag name="TABLE_ENDDRAG_RECT" val="144*210*402*181"/>
</p:tagLst>
</file>

<file path=ppt/tags/tag782.xml><?xml version="1.0" encoding="utf-8"?>
<p:tagLst xmlns:p="http://schemas.openxmlformats.org/presentationml/2006/main">
  <p:tag name="KSO_WM_BEAUTIFY_FLAG" val=""/>
</p:tagLst>
</file>

<file path=ppt/tags/tag783.xml><?xml version="1.0" encoding="utf-8"?>
<p:tagLst xmlns:p="http://schemas.openxmlformats.org/presentationml/2006/main">
  <p:tag name="KSO_WM_BEAUTIFY_FLAG" val=""/>
</p:tagLst>
</file>

<file path=ppt/tags/tag784.xml><?xml version="1.0" encoding="utf-8"?>
<p:tagLst xmlns:p="http://schemas.openxmlformats.org/presentationml/2006/main">
  <p:tag name="KSO_WM_BEAUTIFY_FLAG" val=""/>
</p:tagLst>
</file>

<file path=ppt/tags/tag785.xml><?xml version="1.0" encoding="utf-8"?>
<p:tagLst xmlns:p="http://schemas.openxmlformats.org/presentationml/2006/main">
  <p:tag name="KSO_WM_BEAUTIFY_FLAG" val=""/>
</p:tagLst>
</file>

<file path=ppt/tags/tag786.xml><?xml version="1.0" encoding="utf-8"?>
<p:tagLst xmlns:p="http://schemas.openxmlformats.org/presentationml/2006/main">
  <p:tag name="KSO_WM_BEAUTIFY_FLAG" val=""/>
</p:tagLst>
</file>

<file path=ppt/tags/tag787.xml><?xml version="1.0" encoding="utf-8"?>
<p:tagLst xmlns:p="http://schemas.openxmlformats.org/presentationml/2006/main">
  <p:tag name="KSO_WM_BEAUTIFY_FLAG" val=""/>
</p:tagLst>
</file>

<file path=ppt/tags/tag788.xml><?xml version="1.0" encoding="utf-8"?>
<p:tagLst xmlns:p="http://schemas.openxmlformats.org/presentationml/2006/main">
  <p:tag name="TABLE_ENDDRAG_ORIGIN_RECT" val="306*290"/>
  <p:tag name="TABLE_ENDDRAG_RECT" val="95*182*306*290"/>
  <p:tag name="KSO_WM_BEAUTIFY_FLAG" val=""/>
</p:tagLst>
</file>

<file path=ppt/tags/tag789.xml><?xml version="1.0" encoding="utf-8"?>
<p:tagLst xmlns:p="http://schemas.openxmlformats.org/presentationml/2006/main">
  <p:tag name="KSO_WM_BEAUTIFY_FLAG" val=""/>
</p:tagLst>
</file>

<file path=ppt/tags/tag790.xml><?xml version="1.0" encoding="utf-8"?>
<p:tagLst xmlns:p="http://schemas.openxmlformats.org/presentationml/2006/main">
  <p:tag name="KSO_WM_BEAUTIFY_FLAG" val=""/>
</p:tagLst>
</file>

<file path=ppt/tags/tag791.xml><?xml version="1.0" encoding="utf-8"?>
<p:tagLst xmlns:p="http://schemas.openxmlformats.org/presentationml/2006/main">
  <p:tag name="KSO_WM_BEAUTIFY_FLAG" val=""/>
</p:tagLst>
</file>

<file path=ppt/tags/tag792.xml><?xml version="1.0" encoding="utf-8"?>
<p:tagLst xmlns:p="http://schemas.openxmlformats.org/presentationml/2006/main">
  <p:tag name="KSO_WM_BEAUTIFY_FLAG" val=""/>
</p:tagLst>
</file>

<file path=ppt/tags/tag793.xml><?xml version="1.0" encoding="utf-8"?>
<p:tagLst xmlns:p="http://schemas.openxmlformats.org/presentationml/2006/main">
  <p:tag name="KSO_WM_BEAUTIFY_FLAG" val=""/>
</p:tagLst>
</file>

<file path=ppt/tags/tag794.xml><?xml version="1.0" encoding="utf-8"?>
<p:tagLst xmlns:p="http://schemas.openxmlformats.org/presentationml/2006/main">
  <p:tag name="KSO_WM_BEAUTIFY_FLAG" val=""/>
</p:tagLst>
</file>

<file path=ppt/tags/tag795.xml><?xml version="1.0" encoding="utf-8"?>
<p:tagLst xmlns:p="http://schemas.openxmlformats.org/presentationml/2006/main">
  <p:tag name="KSO_WM_BEAUTIFY_FLAG" val=""/>
</p:tagLst>
</file>

<file path=ppt/tags/tag796.xml><?xml version="1.0" encoding="utf-8"?>
<p:tagLst xmlns:p="http://schemas.openxmlformats.org/presentationml/2006/main">
  <p:tag name="KSO_WM_BEAUTIFY_FLAG" val=""/>
</p:tagLst>
</file>

<file path=ppt/tags/tag797.xml><?xml version="1.0" encoding="utf-8"?>
<p:tagLst xmlns:p="http://schemas.openxmlformats.org/presentationml/2006/main">
  <p:tag name="KSO_WM_BEAUTIFY_FLAG" val=""/>
</p:tagLst>
</file>

<file path=ppt/tags/tag798.xml><?xml version="1.0" encoding="utf-8"?>
<p:tagLst xmlns:p="http://schemas.openxmlformats.org/presentationml/2006/main">
  <p:tag name="KSO_WM_BEAUTIFY_FLAG" val=""/>
</p:tagLst>
</file>

<file path=ppt/tags/tag799.xml><?xml version="1.0" encoding="utf-8"?>
<p:tagLst xmlns:p="http://schemas.openxmlformats.org/presentationml/2006/main">
  <p:tag name="KSO_WM_BEAUTIFY_FLAG" val=""/>
</p:tagLst>
</file>

<file path=ppt/tags/tag800.xml><?xml version="1.0" encoding="utf-8"?>
<p:tagLst xmlns:p="http://schemas.openxmlformats.org/presentationml/2006/main">
  <p:tag name="KSO_WM_BEAUTIFY_FLAG" val=""/>
</p:tagLst>
</file>

<file path=ppt/tags/tag801.xml><?xml version="1.0" encoding="utf-8"?>
<p:tagLst xmlns:p="http://schemas.openxmlformats.org/presentationml/2006/main">
  <p:tag name="KSO_WM_BEAUTIFY_FLAG" val=""/>
</p:tagLst>
</file>

<file path=ppt/tags/tag802.xml><?xml version="1.0" encoding="utf-8"?>
<p:tagLst xmlns:p="http://schemas.openxmlformats.org/presentationml/2006/main">
  <p:tag name="KSO_WM_BEAUTIFY_FLAG" val=""/>
</p:tagLst>
</file>

<file path=ppt/tags/tag803.xml><?xml version="1.0" encoding="utf-8"?>
<p:tagLst xmlns:p="http://schemas.openxmlformats.org/presentationml/2006/main">
  <p:tag name="KSO_WM_BEAUTIFY_FLAG" val=""/>
</p:tagLst>
</file>

<file path=ppt/tags/tag804.xml><?xml version="1.0" encoding="utf-8"?>
<p:tagLst xmlns:p="http://schemas.openxmlformats.org/presentationml/2006/main">
  <p:tag name="KSO_WM_BEAUTIFY_FLAG" val=""/>
</p:tagLst>
</file>

<file path=ppt/tags/tag805.xml><?xml version="1.0" encoding="utf-8"?>
<p:tagLst xmlns:p="http://schemas.openxmlformats.org/presentationml/2006/main">
  <p:tag name="KSO_WM_BEAUTIFY_FLAG" val=""/>
</p:tagLst>
</file>

<file path=ppt/tags/tag806.xml><?xml version="1.0" encoding="utf-8"?>
<p:tagLst xmlns:p="http://schemas.openxmlformats.org/presentationml/2006/main">
  <p:tag name="KSO_WM_BEAUTIFY_FLAG" val=""/>
</p:tagLst>
</file>

<file path=ppt/tags/tag807.xml><?xml version="1.0" encoding="utf-8"?>
<p:tagLst xmlns:p="http://schemas.openxmlformats.org/presentationml/2006/main">
  <p:tag name="KSO_WM_BEAUTIFY_FLAG" val=""/>
</p:tagLst>
</file>

<file path=ppt/tags/tag808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809.xml><?xml version="1.0" encoding="utf-8"?>
<p:tagLst xmlns:p="http://schemas.openxmlformats.org/presentationml/2006/main">
  <p:tag name="KSO_WM_BEAUTIFY_FLAG" val=""/>
</p:tagLst>
</file>

<file path=ppt/tags/tag810.xml><?xml version="1.0" encoding="utf-8"?>
<p:tagLst xmlns:p="http://schemas.openxmlformats.org/presentationml/2006/main">
  <p:tag name="KSO_WM_BEAUTIFY_FLAG" val=""/>
</p:tagLst>
</file>

<file path=ppt/tags/tag811.xml><?xml version="1.0" encoding="utf-8"?>
<p:tagLst xmlns:p="http://schemas.openxmlformats.org/presentationml/2006/main">
  <p:tag name="KSO_WM_BEAUTIFY_FLAG" val=""/>
</p:tagLst>
</file>

<file path=ppt/tags/tag812.xml><?xml version="1.0" encoding="utf-8"?>
<p:tagLst xmlns:p="http://schemas.openxmlformats.org/presentationml/2006/main">
  <p:tag name="KSO_WM_BEAUTIFY_FLAG" val=""/>
</p:tagLst>
</file>

<file path=ppt/tags/tag813.xml><?xml version="1.0" encoding="utf-8"?>
<p:tagLst xmlns:p="http://schemas.openxmlformats.org/presentationml/2006/main">
  <p:tag name="KSO_WM_BEAUTIFY_FLAG" val=""/>
</p:tagLst>
</file>

<file path=ppt/tags/tag814.xml><?xml version="1.0" encoding="utf-8"?>
<p:tagLst xmlns:p="http://schemas.openxmlformats.org/presentationml/2006/main">
  <p:tag name="KSO_WM_BEAUTIFY_FLAG" val=""/>
</p:tagLst>
</file>

<file path=ppt/tags/tag815.xml><?xml version="1.0" encoding="utf-8"?>
<p:tagLst xmlns:p="http://schemas.openxmlformats.org/presentationml/2006/main">
  <p:tag name="KSO_WM_BEAUTIFY_FLAG" val=""/>
</p:tagLst>
</file>

<file path=ppt/tags/tag816.xml><?xml version="1.0" encoding="utf-8"?>
<p:tagLst xmlns:p="http://schemas.openxmlformats.org/presentationml/2006/main">
  <p:tag name="KSO_WM_BEAUTIFY_FLAG" val=""/>
</p:tagLst>
</file>

<file path=ppt/tags/tag817.xml><?xml version="1.0" encoding="utf-8"?>
<p:tagLst xmlns:p="http://schemas.openxmlformats.org/presentationml/2006/main">
  <p:tag name="KSO_WM_BEAUTIFY_FLAG" val=""/>
</p:tagLst>
</file>

<file path=ppt/tags/tag818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819.xml><?xml version="1.0" encoding="utf-8"?>
<p:tagLst xmlns:p="http://schemas.openxmlformats.org/presentationml/2006/main">
  <p:tag name="KSO_WM_BEAUTIFY_FLAG" val=""/>
</p:tagLst>
</file>

<file path=ppt/tags/tag820.xml><?xml version="1.0" encoding="utf-8"?>
<p:tagLst xmlns:p="http://schemas.openxmlformats.org/presentationml/2006/main">
  <p:tag name="KSO_WM_BEAUTIFY_FLAG" val=""/>
</p:tagLst>
</file>

<file path=ppt/tags/tag821.xml><?xml version="1.0" encoding="utf-8"?>
<p:tagLst xmlns:p="http://schemas.openxmlformats.org/presentationml/2006/main">
  <p:tag name="KSO_WM_BEAUTIFY_FLAG" val=""/>
</p:tagLst>
</file>

<file path=ppt/tags/tag822.xml><?xml version="1.0" encoding="utf-8"?>
<p:tagLst xmlns:p="http://schemas.openxmlformats.org/presentationml/2006/main">
  <p:tag name="KSO_WM_BEAUTIFY_FLAG" val=""/>
</p:tagLst>
</file>

<file path=ppt/tags/tag823.xml><?xml version="1.0" encoding="utf-8"?>
<p:tagLst xmlns:p="http://schemas.openxmlformats.org/presentationml/2006/main">
  <p:tag name="KSO_WM_BEAUTIFY_FLAG" val=""/>
</p:tagLst>
</file>

<file path=ppt/tags/tag824.xml><?xml version="1.0" encoding="utf-8"?>
<p:tagLst xmlns:p="http://schemas.openxmlformats.org/presentationml/2006/main">
  <p:tag name="KSO_WM_BEAUTIFY_FLAG" val=""/>
</p:tagLst>
</file>

<file path=ppt/tags/tag825.xml><?xml version="1.0" encoding="utf-8"?>
<p:tagLst xmlns:p="http://schemas.openxmlformats.org/presentationml/2006/main">
  <p:tag name="KSO_WM_BEAUTIFY_FLAG" val=""/>
</p:tagLst>
</file>

<file path=ppt/tags/tag826.xml><?xml version="1.0" encoding="utf-8"?>
<p:tagLst xmlns:p="http://schemas.openxmlformats.org/presentationml/2006/main">
  <p:tag name="KSO_WM_BEAUTIFY_FLAG" val=""/>
</p:tagLst>
</file>

<file path=ppt/tags/tag827.xml><?xml version="1.0" encoding="utf-8"?>
<p:tagLst xmlns:p="http://schemas.openxmlformats.org/presentationml/2006/main">
  <p:tag name="KSO_WM_BEAUTIFY_FLAG" val=""/>
</p:tagLst>
</file>

<file path=ppt/tags/tag828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829.xml><?xml version="1.0" encoding="utf-8"?>
<p:tagLst xmlns:p="http://schemas.openxmlformats.org/presentationml/2006/main">
  <p:tag name="KSO_WM_BEAUTIFY_FLAG" val=""/>
</p:tagLst>
</file>

<file path=ppt/tags/tag830.xml><?xml version="1.0" encoding="utf-8"?>
<p:tagLst xmlns:p="http://schemas.openxmlformats.org/presentationml/2006/main">
  <p:tag name="KSO_WM_BEAUTIFY_FLAG" val=""/>
</p:tagLst>
</file>

<file path=ppt/tags/tag831.xml><?xml version="1.0" encoding="utf-8"?>
<p:tagLst xmlns:p="http://schemas.openxmlformats.org/presentationml/2006/main">
  <p:tag name="KSO_WM_BEAUTIFY_FLAG" val=""/>
</p:tagLst>
</file>

<file path=ppt/tags/tag832.xml><?xml version="1.0" encoding="utf-8"?>
<p:tagLst xmlns:p="http://schemas.openxmlformats.org/presentationml/2006/main">
  <p:tag name="KSO_WM_BEAUTIFY_FLAG" val=""/>
</p:tagLst>
</file>

<file path=ppt/tags/tag833.xml><?xml version="1.0" encoding="utf-8"?>
<p:tagLst xmlns:p="http://schemas.openxmlformats.org/presentationml/2006/main">
  <p:tag name="KSO_WM_BEAUTIFY_FLAG" val=""/>
</p:tagLst>
</file>

<file path=ppt/tags/tag834.xml><?xml version="1.0" encoding="utf-8"?>
<p:tagLst xmlns:p="http://schemas.openxmlformats.org/presentationml/2006/main">
  <p:tag name="KSO_WM_BEAUTIFY_FLAG" val=""/>
</p:tagLst>
</file>

<file path=ppt/tags/tag835.xml><?xml version="1.0" encoding="utf-8"?>
<p:tagLst xmlns:p="http://schemas.openxmlformats.org/presentationml/2006/main">
  <p:tag name="KSO_WM_BEAUTIFY_FLAG" val=""/>
</p:tagLst>
</file>

<file path=ppt/tags/tag836.xml><?xml version="1.0" encoding="utf-8"?>
<p:tagLst xmlns:p="http://schemas.openxmlformats.org/presentationml/2006/main">
  <p:tag name="KSO_WM_BEAUTIFY_FLAG" val=""/>
</p:tagLst>
</file>

<file path=ppt/tags/tag837.xml><?xml version="1.0" encoding="utf-8"?>
<p:tagLst xmlns:p="http://schemas.openxmlformats.org/presentationml/2006/main">
  <p:tag name="KSO_WM_BEAUTIFY_FLAG" val=""/>
</p:tagLst>
</file>

<file path=ppt/tags/tag838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839.xml><?xml version="1.0" encoding="utf-8"?>
<p:tagLst xmlns:p="http://schemas.openxmlformats.org/presentationml/2006/main">
  <p:tag name="KSO_WM_BEAUTIFY_FLAG" val=""/>
</p:tagLst>
</file>

<file path=ppt/tags/tag840.xml><?xml version="1.0" encoding="utf-8"?>
<p:tagLst xmlns:p="http://schemas.openxmlformats.org/presentationml/2006/main">
  <p:tag name="KSO_WM_BEAUTIFY_FLAG" val=""/>
</p:tagLst>
</file>

<file path=ppt/tags/tag841.xml><?xml version="1.0" encoding="utf-8"?>
<p:tagLst xmlns:p="http://schemas.openxmlformats.org/presentationml/2006/main">
  <p:tag name="KSO_WM_BEAUTIFY_FLAG" val=""/>
</p:tagLst>
</file>

<file path=ppt/tags/tag842.xml><?xml version="1.0" encoding="utf-8"?>
<p:tagLst xmlns:p="http://schemas.openxmlformats.org/presentationml/2006/main">
  <p:tag name="KSO_WM_BEAUTIFY_FLAG" val=""/>
</p:tagLst>
</file>

<file path=ppt/tags/tag843.xml><?xml version="1.0" encoding="utf-8"?>
<p:tagLst xmlns:p="http://schemas.openxmlformats.org/presentationml/2006/main">
  <p:tag name="KSO_WM_BEAUTIFY_FLAG" val=""/>
</p:tagLst>
</file>

<file path=ppt/tags/tag844.xml><?xml version="1.0" encoding="utf-8"?>
<p:tagLst xmlns:p="http://schemas.openxmlformats.org/presentationml/2006/main">
  <p:tag name="KSO_WM_BEAUTIFY_FLAG" val=""/>
</p:tagLst>
</file>

<file path=ppt/tags/tag845.xml><?xml version="1.0" encoding="utf-8"?>
<p:tagLst xmlns:p="http://schemas.openxmlformats.org/presentationml/2006/main">
  <p:tag name="KSO_WM_BEAUTIFY_FLAG" val=""/>
</p:tagLst>
</file>

<file path=ppt/tags/tag846.xml><?xml version="1.0" encoding="utf-8"?>
<p:tagLst xmlns:p="http://schemas.openxmlformats.org/presentationml/2006/main">
  <p:tag name="KSO_WM_BEAUTIFY_FLAG" val=""/>
</p:tagLst>
</file>

<file path=ppt/tags/tag847.xml><?xml version="1.0" encoding="utf-8"?>
<p:tagLst xmlns:p="http://schemas.openxmlformats.org/presentationml/2006/main">
  <p:tag name="KSO_WM_BEAUTIFY_FLAG" val=""/>
</p:tagLst>
</file>

<file path=ppt/tags/tag848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849.xml><?xml version="1.0" encoding="utf-8"?>
<p:tagLst xmlns:p="http://schemas.openxmlformats.org/presentationml/2006/main">
  <p:tag name="KSO_WM_BEAUTIFY_FLAG" val=""/>
</p:tagLst>
</file>

<file path=ppt/tags/tag850.xml><?xml version="1.0" encoding="utf-8"?>
<p:tagLst xmlns:p="http://schemas.openxmlformats.org/presentationml/2006/main">
  <p:tag name="KSO_WM_BEAUTIFY_FLAG" val=""/>
</p:tagLst>
</file>

<file path=ppt/tags/tag851.xml><?xml version="1.0" encoding="utf-8"?>
<p:tagLst xmlns:p="http://schemas.openxmlformats.org/presentationml/2006/main">
  <p:tag name="KSO_WM_BEAUTIFY_FLAG" val=""/>
</p:tagLst>
</file>

<file path=ppt/tags/tag852.xml><?xml version="1.0" encoding="utf-8"?>
<p:tagLst xmlns:p="http://schemas.openxmlformats.org/presentationml/2006/main">
  <p:tag name="KSO_WM_BEAUTIFY_FLAG" val=""/>
</p:tagLst>
</file>

<file path=ppt/tags/tag853.xml><?xml version="1.0" encoding="utf-8"?>
<p:tagLst xmlns:p="http://schemas.openxmlformats.org/presentationml/2006/main">
  <p:tag name="KSO_WM_BEAUTIFY_FLAG" val=""/>
</p:tagLst>
</file>

<file path=ppt/tags/tag854.xml><?xml version="1.0" encoding="utf-8"?>
<p:tagLst xmlns:p="http://schemas.openxmlformats.org/presentationml/2006/main">
  <p:tag name="KSO_WM_BEAUTIFY_FLAG" val=""/>
</p:tagLst>
</file>

<file path=ppt/tags/tag855.xml><?xml version="1.0" encoding="utf-8"?>
<p:tagLst xmlns:p="http://schemas.openxmlformats.org/presentationml/2006/main">
  <p:tag name="KSO_WM_BEAUTIFY_FLAG" val=""/>
</p:tagLst>
</file>

<file path=ppt/tags/tag856.xml><?xml version="1.0" encoding="utf-8"?>
<p:tagLst xmlns:p="http://schemas.openxmlformats.org/presentationml/2006/main">
  <p:tag name="KSO_WM_BEAUTIFY_FLAG" val=""/>
</p:tagLst>
</file>

<file path=ppt/tags/tag857.xml><?xml version="1.0" encoding="utf-8"?>
<p:tagLst xmlns:p="http://schemas.openxmlformats.org/presentationml/2006/main">
  <p:tag name="KSO_WM_BEAUTIFY_FLAG" val=""/>
</p:tagLst>
</file>

<file path=ppt/tags/tag858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859.xml><?xml version="1.0" encoding="utf-8"?>
<p:tagLst xmlns:p="http://schemas.openxmlformats.org/presentationml/2006/main">
  <p:tag name="KSO_WM_BEAUTIFY_FLAG" val=""/>
</p:tagLst>
</file>

<file path=ppt/tags/tag860.xml><?xml version="1.0" encoding="utf-8"?>
<p:tagLst xmlns:p="http://schemas.openxmlformats.org/presentationml/2006/main">
  <p:tag name="KSO_WM_BEAUTIFY_FLAG" val=""/>
</p:tagLst>
</file>

<file path=ppt/tags/tag861.xml><?xml version="1.0" encoding="utf-8"?>
<p:tagLst xmlns:p="http://schemas.openxmlformats.org/presentationml/2006/main">
  <p:tag name="KSO_WM_BEAUTIFY_FLAG" val=""/>
</p:tagLst>
</file>

<file path=ppt/tags/tag862.xml><?xml version="1.0" encoding="utf-8"?>
<p:tagLst xmlns:p="http://schemas.openxmlformats.org/presentationml/2006/main">
  <p:tag name="KSO_WM_BEAUTIFY_FLAG" val=""/>
</p:tagLst>
</file>

<file path=ppt/tags/tag863.xml><?xml version="1.0" encoding="utf-8"?>
<p:tagLst xmlns:p="http://schemas.openxmlformats.org/presentationml/2006/main">
  <p:tag name="KSO_WM_BEAUTIFY_FLAG" val=""/>
</p:tagLst>
</file>

<file path=ppt/tags/tag864.xml><?xml version="1.0" encoding="utf-8"?>
<p:tagLst xmlns:p="http://schemas.openxmlformats.org/presentationml/2006/main">
  <p:tag name="KSO_WM_BEAUTIFY_FLAG" val=""/>
</p:tagLst>
</file>

<file path=ppt/tags/tag865.xml><?xml version="1.0" encoding="utf-8"?>
<p:tagLst xmlns:p="http://schemas.openxmlformats.org/presentationml/2006/main">
  <p:tag name="KSO_WM_BEAUTIFY_FLAG" val=""/>
</p:tagLst>
</file>

<file path=ppt/tags/tag866.xml><?xml version="1.0" encoding="utf-8"?>
<p:tagLst xmlns:p="http://schemas.openxmlformats.org/presentationml/2006/main">
  <p:tag name="KSO_WM_BEAUTIFY_FLAG" val=""/>
</p:tagLst>
</file>

<file path=ppt/tags/tag867.xml><?xml version="1.0" encoding="utf-8"?>
<p:tagLst xmlns:p="http://schemas.openxmlformats.org/presentationml/2006/main">
  <p:tag name="KSO_WM_BEAUTIFY_FLAG" val=""/>
</p:tagLst>
</file>

<file path=ppt/tags/tag868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869.xml><?xml version="1.0" encoding="utf-8"?>
<p:tagLst xmlns:p="http://schemas.openxmlformats.org/presentationml/2006/main">
  <p:tag name="KSO_WM_BEAUTIFY_FLAG" val=""/>
</p:tagLst>
</file>

<file path=ppt/tags/tag870.xml><?xml version="1.0" encoding="utf-8"?>
<p:tagLst xmlns:p="http://schemas.openxmlformats.org/presentationml/2006/main">
  <p:tag name="KSO_WM_BEAUTIFY_FLAG" val=""/>
</p:tagLst>
</file>

<file path=ppt/tags/tag871.xml><?xml version="1.0" encoding="utf-8"?>
<p:tagLst xmlns:p="http://schemas.openxmlformats.org/presentationml/2006/main">
  <p:tag name="KSO_WM_BEAUTIFY_FLAG" val=""/>
</p:tagLst>
</file>

<file path=ppt/tags/tag872.xml><?xml version="1.0" encoding="utf-8"?>
<p:tagLst xmlns:p="http://schemas.openxmlformats.org/presentationml/2006/main">
  <p:tag name="KSO_WM_BEAUTIFY_FLAG" val=""/>
</p:tagLst>
</file>

<file path=ppt/tags/tag873.xml><?xml version="1.0" encoding="utf-8"?>
<p:tagLst xmlns:p="http://schemas.openxmlformats.org/presentationml/2006/main">
  <p:tag name="KSO_WM_BEAUTIFY_FLAG" val=""/>
</p:tagLst>
</file>

<file path=ppt/tags/tag874.xml><?xml version="1.0" encoding="utf-8"?>
<p:tagLst xmlns:p="http://schemas.openxmlformats.org/presentationml/2006/main">
  <p:tag name="KSO_WM_BEAUTIFY_FLAG" val=""/>
</p:tagLst>
</file>

<file path=ppt/tags/tag875.xml><?xml version="1.0" encoding="utf-8"?>
<p:tagLst xmlns:p="http://schemas.openxmlformats.org/presentationml/2006/main">
  <p:tag name="KSO_WM_BEAUTIFY_FLAG" val=""/>
</p:tagLst>
</file>

<file path=ppt/tags/tag876.xml><?xml version="1.0" encoding="utf-8"?>
<p:tagLst xmlns:p="http://schemas.openxmlformats.org/presentationml/2006/main">
  <p:tag name="KSO_WM_BEAUTIFY_FLAG" val=""/>
</p:tagLst>
</file>

<file path=ppt/tags/tag877.xml><?xml version="1.0" encoding="utf-8"?>
<p:tagLst xmlns:p="http://schemas.openxmlformats.org/presentationml/2006/main">
  <p:tag name="KSO_WM_BEAUTIFY_FLAG" val=""/>
</p:tagLst>
</file>

<file path=ppt/tags/tag878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879.xml><?xml version="1.0" encoding="utf-8"?>
<p:tagLst xmlns:p="http://schemas.openxmlformats.org/presentationml/2006/main">
  <p:tag name="KSO_WM_BEAUTIFY_FLAG" val=""/>
</p:tagLst>
</file>

<file path=ppt/tags/tag880.xml><?xml version="1.0" encoding="utf-8"?>
<p:tagLst xmlns:p="http://schemas.openxmlformats.org/presentationml/2006/main">
  <p:tag name="KSO_WM_BEAUTIFY_FLAG" val=""/>
</p:tagLst>
</file>

<file path=ppt/tags/tag881.xml><?xml version="1.0" encoding="utf-8"?>
<p:tagLst xmlns:p="http://schemas.openxmlformats.org/presentationml/2006/main">
  <p:tag name="KSO_WM_BEAUTIFY_FLAG" val=""/>
</p:tagLst>
</file>

<file path=ppt/tags/tag882.xml><?xml version="1.0" encoding="utf-8"?>
<p:tagLst xmlns:p="http://schemas.openxmlformats.org/presentationml/2006/main">
  <p:tag name="KSO_WM_BEAUTIFY_FLAG" val=""/>
</p:tagLst>
</file>

<file path=ppt/tags/tag883.xml><?xml version="1.0" encoding="utf-8"?>
<p:tagLst xmlns:p="http://schemas.openxmlformats.org/presentationml/2006/main">
  <p:tag name="KSO_WM_BEAUTIFY_FLAG" val=""/>
</p:tagLst>
</file>

<file path=ppt/tags/tag884.xml><?xml version="1.0" encoding="utf-8"?>
<p:tagLst xmlns:p="http://schemas.openxmlformats.org/presentationml/2006/main">
  <p:tag name="KSO_WM_BEAUTIFY_FLAG" val=""/>
</p:tagLst>
</file>

<file path=ppt/tags/tag885.xml><?xml version="1.0" encoding="utf-8"?>
<p:tagLst xmlns:p="http://schemas.openxmlformats.org/presentationml/2006/main">
  <p:tag name="KSO_WM_BEAUTIFY_FLAG" val=""/>
</p:tagLst>
</file>

<file path=ppt/tags/tag886.xml><?xml version="1.0" encoding="utf-8"?>
<p:tagLst xmlns:p="http://schemas.openxmlformats.org/presentationml/2006/main">
  <p:tag name="KSO_WM_BEAUTIFY_FLAG" val=""/>
</p:tagLst>
</file>

<file path=ppt/tags/tag887.xml><?xml version="1.0" encoding="utf-8"?>
<p:tagLst xmlns:p="http://schemas.openxmlformats.org/presentationml/2006/main">
  <p:tag name="KSO_WM_BEAUTIFY_FLAG" val=""/>
</p:tagLst>
</file>

<file path=ppt/tags/tag888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889.xml><?xml version="1.0" encoding="utf-8"?>
<p:tagLst xmlns:p="http://schemas.openxmlformats.org/presentationml/2006/main">
  <p:tag name="KSO_WM_BEAUTIFY_FLAG" val=""/>
</p:tagLst>
</file>

<file path=ppt/tags/tag890.xml><?xml version="1.0" encoding="utf-8"?>
<p:tagLst xmlns:p="http://schemas.openxmlformats.org/presentationml/2006/main">
  <p:tag name="KSO_WM_BEAUTIFY_FLAG" val=""/>
</p:tagLst>
</file>

<file path=ppt/tags/tag891.xml><?xml version="1.0" encoding="utf-8"?>
<p:tagLst xmlns:p="http://schemas.openxmlformats.org/presentationml/2006/main">
  <p:tag name="KSO_WM_BEAUTIFY_FLAG" val=""/>
</p:tagLst>
</file>

<file path=ppt/tags/tag892.xml><?xml version="1.0" encoding="utf-8"?>
<p:tagLst xmlns:p="http://schemas.openxmlformats.org/presentationml/2006/main">
  <p:tag name="KSO_WM_BEAUTIFY_FLAG" val=""/>
</p:tagLst>
</file>

<file path=ppt/tags/tag893.xml><?xml version="1.0" encoding="utf-8"?>
<p:tagLst xmlns:p="http://schemas.openxmlformats.org/presentationml/2006/main">
  <p:tag name="KSO_WM_BEAUTIFY_FLAG" val=""/>
</p:tagLst>
</file>

<file path=ppt/tags/tag894.xml><?xml version="1.0" encoding="utf-8"?>
<p:tagLst xmlns:p="http://schemas.openxmlformats.org/presentationml/2006/main">
  <p:tag name="KSO_WM_BEAUTIFY_FLAG" val=""/>
</p:tagLst>
</file>

<file path=ppt/tags/tag895.xml><?xml version="1.0" encoding="utf-8"?>
<p:tagLst xmlns:p="http://schemas.openxmlformats.org/presentationml/2006/main">
  <p:tag name="KSO_WM_BEAUTIFY_FLAG" val=""/>
</p:tagLst>
</file>

<file path=ppt/tags/tag896.xml><?xml version="1.0" encoding="utf-8"?>
<p:tagLst xmlns:p="http://schemas.openxmlformats.org/presentationml/2006/main">
  <p:tag name="KSO_WM_BEAUTIFY_FLAG" val=""/>
</p:tagLst>
</file>

<file path=ppt/tags/tag897.xml><?xml version="1.0" encoding="utf-8"?>
<p:tagLst xmlns:p="http://schemas.openxmlformats.org/presentationml/2006/main">
  <p:tag name="KSO_WM_BEAUTIFY_FLAG" val=""/>
</p:tagLst>
</file>

<file path=ppt/tags/tag898.xml><?xml version="1.0" encoding="utf-8"?>
<p:tagLst xmlns:p="http://schemas.openxmlformats.org/presentationml/2006/main">
  <p:tag name="KSO_WM_BEAUTIFY_FLAG" val=""/>
</p:tagLst>
</file>

<file path=ppt/tags/tag899.xml><?xml version="1.0" encoding="utf-8"?>
<p:tagLst xmlns:p="http://schemas.openxmlformats.org/presentationml/2006/main">
  <p:tag name="KSO_WM_BEAUTIFY_FLAG" val=""/>
</p:tagLst>
</file>

<file path=ppt/tags/tag900.xml><?xml version="1.0" encoding="utf-8"?>
<p:tagLst xmlns:p="http://schemas.openxmlformats.org/presentationml/2006/main">
  <p:tag name="KSO_WM_BEAUTIFY_FLAG" val=""/>
</p:tagLst>
</file>

<file path=ppt/tags/tag901.xml><?xml version="1.0" encoding="utf-8"?>
<p:tagLst xmlns:p="http://schemas.openxmlformats.org/presentationml/2006/main">
  <p:tag name="KSO_WM_BEAUTIFY_FLAG" val=""/>
</p:tagLst>
</file>

<file path=ppt/tags/tag902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903.xml><?xml version="1.0" encoding="utf-8"?>
<p:tagLst xmlns:p="http://schemas.openxmlformats.org/presentationml/2006/main">
  <p:tag name="KSO_WM_BEAUTIFY_FLAG" val=""/>
</p:tagLst>
</file>

<file path=ppt/tags/tag904.xml><?xml version="1.0" encoding="utf-8"?>
<p:tagLst xmlns:p="http://schemas.openxmlformats.org/presentationml/2006/main">
  <p:tag name="KSO_WM_BEAUTIFY_FLAG" val=""/>
</p:tagLst>
</file>

<file path=ppt/tags/tag905.xml><?xml version="1.0" encoding="utf-8"?>
<p:tagLst xmlns:p="http://schemas.openxmlformats.org/presentationml/2006/main">
  <p:tag name="KSO_WM_BEAUTIFY_FLAG" val=""/>
</p:tagLst>
</file>

<file path=ppt/tags/tag906.xml><?xml version="1.0" encoding="utf-8"?>
<p:tagLst xmlns:p="http://schemas.openxmlformats.org/presentationml/2006/main">
  <p:tag name="KSO_WM_BEAUTIFY_FLAG" val=""/>
</p:tagLst>
</file>

<file path=ppt/tags/tag907.xml><?xml version="1.0" encoding="utf-8"?>
<p:tagLst xmlns:p="http://schemas.openxmlformats.org/presentationml/2006/main">
  <p:tag name="KSO_WM_BEAUTIFY_FLAG" val=""/>
</p:tagLst>
</file>

<file path=ppt/tags/tag908.xml><?xml version="1.0" encoding="utf-8"?>
<p:tagLst xmlns:p="http://schemas.openxmlformats.org/presentationml/2006/main">
  <p:tag name="KSO_WM_BEAUTIFY_FLAG" val=""/>
</p:tagLst>
</file>

<file path=ppt/tags/tag909.xml><?xml version="1.0" encoding="utf-8"?>
<p:tagLst xmlns:p="http://schemas.openxmlformats.org/presentationml/2006/main">
  <p:tag name="KSO_WM_BEAUTIFY_FLAG" val=""/>
</p:tagLst>
</file>

<file path=ppt/tags/tag910.xml><?xml version="1.0" encoding="utf-8"?>
<p:tagLst xmlns:p="http://schemas.openxmlformats.org/presentationml/2006/main">
  <p:tag name="KSO_WM_BEAUTIFY_FLAG" val=""/>
</p:tagLst>
</file>

<file path=ppt/tags/tag911.xml><?xml version="1.0" encoding="utf-8"?>
<p:tagLst xmlns:p="http://schemas.openxmlformats.org/presentationml/2006/main">
  <p:tag name="KSO_WM_BEAUTIFY_FLAG" val=""/>
</p:tagLst>
</file>

<file path=ppt/tags/tag912.xml><?xml version="1.0" encoding="utf-8"?>
<p:tagLst xmlns:p="http://schemas.openxmlformats.org/presentationml/2006/main">
  <p:tag name="KSO_WM_BEAUTIFY_FLAG" val=""/>
</p:tagLst>
</file>

<file path=ppt/tags/tag913.xml><?xml version="1.0" encoding="utf-8"?>
<p:tagLst xmlns:p="http://schemas.openxmlformats.org/presentationml/2006/main">
  <p:tag name="KSO_WM_BEAUTIFY_FLAG" val=""/>
</p:tagLst>
</file>

<file path=ppt/tags/tag914.xml><?xml version="1.0" encoding="utf-8"?>
<p:tagLst xmlns:p="http://schemas.openxmlformats.org/presentationml/2006/main">
  <p:tag name="KSO_WM_BEAUTIFY_FLAG" val=""/>
</p:tagLst>
</file>

<file path=ppt/tags/tag915.xml><?xml version="1.0" encoding="utf-8"?>
<p:tagLst xmlns:p="http://schemas.openxmlformats.org/presentationml/2006/main">
  <p:tag name="KSO_WM_BEAUTIFY_FLAG" val=""/>
</p:tagLst>
</file>

<file path=ppt/tags/tag916.xml><?xml version="1.0" encoding="utf-8"?>
<p:tagLst xmlns:p="http://schemas.openxmlformats.org/presentationml/2006/main">
  <p:tag name="KSO_WM_BEAUTIFY_FLAG" val=""/>
</p:tagLst>
</file>

<file path=ppt/tags/tag917.xml><?xml version="1.0" encoding="utf-8"?>
<p:tagLst xmlns:p="http://schemas.openxmlformats.org/presentationml/2006/main">
  <p:tag name="KSO_WM_BEAUTIFY_FLAG" val=""/>
</p:tagLst>
</file>

<file path=ppt/tags/tag918.xml><?xml version="1.0" encoding="utf-8"?>
<p:tagLst xmlns:p="http://schemas.openxmlformats.org/presentationml/2006/main">
  <p:tag name="KSO_WM_BEAUTIFY_FLAG" val=""/>
</p:tagLst>
</file>

<file path=ppt/tags/tag919.xml><?xml version="1.0" encoding="utf-8"?>
<p:tagLst xmlns:p="http://schemas.openxmlformats.org/presentationml/2006/main">
  <p:tag name="KSO_WM_BEAUTIFY_FLAG" val=""/>
</p:tagLst>
</file>

<file path=ppt/tags/tag920.xml><?xml version="1.0" encoding="utf-8"?>
<p:tagLst xmlns:p="http://schemas.openxmlformats.org/presentationml/2006/main">
  <p:tag name="KSO_WM_BEAUTIFY_FLAG" val=""/>
</p:tagLst>
</file>

<file path=ppt/tags/tag921.xml><?xml version="1.0" encoding="utf-8"?>
<p:tagLst xmlns:p="http://schemas.openxmlformats.org/presentationml/2006/main">
  <p:tag name="TABLE_ENDDRAG_ORIGIN_RECT" val="306*290"/>
  <p:tag name="TABLE_ENDDRAG_RECT" val="95*182*306*290"/>
</p:tagLst>
</file>

<file path=ppt/tags/tag922.xml><?xml version="1.0" encoding="utf-8"?>
<p:tagLst xmlns:p="http://schemas.openxmlformats.org/presentationml/2006/main">
  <p:tag name="KSO_WM_BEAUTIFY_FLAG" val=""/>
</p:tagLst>
</file>

<file path=ppt/tags/tag923.xml><?xml version="1.0" encoding="utf-8"?>
<p:tagLst xmlns:p="http://schemas.openxmlformats.org/presentationml/2006/main">
  <p:tag name="KSO_WM_BEAUTIFY_FLAG" val=""/>
</p:tagLst>
</file>

<file path=ppt/tags/tag924.xml><?xml version="1.0" encoding="utf-8"?>
<p:tagLst xmlns:p="http://schemas.openxmlformats.org/presentationml/2006/main">
  <p:tag name="KSO_WM_BEAUTIFY_FLAG" val=""/>
</p:tagLst>
</file>

<file path=ppt/tags/tag925.xml><?xml version="1.0" encoding="utf-8"?>
<p:tagLst xmlns:p="http://schemas.openxmlformats.org/presentationml/2006/main">
  <p:tag name="KSO_WM_BEAUTIFY_FLAG" val=""/>
</p:tagLst>
</file>

<file path=ppt/tags/tag926.xml><?xml version="1.0" encoding="utf-8"?>
<p:tagLst xmlns:p="http://schemas.openxmlformats.org/presentationml/2006/main">
  <p:tag name="KSO_WM_BEAUTIFY_FLAG" val=""/>
</p:tagLst>
</file>

<file path=ppt/tags/tag927.xml><?xml version="1.0" encoding="utf-8"?>
<p:tagLst xmlns:p="http://schemas.openxmlformats.org/presentationml/2006/main">
  <p:tag name="KSO_WM_BEAUTIFY_FLAG" val=""/>
</p:tagLst>
</file>

<file path=ppt/tags/tag928.xml><?xml version="1.0" encoding="utf-8"?>
<p:tagLst xmlns:p="http://schemas.openxmlformats.org/presentationml/2006/main">
  <p:tag name="KSO_WM_BEAUTIFY_FLAG" val=""/>
</p:tagLst>
</file>

<file path=ppt/tags/tag929.xml><?xml version="1.0" encoding="utf-8"?>
<p:tagLst xmlns:p="http://schemas.openxmlformats.org/presentationml/2006/main">
  <p:tag name="KSO_WM_BEAUTIFY_FLAG" val=""/>
</p:tagLst>
</file>

<file path=ppt/tags/tag930.xml><?xml version="1.0" encoding="utf-8"?>
<p:tagLst xmlns:p="http://schemas.openxmlformats.org/presentationml/2006/main">
  <p:tag name="KSO_WM_BEAUTIFY_FLAG" val=""/>
</p:tagLst>
</file>

<file path=ppt/tags/tag931.xml><?xml version="1.0" encoding="utf-8"?>
<p:tagLst xmlns:p="http://schemas.openxmlformats.org/presentationml/2006/main">
  <p:tag name="KSO_WM_BEAUTIFY_FLAG" val=""/>
</p:tagLst>
</file>

<file path=ppt/tags/tag932.xml><?xml version="1.0" encoding="utf-8"?>
<p:tagLst xmlns:p="http://schemas.openxmlformats.org/presentationml/2006/main">
  <p:tag name="KSO_WM_BEAUTIFY_FLAG" val=""/>
</p:tagLst>
</file>

<file path=ppt/tags/tag933.xml><?xml version="1.0" encoding="utf-8"?>
<p:tagLst xmlns:p="http://schemas.openxmlformats.org/presentationml/2006/main">
  <p:tag name="KSO_WM_BEAUTIFY_FLAG" val=""/>
</p:tagLst>
</file>

<file path=ppt/tags/tag934.xml><?xml version="1.0" encoding="utf-8"?>
<p:tagLst xmlns:p="http://schemas.openxmlformats.org/presentationml/2006/main">
  <p:tag name="KSO_WM_BEAUTIFY_FLAG" val=""/>
</p:tagLst>
</file>

<file path=ppt/tags/tag935.xml><?xml version="1.0" encoding="utf-8"?>
<p:tagLst xmlns:p="http://schemas.openxmlformats.org/presentationml/2006/main">
  <p:tag name="KSO_WM_BEAUTIFY_FLAG" val=""/>
</p:tagLst>
</file>

<file path=ppt/tags/tag936.xml><?xml version="1.0" encoding="utf-8"?>
<p:tagLst xmlns:p="http://schemas.openxmlformats.org/presentationml/2006/main">
  <p:tag name="KSO_WM_BEAUTIFY_FLAG" val=""/>
</p:tagLst>
</file>

<file path=ppt/tags/tag937.xml><?xml version="1.0" encoding="utf-8"?>
<p:tagLst xmlns:p="http://schemas.openxmlformats.org/presentationml/2006/main">
  <p:tag name="KSO_WM_BEAUTIFY_FLAG" val=""/>
</p:tagLst>
</file>

<file path=ppt/tags/tag938.xml><?xml version="1.0" encoding="utf-8"?>
<p:tagLst xmlns:p="http://schemas.openxmlformats.org/presentationml/2006/main">
  <p:tag name="commondata" val="eyJoZGlkIjoiYjk3NjIzYTJjYjk1YjQ4YjNmMGE0MzI2NmRlM2Y1NG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18360</Words>
  <Application>WPS 演示</Application>
  <PresentationFormat>宽屏</PresentationFormat>
  <Paragraphs>3929</Paragraphs>
  <Slides>77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180</vt:i4>
      </vt:variant>
      <vt:variant>
        <vt:lpstr>幻灯片标题</vt:lpstr>
      </vt:variant>
      <vt:variant>
        <vt:i4>77</vt:i4>
      </vt:variant>
    </vt:vector>
  </HeadingPairs>
  <TitlesOfParts>
    <vt:vector size="269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Consolas</vt:lpstr>
      <vt:lpstr>黑体</vt:lpstr>
      <vt:lpstr>Symbol</vt:lpstr>
      <vt:lpstr>Times New Roman</vt:lpstr>
      <vt:lpstr>WPS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林志明</dc:creator>
  <cp:lastModifiedBy>林志明</cp:lastModifiedBy>
  <cp:revision>1342</cp:revision>
  <dcterms:created xsi:type="dcterms:W3CDTF">2023-08-09T12:44:00Z</dcterms:created>
  <dcterms:modified xsi:type="dcterms:W3CDTF">2024-04-27T03:30:36Z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