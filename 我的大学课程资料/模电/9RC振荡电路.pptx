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tmp" ContentType="image/png"/>
  <Default Extension="wmf" ContentType="image/x-wmf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wav" ContentType="audio/x-wav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1" r:id="rId1"/>
  </p:sldMasterIdLst>
  <p:notesMasterIdLst>
    <p:notesMasterId r:id="rId65"/>
  </p:notesMasterIdLst>
  <p:sldIdLst>
    <p:sldId id="256" r:id="rId2"/>
    <p:sldId id="257" r:id="rId3"/>
    <p:sldId id="258" r:id="rId4"/>
    <p:sldId id="302" r:id="rId5"/>
    <p:sldId id="317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6" r:id="rId21"/>
    <p:sldId id="277" r:id="rId22"/>
    <p:sldId id="320" r:id="rId23"/>
    <p:sldId id="321" r:id="rId24"/>
    <p:sldId id="322" r:id="rId25"/>
    <p:sldId id="323" r:id="rId26"/>
    <p:sldId id="278" r:id="rId27"/>
    <p:sldId id="324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318" r:id="rId38"/>
    <p:sldId id="325" r:id="rId39"/>
    <p:sldId id="326" r:id="rId40"/>
    <p:sldId id="349" r:id="rId41"/>
    <p:sldId id="350" r:id="rId42"/>
    <p:sldId id="351" r:id="rId43"/>
    <p:sldId id="327" r:id="rId44"/>
    <p:sldId id="328" r:id="rId45"/>
    <p:sldId id="329" r:id="rId46"/>
    <p:sldId id="330" r:id="rId47"/>
    <p:sldId id="332" r:id="rId48"/>
    <p:sldId id="333" r:id="rId49"/>
    <p:sldId id="352" r:id="rId50"/>
    <p:sldId id="334" r:id="rId51"/>
    <p:sldId id="335" r:id="rId52"/>
    <p:sldId id="336" r:id="rId53"/>
    <p:sldId id="337" r:id="rId54"/>
    <p:sldId id="338" r:id="rId55"/>
    <p:sldId id="339" r:id="rId56"/>
    <p:sldId id="340" r:id="rId57"/>
    <p:sldId id="353" r:id="rId58"/>
    <p:sldId id="354" r:id="rId59"/>
    <p:sldId id="342" r:id="rId60"/>
    <p:sldId id="343" r:id="rId61"/>
    <p:sldId id="344" r:id="rId62"/>
    <p:sldId id="345" r:id="rId63"/>
    <p:sldId id="355" r:id="rId64"/>
  </p:sldIdLst>
  <p:sldSz cx="9144000" cy="6858000" type="screen4x3"/>
  <p:notesSz cx="6858000" cy="9144000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5" d="100"/>
          <a:sy n="95" d="100"/>
        </p:scale>
        <p:origin x="1090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presProps" Target="pres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drawings/_rels/vmlDrawing2.vml.rels><?xml version="1.0" encoding="UTF-8" standalone="yes"?>
<Relationships xmlns="http://schemas.openxmlformats.org/package/2006/relationships"><Relationship Id="rId8" Type="http://schemas.openxmlformats.org/officeDocument/2006/relationships/image" Target="../media/image8.wmf"/><Relationship Id="rId3" Type="http://schemas.openxmlformats.org/officeDocument/2006/relationships/image" Target="../media/image3.wmf"/><Relationship Id="rId7" Type="http://schemas.openxmlformats.org/officeDocument/2006/relationships/image" Target="../media/image7.wmf"/><Relationship Id="rId2" Type="http://schemas.openxmlformats.org/officeDocument/2006/relationships/image" Target="../media/image2.wmf"/><Relationship Id="rId1" Type="http://schemas.openxmlformats.org/officeDocument/2006/relationships/image" Target="../media/image1.png"/><Relationship Id="rId6" Type="http://schemas.openxmlformats.org/officeDocument/2006/relationships/image" Target="../media/image6.wmf"/><Relationship Id="rId5" Type="http://schemas.openxmlformats.org/officeDocument/2006/relationships/image" Target="../media/image5.wmf"/><Relationship Id="rId4" Type="http://schemas.openxmlformats.org/officeDocument/2006/relationships/image" Target="../media/image4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drawings/_rels/vmlDrawing4.vml.rels><?xml version="1.0" encoding="UTF-8" standalone="yes"?>
<Relationships xmlns="http://schemas.openxmlformats.org/package/2006/relationships"><Relationship Id="rId2" Type="http://schemas.openxmlformats.org/officeDocument/2006/relationships/image" Target="../media/image17.wmf"/><Relationship Id="rId1" Type="http://schemas.openxmlformats.org/officeDocument/2006/relationships/image" Target="../media/image16.w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20.png"/></Relationships>
</file>

<file path=ppt/drawings/_rels/vmlDrawing6.vml.rels><?xml version="1.0" encoding="UTF-8" standalone="yes"?>
<Relationships xmlns="http://schemas.openxmlformats.org/package/2006/relationships"><Relationship Id="rId3" Type="http://schemas.openxmlformats.org/officeDocument/2006/relationships/image" Target="../media/image22.wmf"/><Relationship Id="rId2" Type="http://schemas.openxmlformats.org/officeDocument/2006/relationships/image" Target="../media/image21.wmf"/><Relationship Id="rId1" Type="http://schemas.openxmlformats.org/officeDocument/2006/relationships/image" Target="../media/image1.png"/><Relationship Id="rId5" Type="http://schemas.openxmlformats.org/officeDocument/2006/relationships/image" Target="../media/image24.wmf"/><Relationship Id="rId4" Type="http://schemas.openxmlformats.org/officeDocument/2006/relationships/image" Target="../media/image23.w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drawings/_rels/vmlDrawing9.vml.rels><?xml version="1.0" encoding="UTF-8" standalone="yes"?>
<Relationships xmlns="http://schemas.openxmlformats.org/package/2006/relationships"><Relationship Id="rId8" Type="http://schemas.openxmlformats.org/officeDocument/2006/relationships/image" Target="../media/image34.wmf"/><Relationship Id="rId3" Type="http://schemas.openxmlformats.org/officeDocument/2006/relationships/image" Target="../media/image29.wmf"/><Relationship Id="rId7" Type="http://schemas.openxmlformats.org/officeDocument/2006/relationships/image" Target="../media/image33.wmf"/><Relationship Id="rId2" Type="http://schemas.openxmlformats.org/officeDocument/2006/relationships/image" Target="../media/image28.wmf"/><Relationship Id="rId1" Type="http://schemas.openxmlformats.org/officeDocument/2006/relationships/image" Target="../media/image1.png"/><Relationship Id="rId6" Type="http://schemas.openxmlformats.org/officeDocument/2006/relationships/image" Target="../media/image32.wmf"/><Relationship Id="rId5" Type="http://schemas.openxmlformats.org/officeDocument/2006/relationships/image" Target="../media/image31.wmf"/><Relationship Id="rId4" Type="http://schemas.openxmlformats.org/officeDocument/2006/relationships/image" Target="../media/image30.wmf"/><Relationship Id="rId9" Type="http://schemas.openxmlformats.org/officeDocument/2006/relationships/image" Target="../media/image35.wmf"/></Relationships>
</file>

<file path=ppt/drawings/_rels/vmlDrawing10.vml.rels><?xml version="1.0" encoding="UTF-8" standalone="yes"?>
<Relationships xmlns="http://schemas.openxmlformats.org/package/2006/relationships"><Relationship Id="rId8" Type="http://schemas.openxmlformats.org/officeDocument/2006/relationships/image" Target="../media/image41.wmf"/><Relationship Id="rId3" Type="http://schemas.openxmlformats.org/officeDocument/2006/relationships/image" Target="../media/image38.wmf"/><Relationship Id="rId7" Type="http://schemas.openxmlformats.org/officeDocument/2006/relationships/image" Target="../media/image40.wmf"/><Relationship Id="rId2" Type="http://schemas.openxmlformats.org/officeDocument/2006/relationships/image" Target="../media/image37.wmf"/><Relationship Id="rId1" Type="http://schemas.openxmlformats.org/officeDocument/2006/relationships/image" Target="../media/image1.png"/><Relationship Id="rId6" Type="http://schemas.openxmlformats.org/officeDocument/2006/relationships/image" Target="../media/image39.wmf"/><Relationship Id="rId5" Type="http://schemas.openxmlformats.org/officeDocument/2006/relationships/image" Target="../media/image35.wmf"/><Relationship Id="rId4" Type="http://schemas.openxmlformats.org/officeDocument/2006/relationships/image" Target="../media/image34.wmf"/></Relationships>
</file>

<file path=ppt/drawings/_rels/vmlDrawing11.vml.rels><?xml version="1.0" encoding="UTF-8" standalone="yes"?>
<Relationships xmlns="http://schemas.openxmlformats.org/package/2006/relationships"><Relationship Id="rId3" Type="http://schemas.openxmlformats.org/officeDocument/2006/relationships/image" Target="../media/image43.wmf"/><Relationship Id="rId2" Type="http://schemas.openxmlformats.org/officeDocument/2006/relationships/image" Target="../media/image42.wmf"/><Relationship Id="rId1" Type="http://schemas.openxmlformats.org/officeDocument/2006/relationships/image" Target="../media/image1.png"/><Relationship Id="rId4" Type="http://schemas.openxmlformats.org/officeDocument/2006/relationships/image" Target="../media/image44.wmf"/></Relationships>
</file>

<file path=ppt/drawings/_rels/vmlDrawing12.vml.rels><?xml version="1.0" encoding="UTF-8" standalone="yes"?>
<Relationships xmlns="http://schemas.openxmlformats.org/package/2006/relationships"><Relationship Id="rId2" Type="http://schemas.openxmlformats.org/officeDocument/2006/relationships/image" Target="../media/image43.wmf"/><Relationship Id="rId1" Type="http://schemas.openxmlformats.org/officeDocument/2006/relationships/image" Target="../media/image1.png"/></Relationships>
</file>

<file path=ppt/drawings/_rels/vmlDrawing13.vml.rels><?xml version="1.0" encoding="UTF-8" standalone="yes"?>
<Relationships xmlns="http://schemas.openxmlformats.org/package/2006/relationships"><Relationship Id="rId2" Type="http://schemas.openxmlformats.org/officeDocument/2006/relationships/image" Target="../media/image46.wmf"/><Relationship Id="rId1" Type="http://schemas.openxmlformats.org/officeDocument/2006/relationships/image" Target="../media/image1.png"/></Relationships>
</file>

<file path=ppt/drawings/_rels/vmlDrawing14.vml.rels><?xml version="1.0" encoding="UTF-8" standalone="yes"?>
<Relationships xmlns="http://schemas.openxmlformats.org/package/2006/relationships"><Relationship Id="rId3" Type="http://schemas.openxmlformats.org/officeDocument/2006/relationships/image" Target="../media/image49.wmf"/><Relationship Id="rId2" Type="http://schemas.openxmlformats.org/officeDocument/2006/relationships/image" Target="../media/image48.wmf"/><Relationship Id="rId1" Type="http://schemas.openxmlformats.org/officeDocument/2006/relationships/image" Target="../media/image1.png"/></Relationships>
</file>

<file path=ppt/drawings/_rels/vmlDrawing15.vml.rels><?xml version="1.0" encoding="UTF-8" standalone="yes"?>
<Relationships xmlns="http://schemas.openxmlformats.org/package/2006/relationships"><Relationship Id="rId2" Type="http://schemas.openxmlformats.org/officeDocument/2006/relationships/image" Target="../media/image51.wmf"/><Relationship Id="rId1" Type="http://schemas.openxmlformats.org/officeDocument/2006/relationships/image" Target="../media/image1.png"/></Relationships>
</file>

<file path=ppt/drawings/_rels/vmlDrawing16.vml.rels><?xml version="1.0" encoding="UTF-8" standalone="yes"?>
<Relationships xmlns="http://schemas.openxmlformats.org/package/2006/relationships"><Relationship Id="rId3" Type="http://schemas.openxmlformats.org/officeDocument/2006/relationships/image" Target="../media/image54.wmf"/><Relationship Id="rId2" Type="http://schemas.openxmlformats.org/officeDocument/2006/relationships/image" Target="../media/image53.wmf"/><Relationship Id="rId1" Type="http://schemas.openxmlformats.org/officeDocument/2006/relationships/image" Target="../media/image1.png"/><Relationship Id="rId4" Type="http://schemas.openxmlformats.org/officeDocument/2006/relationships/image" Target="../media/image55.wmf"/></Relationships>
</file>

<file path=ppt/drawings/_rels/vmlDrawing17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drawings/_rels/vmlDrawing18.vml.rels><?xml version="1.0" encoding="UTF-8" standalone="yes"?>
<Relationships xmlns="http://schemas.openxmlformats.org/package/2006/relationships"><Relationship Id="rId3" Type="http://schemas.openxmlformats.org/officeDocument/2006/relationships/image" Target="../media/image60.wmf"/><Relationship Id="rId2" Type="http://schemas.openxmlformats.org/officeDocument/2006/relationships/image" Target="../media/image59.wmf"/><Relationship Id="rId1" Type="http://schemas.openxmlformats.org/officeDocument/2006/relationships/image" Target="../media/image1.png"/><Relationship Id="rId6" Type="http://schemas.openxmlformats.org/officeDocument/2006/relationships/image" Target="../media/image62.wmf"/><Relationship Id="rId5" Type="http://schemas.openxmlformats.org/officeDocument/2006/relationships/image" Target="../media/image39.wmf"/><Relationship Id="rId4" Type="http://schemas.openxmlformats.org/officeDocument/2006/relationships/image" Target="../media/image61.wmf"/></Relationships>
</file>

<file path=ppt/drawings/_rels/vmlDrawing19.vml.rels><?xml version="1.0" encoding="UTF-8" standalone="yes"?>
<Relationships xmlns="http://schemas.openxmlformats.org/package/2006/relationships"><Relationship Id="rId2" Type="http://schemas.openxmlformats.org/officeDocument/2006/relationships/image" Target="../media/image65.wmf"/><Relationship Id="rId1" Type="http://schemas.openxmlformats.org/officeDocument/2006/relationships/image" Target="../media/image1.png"/></Relationships>
</file>

<file path=ppt/drawings/_rels/vmlDrawing20.vml.rels><?xml version="1.0" encoding="UTF-8" standalone="yes"?>
<Relationships xmlns="http://schemas.openxmlformats.org/package/2006/relationships"><Relationship Id="rId8" Type="http://schemas.openxmlformats.org/officeDocument/2006/relationships/image" Target="../media/image74.wmf"/><Relationship Id="rId3" Type="http://schemas.openxmlformats.org/officeDocument/2006/relationships/image" Target="../media/image69.wmf"/><Relationship Id="rId7" Type="http://schemas.openxmlformats.org/officeDocument/2006/relationships/image" Target="../media/image73.wmf"/><Relationship Id="rId2" Type="http://schemas.openxmlformats.org/officeDocument/2006/relationships/image" Target="../media/image68.wmf"/><Relationship Id="rId1" Type="http://schemas.openxmlformats.org/officeDocument/2006/relationships/image" Target="../media/image1.png"/><Relationship Id="rId6" Type="http://schemas.openxmlformats.org/officeDocument/2006/relationships/image" Target="../media/image72.wmf"/><Relationship Id="rId5" Type="http://schemas.openxmlformats.org/officeDocument/2006/relationships/image" Target="../media/image71.wmf"/><Relationship Id="rId4" Type="http://schemas.openxmlformats.org/officeDocument/2006/relationships/image" Target="../media/image70.wmf"/><Relationship Id="rId9" Type="http://schemas.openxmlformats.org/officeDocument/2006/relationships/image" Target="../media/image75.wmf"/></Relationships>
</file>

<file path=ppt/drawings/_rels/vmlDrawing21.vml.rels><?xml version="1.0" encoding="UTF-8" standalone="yes"?>
<Relationships xmlns="http://schemas.openxmlformats.org/package/2006/relationships"><Relationship Id="rId3" Type="http://schemas.openxmlformats.org/officeDocument/2006/relationships/image" Target="../media/image79.wmf"/><Relationship Id="rId2" Type="http://schemas.openxmlformats.org/officeDocument/2006/relationships/image" Target="../media/image78.wmf"/><Relationship Id="rId1" Type="http://schemas.openxmlformats.org/officeDocument/2006/relationships/image" Target="../media/image1.png"/><Relationship Id="rId5" Type="http://schemas.openxmlformats.org/officeDocument/2006/relationships/image" Target="../media/image81.wmf"/><Relationship Id="rId4" Type="http://schemas.openxmlformats.org/officeDocument/2006/relationships/image" Target="../media/image80.wmf"/></Relationships>
</file>

<file path=ppt/drawings/_rels/vmlDrawing2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drawings/_rels/vmlDrawing2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drawings/_rels/vmlDrawing2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drawings/_rels/vmlDrawing25.vml.rels><?xml version="1.0" encoding="UTF-8" standalone="yes"?>
<Relationships xmlns="http://schemas.openxmlformats.org/package/2006/relationships"><Relationship Id="rId8" Type="http://schemas.openxmlformats.org/officeDocument/2006/relationships/image" Target="../media/image94.wmf"/><Relationship Id="rId3" Type="http://schemas.openxmlformats.org/officeDocument/2006/relationships/image" Target="../media/image89.wmf"/><Relationship Id="rId7" Type="http://schemas.openxmlformats.org/officeDocument/2006/relationships/image" Target="../media/image93.wmf"/><Relationship Id="rId2" Type="http://schemas.openxmlformats.org/officeDocument/2006/relationships/image" Target="../media/image88.wmf"/><Relationship Id="rId1" Type="http://schemas.openxmlformats.org/officeDocument/2006/relationships/image" Target="../media/image1.png"/><Relationship Id="rId6" Type="http://schemas.openxmlformats.org/officeDocument/2006/relationships/image" Target="../media/image92.wmf"/><Relationship Id="rId5" Type="http://schemas.openxmlformats.org/officeDocument/2006/relationships/image" Target="../media/image91.wmf"/><Relationship Id="rId4" Type="http://schemas.openxmlformats.org/officeDocument/2006/relationships/image" Target="../media/image90.wmf"/><Relationship Id="rId9" Type="http://schemas.openxmlformats.org/officeDocument/2006/relationships/image" Target="../media/image95.wmf"/></Relationships>
</file>

<file path=ppt/drawings/_rels/vmlDrawing26.vml.rels><?xml version="1.0" encoding="UTF-8" standalone="yes"?>
<Relationships xmlns="http://schemas.openxmlformats.org/package/2006/relationships"><Relationship Id="rId3" Type="http://schemas.openxmlformats.org/officeDocument/2006/relationships/image" Target="../media/image95.wmf"/><Relationship Id="rId2" Type="http://schemas.openxmlformats.org/officeDocument/2006/relationships/image" Target="../media/image97.wmf"/><Relationship Id="rId1" Type="http://schemas.openxmlformats.org/officeDocument/2006/relationships/image" Target="../media/image1.png"/><Relationship Id="rId6" Type="http://schemas.openxmlformats.org/officeDocument/2006/relationships/image" Target="../media/image100.wmf"/><Relationship Id="rId5" Type="http://schemas.openxmlformats.org/officeDocument/2006/relationships/image" Target="../media/image99.wmf"/><Relationship Id="rId4" Type="http://schemas.openxmlformats.org/officeDocument/2006/relationships/image" Target="../media/image98.wmf"/></Relationships>
</file>

<file path=ppt/drawings/_rels/vmlDrawing27.vml.rels><?xml version="1.0" encoding="UTF-8" standalone="yes"?>
<Relationships xmlns="http://schemas.openxmlformats.org/package/2006/relationships"><Relationship Id="rId3" Type="http://schemas.openxmlformats.org/officeDocument/2006/relationships/image" Target="../media/image102.wmf"/><Relationship Id="rId7" Type="http://schemas.openxmlformats.org/officeDocument/2006/relationships/image" Target="../media/image106.wmf"/><Relationship Id="rId2" Type="http://schemas.openxmlformats.org/officeDocument/2006/relationships/image" Target="../media/image100.wmf"/><Relationship Id="rId1" Type="http://schemas.openxmlformats.org/officeDocument/2006/relationships/image" Target="../media/image1.png"/><Relationship Id="rId6" Type="http://schemas.openxmlformats.org/officeDocument/2006/relationships/image" Target="../media/image105.wmf"/><Relationship Id="rId5" Type="http://schemas.openxmlformats.org/officeDocument/2006/relationships/image" Target="../media/image104.wmf"/><Relationship Id="rId4" Type="http://schemas.openxmlformats.org/officeDocument/2006/relationships/image" Target="../media/image103.wmf"/></Relationships>
</file>

<file path=ppt/drawings/_rels/vmlDrawing28.vml.rels><?xml version="1.0" encoding="UTF-8" standalone="yes"?>
<Relationships xmlns="http://schemas.openxmlformats.org/package/2006/relationships"><Relationship Id="rId8" Type="http://schemas.openxmlformats.org/officeDocument/2006/relationships/image" Target="../media/image114.wmf"/><Relationship Id="rId3" Type="http://schemas.openxmlformats.org/officeDocument/2006/relationships/image" Target="../media/image109.wmf"/><Relationship Id="rId7" Type="http://schemas.openxmlformats.org/officeDocument/2006/relationships/image" Target="../media/image113.wmf"/><Relationship Id="rId2" Type="http://schemas.openxmlformats.org/officeDocument/2006/relationships/image" Target="../media/image108.wmf"/><Relationship Id="rId1" Type="http://schemas.openxmlformats.org/officeDocument/2006/relationships/image" Target="../media/image107.wmf"/><Relationship Id="rId6" Type="http://schemas.openxmlformats.org/officeDocument/2006/relationships/image" Target="../media/image112.wmf"/><Relationship Id="rId11" Type="http://schemas.openxmlformats.org/officeDocument/2006/relationships/image" Target="../media/image1.png"/><Relationship Id="rId5" Type="http://schemas.openxmlformats.org/officeDocument/2006/relationships/image" Target="../media/image111.wmf"/><Relationship Id="rId10" Type="http://schemas.openxmlformats.org/officeDocument/2006/relationships/image" Target="../media/image116.wmf"/><Relationship Id="rId4" Type="http://schemas.openxmlformats.org/officeDocument/2006/relationships/image" Target="../media/image110.wmf"/><Relationship Id="rId9" Type="http://schemas.openxmlformats.org/officeDocument/2006/relationships/image" Target="../media/image115.wmf"/></Relationships>
</file>

<file path=ppt/drawings/_rels/vmlDrawing29.vml.rels><?xml version="1.0" encoding="UTF-8" standalone="yes"?>
<Relationships xmlns="http://schemas.openxmlformats.org/package/2006/relationships"><Relationship Id="rId3" Type="http://schemas.openxmlformats.org/officeDocument/2006/relationships/image" Target="../media/image119.png"/><Relationship Id="rId2" Type="http://schemas.openxmlformats.org/officeDocument/2006/relationships/image" Target="../media/image118.png"/><Relationship Id="rId1" Type="http://schemas.openxmlformats.org/officeDocument/2006/relationships/image" Target="../media/image117.png"/><Relationship Id="rId4" Type="http://schemas.openxmlformats.org/officeDocument/2006/relationships/image" Target="../media/image120.wmf"/></Relationships>
</file>

<file path=ppt/drawings/_rels/vmlDrawing30.vml.rels><?xml version="1.0" encoding="UTF-8" standalone="yes"?>
<Relationships xmlns="http://schemas.openxmlformats.org/package/2006/relationships"><Relationship Id="rId8" Type="http://schemas.openxmlformats.org/officeDocument/2006/relationships/image" Target="../media/image127.wmf"/><Relationship Id="rId3" Type="http://schemas.openxmlformats.org/officeDocument/2006/relationships/image" Target="../media/image122.wmf"/><Relationship Id="rId7" Type="http://schemas.openxmlformats.org/officeDocument/2006/relationships/image" Target="../media/image126.wmf"/><Relationship Id="rId2" Type="http://schemas.openxmlformats.org/officeDocument/2006/relationships/image" Target="../media/image121.png"/><Relationship Id="rId1" Type="http://schemas.openxmlformats.org/officeDocument/2006/relationships/image" Target="../media/image117.png"/><Relationship Id="rId6" Type="http://schemas.openxmlformats.org/officeDocument/2006/relationships/image" Target="../media/image125.wmf"/><Relationship Id="rId5" Type="http://schemas.openxmlformats.org/officeDocument/2006/relationships/image" Target="../media/image124.wmf"/><Relationship Id="rId4" Type="http://schemas.openxmlformats.org/officeDocument/2006/relationships/image" Target="../media/image123.wmf"/><Relationship Id="rId9" Type="http://schemas.openxmlformats.org/officeDocument/2006/relationships/image" Target="../media/image128.wmf"/></Relationships>
</file>

<file path=ppt/drawings/_rels/vmlDrawing31.vml.rels><?xml version="1.0" encoding="UTF-8" standalone="yes"?>
<Relationships xmlns="http://schemas.openxmlformats.org/package/2006/relationships"><Relationship Id="rId3" Type="http://schemas.openxmlformats.org/officeDocument/2006/relationships/image" Target="../media/image130.png"/><Relationship Id="rId2" Type="http://schemas.openxmlformats.org/officeDocument/2006/relationships/image" Target="../media/image129.png"/><Relationship Id="rId1" Type="http://schemas.openxmlformats.org/officeDocument/2006/relationships/image" Target="../media/image117.png"/><Relationship Id="rId6" Type="http://schemas.openxmlformats.org/officeDocument/2006/relationships/image" Target="../media/image133.wmf"/><Relationship Id="rId5" Type="http://schemas.openxmlformats.org/officeDocument/2006/relationships/image" Target="../media/image132.png"/><Relationship Id="rId4" Type="http://schemas.openxmlformats.org/officeDocument/2006/relationships/image" Target="../media/image131.png"/></Relationships>
</file>

<file path=ppt/drawings/_rels/vmlDrawing32.vml.rels><?xml version="1.0" encoding="UTF-8" standalone="yes"?>
<Relationships xmlns="http://schemas.openxmlformats.org/package/2006/relationships"><Relationship Id="rId3" Type="http://schemas.openxmlformats.org/officeDocument/2006/relationships/image" Target="../media/image136.wmf"/><Relationship Id="rId2" Type="http://schemas.openxmlformats.org/officeDocument/2006/relationships/image" Target="../media/image135.wmf"/><Relationship Id="rId1" Type="http://schemas.openxmlformats.org/officeDocument/2006/relationships/image" Target="../media/image134.png"/><Relationship Id="rId4" Type="http://schemas.openxmlformats.org/officeDocument/2006/relationships/image" Target="../media/image137.wmf"/></Relationships>
</file>

<file path=ppt/drawings/_rels/vmlDrawing33.vml.rels><?xml version="1.0" encoding="UTF-8" standalone="yes"?>
<Relationships xmlns="http://schemas.openxmlformats.org/package/2006/relationships"><Relationship Id="rId2" Type="http://schemas.openxmlformats.org/officeDocument/2006/relationships/image" Target="../media/image139.png"/><Relationship Id="rId1" Type="http://schemas.openxmlformats.org/officeDocument/2006/relationships/image" Target="../media/image138.png"/></Relationships>
</file>

<file path=ppt/drawings/_rels/vmlDrawing3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40.wmf"/></Relationships>
</file>

<file path=ppt/drawings/_rels/vmlDrawing35.vml.rels><?xml version="1.0" encoding="UTF-8" standalone="yes"?>
<Relationships xmlns="http://schemas.openxmlformats.org/package/2006/relationships"><Relationship Id="rId2" Type="http://schemas.openxmlformats.org/officeDocument/2006/relationships/image" Target="../media/image143.png"/><Relationship Id="rId1" Type="http://schemas.openxmlformats.org/officeDocument/2006/relationships/image" Target="../media/image142.png"/></Relationships>
</file>

<file path=ppt/drawings/_rels/vmlDrawing3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44.emf"/></Relationships>
</file>

<file path=ppt/drawings/_rels/vmlDrawing37.vml.rels><?xml version="1.0" encoding="UTF-8" standalone="yes"?>
<Relationships xmlns="http://schemas.openxmlformats.org/package/2006/relationships"><Relationship Id="rId2" Type="http://schemas.openxmlformats.org/officeDocument/2006/relationships/image" Target="../media/image146.emf"/><Relationship Id="rId1" Type="http://schemas.openxmlformats.org/officeDocument/2006/relationships/image" Target="../media/image144.emf"/></Relationships>
</file>

<file path=ppt/drawings/_rels/vmlDrawing38.vml.rels><?xml version="1.0" encoding="UTF-8" standalone="yes"?>
<Relationships xmlns="http://schemas.openxmlformats.org/package/2006/relationships"><Relationship Id="rId2" Type="http://schemas.openxmlformats.org/officeDocument/2006/relationships/image" Target="../media/image144.emf"/><Relationship Id="rId1" Type="http://schemas.openxmlformats.org/officeDocument/2006/relationships/image" Target="../media/image147.emf"/></Relationships>
</file>

<file path=ppt/drawings/_rels/vmlDrawing39.vml.rels><?xml version="1.0" encoding="UTF-8" standalone="yes"?>
<Relationships xmlns="http://schemas.openxmlformats.org/package/2006/relationships"><Relationship Id="rId2" Type="http://schemas.openxmlformats.org/officeDocument/2006/relationships/image" Target="../media/image148.emf"/><Relationship Id="rId1" Type="http://schemas.openxmlformats.org/officeDocument/2006/relationships/image" Target="../media/image144.emf"/></Relationships>
</file>

<file path=ppt/drawings/_rels/vmlDrawing40.vml.rels><?xml version="1.0" encoding="UTF-8" standalone="yes"?>
<Relationships xmlns="http://schemas.openxmlformats.org/package/2006/relationships"><Relationship Id="rId3" Type="http://schemas.openxmlformats.org/officeDocument/2006/relationships/image" Target="../media/image151.emf"/><Relationship Id="rId2" Type="http://schemas.openxmlformats.org/officeDocument/2006/relationships/image" Target="../media/image150.emf"/><Relationship Id="rId1" Type="http://schemas.openxmlformats.org/officeDocument/2006/relationships/image" Target="../media/image149.emf"/></Relationships>
</file>

<file path=ppt/drawings/_rels/vmlDrawing41.vml.rels><?xml version="1.0" encoding="UTF-8" standalone="yes"?>
<Relationships xmlns="http://schemas.openxmlformats.org/package/2006/relationships"><Relationship Id="rId3" Type="http://schemas.openxmlformats.org/officeDocument/2006/relationships/image" Target="../media/image154.wmf"/><Relationship Id="rId2" Type="http://schemas.openxmlformats.org/officeDocument/2006/relationships/image" Target="../media/image153.wmf"/><Relationship Id="rId1" Type="http://schemas.openxmlformats.org/officeDocument/2006/relationships/image" Target="../media/image152.wmf"/></Relationships>
</file>

<file path=ppt/drawings/_rels/vmlDrawing4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57.png"/></Relationships>
</file>

<file path=ppt/drawings/_rels/vmlDrawing43.vml.rels><?xml version="1.0" encoding="UTF-8" standalone="yes"?>
<Relationships xmlns="http://schemas.openxmlformats.org/package/2006/relationships"><Relationship Id="rId3" Type="http://schemas.openxmlformats.org/officeDocument/2006/relationships/image" Target="../media/image161.wmf"/><Relationship Id="rId2" Type="http://schemas.openxmlformats.org/officeDocument/2006/relationships/image" Target="../media/image160.wmf"/><Relationship Id="rId1" Type="http://schemas.openxmlformats.org/officeDocument/2006/relationships/image" Target="../media/image159.wmf"/><Relationship Id="rId4" Type="http://schemas.openxmlformats.org/officeDocument/2006/relationships/image" Target="../media/image162.wmf"/></Relationships>
</file>

<file path=ppt/drawings/_rels/vmlDrawing44.vml.rels><?xml version="1.0" encoding="UTF-8" standalone="yes"?>
<Relationships xmlns="http://schemas.openxmlformats.org/package/2006/relationships"><Relationship Id="rId2" Type="http://schemas.openxmlformats.org/officeDocument/2006/relationships/image" Target="../media/image160.wmf"/><Relationship Id="rId1" Type="http://schemas.openxmlformats.org/officeDocument/2006/relationships/image" Target="../media/image162.wmf"/></Relationships>
</file>

<file path=ppt/drawings/_rels/vmlDrawing45.vml.rels><?xml version="1.0" encoding="UTF-8" standalone="yes"?>
<Relationships xmlns="http://schemas.openxmlformats.org/package/2006/relationships"><Relationship Id="rId3" Type="http://schemas.openxmlformats.org/officeDocument/2006/relationships/image" Target="../media/image169.wmf"/><Relationship Id="rId2" Type="http://schemas.openxmlformats.org/officeDocument/2006/relationships/image" Target="../media/image168.wmf"/><Relationship Id="rId1" Type="http://schemas.openxmlformats.org/officeDocument/2006/relationships/image" Target="../media/image167.wmf"/><Relationship Id="rId4" Type="http://schemas.openxmlformats.org/officeDocument/2006/relationships/image" Target="../media/image170.wmf"/></Relationships>
</file>

<file path=ppt/drawings/_rels/vmlDrawing46.vml.rels><?xml version="1.0" encoding="UTF-8" standalone="yes"?>
<Relationships xmlns="http://schemas.openxmlformats.org/package/2006/relationships"><Relationship Id="rId3" Type="http://schemas.openxmlformats.org/officeDocument/2006/relationships/image" Target="../media/image176.wmf"/><Relationship Id="rId7" Type="http://schemas.openxmlformats.org/officeDocument/2006/relationships/image" Target="../media/image180.wmf"/><Relationship Id="rId2" Type="http://schemas.openxmlformats.org/officeDocument/2006/relationships/image" Target="../media/image175.wmf"/><Relationship Id="rId1" Type="http://schemas.openxmlformats.org/officeDocument/2006/relationships/image" Target="../media/image174.wmf"/><Relationship Id="rId6" Type="http://schemas.openxmlformats.org/officeDocument/2006/relationships/image" Target="../media/image179.wmf"/><Relationship Id="rId5" Type="http://schemas.openxmlformats.org/officeDocument/2006/relationships/image" Target="../media/image178.wmf"/><Relationship Id="rId4" Type="http://schemas.openxmlformats.org/officeDocument/2006/relationships/image" Target="../media/image177.wmf"/></Relationships>
</file>

<file path=ppt/drawings/_rels/vmlDrawing47.vml.rels><?xml version="1.0" encoding="UTF-8" standalone="yes"?>
<Relationships xmlns="http://schemas.openxmlformats.org/package/2006/relationships"><Relationship Id="rId8" Type="http://schemas.openxmlformats.org/officeDocument/2006/relationships/image" Target="../media/image193.wmf"/><Relationship Id="rId3" Type="http://schemas.openxmlformats.org/officeDocument/2006/relationships/image" Target="../media/image188.wmf"/><Relationship Id="rId7" Type="http://schemas.openxmlformats.org/officeDocument/2006/relationships/image" Target="../media/image192.wmf"/><Relationship Id="rId2" Type="http://schemas.openxmlformats.org/officeDocument/2006/relationships/image" Target="../media/image187.wmf"/><Relationship Id="rId1" Type="http://schemas.openxmlformats.org/officeDocument/2006/relationships/image" Target="../media/image186.wmf"/><Relationship Id="rId6" Type="http://schemas.openxmlformats.org/officeDocument/2006/relationships/image" Target="../media/image191.wmf"/><Relationship Id="rId5" Type="http://schemas.openxmlformats.org/officeDocument/2006/relationships/image" Target="../media/image190.wmf"/><Relationship Id="rId4" Type="http://schemas.openxmlformats.org/officeDocument/2006/relationships/image" Target="../media/image189.wmf"/></Relationships>
</file>

<file path=ppt/drawings/_rels/vmlDrawing48.vml.rels><?xml version="1.0" encoding="UTF-8" standalone="yes"?>
<Relationships xmlns="http://schemas.openxmlformats.org/package/2006/relationships"><Relationship Id="rId8" Type="http://schemas.openxmlformats.org/officeDocument/2006/relationships/image" Target="../media/image197.wmf"/><Relationship Id="rId13" Type="http://schemas.openxmlformats.org/officeDocument/2006/relationships/image" Target="../media/image201.wmf"/><Relationship Id="rId3" Type="http://schemas.openxmlformats.org/officeDocument/2006/relationships/image" Target="../media/image189.wmf"/><Relationship Id="rId7" Type="http://schemas.openxmlformats.org/officeDocument/2006/relationships/image" Target="../media/image196.wmf"/><Relationship Id="rId12" Type="http://schemas.openxmlformats.org/officeDocument/2006/relationships/image" Target="../media/image193.wmf"/><Relationship Id="rId2" Type="http://schemas.openxmlformats.org/officeDocument/2006/relationships/image" Target="../media/image186.wmf"/><Relationship Id="rId16" Type="http://schemas.openxmlformats.org/officeDocument/2006/relationships/image" Target="../media/image204.wmf"/><Relationship Id="rId1" Type="http://schemas.openxmlformats.org/officeDocument/2006/relationships/image" Target="../media/image195.wmf"/><Relationship Id="rId6" Type="http://schemas.openxmlformats.org/officeDocument/2006/relationships/image" Target="../media/image192.wmf"/><Relationship Id="rId11" Type="http://schemas.openxmlformats.org/officeDocument/2006/relationships/image" Target="../media/image200.wmf"/><Relationship Id="rId5" Type="http://schemas.openxmlformats.org/officeDocument/2006/relationships/image" Target="../media/image191.wmf"/><Relationship Id="rId15" Type="http://schemas.openxmlformats.org/officeDocument/2006/relationships/image" Target="../media/image203.wmf"/><Relationship Id="rId10" Type="http://schemas.openxmlformats.org/officeDocument/2006/relationships/image" Target="../media/image199.wmf"/><Relationship Id="rId4" Type="http://schemas.openxmlformats.org/officeDocument/2006/relationships/image" Target="../media/image190.wmf"/><Relationship Id="rId9" Type="http://schemas.openxmlformats.org/officeDocument/2006/relationships/image" Target="../media/image198.wmf"/><Relationship Id="rId14" Type="http://schemas.openxmlformats.org/officeDocument/2006/relationships/image" Target="../media/image202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defRPr sz="12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hangingPunct="1">
              <a:defRPr sz="1200"/>
            </a:lvl1pPr>
          </a:lstStyle>
          <a:p>
            <a:pPr>
              <a:defRPr/>
            </a:pPr>
            <a:fld id="{27EAC040-0B99-46E4-B885-2F8802DE00E6}" type="datetimeFigureOut">
              <a:rPr lang="en-GB"/>
              <a:pPr>
                <a:defRPr/>
              </a:pPr>
              <a:t>04/06/2024</a:t>
            </a:fld>
            <a:endParaRPr lang="en-GB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GB" noProof="0" smtClean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noProof="0" smtClean="0"/>
              <a:t>单击此处编辑母版文本样式</a:t>
            </a:r>
          </a:p>
          <a:p>
            <a:pPr lvl="1"/>
            <a:r>
              <a:rPr lang="zh-CN" altLang="en-US" noProof="0" smtClean="0"/>
              <a:t>第二级</a:t>
            </a:r>
          </a:p>
          <a:p>
            <a:pPr lvl="2"/>
            <a:r>
              <a:rPr lang="zh-CN" altLang="en-US" noProof="0" smtClean="0"/>
              <a:t>第三级</a:t>
            </a:r>
          </a:p>
          <a:p>
            <a:pPr lvl="3"/>
            <a:r>
              <a:rPr lang="zh-CN" altLang="en-US" noProof="0" smtClean="0"/>
              <a:t>第四级</a:t>
            </a:r>
          </a:p>
          <a:p>
            <a:pPr lvl="4"/>
            <a:r>
              <a:rPr lang="zh-CN" altLang="en-US" noProof="0" smtClean="0"/>
              <a:t>第五级</a:t>
            </a:r>
            <a:endParaRPr lang="en-GB" noProof="0" smtClean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defRPr sz="12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54DBCC98-2501-4BA2-87E5-B82C0F39F9EA}" type="slidenum">
              <a:rPr lang="en-GB" altLang="zh-CN"/>
              <a:pPr>
                <a:defRPr/>
              </a:pPr>
              <a:t>‹#›</a:t>
            </a:fld>
            <a:endParaRPr lang="en-GB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CB11BD7D-7C0D-4134-99B5-31D48A102614}" type="slidenum">
              <a:rPr lang="en-US" altLang="zh-CN" smtClean="0"/>
              <a:pPr/>
              <a:t>22</a:t>
            </a:fld>
            <a:endParaRPr lang="en-US" altLang="zh-CN" smtClean="0"/>
          </a:p>
        </p:txBody>
      </p:sp>
      <p:sp>
        <p:nvSpPr>
          <p:cNvPr id="266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6628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zh-CN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FC07C19-7CA3-4C5E-9C6D-513EADE000E1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2188767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12B6D0E-7070-45AB-8CDD-60943085E3D2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7421216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85442CF-DF3D-4984-8DFC-3E64A87B457C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776255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29B9C9D-57F8-49F2-ACB0-6C37488A940A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1410859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B1192EE-02D5-415F-BEF9-F7EBCE9A1C76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244898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22B7A53-5051-46A5-83B5-93CA09375E7A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985023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DE6DC34-E2A8-48B0-8E69-AFEE8CF2B439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4231349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D3D691D-5EFE-493E-BF18-81D4EF6ED7C0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719282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 smtClean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870AE02-2F00-45D6-976F-6D5177E1DE98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4191949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6AFA288-6479-427A-872C-211EC87B01F2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0943034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8150940-3291-4EB4-BBCB-486A5F6D824D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4206677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>
  <p:cSld name="标题和四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sz="quarter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GB"/>
          </a:p>
        </p:txBody>
      </p:sp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4038600" cy="21859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GB"/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4648200" y="1600200"/>
            <a:ext cx="4038600" cy="21859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GB"/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457200" y="3938588"/>
            <a:ext cx="4038600" cy="2187575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GB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8200" y="3938588"/>
            <a:ext cx="4038600" cy="2187575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GB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>
          <a:xfrm>
            <a:off x="6553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E0D1307-8455-489C-8D35-70D6DFA5E3B3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13105728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238410-958B-4436-8EF9-039AB3ED97F8}" type="datetimeFigureOut">
              <a:rPr lang="zh-CN" altLang="en-US" smtClean="0"/>
              <a:pPr/>
              <a:t>2024/6/4</a:t>
            </a:fld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137DCB-93B7-43BA-9650-2B9DF94B1A4F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6" name="AutoShape 4"/>
          <p:cNvSpPr>
            <a:spLocks noChangeArrowheads="1"/>
          </p:cNvSpPr>
          <p:nvPr userDrawn="1"/>
        </p:nvSpPr>
        <p:spPr bwMode="auto">
          <a:xfrm>
            <a:off x="609600" y="728700"/>
            <a:ext cx="7958138" cy="53975"/>
          </a:xfrm>
          <a:custGeom>
            <a:avLst/>
            <a:gdLst>
              <a:gd name="G0" fmla="+- 569 0 0"/>
              <a:gd name="T0" fmla="*/ 0 w 1000"/>
              <a:gd name="T1" fmla="*/ 0 h 1000"/>
              <a:gd name="T2" fmla="*/ 569 w 1000"/>
              <a:gd name="T3" fmla="*/ 0 h 1000"/>
              <a:gd name="T4" fmla="*/ 569 w 1000"/>
              <a:gd name="T5" fmla="*/ 1000 h 1000"/>
              <a:gd name="T6" fmla="*/ 0 w 1000"/>
              <a:gd name="T7" fmla="*/ 1000 h 1000"/>
              <a:gd name="T8" fmla="*/ 0 w 1000"/>
              <a:gd name="T9" fmla="*/ 0 h 1000"/>
              <a:gd name="T10" fmla="*/ 1000 w 1000"/>
              <a:gd name="T11" fmla="*/ 0 h 10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000" h="1000" stroke="0">
                <a:moveTo>
                  <a:pt x="0" y="0"/>
                </a:moveTo>
                <a:lnTo>
                  <a:pt x="569" y="0"/>
                </a:lnTo>
                <a:lnTo>
                  <a:pt x="569" y="1000"/>
                </a:lnTo>
                <a:lnTo>
                  <a:pt x="0" y="100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rgbClr val="0099CC"/>
          </a:solidFill>
          <a:ln w="12700">
            <a:solidFill>
              <a:srgbClr val="0099CC"/>
            </a:solidFill>
            <a:round/>
            <a:headEnd/>
            <a:tailEnd/>
          </a:ln>
        </p:spPr>
        <p:txBody>
          <a:bodyPr/>
          <a:lstStyle/>
          <a:p>
            <a:pPr algn="l"/>
            <a:endParaRPr lang="zh-CN" altLang="zh-CN" sz="2400" b="0">
              <a:ea typeface="宋体" charset="-122"/>
            </a:endParaRPr>
          </a:p>
        </p:txBody>
      </p:sp>
      <p:sp>
        <p:nvSpPr>
          <p:cNvPr id="8" name="TextBox 7"/>
          <p:cNvSpPr txBox="1"/>
          <p:nvPr userDrawn="1"/>
        </p:nvSpPr>
        <p:spPr>
          <a:xfrm>
            <a:off x="515866" y="6429450"/>
            <a:ext cx="37221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0F829D2-C334-4D83-BBFA-28B1390E7F5B}" type="slidenum">
              <a:rPr kumimoji="0" lang="zh-CN" altLang="en-US" sz="1200" b="0" i="1" u="none" strike="noStrike" kern="1200" cap="none" spc="0" normalizeH="0" baseline="0" smtClean="0">
                <a:ln>
                  <a:noFill/>
                </a:ln>
                <a:solidFill>
                  <a:srgbClr val="0099CC"/>
                </a:solidFill>
                <a:effectLst/>
                <a:uLnTx/>
                <a:uFillTx/>
                <a:latin typeface="Arial" charset="0"/>
                <a:ea typeface="华文行楷" pitchFamily="2" charset="-122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1200" b="0" i="1" u="none" strike="noStrike" kern="1200" cap="none" spc="0" normalizeH="0" baseline="0" dirty="0">
              <a:ln>
                <a:noFill/>
              </a:ln>
              <a:solidFill>
                <a:srgbClr val="0099CC"/>
              </a:solidFill>
              <a:effectLst/>
              <a:uLnTx/>
              <a:uFillTx/>
              <a:latin typeface="Arial" charset="0"/>
              <a:ea typeface="华文行楷" pitchFamily="2" charset="-122"/>
              <a:cs typeface="+mn-cs"/>
            </a:endParaRPr>
          </a:p>
        </p:txBody>
      </p:sp>
      <p:sp>
        <p:nvSpPr>
          <p:cNvPr id="13" name="Line 5"/>
          <p:cNvSpPr>
            <a:spLocks noChangeShapeType="1"/>
          </p:cNvSpPr>
          <p:nvPr userDrawn="1"/>
        </p:nvSpPr>
        <p:spPr bwMode="auto">
          <a:xfrm flipV="1">
            <a:off x="609600" y="6381328"/>
            <a:ext cx="7956550" cy="0"/>
          </a:xfrm>
          <a:prstGeom prst="line">
            <a:avLst/>
          </a:prstGeom>
          <a:noFill/>
          <a:ln w="12700">
            <a:solidFill>
              <a:srgbClr val="0099CC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520139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单击此处编辑母版标题样式</a:t>
            </a:r>
          </a:p>
        </p:txBody>
      </p:sp>
      <p:sp>
        <p:nvSpPr>
          <p:cNvPr id="1027" name="文本占位符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hangingPunct="1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hangingPunct="1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fld id="{73984C76-1661-4C75-9287-B1AC3CDD72DB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40" r:id="rId1"/>
    <p:sldLayoutId id="2147483741" r:id="rId2"/>
    <p:sldLayoutId id="2147483742" r:id="rId3"/>
    <p:sldLayoutId id="2147483743" r:id="rId4"/>
    <p:sldLayoutId id="2147483744" r:id="rId5"/>
    <p:sldLayoutId id="2147483745" r:id="rId6"/>
    <p:sldLayoutId id="2147483746" r:id="rId7"/>
    <p:sldLayoutId id="2147483747" r:id="rId8"/>
    <p:sldLayoutId id="2147483748" r:id="rId9"/>
    <p:sldLayoutId id="2147483749" r:id="rId10"/>
    <p:sldLayoutId id="2147483750" r:id="rId11"/>
    <p:sldLayoutId id="2147483751" r:id="rId12"/>
    <p:sldLayoutId id="2147483752" r:id="rId13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hyperlink" Target="ch09-4.ppt" TargetMode="External"/><Relationship Id="rId13" Type="http://schemas.openxmlformats.org/officeDocument/2006/relationships/hyperlink" Target="ch09-8.ppt" TargetMode="External"/><Relationship Id="rId3" Type="http://schemas.openxmlformats.org/officeDocument/2006/relationships/audio" Target="../media/audio1.wav"/><Relationship Id="rId7" Type="http://schemas.openxmlformats.org/officeDocument/2006/relationships/hyperlink" Target="ch09-3.ppt" TargetMode="External"/><Relationship Id="rId12" Type="http://schemas.openxmlformats.org/officeDocument/2006/relationships/hyperlink" Target="ch09-7.ppt" TargetMode="External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.vml"/><Relationship Id="rId6" Type="http://schemas.openxmlformats.org/officeDocument/2006/relationships/hyperlink" Target="ch09-1.ppt" TargetMode="External"/><Relationship Id="rId11" Type="http://schemas.openxmlformats.org/officeDocument/2006/relationships/hyperlink" Target="ch09-6.ppt" TargetMode="External"/><Relationship Id="rId5" Type="http://schemas.openxmlformats.org/officeDocument/2006/relationships/image" Target="../media/image1.png"/><Relationship Id="rId10" Type="http://schemas.openxmlformats.org/officeDocument/2006/relationships/hyperlink" Target="ch09-2.ppt" TargetMode="External"/><Relationship Id="rId4" Type="http://schemas.openxmlformats.org/officeDocument/2006/relationships/oleObject" Target="../embeddings/oleObject1.bin"/><Relationship Id="rId9" Type="http://schemas.openxmlformats.org/officeDocument/2006/relationships/hyperlink" Target="ch09-5.ppt" TargetMode="Externa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wmf"/><Relationship Id="rId13" Type="http://schemas.openxmlformats.org/officeDocument/2006/relationships/oleObject" Target="../embeddings/oleObject6.bin"/><Relationship Id="rId18" Type="http://schemas.openxmlformats.org/officeDocument/2006/relationships/image" Target="../media/image7.wmf"/><Relationship Id="rId3" Type="http://schemas.openxmlformats.org/officeDocument/2006/relationships/audio" Target="../media/audio2.wav"/><Relationship Id="rId21" Type="http://schemas.openxmlformats.org/officeDocument/2006/relationships/image" Target="../media/image9.jpeg"/><Relationship Id="rId7" Type="http://schemas.openxmlformats.org/officeDocument/2006/relationships/oleObject" Target="../embeddings/oleObject3.bin"/><Relationship Id="rId12" Type="http://schemas.openxmlformats.org/officeDocument/2006/relationships/image" Target="../media/image4.wmf"/><Relationship Id="rId17" Type="http://schemas.openxmlformats.org/officeDocument/2006/relationships/oleObject" Target="../embeddings/oleObject8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6.wmf"/><Relationship Id="rId20" Type="http://schemas.openxmlformats.org/officeDocument/2006/relationships/image" Target="../media/image8.wmf"/><Relationship Id="rId1" Type="http://schemas.openxmlformats.org/officeDocument/2006/relationships/vmlDrawing" Target="../drawings/vmlDrawing2.vml"/><Relationship Id="rId6" Type="http://schemas.openxmlformats.org/officeDocument/2006/relationships/image" Target="../media/image1.png"/><Relationship Id="rId11" Type="http://schemas.openxmlformats.org/officeDocument/2006/relationships/oleObject" Target="../embeddings/oleObject5.bin"/><Relationship Id="rId5" Type="http://schemas.openxmlformats.org/officeDocument/2006/relationships/oleObject" Target="../embeddings/oleObject2.bin"/><Relationship Id="rId15" Type="http://schemas.openxmlformats.org/officeDocument/2006/relationships/oleObject" Target="../embeddings/oleObject7.bin"/><Relationship Id="rId10" Type="http://schemas.openxmlformats.org/officeDocument/2006/relationships/image" Target="../media/image3.wmf"/><Relationship Id="rId19" Type="http://schemas.openxmlformats.org/officeDocument/2006/relationships/oleObject" Target="../embeddings/oleObject9.bin"/><Relationship Id="rId4" Type="http://schemas.openxmlformats.org/officeDocument/2006/relationships/hyperlink" Target="ch09.ppt" TargetMode="External"/><Relationship Id="rId9" Type="http://schemas.openxmlformats.org/officeDocument/2006/relationships/oleObject" Target="../embeddings/oleObject4.bin"/><Relationship Id="rId14" Type="http://schemas.openxmlformats.org/officeDocument/2006/relationships/image" Target="../media/image5.wmf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jpeg"/><Relationship Id="rId3" Type="http://schemas.openxmlformats.org/officeDocument/2006/relationships/audio" Target="../media/audio2.wav"/><Relationship Id="rId7" Type="http://schemas.openxmlformats.org/officeDocument/2006/relationships/image" Target="../media/image10.jpeg"/><Relationship Id="rId12" Type="http://schemas.openxmlformats.org/officeDocument/2006/relationships/image" Target="../media/image15.png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1.png"/><Relationship Id="rId11" Type="http://schemas.openxmlformats.org/officeDocument/2006/relationships/image" Target="../media/image14.jpeg"/><Relationship Id="rId5" Type="http://schemas.openxmlformats.org/officeDocument/2006/relationships/oleObject" Target="../embeddings/oleObject10.bin"/><Relationship Id="rId10" Type="http://schemas.openxmlformats.org/officeDocument/2006/relationships/image" Target="../media/image13.jpeg"/><Relationship Id="rId4" Type="http://schemas.openxmlformats.org/officeDocument/2006/relationships/slide" Target="slide2.xml"/><Relationship Id="rId9" Type="http://schemas.openxmlformats.org/officeDocument/2006/relationships/image" Target="../media/image12.jpe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wmf"/><Relationship Id="rId3" Type="http://schemas.openxmlformats.org/officeDocument/2006/relationships/image" Target="../media/image18.png"/><Relationship Id="rId7" Type="http://schemas.openxmlformats.org/officeDocument/2006/relationships/oleObject" Target="../embeddings/oleObject1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19.png"/><Relationship Id="rId5" Type="http://schemas.openxmlformats.org/officeDocument/2006/relationships/image" Target="../media/image16.wmf"/><Relationship Id="rId4" Type="http://schemas.openxmlformats.org/officeDocument/2006/relationships/oleObject" Target="../embeddings/oleObject11.bin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.vml"/><Relationship Id="rId4" Type="http://schemas.openxmlformats.org/officeDocument/2006/relationships/image" Target="../media/image20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wmf"/><Relationship Id="rId13" Type="http://schemas.openxmlformats.org/officeDocument/2006/relationships/oleObject" Target="../embeddings/oleObject18.bin"/><Relationship Id="rId3" Type="http://schemas.openxmlformats.org/officeDocument/2006/relationships/audio" Target="../media/audio2.wav"/><Relationship Id="rId7" Type="http://schemas.openxmlformats.org/officeDocument/2006/relationships/oleObject" Target="../embeddings/oleObject15.bin"/><Relationship Id="rId12" Type="http://schemas.openxmlformats.org/officeDocument/2006/relationships/image" Target="../media/image23.wmf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26.jpeg"/><Relationship Id="rId1" Type="http://schemas.openxmlformats.org/officeDocument/2006/relationships/vmlDrawing" Target="../drawings/vmlDrawing6.vml"/><Relationship Id="rId6" Type="http://schemas.openxmlformats.org/officeDocument/2006/relationships/image" Target="../media/image1.png"/><Relationship Id="rId11" Type="http://schemas.openxmlformats.org/officeDocument/2006/relationships/oleObject" Target="../embeddings/oleObject17.bin"/><Relationship Id="rId5" Type="http://schemas.openxmlformats.org/officeDocument/2006/relationships/oleObject" Target="../embeddings/oleObject14.bin"/><Relationship Id="rId15" Type="http://schemas.openxmlformats.org/officeDocument/2006/relationships/image" Target="../media/image25.jpeg"/><Relationship Id="rId10" Type="http://schemas.openxmlformats.org/officeDocument/2006/relationships/image" Target="../media/image22.wmf"/><Relationship Id="rId4" Type="http://schemas.openxmlformats.org/officeDocument/2006/relationships/hyperlink" Target="ch09.ppt" TargetMode="External"/><Relationship Id="rId9" Type="http://schemas.openxmlformats.org/officeDocument/2006/relationships/oleObject" Target="../embeddings/oleObject16.bin"/><Relationship Id="rId14" Type="http://schemas.openxmlformats.org/officeDocument/2006/relationships/image" Target="../media/image24.wmf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jpeg"/><Relationship Id="rId3" Type="http://schemas.openxmlformats.org/officeDocument/2006/relationships/audio" Target="../media/audio2.wav"/><Relationship Id="rId7" Type="http://schemas.openxmlformats.org/officeDocument/2006/relationships/image" Target="../media/image27.jpeg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7.vml"/><Relationship Id="rId6" Type="http://schemas.openxmlformats.org/officeDocument/2006/relationships/image" Target="../media/image1.png"/><Relationship Id="rId5" Type="http://schemas.openxmlformats.org/officeDocument/2006/relationships/oleObject" Target="../embeddings/oleObject19.bin"/><Relationship Id="rId4" Type="http://schemas.openxmlformats.org/officeDocument/2006/relationships/slide" Target="slide6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slide" Target="slide19.xml"/><Relationship Id="rId3" Type="http://schemas.openxmlformats.org/officeDocument/2006/relationships/slide" Target="slide14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8.vml"/><Relationship Id="rId6" Type="http://schemas.openxmlformats.org/officeDocument/2006/relationships/oleObject" Target="../embeddings/oleObject20.bin"/><Relationship Id="rId5" Type="http://schemas.openxmlformats.org/officeDocument/2006/relationships/hyperlink" Target="ch09.ppt" TargetMode="External"/><Relationship Id="rId4" Type="http://schemas.openxmlformats.org/officeDocument/2006/relationships/slide" Target="slide16.xml"/><Relationship Id="rId9" Type="http://schemas.openxmlformats.org/officeDocument/2006/relationships/slide" Target="slide11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2.bin"/><Relationship Id="rId13" Type="http://schemas.openxmlformats.org/officeDocument/2006/relationships/image" Target="../media/image30.wmf"/><Relationship Id="rId18" Type="http://schemas.openxmlformats.org/officeDocument/2006/relationships/oleObject" Target="../embeddings/oleObject27.bin"/><Relationship Id="rId3" Type="http://schemas.openxmlformats.org/officeDocument/2006/relationships/audio" Target="../media/audio2.wav"/><Relationship Id="rId21" Type="http://schemas.openxmlformats.org/officeDocument/2006/relationships/image" Target="../media/image34.wmf"/><Relationship Id="rId7" Type="http://schemas.openxmlformats.org/officeDocument/2006/relationships/slide" Target="slide11.xml"/><Relationship Id="rId12" Type="http://schemas.openxmlformats.org/officeDocument/2006/relationships/oleObject" Target="../embeddings/oleObject24.bin"/><Relationship Id="rId17" Type="http://schemas.openxmlformats.org/officeDocument/2006/relationships/image" Target="../media/image32.w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26.bin"/><Relationship Id="rId20" Type="http://schemas.openxmlformats.org/officeDocument/2006/relationships/oleObject" Target="../embeddings/oleObject28.bin"/><Relationship Id="rId1" Type="http://schemas.openxmlformats.org/officeDocument/2006/relationships/vmlDrawing" Target="../drawings/vmlDrawing9.vml"/><Relationship Id="rId6" Type="http://schemas.openxmlformats.org/officeDocument/2006/relationships/image" Target="../media/image1.png"/><Relationship Id="rId11" Type="http://schemas.openxmlformats.org/officeDocument/2006/relationships/image" Target="../media/image29.wmf"/><Relationship Id="rId24" Type="http://schemas.openxmlformats.org/officeDocument/2006/relationships/image" Target="../media/image36.jpeg"/><Relationship Id="rId5" Type="http://schemas.openxmlformats.org/officeDocument/2006/relationships/oleObject" Target="../embeddings/oleObject21.bin"/><Relationship Id="rId15" Type="http://schemas.openxmlformats.org/officeDocument/2006/relationships/image" Target="../media/image31.wmf"/><Relationship Id="rId23" Type="http://schemas.openxmlformats.org/officeDocument/2006/relationships/image" Target="../media/image35.wmf"/><Relationship Id="rId10" Type="http://schemas.openxmlformats.org/officeDocument/2006/relationships/oleObject" Target="../embeddings/oleObject23.bin"/><Relationship Id="rId19" Type="http://schemas.openxmlformats.org/officeDocument/2006/relationships/image" Target="../media/image33.wmf"/><Relationship Id="rId4" Type="http://schemas.openxmlformats.org/officeDocument/2006/relationships/slide" Target="slide8.xml"/><Relationship Id="rId9" Type="http://schemas.openxmlformats.org/officeDocument/2006/relationships/image" Target="../media/image28.wmf"/><Relationship Id="rId14" Type="http://schemas.openxmlformats.org/officeDocument/2006/relationships/oleObject" Target="../embeddings/oleObject25.bin"/><Relationship Id="rId22" Type="http://schemas.openxmlformats.org/officeDocument/2006/relationships/oleObject" Target="../embeddings/oleObject29.bin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wmf"/><Relationship Id="rId13" Type="http://schemas.openxmlformats.org/officeDocument/2006/relationships/oleObject" Target="../embeddings/oleObject34.bin"/><Relationship Id="rId18" Type="http://schemas.openxmlformats.org/officeDocument/2006/relationships/image" Target="../media/image40.wmf"/><Relationship Id="rId3" Type="http://schemas.openxmlformats.org/officeDocument/2006/relationships/audio" Target="../media/audio2.wav"/><Relationship Id="rId7" Type="http://schemas.openxmlformats.org/officeDocument/2006/relationships/oleObject" Target="../embeddings/oleObject31.bin"/><Relationship Id="rId12" Type="http://schemas.openxmlformats.org/officeDocument/2006/relationships/image" Target="../media/image34.wmf"/><Relationship Id="rId17" Type="http://schemas.openxmlformats.org/officeDocument/2006/relationships/oleObject" Target="../embeddings/oleObject36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39.wmf"/><Relationship Id="rId20" Type="http://schemas.openxmlformats.org/officeDocument/2006/relationships/image" Target="../media/image41.wmf"/><Relationship Id="rId1" Type="http://schemas.openxmlformats.org/officeDocument/2006/relationships/vmlDrawing" Target="../drawings/vmlDrawing10.vml"/><Relationship Id="rId6" Type="http://schemas.openxmlformats.org/officeDocument/2006/relationships/image" Target="../media/image1.png"/><Relationship Id="rId11" Type="http://schemas.openxmlformats.org/officeDocument/2006/relationships/oleObject" Target="../embeddings/oleObject33.bin"/><Relationship Id="rId5" Type="http://schemas.openxmlformats.org/officeDocument/2006/relationships/oleObject" Target="../embeddings/oleObject30.bin"/><Relationship Id="rId15" Type="http://schemas.openxmlformats.org/officeDocument/2006/relationships/oleObject" Target="../embeddings/oleObject35.bin"/><Relationship Id="rId10" Type="http://schemas.openxmlformats.org/officeDocument/2006/relationships/image" Target="../media/image38.wmf"/><Relationship Id="rId19" Type="http://schemas.openxmlformats.org/officeDocument/2006/relationships/oleObject" Target="../embeddings/oleObject37.bin"/><Relationship Id="rId4" Type="http://schemas.openxmlformats.org/officeDocument/2006/relationships/slide" Target="slide8.xml"/><Relationship Id="rId9" Type="http://schemas.openxmlformats.org/officeDocument/2006/relationships/oleObject" Target="../embeddings/oleObject32.bin"/><Relationship Id="rId14" Type="http://schemas.openxmlformats.org/officeDocument/2006/relationships/image" Target="../media/image35.wmf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wmf"/><Relationship Id="rId3" Type="http://schemas.openxmlformats.org/officeDocument/2006/relationships/audio" Target="../media/audio2.wav"/><Relationship Id="rId7" Type="http://schemas.openxmlformats.org/officeDocument/2006/relationships/oleObject" Target="../embeddings/oleObject39.bin"/><Relationship Id="rId12" Type="http://schemas.openxmlformats.org/officeDocument/2006/relationships/image" Target="../media/image44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1.vml"/><Relationship Id="rId6" Type="http://schemas.openxmlformats.org/officeDocument/2006/relationships/image" Target="../media/image1.png"/><Relationship Id="rId11" Type="http://schemas.openxmlformats.org/officeDocument/2006/relationships/oleObject" Target="../embeddings/oleObject41.bin"/><Relationship Id="rId5" Type="http://schemas.openxmlformats.org/officeDocument/2006/relationships/oleObject" Target="../embeddings/oleObject38.bin"/><Relationship Id="rId10" Type="http://schemas.openxmlformats.org/officeDocument/2006/relationships/image" Target="../media/image43.wmf"/><Relationship Id="rId4" Type="http://schemas.openxmlformats.org/officeDocument/2006/relationships/slide" Target="slide8.xml"/><Relationship Id="rId9" Type="http://schemas.openxmlformats.org/officeDocument/2006/relationships/oleObject" Target="../embeddings/oleObject40.bin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wmf"/><Relationship Id="rId3" Type="http://schemas.openxmlformats.org/officeDocument/2006/relationships/audio" Target="../media/audio2.wav"/><Relationship Id="rId7" Type="http://schemas.openxmlformats.org/officeDocument/2006/relationships/oleObject" Target="../embeddings/oleObject43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2.vml"/><Relationship Id="rId6" Type="http://schemas.openxmlformats.org/officeDocument/2006/relationships/image" Target="../media/image1.png"/><Relationship Id="rId5" Type="http://schemas.openxmlformats.org/officeDocument/2006/relationships/oleObject" Target="../embeddings/oleObject42.bin"/><Relationship Id="rId4" Type="http://schemas.openxmlformats.org/officeDocument/2006/relationships/slide" Target="slide8.xml"/><Relationship Id="rId9" Type="http://schemas.openxmlformats.org/officeDocument/2006/relationships/image" Target="../media/image45.jpe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5.bin"/><Relationship Id="rId3" Type="http://schemas.openxmlformats.org/officeDocument/2006/relationships/audio" Target="../media/audio3.wav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3.vml"/><Relationship Id="rId6" Type="http://schemas.openxmlformats.org/officeDocument/2006/relationships/oleObject" Target="../embeddings/oleObject44.bin"/><Relationship Id="rId11" Type="http://schemas.openxmlformats.org/officeDocument/2006/relationships/image" Target="../media/image47.jpeg"/><Relationship Id="rId5" Type="http://schemas.openxmlformats.org/officeDocument/2006/relationships/slide" Target="slide8.xml"/><Relationship Id="rId10" Type="http://schemas.openxmlformats.org/officeDocument/2006/relationships/image" Target="../media/image46.wmf"/><Relationship Id="rId4" Type="http://schemas.openxmlformats.org/officeDocument/2006/relationships/audio" Target="../media/audio2.wav"/><Relationship Id="rId9" Type="http://schemas.openxmlformats.org/officeDocument/2006/relationships/oleObject" Target="../embeddings/oleObject46.bin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8.bin"/><Relationship Id="rId3" Type="http://schemas.openxmlformats.org/officeDocument/2006/relationships/audio" Target="../media/audio2.wav"/><Relationship Id="rId7" Type="http://schemas.openxmlformats.org/officeDocument/2006/relationships/slide" Target="slide11.xml"/><Relationship Id="rId12" Type="http://schemas.openxmlformats.org/officeDocument/2006/relationships/image" Target="../media/image50.jpeg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4.vml"/><Relationship Id="rId6" Type="http://schemas.openxmlformats.org/officeDocument/2006/relationships/image" Target="../media/image1.png"/><Relationship Id="rId11" Type="http://schemas.openxmlformats.org/officeDocument/2006/relationships/image" Target="../media/image49.wmf"/><Relationship Id="rId5" Type="http://schemas.openxmlformats.org/officeDocument/2006/relationships/oleObject" Target="../embeddings/oleObject47.bin"/><Relationship Id="rId10" Type="http://schemas.openxmlformats.org/officeDocument/2006/relationships/oleObject" Target="../embeddings/oleObject49.bin"/><Relationship Id="rId4" Type="http://schemas.openxmlformats.org/officeDocument/2006/relationships/slide" Target="slide8.xml"/><Relationship Id="rId9" Type="http://schemas.openxmlformats.org/officeDocument/2006/relationships/image" Target="../media/image48.wmf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2.jpeg"/><Relationship Id="rId3" Type="http://schemas.openxmlformats.org/officeDocument/2006/relationships/slide" Target="slide8.xml"/><Relationship Id="rId7" Type="http://schemas.openxmlformats.org/officeDocument/2006/relationships/image" Target="../media/image51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5.vml"/><Relationship Id="rId6" Type="http://schemas.openxmlformats.org/officeDocument/2006/relationships/oleObject" Target="../embeddings/oleObject51.bin"/><Relationship Id="rId5" Type="http://schemas.openxmlformats.org/officeDocument/2006/relationships/image" Target="../media/image1.png"/><Relationship Id="rId4" Type="http://schemas.openxmlformats.org/officeDocument/2006/relationships/oleObject" Target="../embeddings/oleObject50.bin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slide" Target="slide11.xml"/><Relationship Id="rId13" Type="http://schemas.openxmlformats.org/officeDocument/2006/relationships/oleObject" Target="../embeddings/oleObject55.bin"/><Relationship Id="rId3" Type="http://schemas.openxmlformats.org/officeDocument/2006/relationships/audio" Target="../media/audio3.wav"/><Relationship Id="rId7" Type="http://schemas.openxmlformats.org/officeDocument/2006/relationships/image" Target="../media/image1.png"/><Relationship Id="rId12" Type="http://schemas.openxmlformats.org/officeDocument/2006/relationships/image" Target="../media/image54.wmf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57.jpeg"/><Relationship Id="rId1" Type="http://schemas.openxmlformats.org/officeDocument/2006/relationships/vmlDrawing" Target="../drawings/vmlDrawing16.vml"/><Relationship Id="rId6" Type="http://schemas.openxmlformats.org/officeDocument/2006/relationships/oleObject" Target="../embeddings/oleObject52.bin"/><Relationship Id="rId11" Type="http://schemas.openxmlformats.org/officeDocument/2006/relationships/oleObject" Target="../embeddings/oleObject54.bin"/><Relationship Id="rId5" Type="http://schemas.openxmlformats.org/officeDocument/2006/relationships/slide" Target="slide8.xml"/><Relationship Id="rId15" Type="http://schemas.openxmlformats.org/officeDocument/2006/relationships/image" Target="../media/image56.jpeg"/><Relationship Id="rId10" Type="http://schemas.openxmlformats.org/officeDocument/2006/relationships/image" Target="../media/image53.wmf"/><Relationship Id="rId4" Type="http://schemas.openxmlformats.org/officeDocument/2006/relationships/audio" Target="../media/audio2.wav"/><Relationship Id="rId9" Type="http://schemas.openxmlformats.org/officeDocument/2006/relationships/oleObject" Target="../embeddings/oleObject53.bin"/><Relationship Id="rId14" Type="http://schemas.openxmlformats.org/officeDocument/2006/relationships/image" Target="../media/image55.wmf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" Target="slide8.xml"/><Relationship Id="rId7" Type="http://schemas.openxmlformats.org/officeDocument/2006/relationships/image" Target="../media/image58.jpeg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7.vml"/><Relationship Id="rId6" Type="http://schemas.openxmlformats.org/officeDocument/2006/relationships/slide" Target="slide11.xml"/><Relationship Id="rId5" Type="http://schemas.openxmlformats.org/officeDocument/2006/relationships/image" Target="../media/image1.png"/><Relationship Id="rId4" Type="http://schemas.openxmlformats.org/officeDocument/2006/relationships/oleObject" Target="../embeddings/oleObject56.bin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9.bin"/><Relationship Id="rId13" Type="http://schemas.openxmlformats.org/officeDocument/2006/relationships/image" Target="../media/image61.wmf"/><Relationship Id="rId18" Type="http://schemas.openxmlformats.org/officeDocument/2006/relationships/image" Target="../media/image63.jpeg"/><Relationship Id="rId3" Type="http://schemas.openxmlformats.org/officeDocument/2006/relationships/audio" Target="../media/audio2.wav"/><Relationship Id="rId7" Type="http://schemas.openxmlformats.org/officeDocument/2006/relationships/oleObject" Target="../embeddings/oleObject58.bin"/><Relationship Id="rId12" Type="http://schemas.openxmlformats.org/officeDocument/2006/relationships/oleObject" Target="../embeddings/oleObject61.bin"/><Relationship Id="rId17" Type="http://schemas.openxmlformats.org/officeDocument/2006/relationships/image" Target="../media/image62.w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63.bin"/><Relationship Id="rId1" Type="http://schemas.openxmlformats.org/officeDocument/2006/relationships/vmlDrawing" Target="../drawings/vmlDrawing18.vml"/><Relationship Id="rId6" Type="http://schemas.openxmlformats.org/officeDocument/2006/relationships/image" Target="../media/image1.png"/><Relationship Id="rId11" Type="http://schemas.openxmlformats.org/officeDocument/2006/relationships/image" Target="../media/image60.wmf"/><Relationship Id="rId5" Type="http://schemas.openxmlformats.org/officeDocument/2006/relationships/oleObject" Target="../embeddings/oleObject57.bin"/><Relationship Id="rId15" Type="http://schemas.openxmlformats.org/officeDocument/2006/relationships/image" Target="../media/image39.wmf"/><Relationship Id="rId10" Type="http://schemas.openxmlformats.org/officeDocument/2006/relationships/oleObject" Target="../embeddings/oleObject60.bin"/><Relationship Id="rId19" Type="http://schemas.openxmlformats.org/officeDocument/2006/relationships/image" Target="../media/image64.jpeg"/><Relationship Id="rId4" Type="http://schemas.openxmlformats.org/officeDocument/2006/relationships/slide" Target="slide8.xml"/><Relationship Id="rId9" Type="http://schemas.openxmlformats.org/officeDocument/2006/relationships/image" Target="../media/image59.wmf"/><Relationship Id="rId14" Type="http://schemas.openxmlformats.org/officeDocument/2006/relationships/oleObject" Target="../embeddings/oleObject62.bin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66.bin"/><Relationship Id="rId13" Type="http://schemas.openxmlformats.org/officeDocument/2006/relationships/image" Target="../media/image66.jpeg"/><Relationship Id="rId3" Type="http://schemas.openxmlformats.org/officeDocument/2006/relationships/audio" Target="../media/audio2.wav"/><Relationship Id="rId7" Type="http://schemas.openxmlformats.org/officeDocument/2006/relationships/oleObject" Target="../embeddings/oleObject65.bin"/><Relationship Id="rId12" Type="http://schemas.openxmlformats.org/officeDocument/2006/relationships/image" Target="../media/image65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9.vml"/><Relationship Id="rId6" Type="http://schemas.openxmlformats.org/officeDocument/2006/relationships/image" Target="../media/image1.png"/><Relationship Id="rId11" Type="http://schemas.openxmlformats.org/officeDocument/2006/relationships/oleObject" Target="../embeddings/oleObject68.bin"/><Relationship Id="rId5" Type="http://schemas.openxmlformats.org/officeDocument/2006/relationships/oleObject" Target="../embeddings/oleObject64.bin"/><Relationship Id="rId10" Type="http://schemas.openxmlformats.org/officeDocument/2006/relationships/slide" Target="slide11.xml"/><Relationship Id="rId4" Type="http://schemas.openxmlformats.org/officeDocument/2006/relationships/slide" Target="slide8.xml"/><Relationship Id="rId9" Type="http://schemas.openxmlformats.org/officeDocument/2006/relationships/oleObject" Target="../embeddings/oleObject67.bin"/><Relationship Id="rId14" Type="http://schemas.openxmlformats.org/officeDocument/2006/relationships/image" Target="../media/image67.jpe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slide" Target="slide11.xml"/><Relationship Id="rId13" Type="http://schemas.openxmlformats.org/officeDocument/2006/relationships/oleObject" Target="../embeddings/oleObject72.bin"/><Relationship Id="rId18" Type="http://schemas.openxmlformats.org/officeDocument/2006/relationships/image" Target="../media/image72.wmf"/><Relationship Id="rId3" Type="http://schemas.openxmlformats.org/officeDocument/2006/relationships/audio" Target="../media/audio2.wav"/><Relationship Id="rId21" Type="http://schemas.openxmlformats.org/officeDocument/2006/relationships/oleObject" Target="../embeddings/oleObject76.bin"/><Relationship Id="rId7" Type="http://schemas.openxmlformats.org/officeDocument/2006/relationships/image" Target="../media/image1.png"/><Relationship Id="rId12" Type="http://schemas.openxmlformats.org/officeDocument/2006/relationships/image" Target="../media/image69.wmf"/><Relationship Id="rId17" Type="http://schemas.openxmlformats.org/officeDocument/2006/relationships/oleObject" Target="../embeddings/oleObject74.bin"/><Relationship Id="rId25" Type="http://schemas.openxmlformats.org/officeDocument/2006/relationships/image" Target="../media/image77.jpeg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71.wmf"/><Relationship Id="rId20" Type="http://schemas.openxmlformats.org/officeDocument/2006/relationships/image" Target="../media/image73.wmf"/><Relationship Id="rId1" Type="http://schemas.openxmlformats.org/officeDocument/2006/relationships/vmlDrawing" Target="../drawings/vmlDrawing20.vml"/><Relationship Id="rId6" Type="http://schemas.openxmlformats.org/officeDocument/2006/relationships/oleObject" Target="../embeddings/oleObject69.bin"/><Relationship Id="rId11" Type="http://schemas.openxmlformats.org/officeDocument/2006/relationships/oleObject" Target="../embeddings/oleObject71.bin"/><Relationship Id="rId24" Type="http://schemas.openxmlformats.org/officeDocument/2006/relationships/image" Target="../media/image75.wmf"/><Relationship Id="rId5" Type="http://schemas.openxmlformats.org/officeDocument/2006/relationships/hyperlink" Target="ch09.ppt" TargetMode="External"/><Relationship Id="rId15" Type="http://schemas.openxmlformats.org/officeDocument/2006/relationships/oleObject" Target="../embeddings/oleObject73.bin"/><Relationship Id="rId23" Type="http://schemas.openxmlformats.org/officeDocument/2006/relationships/oleObject" Target="../embeddings/oleObject77.bin"/><Relationship Id="rId10" Type="http://schemas.openxmlformats.org/officeDocument/2006/relationships/image" Target="../media/image68.wmf"/><Relationship Id="rId19" Type="http://schemas.openxmlformats.org/officeDocument/2006/relationships/oleObject" Target="../embeddings/oleObject75.bin"/><Relationship Id="rId4" Type="http://schemas.openxmlformats.org/officeDocument/2006/relationships/image" Target="../media/image76.jpeg"/><Relationship Id="rId9" Type="http://schemas.openxmlformats.org/officeDocument/2006/relationships/oleObject" Target="../embeddings/oleObject70.bin"/><Relationship Id="rId14" Type="http://schemas.openxmlformats.org/officeDocument/2006/relationships/image" Target="../media/image70.wmf"/><Relationship Id="rId22" Type="http://schemas.openxmlformats.org/officeDocument/2006/relationships/image" Target="../media/image74.wmf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79.bin"/><Relationship Id="rId13" Type="http://schemas.openxmlformats.org/officeDocument/2006/relationships/image" Target="../media/image80.wmf"/><Relationship Id="rId3" Type="http://schemas.openxmlformats.org/officeDocument/2006/relationships/audio" Target="../media/audio2.wav"/><Relationship Id="rId7" Type="http://schemas.openxmlformats.org/officeDocument/2006/relationships/slide" Target="slide11.xml"/><Relationship Id="rId12" Type="http://schemas.openxmlformats.org/officeDocument/2006/relationships/oleObject" Target="../embeddings/oleObject81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82.jpeg"/><Relationship Id="rId1" Type="http://schemas.openxmlformats.org/officeDocument/2006/relationships/vmlDrawing" Target="../drawings/vmlDrawing21.vml"/><Relationship Id="rId6" Type="http://schemas.openxmlformats.org/officeDocument/2006/relationships/image" Target="../media/image1.png"/><Relationship Id="rId11" Type="http://schemas.openxmlformats.org/officeDocument/2006/relationships/image" Target="../media/image79.wmf"/><Relationship Id="rId5" Type="http://schemas.openxmlformats.org/officeDocument/2006/relationships/oleObject" Target="../embeddings/oleObject78.bin"/><Relationship Id="rId15" Type="http://schemas.openxmlformats.org/officeDocument/2006/relationships/image" Target="../media/image81.wmf"/><Relationship Id="rId10" Type="http://schemas.openxmlformats.org/officeDocument/2006/relationships/oleObject" Target="../embeddings/oleObject80.bin"/><Relationship Id="rId4" Type="http://schemas.openxmlformats.org/officeDocument/2006/relationships/slide" Target="slide20.xml"/><Relationship Id="rId9" Type="http://schemas.openxmlformats.org/officeDocument/2006/relationships/image" Target="../media/image78.wmf"/><Relationship Id="rId14" Type="http://schemas.openxmlformats.org/officeDocument/2006/relationships/oleObject" Target="../embeddings/oleObject82.bin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4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5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6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82.jpeg"/><Relationship Id="rId3" Type="http://schemas.openxmlformats.org/officeDocument/2006/relationships/audio" Target="../media/audio2.wav"/><Relationship Id="rId7" Type="http://schemas.openxmlformats.org/officeDocument/2006/relationships/slide" Target="slide11.xml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2.vml"/><Relationship Id="rId6" Type="http://schemas.openxmlformats.org/officeDocument/2006/relationships/image" Target="../media/image1.png"/><Relationship Id="rId5" Type="http://schemas.openxmlformats.org/officeDocument/2006/relationships/oleObject" Target="../embeddings/oleObject83.bin"/><Relationship Id="rId4" Type="http://schemas.openxmlformats.org/officeDocument/2006/relationships/slide" Target="slide20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slide" Target="slide34.xml"/><Relationship Id="rId3" Type="http://schemas.openxmlformats.org/officeDocument/2006/relationships/hyperlink" Target="ch09.ppt" TargetMode="External"/><Relationship Id="rId7" Type="http://schemas.openxmlformats.org/officeDocument/2006/relationships/slide" Target="slide32.xml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3.vml"/><Relationship Id="rId6" Type="http://schemas.openxmlformats.org/officeDocument/2006/relationships/slide" Target="slide3.xml"/><Relationship Id="rId5" Type="http://schemas.openxmlformats.org/officeDocument/2006/relationships/image" Target="../media/image1.png"/><Relationship Id="rId4" Type="http://schemas.openxmlformats.org/officeDocument/2006/relationships/oleObject" Target="../embeddings/oleObject84.bin"/><Relationship Id="rId9" Type="http://schemas.openxmlformats.org/officeDocument/2006/relationships/slide" Target="slide31.xml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87.jpeg"/><Relationship Id="rId3" Type="http://schemas.openxmlformats.org/officeDocument/2006/relationships/audio" Target="../media/audio2.wav"/><Relationship Id="rId7" Type="http://schemas.openxmlformats.org/officeDocument/2006/relationships/slide" Target="slide11.xml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4.vml"/><Relationship Id="rId6" Type="http://schemas.openxmlformats.org/officeDocument/2006/relationships/image" Target="../media/image1.png"/><Relationship Id="rId5" Type="http://schemas.openxmlformats.org/officeDocument/2006/relationships/oleObject" Target="../embeddings/oleObject85.bin"/><Relationship Id="rId4" Type="http://schemas.openxmlformats.org/officeDocument/2006/relationships/slide" Target="slide28.xml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87.bin"/><Relationship Id="rId13" Type="http://schemas.openxmlformats.org/officeDocument/2006/relationships/image" Target="../media/image90.wmf"/><Relationship Id="rId18" Type="http://schemas.openxmlformats.org/officeDocument/2006/relationships/oleObject" Target="../embeddings/oleObject92.bin"/><Relationship Id="rId3" Type="http://schemas.openxmlformats.org/officeDocument/2006/relationships/audio" Target="../media/audio2.wav"/><Relationship Id="rId21" Type="http://schemas.openxmlformats.org/officeDocument/2006/relationships/image" Target="../media/image94.wmf"/><Relationship Id="rId7" Type="http://schemas.openxmlformats.org/officeDocument/2006/relationships/slide" Target="slide11.xml"/><Relationship Id="rId12" Type="http://schemas.openxmlformats.org/officeDocument/2006/relationships/oleObject" Target="../embeddings/oleObject89.bin"/><Relationship Id="rId17" Type="http://schemas.openxmlformats.org/officeDocument/2006/relationships/image" Target="../media/image92.w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91.bin"/><Relationship Id="rId20" Type="http://schemas.openxmlformats.org/officeDocument/2006/relationships/oleObject" Target="../embeddings/oleObject93.bin"/><Relationship Id="rId1" Type="http://schemas.openxmlformats.org/officeDocument/2006/relationships/vmlDrawing" Target="../drawings/vmlDrawing25.vml"/><Relationship Id="rId6" Type="http://schemas.openxmlformats.org/officeDocument/2006/relationships/image" Target="../media/image1.png"/><Relationship Id="rId11" Type="http://schemas.openxmlformats.org/officeDocument/2006/relationships/image" Target="../media/image89.wmf"/><Relationship Id="rId24" Type="http://schemas.openxmlformats.org/officeDocument/2006/relationships/image" Target="../media/image96.jpeg"/><Relationship Id="rId5" Type="http://schemas.openxmlformats.org/officeDocument/2006/relationships/oleObject" Target="../embeddings/oleObject86.bin"/><Relationship Id="rId15" Type="http://schemas.openxmlformats.org/officeDocument/2006/relationships/image" Target="../media/image91.wmf"/><Relationship Id="rId23" Type="http://schemas.openxmlformats.org/officeDocument/2006/relationships/image" Target="../media/image95.wmf"/><Relationship Id="rId10" Type="http://schemas.openxmlformats.org/officeDocument/2006/relationships/oleObject" Target="../embeddings/oleObject88.bin"/><Relationship Id="rId19" Type="http://schemas.openxmlformats.org/officeDocument/2006/relationships/image" Target="../media/image93.wmf"/><Relationship Id="rId4" Type="http://schemas.openxmlformats.org/officeDocument/2006/relationships/slide" Target="slide28.xml"/><Relationship Id="rId9" Type="http://schemas.openxmlformats.org/officeDocument/2006/relationships/image" Target="../media/image88.wmf"/><Relationship Id="rId14" Type="http://schemas.openxmlformats.org/officeDocument/2006/relationships/oleObject" Target="../embeddings/oleObject90.bin"/><Relationship Id="rId22" Type="http://schemas.openxmlformats.org/officeDocument/2006/relationships/oleObject" Target="../embeddings/oleObject94.bin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96.bin"/><Relationship Id="rId13" Type="http://schemas.openxmlformats.org/officeDocument/2006/relationships/image" Target="../media/image98.wmf"/><Relationship Id="rId18" Type="http://schemas.openxmlformats.org/officeDocument/2006/relationships/image" Target="../media/image101.jpeg"/><Relationship Id="rId3" Type="http://schemas.openxmlformats.org/officeDocument/2006/relationships/audio" Target="../media/audio2.wav"/><Relationship Id="rId7" Type="http://schemas.openxmlformats.org/officeDocument/2006/relationships/slide" Target="slide11.xml"/><Relationship Id="rId12" Type="http://schemas.openxmlformats.org/officeDocument/2006/relationships/oleObject" Target="../embeddings/oleObject98.bin"/><Relationship Id="rId17" Type="http://schemas.openxmlformats.org/officeDocument/2006/relationships/image" Target="../media/image100.w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100.bin"/><Relationship Id="rId1" Type="http://schemas.openxmlformats.org/officeDocument/2006/relationships/vmlDrawing" Target="../drawings/vmlDrawing26.vml"/><Relationship Id="rId6" Type="http://schemas.openxmlformats.org/officeDocument/2006/relationships/image" Target="../media/image1.png"/><Relationship Id="rId11" Type="http://schemas.openxmlformats.org/officeDocument/2006/relationships/image" Target="../media/image95.wmf"/><Relationship Id="rId5" Type="http://schemas.openxmlformats.org/officeDocument/2006/relationships/oleObject" Target="../embeddings/oleObject95.bin"/><Relationship Id="rId15" Type="http://schemas.openxmlformats.org/officeDocument/2006/relationships/image" Target="../media/image99.wmf"/><Relationship Id="rId10" Type="http://schemas.openxmlformats.org/officeDocument/2006/relationships/oleObject" Target="../embeddings/oleObject97.bin"/><Relationship Id="rId4" Type="http://schemas.openxmlformats.org/officeDocument/2006/relationships/slide" Target="slide28.xml"/><Relationship Id="rId9" Type="http://schemas.openxmlformats.org/officeDocument/2006/relationships/image" Target="../media/image97.wmf"/><Relationship Id="rId14" Type="http://schemas.openxmlformats.org/officeDocument/2006/relationships/oleObject" Target="../embeddings/oleObject99.bin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02.bin"/><Relationship Id="rId13" Type="http://schemas.openxmlformats.org/officeDocument/2006/relationships/image" Target="../media/image103.wmf"/><Relationship Id="rId18" Type="http://schemas.openxmlformats.org/officeDocument/2006/relationships/oleObject" Target="../embeddings/oleObject107.bin"/><Relationship Id="rId3" Type="http://schemas.openxmlformats.org/officeDocument/2006/relationships/audio" Target="../media/audio2.wav"/><Relationship Id="rId7" Type="http://schemas.openxmlformats.org/officeDocument/2006/relationships/slide" Target="slide11.xml"/><Relationship Id="rId12" Type="http://schemas.openxmlformats.org/officeDocument/2006/relationships/oleObject" Target="../embeddings/oleObject104.bin"/><Relationship Id="rId17" Type="http://schemas.openxmlformats.org/officeDocument/2006/relationships/image" Target="../media/image105.w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106.bin"/><Relationship Id="rId20" Type="http://schemas.openxmlformats.org/officeDocument/2006/relationships/image" Target="../media/image87.jpeg"/><Relationship Id="rId1" Type="http://schemas.openxmlformats.org/officeDocument/2006/relationships/vmlDrawing" Target="../drawings/vmlDrawing27.vml"/><Relationship Id="rId6" Type="http://schemas.openxmlformats.org/officeDocument/2006/relationships/image" Target="../media/image1.png"/><Relationship Id="rId11" Type="http://schemas.openxmlformats.org/officeDocument/2006/relationships/image" Target="../media/image102.wmf"/><Relationship Id="rId5" Type="http://schemas.openxmlformats.org/officeDocument/2006/relationships/oleObject" Target="../embeddings/oleObject101.bin"/><Relationship Id="rId15" Type="http://schemas.openxmlformats.org/officeDocument/2006/relationships/image" Target="../media/image104.wmf"/><Relationship Id="rId10" Type="http://schemas.openxmlformats.org/officeDocument/2006/relationships/oleObject" Target="../embeddings/oleObject103.bin"/><Relationship Id="rId19" Type="http://schemas.openxmlformats.org/officeDocument/2006/relationships/image" Target="../media/image106.wmf"/><Relationship Id="rId4" Type="http://schemas.openxmlformats.org/officeDocument/2006/relationships/slide" Target="slide28.xml"/><Relationship Id="rId9" Type="http://schemas.openxmlformats.org/officeDocument/2006/relationships/image" Target="../media/image100.wmf"/><Relationship Id="rId14" Type="http://schemas.openxmlformats.org/officeDocument/2006/relationships/oleObject" Target="../embeddings/oleObject105.bin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09.bin"/><Relationship Id="rId13" Type="http://schemas.openxmlformats.org/officeDocument/2006/relationships/image" Target="../media/image110.wmf"/><Relationship Id="rId18" Type="http://schemas.openxmlformats.org/officeDocument/2006/relationships/oleObject" Target="../embeddings/oleObject114.bin"/><Relationship Id="rId26" Type="http://schemas.openxmlformats.org/officeDocument/2006/relationships/slide" Target="slide28.xml"/><Relationship Id="rId3" Type="http://schemas.openxmlformats.org/officeDocument/2006/relationships/audio" Target="../media/audio2.wav"/><Relationship Id="rId21" Type="http://schemas.openxmlformats.org/officeDocument/2006/relationships/image" Target="../media/image114.wmf"/><Relationship Id="rId7" Type="http://schemas.openxmlformats.org/officeDocument/2006/relationships/image" Target="../media/image107.wmf"/><Relationship Id="rId12" Type="http://schemas.openxmlformats.org/officeDocument/2006/relationships/oleObject" Target="../embeddings/oleObject111.bin"/><Relationship Id="rId17" Type="http://schemas.openxmlformats.org/officeDocument/2006/relationships/image" Target="../media/image112.wmf"/><Relationship Id="rId25" Type="http://schemas.openxmlformats.org/officeDocument/2006/relationships/image" Target="../media/image116.w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113.bin"/><Relationship Id="rId20" Type="http://schemas.openxmlformats.org/officeDocument/2006/relationships/oleObject" Target="../embeddings/oleObject115.bin"/><Relationship Id="rId1" Type="http://schemas.openxmlformats.org/officeDocument/2006/relationships/vmlDrawing" Target="../drawings/vmlDrawing28.vml"/><Relationship Id="rId6" Type="http://schemas.openxmlformats.org/officeDocument/2006/relationships/oleObject" Target="../embeddings/oleObject108.bin"/><Relationship Id="rId11" Type="http://schemas.openxmlformats.org/officeDocument/2006/relationships/image" Target="../media/image109.wmf"/><Relationship Id="rId24" Type="http://schemas.openxmlformats.org/officeDocument/2006/relationships/oleObject" Target="../embeddings/oleObject117.bin"/><Relationship Id="rId5" Type="http://schemas.openxmlformats.org/officeDocument/2006/relationships/slide" Target="slide11.xml"/><Relationship Id="rId15" Type="http://schemas.openxmlformats.org/officeDocument/2006/relationships/image" Target="../media/image111.wmf"/><Relationship Id="rId23" Type="http://schemas.openxmlformats.org/officeDocument/2006/relationships/image" Target="../media/image115.wmf"/><Relationship Id="rId28" Type="http://schemas.openxmlformats.org/officeDocument/2006/relationships/image" Target="../media/image1.png"/><Relationship Id="rId10" Type="http://schemas.openxmlformats.org/officeDocument/2006/relationships/oleObject" Target="../embeddings/oleObject110.bin"/><Relationship Id="rId19" Type="http://schemas.openxmlformats.org/officeDocument/2006/relationships/image" Target="../media/image113.wmf"/><Relationship Id="rId4" Type="http://schemas.openxmlformats.org/officeDocument/2006/relationships/image" Target="../media/image87.jpeg"/><Relationship Id="rId9" Type="http://schemas.openxmlformats.org/officeDocument/2006/relationships/image" Target="../media/image108.wmf"/><Relationship Id="rId14" Type="http://schemas.openxmlformats.org/officeDocument/2006/relationships/oleObject" Target="../embeddings/oleObject112.bin"/><Relationship Id="rId22" Type="http://schemas.openxmlformats.org/officeDocument/2006/relationships/oleObject" Target="../embeddings/oleObject116.bin"/><Relationship Id="rId27" Type="http://schemas.openxmlformats.org/officeDocument/2006/relationships/oleObject" Target="../embeddings/oleObject118.bin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9.png"/><Relationship Id="rId3" Type="http://schemas.openxmlformats.org/officeDocument/2006/relationships/oleObject" Target="../embeddings/oleObject119.bin"/><Relationship Id="rId7" Type="http://schemas.openxmlformats.org/officeDocument/2006/relationships/oleObject" Target="../embeddings/oleObject12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9.vml"/><Relationship Id="rId6" Type="http://schemas.openxmlformats.org/officeDocument/2006/relationships/image" Target="../media/image118.png"/><Relationship Id="rId5" Type="http://schemas.openxmlformats.org/officeDocument/2006/relationships/oleObject" Target="../embeddings/oleObject120.bin"/><Relationship Id="rId10" Type="http://schemas.openxmlformats.org/officeDocument/2006/relationships/image" Target="../media/image120.wmf"/><Relationship Id="rId4" Type="http://schemas.openxmlformats.org/officeDocument/2006/relationships/image" Target="../media/image117.png"/><Relationship Id="rId9" Type="http://schemas.openxmlformats.org/officeDocument/2006/relationships/oleObject" Target="../embeddings/oleObject122.bin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25.bin"/><Relationship Id="rId13" Type="http://schemas.openxmlformats.org/officeDocument/2006/relationships/image" Target="../media/image124.wmf"/><Relationship Id="rId18" Type="http://schemas.openxmlformats.org/officeDocument/2006/relationships/oleObject" Target="../embeddings/oleObject130.bin"/><Relationship Id="rId3" Type="http://schemas.openxmlformats.org/officeDocument/2006/relationships/audio" Target="../media/audio2.wav"/><Relationship Id="rId21" Type="http://schemas.openxmlformats.org/officeDocument/2006/relationships/image" Target="../media/image128.wmf"/><Relationship Id="rId7" Type="http://schemas.openxmlformats.org/officeDocument/2006/relationships/image" Target="../media/image121.png"/><Relationship Id="rId12" Type="http://schemas.openxmlformats.org/officeDocument/2006/relationships/oleObject" Target="../embeddings/oleObject127.bin"/><Relationship Id="rId17" Type="http://schemas.openxmlformats.org/officeDocument/2006/relationships/image" Target="../media/image126.wmf"/><Relationship Id="rId2" Type="http://schemas.openxmlformats.org/officeDocument/2006/relationships/slideLayout" Target="../slideLayouts/slideLayout2.xml"/><Relationship Id="rId16" Type="http://schemas.openxmlformats.org/officeDocument/2006/relationships/oleObject" Target="../embeddings/oleObject129.bin"/><Relationship Id="rId20" Type="http://schemas.openxmlformats.org/officeDocument/2006/relationships/oleObject" Target="../embeddings/oleObject131.bin"/><Relationship Id="rId1" Type="http://schemas.openxmlformats.org/officeDocument/2006/relationships/vmlDrawing" Target="../drawings/vmlDrawing30.vml"/><Relationship Id="rId6" Type="http://schemas.openxmlformats.org/officeDocument/2006/relationships/oleObject" Target="../embeddings/oleObject124.bin"/><Relationship Id="rId11" Type="http://schemas.openxmlformats.org/officeDocument/2006/relationships/image" Target="../media/image123.wmf"/><Relationship Id="rId5" Type="http://schemas.openxmlformats.org/officeDocument/2006/relationships/image" Target="../media/image117.png"/><Relationship Id="rId15" Type="http://schemas.openxmlformats.org/officeDocument/2006/relationships/image" Target="../media/image125.wmf"/><Relationship Id="rId10" Type="http://schemas.openxmlformats.org/officeDocument/2006/relationships/oleObject" Target="../embeddings/oleObject126.bin"/><Relationship Id="rId19" Type="http://schemas.openxmlformats.org/officeDocument/2006/relationships/image" Target="../media/image127.wmf"/><Relationship Id="rId4" Type="http://schemas.openxmlformats.org/officeDocument/2006/relationships/oleObject" Target="../embeddings/oleObject123.bin"/><Relationship Id="rId9" Type="http://schemas.openxmlformats.org/officeDocument/2006/relationships/image" Target="../media/image122.wmf"/><Relationship Id="rId14" Type="http://schemas.openxmlformats.org/officeDocument/2006/relationships/oleObject" Target="../embeddings/oleObject128.bin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34.bin"/><Relationship Id="rId13" Type="http://schemas.openxmlformats.org/officeDocument/2006/relationships/image" Target="../media/image132.png"/><Relationship Id="rId3" Type="http://schemas.openxmlformats.org/officeDocument/2006/relationships/audio" Target="../media/audio2.wav"/><Relationship Id="rId7" Type="http://schemas.openxmlformats.org/officeDocument/2006/relationships/image" Target="../media/image129.png"/><Relationship Id="rId12" Type="http://schemas.openxmlformats.org/officeDocument/2006/relationships/oleObject" Target="../embeddings/oleObject136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1.vml"/><Relationship Id="rId6" Type="http://schemas.openxmlformats.org/officeDocument/2006/relationships/oleObject" Target="../embeddings/oleObject133.bin"/><Relationship Id="rId11" Type="http://schemas.openxmlformats.org/officeDocument/2006/relationships/image" Target="../media/image131.png"/><Relationship Id="rId5" Type="http://schemas.openxmlformats.org/officeDocument/2006/relationships/image" Target="../media/image117.png"/><Relationship Id="rId15" Type="http://schemas.openxmlformats.org/officeDocument/2006/relationships/image" Target="../media/image133.wmf"/><Relationship Id="rId10" Type="http://schemas.openxmlformats.org/officeDocument/2006/relationships/oleObject" Target="../embeddings/oleObject135.bin"/><Relationship Id="rId4" Type="http://schemas.openxmlformats.org/officeDocument/2006/relationships/oleObject" Target="../embeddings/oleObject132.bin"/><Relationship Id="rId9" Type="http://schemas.openxmlformats.org/officeDocument/2006/relationships/image" Target="../media/image130.png"/><Relationship Id="rId14" Type="http://schemas.openxmlformats.org/officeDocument/2006/relationships/oleObject" Target="../embeddings/oleObject137.bin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6.wmf"/><Relationship Id="rId13" Type="http://schemas.openxmlformats.org/officeDocument/2006/relationships/oleObject" Target="../embeddings/oleObject144.bin"/><Relationship Id="rId3" Type="http://schemas.openxmlformats.org/officeDocument/2006/relationships/oleObject" Target="../embeddings/oleObject138.bin"/><Relationship Id="rId7" Type="http://schemas.openxmlformats.org/officeDocument/2006/relationships/oleObject" Target="../embeddings/oleObject140.bin"/><Relationship Id="rId12" Type="http://schemas.openxmlformats.org/officeDocument/2006/relationships/oleObject" Target="../embeddings/oleObject14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2.vml"/><Relationship Id="rId6" Type="http://schemas.openxmlformats.org/officeDocument/2006/relationships/image" Target="../media/image135.wmf"/><Relationship Id="rId11" Type="http://schemas.openxmlformats.org/officeDocument/2006/relationships/oleObject" Target="../embeddings/oleObject142.bin"/><Relationship Id="rId5" Type="http://schemas.openxmlformats.org/officeDocument/2006/relationships/oleObject" Target="../embeddings/oleObject139.bin"/><Relationship Id="rId10" Type="http://schemas.openxmlformats.org/officeDocument/2006/relationships/image" Target="../media/image137.wmf"/><Relationship Id="rId4" Type="http://schemas.openxmlformats.org/officeDocument/2006/relationships/image" Target="../media/image134.png"/><Relationship Id="rId9" Type="http://schemas.openxmlformats.org/officeDocument/2006/relationships/oleObject" Target="../embeddings/oleObject141.bin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45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3.vml"/><Relationship Id="rId6" Type="http://schemas.openxmlformats.org/officeDocument/2006/relationships/image" Target="../media/image139.png"/><Relationship Id="rId5" Type="http://schemas.openxmlformats.org/officeDocument/2006/relationships/oleObject" Target="../embeddings/oleObject146.bin"/><Relationship Id="rId4" Type="http://schemas.openxmlformats.org/officeDocument/2006/relationships/image" Target="../media/image138.png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1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4.vml"/><Relationship Id="rId5" Type="http://schemas.openxmlformats.org/officeDocument/2006/relationships/image" Target="../media/image140.wmf"/><Relationship Id="rId4" Type="http://schemas.openxmlformats.org/officeDocument/2006/relationships/oleObject" Target="../embeddings/oleObject147.bin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48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5.vml"/><Relationship Id="rId6" Type="http://schemas.openxmlformats.org/officeDocument/2006/relationships/image" Target="../media/image143.png"/><Relationship Id="rId5" Type="http://schemas.openxmlformats.org/officeDocument/2006/relationships/oleObject" Target="../embeddings/oleObject149.bin"/><Relationship Id="rId4" Type="http://schemas.openxmlformats.org/officeDocument/2006/relationships/image" Target="../media/image142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50.bin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36.vml"/><Relationship Id="rId5" Type="http://schemas.openxmlformats.org/officeDocument/2006/relationships/image" Target="../media/image145.tmp"/><Relationship Id="rId4" Type="http://schemas.openxmlformats.org/officeDocument/2006/relationships/image" Target="../media/image144.emf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5.tmp"/><Relationship Id="rId7" Type="http://schemas.openxmlformats.org/officeDocument/2006/relationships/image" Target="../media/image146.emf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37.vml"/><Relationship Id="rId6" Type="http://schemas.openxmlformats.org/officeDocument/2006/relationships/oleObject" Target="../embeddings/oleObject152.bin"/><Relationship Id="rId5" Type="http://schemas.openxmlformats.org/officeDocument/2006/relationships/image" Target="../media/image144.emf"/><Relationship Id="rId4" Type="http://schemas.openxmlformats.org/officeDocument/2006/relationships/oleObject" Target="../embeddings/oleObject151.bin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53.bin"/><Relationship Id="rId7" Type="http://schemas.openxmlformats.org/officeDocument/2006/relationships/image" Target="../media/image144.emf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38.vml"/><Relationship Id="rId6" Type="http://schemas.openxmlformats.org/officeDocument/2006/relationships/oleObject" Target="../embeddings/oleObject154.bin"/><Relationship Id="rId5" Type="http://schemas.openxmlformats.org/officeDocument/2006/relationships/image" Target="../media/image145.tmp"/><Relationship Id="rId4" Type="http://schemas.openxmlformats.org/officeDocument/2006/relationships/image" Target="../media/image147.emf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5.tmp"/><Relationship Id="rId7" Type="http://schemas.openxmlformats.org/officeDocument/2006/relationships/image" Target="../media/image148.emf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39.vml"/><Relationship Id="rId6" Type="http://schemas.openxmlformats.org/officeDocument/2006/relationships/oleObject" Target="../embeddings/oleObject156.bin"/><Relationship Id="rId5" Type="http://schemas.openxmlformats.org/officeDocument/2006/relationships/image" Target="../media/image144.emf"/><Relationship Id="rId4" Type="http://schemas.openxmlformats.org/officeDocument/2006/relationships/oleObject" Target="../embeddings/oleObject155.bin"/></Relationships>
</file>

<file path=ppt/slides/_rels/slide4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59.bin"/><Relationship Id="rId3" Type="http://schemas.openxmlformats.org/officeDocument/2006/relationships/oleObject" Target="../embeddings/oleObject157.bin"/><Relationship Id="rId7" Type="http://schemas.openxmlformats.org/officeDocument/2006/relationships/image" Target="../media/image145.tmp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40.vml"/><Relationship Id="rId6" Type="http://schemas.openxmlformats.org/officeDocument/2006/relationships/image" Target="../media/image150.emf"/><Relationship Id="rId5" Type="http://schemas.openxmlformats.org/officeDocument/2006/relationships/oleObject" Target="../embeddings/oleObject158.bin"/><Relationship Id="rId4" Type="http://schemas.openxmlformats.org/officeDocument/2006/relationships/image" Target="../media/image149.emf"/><Relationship Id="rId9" Type="http://schemas.openxmlformats.org/officeDocument/2006/relationships/image" Target="../media/image151.emf"/></Relationships>
</file>

<file path=ppt/slides/_rels/slide4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3.wmf"/><Relationship Id="rId3" Type="http://schemas.openxmlformats.org/officeDocument/2006/relationships/image" Target="../media/image155.tmp"/><Relationship Id="rId7" Type="http://schemas.openxmlformats.org/officeDocument/2006/relationships/oleObject" Target="../embeddings/oleObject161.bin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41.vml"/><Relationship Id="rId6" Type="http://schemas.openxmlformats.org/officeDocument/2006/relationships/image" Target="../media/image152.wmf"/><Relationship Id="rId5" Type="http://schemas.openxmlformats.org/officeDocument/2006/relationships/oleObject" Target="../embeddings/oleObject160.bin"/><Relationship Id="rId10" Type="http://schemas.openxmlformats.org/officeDocument/2006/relationships/image" Target="../media/image154.wmf"/><Relationship Id="rId4" Type="http://schemas.openxmlformats.org/officeDocument/2006/relationships/image" Target="../media/image156.tmp"/><Relationship Id="rId9" Type="http://schemas.openxmlformats.org/officeDocument/2006/relationships/oleObject" Target="../embeddings/oleObject162.bin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6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2.vml"/><Relationship Id="rId4" Type="http://schemas.openxmlformats.org/officeDocument/2006/relationships/image" Target="../media/image157.png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8.tmp"/><Relationship Id="rId1" Type="http://schemas.openxmlformats.org/officeDocument/2006/relationships/slideLayout" Target="../slideLayouts/slideLayout13.xml"/></Relationships>
</file>

<file path=ppt/slides/_rels/slide5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66.bin"/><Relationship Id="rId3" Type="http://schemas.openxmlformats.org/officeDocument/2006/relationships/image" Target="../media/image163.tmp"/><Relationship Id="rId7" Type="http://schemas.openxmlformats.org/officeDocument/2006/relationships/image" Target="../media/image160.wmf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43.vml"/><Relationship Id="rId6" Type="http://schemas.openxmlformats.org/officeDocument/2006/relationships/oleObject" Target="../embeddings/oleObject165.bin"/><Relationship Id="rId11" Type="http://schemas.openxmlformats.org/officeDocument/2006/relationships/image" Target="../media/image162.wmf"/><Relationship Id="rId5" Type="http://schemas.openxmlformats.org/officeDocument/2006/relationships/image" Target="../media/image159.wmf"/><Relationship Id="rId10" Type="http://schemas.openxmlformats.org/officeDocument/2006/relationships/oleObject" Target="../embeddings/oleObject167.bin"/><Relationship Id="rId4" Type="http://schemas.openxmlformats.org/officeDocument/2006/relationships/oleObject" Target="../embeddings/oleObject164.bin"/><Relationship Id="rId9" Type="http://schemas.openxmlformats.org/officeDocument/2006/relationships/image" Target="../media/image161.wmf"/></Relationships>
</file>

<file path=ppt/slides/_rels/slide5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4.tmp"/><Relationship Id="rId3" Type="http://schemas.openxmlformats.org/officeDocument/2006/relationships/image" Target="../media/image163.tmp"/><Relationship Id="rId7" Type="http://schemas.openxmlformats.org/officeDocument/2006/relationships/image" Target="../media/image160.wmf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44.vml"/><Relationship Id="rId6" Type="http://schemas.openxmlformats.org/officeDocument/2006/relationships/oleObject" Target="../embeddings/oleObject169.bin"/><Relationship Id="rId5" Type="http://schemas.openxmlformats.org/officeDocument/2006/relationships/image" Target="../media/image162.wmf"/><Relationship Id="rId10" Type="http://schemas.openxmlformats.org/officeDocument/2006/relationships/image" Target="../media/image166.tmp"/><Relationship Id="rId4" Type="http://schemas.openxmlformats.org/officeDocument/2006/relationships/oleObject" Target="../embeddings/oleObject168.bin"/><Relationship Id="rId9" Type="http://schemas.openxmlformats.org/officeDocument/2006/relationships/image" Target="../media/image165.tmp"/></Relationships>
</file>

<file path=ppt/slides/_rels/slide5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71.bin"/><Relationship Id="rId13" Type="http://schemas.openxmlformats.org/officeDocument/2006/relationships/image" Target="../media/image170.wmf"/><Relationship Id="rId3" Type="http://schemas.openxmlformats.org/officeDocument/2006/relationships/image" Target="../media/image171.tmp"/><Relationship Id="rId7" Type="http://schemas.openxmlformats.org/officeDocument/2006/relationships/image" Target="../media/image167.wmf"/><Relationship Id="rId12" Type="http://schemas.openxmlformats.org/officeDocument/2006/relationships/oleObject" Target="../embeddings/oleObject173.bin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45.vml"/><Relationship Id="rId6" Type="http://schemas.openxmlformats.org/officeDocument/2006/relationships/oleObject" Target="../embeddings/oleObject170.bin"/><Relationship Id="rId11" Type="http://schemas.openxmlformats.org/officeDocument/2006/relationships/image" Target="../media/image169.wmf"/><Relationship Id="rId5" Type="http://schemas.openxmlformats.org/officeDocument/2006/relationships/image" Target="../media/image173.tmp"/><Relationship Id="rId10" Type="http://schemas.openxmlformats.org/officeDocument/2006/relationships/oleObject" Target="../embeddings/oleObject172.bin"/><Relationship Id="rId4" Type="http://schemas.openxmlformats.org/officeDocument/2006/relationships/image" Target="../media/image172.tmp"/><Relationship Id="rId9" Type="http://schemas.openxmlformats.org/officeDocument/2006/relationships/image" Target="../media/image168.wmf"/></Relationships>
</file>

<file path=ppt/slides/_rels/slide5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6.wmf"/><Relationship Id="rId13" Type="http://schemas.openxmlformats.org/officeDocument/2006/relationships/oleObject" Target="../embeddings/oleObject178.bin"/><Relationship Id="rId3" Type="http://schemas.openxmlformats.org/officeDocument/2006/relationships/oleObject" Target="../embeddings/oleObject174.bin"/><Relationship Id="rId7" Type="http://schemas.openxmlformats.org/officeDocument/2006/relationships/oleObject" Target="../embeddings/oleObject175.bin"/><Relationship Id="rId12" Type="http://schemas.openxmlformats.org/officeDocument/2006/relationships/image" Target="../media/image178.wmf"/><Relationship Id="rId2" Type="http://schemas.openxmlformats.org/officeDocument/2006/relationships/slideLayout" Target="../slideLayouts/slideLayout13.xml"/><Relationship Id="rId16" Type="http://schemas.openxmlformats.org/officeDocument/2006/relationships/image" Target="../media/image180.wmf"/><Relationship Id="rId1" Type="http://schemas.openxmlformats.org/officeDocument/2006/relationships/vmlDrawing" Target="../drawings/vmlDrawing46.vml"/><Relationship Id="rId6" Type="http://schemas.openxmlformats.org/officeDocument/2006/relationships/image" Target="../media/image175.wmf"/><Relationship Id="rId11" Type="http://schemas.openxmlformats.org/officeDocument/2006/relationships/oleObject" Target="../embeddings/oleObject177.bin"/><Relationship Id="rId5" Type="http://schemas.openxmlformats.org/officeDocument/2006/relationships/oleObject" Target="NULL"/><Relationship Id="rId15" Type="http://schemas.openxmlformats.org/officeDocument/2006/relationships/oleObject" Target="../embeddings/oleObject179.bin"/><Relationship Id="rId10" Type="http://schemas.openxmlformats.org/officeDocument/2006/relationships/image" Target="../media/image177.wmf"/><Relationship Id="rId4" Type="http://schemas.openxmlformats.org/officeDocument/2006/relationships/image" Target="../media/image174.wmf"/><Relationship Id="rId9" Type="http://schemas.openxmlformats.org/officeDocument/2006/relationships/oleObject" Target="../embeddings/oleObject176.bin"/><Relationship Id="rId14" Type="http://schemas.openxmlformats.org/officeDocument/2006/relationships/image" Target="../media/image179.wmf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2.tmp"/><Relationship Id="rId2" Type="http://schemas.openxmlformats.org/officeDocument/2006/relationships/image" Target="../media/image181.tmp"/><Relationship Id="rId1" Type="http://schemas.openxmlformats.org/officeDocument/2006/relationships/slideLayout" Target="../slideLayouts/slideLayout13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3.png"/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5.tmp"/><Relationship Id="rId2" Type="http://schemas.openxmlformats.org/officeDocument/2006/relationships/image" Target="../media/image184.tmp"/><Relationship Id="rId1" Type="http://schemas.openxmlformats.org/officeDocument/2006/relationships/slideLayout" Target="../slideLayouts/slideLayout13.xml"/></Relationships>
</file>

<file path=ppt/slides/_rels/slide6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7.wmf"/><Relationship Id="rId13" Type="http://schemas.openxmlformats.org/officeDocument/2006/relationships/oleObject" Target="../embeddings/oleObject184.bin"/><Relationship Id="rId18" Type="http://schemas.openxmlformats.org/officeDocument/2006/relationships/image" Target="../media/image192.wmf"/><Relationship Id="rId3" Type="http://schemas.openxmlformats.org/officeDocument/2006/relationships/image" Target="../media/image184.tmp"/><Relationship Id="rId7" Type="http://schemas.openxmlformats.org/officeDocument/2006/relationships/oleObject" Target="../embeddings/oleObject181.bin"/><Relationship Id="rId12" Type="http://schemas.openxmlformats.org/officeDocument/2006/relationships/image" Target="../media/image189.wmf"/><Relationship Id="rId17" Type="http://schemas.openxmlformats.org/officeDocument/2006/relationships/oleObject" Target="../embeddings/oleObject186.bin"/><Relationship Id="rId2" Type="http://schemas.openxmlformats.org/officeDocument/2006/relationships/slideLayout" Target="../slideLayouts/slideLayout13.xml"/><Relationship Id="rId16" Type="http://schemas.openxmlformats.org/officeDocument/2006/relationships/image" Target="../media/image191.wmf"/><Relationship Id="rId20" Type="http://schemas.openxmlformats.org/officeDocument/2006/relationships/image" Target="../media/image193.wmf"/><Relationship Id="rId1" Type="http://schemas.openxmlformats.org/officeDocument/2006/relationships/vmlDrawing" Target="../drawings/vmlDrawing47.vml"/><Relationship Id="rId6" Type="http://schemas.openxmlformats.org/officeDocument/2006/relationships/image" Target="../media/image186.wmf"/><Relationship Id="rId11" Type="http://schemas.openxmlformats.org/officeDocument/2006/relationships/oleObject" Target="../embeddings/oleObject183.bin"/><Relationship Id="rId5" Type="http://schemas.openxmlformats.org/officeDocument/2006/relationships/oleObject" Target="../embeddings/oleObject180.bin"/><Relationship Id="rId15" Type="http://schemas.openxmlformats.org/officeDocument/2006/relationships/oleObject" Target="../embeddings/oleObject185.bin"/><Relationship Id="rId10" Type="http://schemas.openxmlformats.org/officeDocument/2006/relationships/image" Target="../media/image188.wmf"/><Relationship Id="rId19" Type="http://schemas.openxmlformats.org/officeDocument/2006/relationships/oleObject" Target="../embeddings/oleObject187.bin"/><Relationship Id="rId4" Type="http://schemas.openxmlformats.org/officeDocument/2006/relationships/image" Target="../media/image194.jpeg"/><Relationship Id="rId9" Type="http://schemas.openxmlformats.org/officeDocument/2006/relationships/oleObject" Target="../embeddings/oleObject182.bin"/><Relationship Id="rId14" Type="http://schemas.openxmlformats.org/officeDocument/2006/relationships/image" Target="../media/image190.wmf"/></Relationships>
</file>

<file path=ppt/slides/_rels/slide61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91.wmf"/><Relationship Id="rId18" Type="http://schemas.openxmlformats.org/officeDocument/2006/relationships/oleObject" Target="../embeddings/oleObject195.bin"/><Relationship Id="rId26" Type="http://schemas.openxmlformats.org/officeDocument/2006/relationships/oleObject" Target="../embeddings/oleObject199.bin"/><Relationship Id="rId3" Type="http://schemas.openxmlformats.org/officeDocument/2006/relationships/oleObject" Target="../embeddings/oleObject188.bin"/><Relationship Id="rId21" Type="http://schemas.openxmlformats.org/officeDocument/2006/relationships/image" Target="../media/image198.wmf"/><Relationship Id="rId34" Type="http://schemas.openxmlformats.org/officeDocument/2006/relationships/oleObject" Target="../embeddings/oleObject203.bin"/><Relationship Id="rId7" Type="http://schemas.openxmlformats.org/officeDocument/2006/relationships/image" Target="../media/image186.wmf"/><Relationship Id="rId12" Type="http://schemas.openxmlformats.org/officeDocument/2006/relationships/oleObject" Target="../embeddings/oleObject192.bin"/><Relationship Id="rId17" Type="http://schemas.openxmlformats.org/officeDocument/2006/relationships/image" Target="../media/image196.wmf"/><Relationship Id="rId25" Type="http://schemas.openxmlformats.org/officeDocument/2006/relationships/image" Target="../media/image200.wmf"/><Relationship Id="rId33" Type="http://schemas.openxmlformats.org/officeDocument/2006/relationships/image" Target="../media/image203.wmf"/><Relationship Id="rId2" Type="http://schemas.openxmlformats.org/officeDocument/2006/relationships/slideLayout" Target="../slideLayouts/slideLayout13.xml"/><Relationship Id="rId16" Type="http://schemas.openxmlformats.org/officeDocument/2006/relationships/oleObject" Target="../embeddings/oleObject194.bin"/><Relationship Id="rId20" Type="http://schemas.openxmlformats.org/officeDocument/2006/relationships/oleObject" Target="../embeddings/oleObject196.bin"/><Relationship Id="rId29" Type="http://schemas.openxmlformats.org/officeDocument/2006/relationships/image" Target="../media/image201.wmf"/><Relationship Id="rId1" Type="http://schemas.openxmlformats.org/officeDocument/2006/relationships/vmlDrawing" Target="../drawings/vmlDrawing48.vml"/><Relationship Id="rId6" Type="http://schemas.openxmlformats.org/officeDocument/2006/relationships/oleObject" Target="../embeddings/oleObject189.bin"/><Relationship Id="rId11" Type="http://schemas.openxmlformats.org/officeDocument/2006/relationships/image" Target="../media/image190.wmf"/><Relationship Id="rId24" Type="http://schemas.openxmlformats.org/officeDocument/2006/relationships/oleObject" Target="../embeddings/oleObject198.bin"/><Relationship Id="rId32" Type="http://schemas.openxmlformats.org/officeDocument/2006/relationships/oleObject" Target="../embeddings/oleObject202.bin"/><Relationship Id="rId5" Type="http://schemas.openxmlformats.org/officeDocument/2006/relationships/image" Target="../media/image194.jpeg"/><Relationship Id="rId15" Type="http://schemas.openxmlformats.org/officeDocument/2006/relationships/image" Target="../media/image192.wmf"/><Relationship Id="rId23" Type="http://schemas.openxmlformats.org/officeDocument/2006/relationships/image" Target="../media/image199.wmf"/><Relationship Id="rId28" Type="http://schemas.openxmlformats.org/officeDocument/2006/relationships/oleObject" Target="../embeddings/oleObject200.bin"/><Relationship Id="rId10" Type="http://schemas.openxmlformats.org/officeDocument/2006/relationships/oleObject" Target="../embeddings/oleObject191.bin"/><Relationship Id="rId19" Type="http://schemas.openxmlformats.org/officeDocument/2006/relationships/image" Target="../media/image197.wmf"/><Relationship Id="rId31" Type="http://schemas.openxmlformats.org/officeDocument/2006/relationships/image" Target="../media/image202.wmf"/><Relationship Id="rId4" Type="http://schemas.openxmlformats.org/officeDocument/2006/relationships/image" Target="../media/image195.wmf"/><Relationship Id="rId9" Type="http://schemas.openxmlformats.org/officeDocument/2006/relationships/image" Target="../media/image189.wmf"/><Relationship Id="rId14" Type="http://schemas.openxmlformats.org/officeDocument/2006/relationships/oleObject" Target="../embeddings/oleObject193.bin"/><Relationship Id="rId22" Type="http://schemas.openxmlformats.org/officeDocument/2006/relationships/oleObject" Target="../embeddings/oleObject197.bin"/><Relationship Id="rId27" Type="http://schemas.openxmlformats.org/officeDocument/2006/relationships/image" Target="../media/image193.wmf"/><Relationship Id="rId30" Type="http://schemas.openxmlformats.org/officeDocument/2006/relationships/oleObject" Target="../embeddings/oleObject201.bin"/><Relationship Id="rId35" Type="http://schemas.openxmlformats.org/officeDocument/2006/relationships/image" Target="../media/image204.wmf"/><Relationship Id="rId8" Type="http://schemas.openxmlformats.org/officeDocument/2006/relationships/oleObject" Target="../embeddings/oleObject190.bin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6.tmp"/><Relationship Id="rId2" Type="http://schemas.openxmlformats.org/officeDocument/2006/relationships/image" Target="../media/image205.tmp"/><Relationship Id="rId1" Type="http://schemas.openxmlformats.org/officeDocument/2006/relationships/slideLayout" Target="../slideLayouts/slideLayout13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8.png"/><Relationship Id="rId2" Type="http://schemas.openxmlformats.org/officeDocument/2006/relationships/image" Target="../media/image207.emf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210.emf"/><Relationship Id="rId4" Type="http://schemas.openxmlformats.org/officeDocument/2006/relationships/image" Target="../media/image20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Line 2"/>
          <p:cNvSpPr>
            <a:spLocks noChangeShapeType="1"/>
          </p:cNvSpPr>
          <p:nvPr/>
        </p:nvSpPr>
        <p:spPr bwMode="auto">
          <a:xfrm>
            <a:off x="685800" y="1143000"/>
            <a:ext cx="7696200" cy="0"/>
          </a:xfrm>
          <a:prstGeom prst="line">
            <a:avLst/>
          </a:prstGeom>
          <a:noFill/>
          <a:ln w="88900" cap="sq" cmpd="tri">
            <a:solidFill>
              <a:srgbClr val="FF00FF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4099" name="Object 3">
            <a:hlinkClick r:id="" action="ppaction://noaction" highlightClick="1"/>
          </p:cNvPr>
          <p:cNvGraphicFramePr>
            <a:graphicFrameLocks noChangeAspect="1"/>
          </p:cNvGraphicFramePr>
          <p:nvPr/>
        </p:nvGraphicFramePr>
        <p:xfrm>
          <a:off x="228600" y="6324600"/>
          <a:ext cx="9144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24" name="BMP 图象" r:id="rId4" imgW="914384" imgH="380891" progId="Paint.Picture">
                  <p:embed/>
                </p:oleObj>
              </mc:Choice>
              <mc:Fallback>
                <p:oleObj name="BMP 图象" r:id="rId4" imgW="914384" imgH="380891" progId="Paint.Picture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" y="6324600"/>
                        <a:ext cx="9144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00" name="WordArt 4"/>
          <p:cNvSpPr>
            <a:spLocks noChangeArrowheads="1" noChangeShapeType="1" noTextEdit="1"/>
          </p:cNvSpPr>
          <p:nvPr/>
        </p:nvSpPr>
        <p:spPr bwMode="auto">
          <a:xfrm>
            <a:off x="1295400" y="304800"/>
            <a:ext cx="6324600" cy="6858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 eaLnBrk="1" hangingPunct="1">
              <a:defRPr/>
            </a:pPr>
            <a:r>
              <a:rPr lang="en-US" altLang="zh-CN" sz="5400" b="1" kern="10">
                <a:ln w="3175">
                  <a:solidFill>
                    <a:srgbClr val="993300"/>
                  </a:solidFill>
                  <a:round/>
                  <a:headEnd/>
                  <a:tailEnd/>
                </a:ln>
                <a:solidFill>
                  <a:srgbClr val="FF0000"/>
                </a:solidFill>
                <a:latin typeface="黑体"/>
                <a:ea typeface="黑体"/>
              </a:rPr>
              <a:t>9 </a:t>
            </a:r>
            <a:r>
              <a:rPr lang="zh-CN" altLang="en-US" sz="5400" b="1" kern="10">
                <a:ln w="3175">
                  <a:solidFill>
                    <a:srgbClr val="993300"/>
                  </a:solidFill>
                  <a:round/>
                  <a:headEnd/>
                  <a:tailEnd/>
                </a:ln>
                <a:solidFill>
                  <a:srgbClr val="FF0000"/>
                </a:solidFill>
                <a:latin typeface="黑体"/>
                <a:ea typeface="黑体"/>
              </a:rPr>
              <a:t>信号处理与信号产生电路</a:t>
            </a:r>
          </a:p>
        </p:txBody>
      </p:sp>
      <p:sp>
        <p:nvSpPr>
          <p:cNvPr id="4101" name="Text Box 5">
            <a:hlinkClick r:id="rId6"/>
          </p:cNvPr>
          <p:cNvSpPr txBox="1">
            <a:spLocks noChangeArrowheads="1"/>
          </p:cNvSpPr>
          <p:nvPr/>
        </p:nvSpPr>
        <p:spPr bwMode="auto">
          <a:xfrm>
            <a:off x="1143000" y="1295400"/>
            <a:ext cx="7010400" cy="487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en-US" altLang="zh-CN" b="1">
                <a:solidFill>
                  <a:srgbClr val="000066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9.1  </a:t>
            </a:r>
            <a:r>
              <a:rPr kumimoji="1" lang="zh-CN" altLang="en-US" b="1">
                <a:solidFill>
                  <a:srgbClr val="000066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滤波电路的基本概念与分类</a:t>
            </a:r>
          </a:p>
        </p:txBody>
      </p:sp>
      <p:sp>
        <p:nvSpPr>
          <p:cNvPr id="4102" name="Text Box 6">
            <a:hlinkClick r:id="rId7"/>
          </p:cNvPr>
          <p:cNvSpPr txBox="1">
            <a:spLocks noChangeArrowheads="1"/>
          </p:cNvSpPr>
          <p:nvPr/>
        </p:nvSpPr>
        <p:spPr bwMode="auto">
          <a:xfrm>
            <a:off x="1111250" y="2527300"/>
            <a:ext cx="7467600" cy="493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lIns="0" tIns="0" rIns="0" bIns="0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en-US" altLang="zh-CN" b="1">
                <a:solidFill>
                  <a:srgbClr val="000066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9.3  </a:t>
            </a:r>
            <a:r>
              <a:rPr kumimoji="1" lang="zh-CN" altLang="en-US" b="1">
                <a:solidFill>
                  <a:srgbClr val="000066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高阶有源滤波电路</a:t>
            </a:r>
          </a:p>
        </p:txBody>
      </p:sp>
      <p:sp>
        <p:nvSpPr>
          <p:cNvPr id="4103" name="Text Box 7">
            <a:hlinkClick r:id="rId8"/>
          </p:cNvPr>
          <p:cNvSpPr txBox="1">
            <a:spLocks noChangeArrowheads="1"/>
          </p:cNvSpPr>
          <p:nvPr/>
        </p:nvSpPr>
        <p:spPr bwMode="auto">
          <a:xfrm>
            <a:off x="1143000" y="3084513"/>
            <a:ext cx="7696200" cy="493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lIns="0" tIns="0" rIns="0" bIns="0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en-US" altLang="zh-CN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*9.4  </a:t>
            </a:r>
            <a:r>
              <a:rPr kumimoji="1" lang="zh-CN" altLang="en-US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开关电容滤波器</a:t>
            </a:r>
          </a:p>
        </p:txBody>
      </p:sp>
      <p:sp>
        <p:nvSpPr>
          <p:cNvPr id="4104" name="Text Box 8">
            <a:hlinkClick r:id="rId9"/>
          </p:cNvPr>
          <p:cNvSpPr txBox="1">
            <a:spLocks noChangeArrowheads="1"/>
          </p:cNvSpPr>
          <p:nvPr/>
        </p:nvSpPr>
        <p:spPr bwMode="auto">
          <a:xfrm>
            <a:off x="1143000" y="3703638"/>
            <a:ext cx="7924800" cy="4873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lIns="0" tIns="0" rIns="0" bIns="0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en-US" altLang="zh-CN" b="1">
                <a:solidFill>
                  <a:srgbClr val="000066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9.5  </a:t>
            </a:r>
            <a:r>
              <a:rPr kumimoji="1" lang="zh-CN" altLang="en-US" b="1">
                <a:solidFill>
                  <a:srgbClr val="000066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正弦波振荡电路的振荡条件</a:t>
            </a:r>
          </a:p>
        </p:txBody>
      </p:sp>
      <p:sp>
        <p:nvSpPr>
          <p:cNvPr id="4105" name="Text Box 9">
            <a:hlinkClick r:id="rId10"/>
          </p:cNvPr>
          <p:cNvSpPr txBox="1">
            <a:spLocks noChangeArrowheads="1"/>
          </p:cNvSpPr>
          <p:nvPr/>
        </p:nvSpPr>
        <p:spPr bwMode="auto">
          <a:xfrm>
            <a:off x="1143000" y="1892300"/>
            <a:ext cx="7010400" cy="487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en-US" altLang="zh-CN" b="1">
                <a:solidFill>
                  <a:srgbClr val="000066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9.2  </a:t>
            </a:r>
            <a:r>
              <a:rPr kumimoji="1" lang="zh-CN" altLang="en-US" b="1">
                <a:solidFill>
                  <a:srgbClr val="000066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一阶有源滤波电路</a:t>
            </a:r>
          </a:p>
        </p:txBody>
      </p:sp>
      <p:sp>
        <p:nvSpPr>
          <p:cNvPr id="4106" name="Text Box 10">
            <a:hlinkClick r:id="rId11"/>
          </p:cNvPr>
          <p:cNvSpPr txBox="1">
            <a:spLocks noChangeArrowheads="1"/>
          </p:cNvSpPr>
          <p:nvPr/>
        </p:nvSpPr>
        <p:spPr bwMode="auto">
          <a:xfrm>
            <a:off x="1143000" y="4313238"/>
            <a:ext cx="7696200" cy="4873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lIns="0" tIns="0" rIns="0" bIns="0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en-US" altLang="zh-CN" b="1">
                <a:solidFill>
                  <a:srgbClr val="000066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9.6  RC</a:t>
            </a:r>
            <a:r>
              <a:rPr kumimoji="1" lang="zh-CN" altLang="en-US" b="1">
                <a:solidFill>
                  <a:srgbClr val="000066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正弦波振荡电路</a:t>
            </a:r>
          </a:p>
        </p:txBody>
      </p:sp>
      <p:sp>
        <p:nvSpPr>
          <p:cNvPr id="4107" name="Text Box 11">
            <a:hlinkClick r:id="rId12"/>
          </p:cNvPr>
          <p:cNvSpPr txBox="1">
            <a:spLocks noChangeArrowheads="1"/>
          </p:cNvSpPr>
          <p:nvPr/>
        </p:nvSpPr>
        <p:spPr bwMode="auto">
          <a:xfrm>
            <a:off x="1143000" y="4919663"/>
            <a:ext cx="7924800" cy="493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lIns="0" tIns="0" rIns="0" bIns="0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en-US" altLang="zh-CN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9.7  LC</a:t>
            </a:r>
            <a:r>
              <a:rPr kumimoji="1" lang="zh-CN" altLang="en-US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正弦波振荡电路</a:t>
            </a:r>
          </a:p>
        </p:txBody>
      </p:sp>
      <p:sp>
        <p:nvSpPr>
          <p:cNvPr id="4108" name="Text Box 12">
            <a:hlinkClick r:id="rId13"/>
          </p:cNvPr>
          <p:cNvSpPr txBox="1">
            <a:spLocks noChangeArrowheads="1"/>
          </p:cNvSpPr>
          <p:nvPr/>
        </p:nvSpPr>
        <p:spPr bwMode="auto">
          <a:xfrm>
            <a:off x="1143000" y="5529263"/>
            <a:ext cx="7696200" cy="493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lIns="0" tIns="0" rIns="0" bIns="0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en-US" altLang="zh-CN" b="1">
                <a:latin typeface="Times New Roman" panose="02020603050405020304" pitchFamily="18" charset="0"/>
                <a:ea typeface="黑体" panose="02010609060101010101" pitchFamily="49" charset="-122"/>
              </a:rPr>
              <a:t>9.8  </a:t>
            </a:r>
            <a:r>
              <a:rPr kumimoji="1" lang="zh-CN" altLang="en-US" b="1">
                <a:latin typeface="Times New Roman" panose="02020603050405020304" pitchFamily="18" charset="0"/>
                <a:ea typeface="黑体" panose="02010609060101010101" pitchFamily="49" charset="-122"/>
              </a:rPr>
              <a:t>非正弦信号产生电路</a:t>
            </a:r>
          </a:p>
        </p:txBody>
      </p:sp>
    </p:spTree>
  </p:cSld>
  <p:clrMapOvr>
    <a:masterClrMapping/>
  </p:clrMapOvr>
  <p:transition>
    <p:split/>
    <p:sndAc>
      <p:stSnd>
        <p:snd r:embed="rId3" name="PROJCTOR.WAV"/>
      </p:stSnd>
    </p:sndAc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Line 2"/>
          <p:cNvSpPr>
            <a:spLocks noChangeShapeType="1"/>
          </p:cNvSpPr>
          <p:nvPr/>
        </p:nvSpPr>
        <p:spPr bwMode="auto">
          <a:xfrm>
            <a:off x="457200" y="762000"/>
            <a:ext cx="8153400" cy="0"/>
          </a:xfrm>
          <a:prstGeom prst="line">
            <a:avLst/>
          </a:prstGeom>
          <a:noFill/>
          <a:ln w="76200" cap="sq" cmpd="tri">
            <a:solidFill>
              <a:srgbClr val="FF00FF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123" name="Rectangle 3"/>
          <p:cNvSpPr>
            <a:spLocks noChangeArrowheads="1"/>
          </p:cNvSpPr>
          <p:nvPr/>
        </p:nvSpPr>
        <p:spPr bwMode="auto">
          <a:xfrm>
            <a:off x="533400" y="130175"/>
            <a:ext cx="8001000" cy="585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5" tIns="46038" rIns="92075" bIns="46038" anchor="ctr">
            <a:spAutoFit/>
          </a:bodyPr>
          <a:lstStyle/>
          <a:p>
            <a:pPr algn="ctr" eaLnBrk="1" hangingPunct="1">
              <a:lnSpc>
                <a:spcPct val="90000"/>
              </a:lnSpc>
              <a:defRPr/>
            </a:pPr>
            <a:r>
              <a:rPr lang="en-US" altLang="zh-CN" sz="3600" b="1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  <a:ea typeface="黑体" pitchFamily="49" charset="-122"/>
              </a:rPr>
              <a:t>9.1  </a:t>
            </a:r>
            <a:r>
              <a:rPr lang="zh-CN" altLang="en-US" sz="3600" b="1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  <a:ea typeface="黑体" pitchFamily="49" charset="-122"/>
              </a:rPr>
              <a:t>滤波电路的基本概念与分类</a:t>
            </a:r>
          </a:p>
        </p:txBody>
      </p:sp>
      <p:graphicFrame>
        <p:nvGraphicFramePr>
          <p:cNvPr id="5124" name="Object 4">
            <a:hlinkClick r:id="rId4" action="ppaction://hlinkpres?slideindex=1&amp;slidetitle=" highlightClick="1"/>
          </p:cNvPr>
          <p:cNvGraphicFramePr>
            <a:graphicFrameLocks noChangeAspect="1"/>
          </p:cNvGraphicFramePr>
          <p:nvPr/>
        </p:nvGraphicFramePr>
        <p:xfrm>
          <a:off x="228600" y="6324600"/>
          <a:ext cx="9144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63" name="BMP 图象" r:id="rId5" imgW="914384" imgH="380891" progId="Paint.Picture">
                  <p:embed/>
                </p:oleObj>
              </mc:Choice>
              <mc:Fallback>
                <p:oleObj name="BMP 图象" r:id="rId5" imgW="914384" imgH="380891" progId="Paint.Picture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" y="6324600"/>
                        <a:ext cx="9144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25" name="Rectangle 5"/>
          <p:cNvSpPr>
            <a:spLocks noChangeArrowheads="1"/>
          </p:cNvSpPr>
          <p:nvPr/>
        </p:nvSpPr>
        <p:spPr bwMode="auto">
          <a:xfrm>
            <a:off x="257175" y="762000"/>
            <a:ext cx="2351088" cy="561975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algn="just" eaLnBrk="1" hangingPunct="1">
              <a:lnSpc>
                <a:spcPct val="110000"/>
              </a:lnSpc>
              <a:spcBef>
                <a:spcPct val="20000"/>
              </a:spcBef>
              <a:buClr>
                <a:schemeClr val="hlink"/>
              </a:buClr>
              <a:buFont typeface="Wingdings" pitchFamily="2" charset="2"/>
              <a:buNone/>
              <a:defRPr/>
            </a:pPr>
            <a:r>
              <a:rPr lang="en-US" altLang="zh-CN" sz="2800" b="1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黑体" pitchFamily="49" charset="-122"/>
              </a:rPr>
              <a:t>1. </a:t>
            </a:r>
            <a:r>
              <a:rPr lang="zh-CN" altLang="en-US" sz="2800" b="1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黑体" pitchFamily="49" charset="-122"/>
                <a:ea typeface="黑体" pitchFamily="49" charset="-122"/>
              </a:rPr>
              <a:t>基本概念</a:t>
            </a:r>
          </a:p>
        </p:txBody>
      </p:sp>
      <p:graphicFrame>
        <p:nvGraphicFramePr>
          <p:cNvPr id="5126" name="Object 6"/>
          <p:cNvGraphicFramePr>
            <a:graphicFrameLocks noChangeAspect="1"/>
          </p:cNvGraphicFramePr>
          <p:nvPr/>
        </p:nvGraphicFramePr>
        <p:xfrm>
          <a:off x="1431925" y="3262313"/>
          <a:ext cx="1558925" cy="815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64" name="公式" r:id="rId7" imgW="774364" imgH="406224" progId="Equation.3">
                  <p:embed/>
                </p:oleObj>
              </mc:Choice>
              <mc:Fallback>
                <p:oleObj name="公式" r:id="rId7" imgW="774364" imgH="406224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31925" y="3262313"/>
                        <a:ext cx="1558925" cy="815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27" name="Rectangle 7"/>
          <p:cNvSpPr>
            <a:spLocks noChangeArrowheads="1"/>
          </p:cNvSpPr>
          <p:nvPr/>
        </p:nvSpPr>
        <p:spPr bwMode="auto">
          <a:xfrm>
            <a:off x="523875" y="1260475"/>
            <a:ext cx="8355013" cy="968375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algn="just" eaLnBrk="1" hangingPunct="1">
              <a:lnSpc>
                <a:spcPct val="110000"/>
              </a:lnSpc>
              <a:spcBef>
                <a:spcPct val="20000"/>
              </a:spcBef>
              <a:buClr>
                <a:schemeClr val="hlink"/>
              </a:buClr>
              <a:buFont typeface="Wingdings" pitchFamily="2" charset="2"/>
              <a:buNone/>
              <a:defRPr/>
            </a:pPr>
            <a:r>
              <a:rPr lang="zh-CN" altLang="en-US" sz="2400" b="1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滤波器：是一种能使有用频率信号通过而同时抑制或衰减无</a:t>
            </a:r>
          </a:p>
          <a:p>
            <a:pPr algn="just" eaLnBrk="1" hangingPunct="1">
              <a:lnSpc>
                <a:spcPct val="110000"/>
              </a:lnSpc>
              <a:spcBef>
                <a:spcPct val="20000"/>
              </a:spcBef>
              <a:buClr>
                <a:schemeClr val="hlink"/>
              </a:buClr>
              <a:buFont typeface="Wingdings" pitchFamily="2" charset="2"/>
              <a:buNone/>
              <a:defRPr/>
            </a:pPr>
            <a:r>
              <a:rPr lang="zh-CN" altLang="en-US" sz="2400" b="1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                用频率信号的电子装置。</a:t>
            </a:r>
          </a:p>
        </p:txBody>
      </p:sp>
      <p:sp>
        <p:nvSpPr>
          <p:cNvPr id="5128" name="Rectangle 8"/>
          <p:cNvSpPr>
            <a:spLocks noChangeArrowheads="1"/>
          </p:cNvSpPr>
          <p:nvPr/>
        </p:nvSpPr>
        <p:spPr bwMode="auto">
          <a:xfrm>
            <a:off x="506413" y="2195513"/>
            <a:ext cx="6143625" cy="493712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algn="just" eaLnBrk="1" hangingPunct="1">
              <a:lnSpc>
                <a:spcPct val="110000"/>
              </a:lnSpc>
              <a:spcBef>
                <a:spcPct val="20000"/>
              </a:spcBef>
              <a:buClr>
                <a:schemeClr val="hlink"/>
              </a:buClr>
              <a:buFont typeface="Wingdings" pitchFamily="2" charset="2"/>
              <a:buNone/>
              <a:defRPr/>
            </a:pPr>
            <a:r>
              <a:rPr lang="zh-CN" altLang="en-US" sz="2400" b="1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有源滤波器：由有源器件构成的滤波器。</a:t>
            </a:r>
          </a:p>
        </p:txBody>
      </p:sp>
      <p:sp>
        <p:nvSpPr>
          <p:cNvPr id="5129" name="Rectangle 9"/>
          <p:cNvSpPr>
            <a:spLocks noChangeArrowheads="1"/>
          </p:cNvSpPr>
          <p:nvPr/>
        </p:nvSpPr>
        <p:spPr bwMode="auto">
          <a:xfrm>
            <a:off x="533400" y="2667000"/>
            <a:ext cx="3435350" cy="493713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algn="just" eaLnBrk="1" hangingPunct="1">
              <a:lnSpc>
                <a:spcPct val="110000"/>
              </a:lnSpc>
              <a:spcBef>
                <a:spcPct val="20000"/>
              </a:spcBef>
              <a:buClr>
                <a:schemeClr val="hlink"/>
              </a:buClr>
              <a:buFont typeface="Wingdings" pitchFamily="2" charset="2"/>
              <a:buNone/>
              <a:defRPr/>
            </a:pPr>
            <a:r>
              <a:rPr lang="zh-CN" altLang="en-US" sz="2400" b="1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滤波电路传递函数定义</a:t>
            </a:r>
          </a:p>
        </p:txBody>
      </p:sp>
      <p:grpSp>
        <p:nvGrpSpPr>
          <p:cNvPr id="2" name="Group 10"/>
          <p:cNvGrpSpPr>
            <a:grpSpLocks/>
          </p:cNvGrpSpPr>
          <p:nvPr/>
        </p:nvGrpSpPr>
        <p:grpSpPr bwMode="auto">
          <a:xfrm>
            <a:off x="450850" y="4038600"/>
            <a:ext cx="2249488" cy="493713"/>
            <a:chOff x="284" y="2735"/>
            <a:chExt cx="1417" cy="311"/>
          </a:xfrm>
        </p:grpSpPr>
        <p:sp>
          <p:nvSpPr>
            <p:cNvPr id="5131" name="Rectangle 11"/>
            <p:cNvSpPr>
              <a:spLocks noChangeArrowheads="1"/>
            </p:cNvSpPr>
            <p:nvPr/>
          </p:nvSpPr>
          <p:spPr bwMode="auto">
            <a:xfrm>
              <a:off x="804" y="2735"/>
              <a:ext cx="897" cy="311"/>
            </a:xfrm>
            <a:prstGeom prst="rect">
              <a:avLst/>
            </a:prstGeom>
            <a:noFill/>
            <a:ln w="12700" cap="sq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>
              <a:spAutoFit/>
            </a:bodyPr>
            <a:lstStyle/>
            <a:p>
              <a:pPr algn="just" eaLnBrk="1" hangingPunct="1">
                <a:lnSpc>
                  <a:spcPct val="110000"/>
                </a:lnSpc>
                <a:spcBef>
                  <a:spcPct val="20000"/>
                </a:spcBef>
                <a:buClr>
                  <a:schemeClr val="hlink"/>
                </a:buClr>
                <a:buFont typeface="Wingdings" pitchFamily="2" charset="2"/>
                <a:buNone/>
                <a:defRPr/>
              </a:pPr>
              <a:r>
                <a:rPr lang="zh-CN" altLang="en-US" sz="2400" b="1">
                  <a:solidFill>
                    <a:srgbClr val="000000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ea typeface="楷体_GB2312" pitchFamily="49" charset="-122"/>
                </a:rPr>
                <a:t>时，有</a:t>
              </a:r>
            </a:p>
          </p:txBody>
        </p:sp>
        <p:graphicFrame>
          <p:nvGraphicFramePr>
            <p:cNvPr id="3" name="Object 12"/>
            <p:cNvGraphicFramePr>
              <a:graphicFrameLocks noChangeAspect="1"/>
            </p:cNvGraphicFramePr>
            <p:nvPr/>
          </p:nvGraphicFramePr>
          <p:xfrm>
            <a:off x="284" y="2789"/>
            <a:ext cx="532" cy="24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265" name="公式" r:id="rId9" imgW="419100" imgH="190500" progId="Equation.3">
                    <p:embed/>
                  </p:oleObj>
                </mc:Choice>
                <mc:Fallback>
                  <p:oleObj name="公式" r:id="rId9" imgW="419100" imgH="190500" progId="Equation.3">
                    <p:embed/>
                    <p:pic>
                      <p:nvPicPr>
                        <p:cNvPr id="0" name="Object 1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84" y="2789"/>
                          <a:ext cx="532" cy="24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5133" name="Object 13"/>
          <p:cNvGraphicFramePr>
            <a:graphicFrameLocks noChangeAspect="1"/>
          </p:cNvGraphicFramePr>
          <p:nvPr/>
        </p:nvGraphicFramePr>
        <p:xfrm>
          <a:off x="2381250" y="4103688"/>
          <a:ext cx="2663825" cy="4619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66" name="公式" r:id="rId11" imgW="1320800" imgH="228600" progId="Equation.3">
                  <p:embed/>
                </p:oleObj>
              </mc:Choice>
              <mc:Fallback>
                <p:oleObj name="公式" r:id="rId11" imgW="1320800" imgH="228600" progId="Equation.3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81250" y="4103688"/>
                        <a:ext cx="2663825" cy="4619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34" name="Object 14"/>
          <p:cNvGraphicFramePr>
            <a:graphicFrameLocks noChangeAspect="1"/>
          </p:cNvGraphicFramePr>
          <p:nvPr/>
        </p:nvGraphicFramePr>
        <p:xfrm>
          <a:off x="5092700" y="4086225"/>
          <a:ext cx="1973263" cy="461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67" name="公式" r:id="rId13" imgW="977900" imgH="228600" progId="Equation.3">
                  <p:embed/>
                </p:oleObj>
              </mc:Choice>
              <mc:Fallback>
                <p:oleObj name="公式" r:id="rId13" imgW="977900" imgH="228600" progId="Equation.3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92700" y="4086225"/>
                        <a:ext cx="1973263" cy="4619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35" name="Rectangle 15"/>
          <p:cNvSpPr>
            <a:spLocks noChangeArrowheads="1"/>
          </p:cNvSpPr>
          <p:nvPr/>
        </p:nvSpPr>
        <p:spPr bwMode="auto">
          <a:xfrm>
            <a:off x="358775" y="4619625"/>
            <a:ext cx="1035050" cy="493713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algn="just" eaLnBrk="1" hangingPunct="1">
              <a:lnSpc>
                <a:spcPct val="110000"/>
              </a:lnSpc>
              <a:spcBef>
                <a:spcPct val="20000"/>
              </a:spcBef>
              <a:buClr>
                <a:schemeClr val="hlink"/>
              </a:buClr>
              <a:buFont typeface="Wingdings" pitchFamily="2" charset="2"/>
              <a:buNone/>
              <a:defRPr/>
            </a:pPr>
            <a:r>
              <a:rPr lang="zh-CN" altLang="en-US" sz="2400" b="1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其中</a:t>
            </a:r>
          </a:p>
        </p:txBody>
      </p:sp>
      <p:graphicFrame>
        <p:nvGraphicFramePr>
          <p:cNvPr id="5136" name="Object 16"/>
          <p:cNvGraphicFramePr>
            <a:graphicFrameLocks noChangeAspect="1"/>
          </p:cNvGraphicFramePr>
          <p:nvPr/>
        </p:nvGraphicFramePr>
        <p:xfrm>
          <a:off x="1365250" y="4670425"/>
          <a:ext cx="922338" cy="461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68" name="公式" r:id="rId15" imgW="457200" imgH="228600" progId="Equation.3">
                  <p:embed/>
                </p:oleObj>
              </mc:Choice>
              <mc:Fallback>
                <p:oleObj name="公式" r:id="rId15" imgW="457200" imgH="228600" progId="Equation.3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65250" y="4670425"/>
                        <a:ext cx="922338" cy="4619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37" name="Object 17"/>
          <p:cNvGraphicFramePr>
            <a:graphicFrameLocks noChangeAspect="1"/>
          </p:cNvGraphicFramePr>
          <p:nvPr/>
        </p:nvGraphicFramePr>
        <p:xfrm>
          <a:off x="1535113" y="5176838"/>
          <a:ext cx="688975" cy="3857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69" name="公式" r:id="rId17" imgW="342751" imgH="190417" progId="Equation.3">
                  <p:embed/>
                </p:oleObj>
              </mc:Choice>
              <mc:Fallback>
                <p:oleObj name="公式" r:id="rId17" imgW="342751" imgH="190417" progId="Equation.3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35113" y="5176838"/>
                        <a:ext cx="688975" cy="3857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38" name="Rectangle 18"/>
          <p:cNvSpPr>
            <a:spLocks noChangeArrowheads="1"/>
          </p:cNvSpPr>
          <p:nvPr/>
        </p:nvSpPr>
        <p:spPr bwMode="auto">
          <a:xfrm>
            <a:off x="2263775" y="4602163"/>
            <a:ext cx="2960688" cy="493712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algn="just" eaLnBrk="1" hangingPunct="1">
              <a:lnSpc>
                <a:spcPct val="110000"/>
              </a:lnSpc>
              <a:spcBef>
                <a:spcPct val="20000"/>
              </a:spcBef>
              <a:buClr>
                <a:schemeClr val="hlink"/>
              </a:buClr>
              <a:buFont typeface="Wingdings" pitchFamily="2" charset="2"/>
              <a:buNone/>
              <a:defRPr/>
            </a:pPr>
            <a:r>
              <a:rPr lang="en-US" altLang="zh-CN" sz="2400" b="1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Arial"/>
                <a:ea typeface="楷体_GB2312" pitchFamily="49" charset="-122"/>
              </a:rPr>
              <a:t>——</a:t>
            </a:r>
            <a:r>
              <a:rPr lang="en-US" altLang="zh-CN" sz="2400" b="1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 </a:t>
            </a:r>
            <a:r>
              <a:rPr lang="zh-CN" altLang="en-US" sz="2400" b="1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模，幅频响应</a:t>
            </a:r>
          </a:p>
        </p:txBody>
      </p:sp>
      <p:sp>
        <p:nvSpPr>
          <p:cNvPr id="5139" name="Rectangle 19"/>
          <p:cNvSpPr>
            <a:spLocks noChangeArrowheads="1"/>
          </p:cNvSpPr>
          <p:nvPr/>
        </p:nvSpPr>
        <p:spPr bwMode="auto">
          <a:xfrm>
            <a:off x="2246313" y="5089525"/>
            <a:ext cx="3578225" cy="493713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algn="just" eaLnBrk="1" hangingPunct="1">
              <a:lnSpc>
                <a:spcPct val="110000"/>
              </a:lnSpc>
              <a:spcBef>
                <a:spcPct val="20000"/>
              </a:spcBef>
              <a:buClr>
                <a:schemeClr val="hlink"/>
              </a:buClr>
              <a:buFont typeface="Wingdings" pitchFamily="2" charset="2"/>
              <a:buNone/>
              <a:defRPr/>
            </a:pPr>
            <a:r>
              <a:rPr lang="en-US" altLang="zh-CN" sz="2400" b="1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Arial"/>
                <a:ea typeface="楷体_GB2312" pitchFamily="49" charset="-122"/>
              </a:rPr>
              <a:t>——</a:t>
            </a:r>
            <a:r>
              <a:rPr lang="en-US" altLang="zh-CN" sz="2400" b="1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 </a:t>
            </a:r>
            <a:r>
              <a:rPr lang="zh-CN" altLang="en-US" sz="2400" b="1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相位角，相频响应</a:t>
            </a:r>
          </a:p>
        </p:txBody>
      </p:sp>
      <p:sp>
        <p:nvSpPr>
          <p:cNvPr id="5140" name="Rectangle 20"/>
          <p:cNvSpPr>
            <a:spLocks noChangeArrowheads="1"/>
          </p:cNvSpPr>
          <p:nvPr/>
        </p:nvSpPr>
        <p:spPr bwMode="auto">
          <a:xfrm>
            <a:off x="4267200" y="5651500"/>
            <a:ext cx="2330450" cy="493713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algn="just" eaLnBrk="1" hangingPunct="1">
              <a:lnSpc>
                <a:spcPct val="110000"/>
              </a:lnSpc>
              <a:spcBef>
                <a:spcPct val="20000"/>
              </a:spcBef>
              <a:buClr>
                <a:schemeClr val="hlink"/>
              </a:buClr>
              <a:buFont typeface="Wingdings" pitchFamily="2" charset="2"/>
              <a:buNone/>
              <a:defRPr/>
            </a:pPr>
            <a:r>
              <a:rPr lang="zh-CN" altLang="en-US" sz="2400" b="1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群时延响应</a:t>
            </a:r>
          </a:p>
        </p:txBody>
      </p:sp>
      <p:graphicFrame>
        <p:nvGraphicFramePr>
          <p:cNvPr id="5141" name="Object 21"/>
          <p:cNvGraphicFramePr>
            <a:graphicFrameLocks noChangeAspect="1"/>
          </p:cNvGraphicFramePr>
          <p:nvPr/>
        </p:nvGraphicFramePr>
        <p:xfrm>
          <a:off x="1524000" y="5580063"/>
          <a:ext cx="2538413" cy="7445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70" name="公式" r:id="rId19" imgW="1257300" imgH="368300" progId="Equation.3">
                  <p:embed/>
                </p:oleObj>
              </mc:Choice>
              <mc:Fallback>
                <p:oleObj name="公式" r:id="rId19" imgW="1257300" imgH="368300" progId="Equation.3">
                  <p:embed/>
                  <p:pic>
                    <p:nvPicPr>
                      <p:cNvPr id="0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000" y="5580063"/>
                        <a:ext cx="2538413" cy="7445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5142" name="Picture 22" descr="未标题-2 拷贝"/>
          <p:cNvPicPr>
            <a:picLocks noChangeAspect="1" noChangeArrowheads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67300" y="2705100"/>
            <a:ext cx="3825875" cy="137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12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12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12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51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7" dur="500"/>
                                        <p:tgtEl>
                                          <p:spTgt spid="512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7" dur="500"/>
                                        <p:tgtEl>
                                          <p:spTgt spid="513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42" dur="500"/>
                                        <p:tgtEl>
                                          <p:spTgt spid="513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47" dur="500"/>
                                        <p:tgtEl>
                                          <p:spTgt spid="513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52" dur="500"/>
                                        <p:tgtEl>
                                          <p:spTgt spid="513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57" dur="500"/>
                                        <p:tgtEl>
                                          <p:spTgt spid="513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62" dur="500"/>
                                        <p:tgtEl>
                                          <p:spTgt spid="513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67" dur="500"/>
                                        <p:tgtEl>
                                          <p:spTgt spid="513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2" dur="500"/>
                                        <p:tgtEl>
                                          <p:spTgt spid="514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7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7" dur="500"/>
                                        <p:tgtEl>
                                          <p:spTgt spid="514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7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27" grpId="0" autoUpdateAnimBg="0"/>
      <p:bldP spid="5128" grpId="0" autoUpdateAnimBg="0"/>
      <p:bldP spid="5129" grpId="0" autoUpdateAnimBg="0"/>
      <p:bldP spid="5135" grpId="0" autoUpdateAnimBg="0"/>
      <p:bldP spid="5138" grpId="0" autoUpdateAnimBg="0"/>
      <p:bldP spid="5139" grpId="0" autoUpdateAnimBg="0"/>
      <p:bldP spid="5140" grpId="0" autoUpdateAnimBg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146" name="Object 2">
            <a:hlinkClick r:id="rId4" action="ppaction://hlinksldjump" highlightClick="1"/>
          </p:cNvPr>
          <p:cNvGraphicFramePr>
            <a:graphicFrameLocks noChangeAspect="1"/>
          </p:cNvGraphicFramePr>
          <p:nvPr/>
        </p:nvGraphicFramePr>
        <p:xfrm>
          <a:off x="228600" y="6324600"/>
          <a:ext cx="9144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80" name="BMP 图象" r:id="rId5" imgW="914384" imgH="380891" progId="Paint.Picture">
                  <p:embed/>
                </p:oleObj>
              </mc:Choice>
              <mc:Fallback>
                <p:oleObj name="BMP 图象" r:id="rId5" imgW="914384" imgH="380891" progId="Paint.Picture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" y="6324600"/>
                        <a:ext cx="9144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147" name="Line 3"/>
          <p:cNvSpPr>
            <a:spLocks noChangeShapeType="1"/>
          </p:cNvSpPr>
          <p:nvPr/>
        </p:nvSpPr>
        <p:spPr bwMode="auto">
          <a:xfrm>
            <a:off x="457200" y="762000"/>
            <a:ext cx="8153400" cy="0"/>
          </a:xfrm>
          <a:prstGeom prst="line">
            <a:avLst/>
          </a:prstGeom>
          <a:noFill/>
          <a:ln w="76200" cap="sq" cmpd="tri">
            <a:solidFill>
              <a:srgbClr val="FF00FF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148" name="Rectangle 4"/>
          <p:cNvSpPr>
            <a:spLocks noChangeArrowheads="1"/>
          </p:cNvSpPr>
          <p:nvPr/>
        </p:nvSpPr>
        <p:spPr bwMode="auto">
          <a:xfrm>
            <a:off x="533400" y="130175"/>
            <a:ext cx="8001000" cy="585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5" tIns="46038" rIns="92075" bIns="46038" anchor="ctr">
            <a:spAutoFit/>
          </a:bodyPr>
          <a:lstStyle/>
          <a:p>
            <a:pPr algn="ctr" eaLnBrk="1" hangingPunct="1">
              <a:lnSpc>
                <a:spcPct val="90000"/>
              </a:lnSpc>
              <a:defRPr/>
            </a:pPr>
            <a:r>
              <a:rPr lang="en-US" altLang="zh-CN" sz="3600" b="1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  <a:ea typeface="黑体" pitchFamily="49" charset="-122"/>
              </a:rPr>
              <a:t>9.1  </a:t>
            </a:r>
            <a:r>
              <a:rPr lang="zh-CN" altLang="en-US" sz="3600" b="1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  <a:ea typeface="黑体" pitchFamily="49" charset="-122"/>
              </a:rPr>
              <a:t>滤波电路的基本概念与分类</a:t>
            </a:r>
          </a:p>
        </p:txBody>
      </p:sp>
      <p:sp>
        <p:nvSpPr>
          <p:cNvPr id="6149" name="Rectangle 5"/>
          <p:cNvSpPr>
            <a:spLocks noChangeArrowheads="1"/>
          </p:cNvSpPr>
          <p:nvPr/>
        </p:nvSpPr>
        <p:spPr bwMode="auto">
          <a:xfrm>
            <a:off x="628650" y="762000"/>
            <a:ext cx="1944688" cy="561975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algn="just" eaLnBrk="1" hangingPunct="1">
              <a:lnSpc>
                <a:spcPct val="110000"/>
              </a:lnSpc>
              <a:spcBef>
                <a:spcPct val="20000"/>
              </a:spcBef>
              <a:buClr>
                <a:schemeClr val="hlink"/>
              </a:buClr>
              <a:buFont typeface="Wingdings" pitchFamily="2" charset="2"/>
              <a:buNone/>
              <a:defRPr/>
            </a:pPr>
            <a:r>
              <a:rPr lang="en-US" altLang="zh-CN" sz="2800" b="1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黑体" pitchFamily="49" charset="-122"/>
              </a:rPr>
              <a:t>2. </a:t>
            </a:r>
            <a:r>
              <a:rPr lang="zh-CN" altLang="en-US" sz="2800" b="1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黑体" pitchFamily="49" charset="-122"/>
                <a:ea typeface="黑体" pitchFamily="49" charset="-122"/>
              </a:rPr>
              <a:t>分类</a:t>
            </a:r>
          </a:p>
        </p:txBody>
      </p:sp>
      <p:sp>
        <p:nvSpPr>
          <p:cNvPr id="6150" name="Rectangle 6"/>
          <p:cNvSpPr>
            <a:spLocks noChangeArrowheads="1"/>
          </p:cNvSpPr>
          <p:nvPr/>
        </p:nvSpPr>
        <p:spPr bwMode="auto">
          <a:xfrm>
            <a:off x="942975" y="1308100"/>
            <a:ext cx="2251075" cy="493713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algn="just" eaLnBrk="1" hangingPunct="1">
              <a:lnSpc>
                <a:spcPct val="110000"/>
              </a:lnSpc>
              <a:spcBef>
                <a:spcPct val="20000"/>
              </a:spcBef>
              <a:buClr>
                <a:schemeClr val="hlink"/>
              </a:buClr>
              <a:buFont typeface="Wingdings" pitchFamily="2" charset="2"/>
              <a:buNone/>
              <a:defRPr/>
            </a:pPr>
            <a:r>
              <a:rPr lang="zh-CN" altLang="en-US" sz="2400" b="1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低通（</a:t>
            </a:r>
            <a:r>
              <a:rPr lang="en-US" altLang="zh-CN" sz="2400" b="1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LPF</a:t>
            </a:r>
            <a:r>
              <a:rPr lang="zh-CN" altLang="en-US" sz="2400" b="1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）</a:t>
            </a:r>
          </a:p>
        </p:txBody>
      </p:sp>
      <p:sp>
        <p:nvSpPr>
          <p:cNvPr id="6151" name="Rectangle 7"/>
          <p:cNvSpPr>
            <a:spLocks noChangeArrowheads="1"/>
          </p:cNvSpPr>
          <p:nvPr/>
        </p:nvSpPr>
        <p:spPr bwMode="auto">
          <a:xfrm>
            <a:off x="942975" y="1779588"/>
            <a:ext cx="2251075" cy="493712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algn="just" eaLnBrk="1" hangingPunct="1">
              <a:lnSpc>
                <a:spcPct val="110000"/>
              </a:lnSpc>
              <a:spcBef>
                <a:spcPct val="20000"/>
              </a:spcBef>
              <a:buClr>
                <a:schemeClr val="hlink"/>
              </a:buClr>
              <a:buFont typeface="Wingdings" pitchFamily="2" charset="2"/>
              <a:buNone/>
              <a:defRPr/>
            </a:pPr>
            <a:r>
              <a:rPr lang="zh-CN" altLang="en-US" sz="2400" b="1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高通（</a:t>
            </a:r>
            <a:r>
              <a:rPr lang="en-US" altLang="zh-CN" sz="2400" b="1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HPF</a:t>
            </a:r>
            <a:r>
              <a:rPr lang="zh-CN" altLang="en-US" sz="2400" b="1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）</a:t>
            </a:r>
          </a:p>
        </p:txBody>
      </p:sp>
      <p:sp>
        <p:nvSpPr>
          <p:cNvPr id="6152" name="Rectangle 8"/>
          <p:cNvSpPr>
            <a:spLocks noChangeArrowheads="1"/>
          </p:cNvSpPr>
          <p:nvPr/>
        </p:nvSpPr>
        <p:spPr bwMode="auto">
          <a:xfrm>
            <a:off x="942975" y="2249488"/>
            <a:ext cx="2251075" cy="493712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algn="just" eaLnBrk="1" hangingPunct="1">
              <a:lnSpc>
                <a:spcPct val="110000"/>
              </a:lnSpc>
              <a:spcBef>
                <a:spcPct val="20000"/>
              </a:spcBef>
              <a:buClr>
                <a:schemeClr val="hlink"/>
              </a:buClr>
              <a:buFont typeface="Wingdings" pitchFamily="2" charset="2"/>
              <a:buNone/>
              <a:defRPr/>
            </a:pPr>
            <a:r>
              <a:rPr lang="zh-CN" altLang="en-US" sz="2400" b="1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带通（</a:t>
            </a:r>
            <a:r>
              <a:rPr lang="en-US" altLang="zh-CN" sz="2400" b="1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BPF</a:t>
            </a:r>
            <a:r>
              <a:rPr lang="zh-CN" altLang="en-US" sz="2400" b="1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）</a:t>
            </a:r>
          </a:p>
        </p:txBody>
      </p:sp>
      <p:sp>
        <p:nvSpPr>
          <p:cNvPr id="6153" name="Rectangle 9"/>
          <p:cNvSpPr>
            <a:spLocks noChangeArrowheads="1"/>
          </p:cNvSpPr>
          <p:nvPr/>
        </p:nvSpPr>
        <p:spPr bwMode="auto">
          <a:xfrm>
            <a:off x="942975" y="2719388"/>
            <a:ext cx="2251075" cy="493712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algn="just" eaLnBrk="1" hangingPunct="1">
              <a:lnSpc>
                <a:spcPct val="110000"/>
              </a:lnSpc>
              <a:spcBef>
                <a:spcPct val="20000"/>
              </a:spcBef>
              <a:buClr>
                <a:schemeClr val="hlink"/>
              </a:buClr>
              <a:buFont typeface="Wingdings" pitchFamily="2" charset="2"/>
              <a:buNone/>
              <a:defRPr/>
            </a:pPr>
            <a:r>
              <a:rPr lang="zh-CN" altLang="en-US" sz="2400" b="1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带阻（</a:t>
            </a:r>
            <a:r>
              <a:rPr lang="en-US" altLang="zh-CN" sz="2400" b="1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BEF</a:t>
            </a:r>
            <a:r>
              <a:rPr lang="zh-CN" altLang="en-US" sz="2400" b="1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）</a:t>
            </a:r>
          </a:p>
        </p:txBody>
      </p:sp>
      <p:sp>
        <p:nvSpPr>
          <p:cNvPr id="6154" name="Rectangle 10"/>
          <p:cNvSpPr>
            <a:spLocks noChangeArrowheads="1"/>
          </p:cNvSpPr>
          <p:nvPr/>
        </p:nvSpPr>
        <p:spPr bwMode="auto">
          <a:xfrm>
            <a:off x="942975" y="3195638"/>
            <a:ext cx="2251075" cy="493712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algn="just" eaLnBrk="1" hangingPunct="1">
              <a:lnSpc>
                <a:spcPct val="110000"/>
              </a:lnSpc>
              <a:spcBef>
                <a:spcPct val="20000"/>
              </a:spcBef>
              <a:buClr>
                <a:schemeClr val="hlink"/>
              </a:buClr>
              <a:buFont typeface="Wingdings" pitchFamily="2" charset="2"/>
              <a:buNone/>
              <a:defRPr/>
            </a:pPr>
            <a:r>
              <a:rPr lang="zh-CN" altLang="en-US" sz="2400" b="1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全通（</a:t>
            </a:r>
            <a:r>
              <a:rPr lang="en-US" altLang="zh-CN" sz="2400" b="1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APF</a:t>
            </a:r>
            <a:r>
              <a:rPr lang="zh-CN" altLang="en-US" sz="2400" b="1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）</a:t>
            </a:r>
          </a:p>
        </p:txBody>
      </p:sp>
      <p:sp>
        <p:nvSpPr>
          <p:cNvPr id="6155" name="Text Box 11"/>
          <p:cNvSpPr txBox="1">
            <a:spLocks noChangeArrowheads="1"/>
          </p:cNvSpPr>
          <p:nvPr/>
        </p:nvSpPr>
        <p:spPr bwMode="auto">
          <a:xfrm>
            <a:off x="8153400" y="5715000"/>
            <a:ext cx="762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en-US" altLang="zh-CN" sz="2400" b="1">
                <a:solidFill>
                  <a:srgbClr val="FF0000"/>
                </a:solidFill>
                <a:latin typeface="Times New Roman" panose="02020603050405020304" pitchFamily="18" charset="0"/>
              </a:rPr>
              <a:t>end</a:t>
            </a:r>
          </a:p>
        </p:txBody>
      </p:sp>
      <p:pic>
        <p:nvPicPr>
          <p:cNvPr id="6156" name="Picture 12" descr="未标题-3 拷贝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27763" y="908050"/>
            <a:ext cx="2590800" cy="1754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57" name="Picture 13" descr="未标题-2 拷贝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48038" y="908050"/>
            <a:ext cx="2638425" cy="172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58" name="Picture 14" descr="未标题-3 拷贝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27763" y="2863850"/>
            <a:ext cx="2665412" cy="178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59" name="Picture 15" descr="未标题-2 拷贝"/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76600" y="2852738"/>
            <a:ext cx="2735263" cy="1816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60" name="Picture 16" descr="未标题-2 拷贝"/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3810000"/>
            <a:ext cx="2303463" cy="1779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9" name="Picture 4" descr="Dz070402"/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52800" y="4724400"/>
            <a:ext cx="3733800" cy="1847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" name="AutoShape 7"/>
          <p:cNvSpPr>
            <a:spLocks/>
          </p:cNvSpPr>
          <p:nvPr/>
        </p:nvSpPr>
        <p:spPr bwMode="auto">
          <a:xfrm>
            <a:off x="3581400" y="6248400"/>
            <a:ext cx="2071688" cy="476250"/>
          </a:xfrm>
          <a:prstGeom prst="borderCallout1">
            <a:avLst>
              <a:gd name="adj1" fmla="val 24000"/>
              <a:gd name="adj2" fmla="val 103676"/>
              <a:gd name="adj3" fmla="val -34667"/>
              <a:gd name="adj4" fmla="val 110806"/>
            </a:avLst>
          </a:prstGeom>
          <a:solidFill>
            <a:srgbClr val="66FFFF"/>
          </a:solidFill>
          <a:ln w="19050">
            <a:solidFill>
              <a:srgbClr val="FF0000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400" b="1">
                <a:latin typeface="Times New Roman" panose="02020603050405020304" pitchFamily="18" charset="0"/>
              </a:rPr>
              <a:t>通带截止频率</a:t>
            </a:r>
          </a:p>
        </p:txBody>
      </p:sp>
      <p:sp>
        <p:nvSpPr>
          <p:cNvPr id="21" name="AutoShape 6"/>
          <p:cNvSpPr>
            <a:spLocks/>
          </p:cNvSpPr>
          <p:nvPr/>
        </p:nvSpPr>
        <p:spPr bwMode="auto">
          <a:xfrm>
            <a:off x="5791200" y="4419600"/>
            <a:ext cx="2133600" cy="476250"/>
          </a:xfrm>
          <a:prstGeom prst="borderCallout1">
            <a:avLst>
              <a:gd name="adj1" fmla="val 24000"/>
              <a:gd name="adj2" fmla="val -3569"/>
              <a:gd name="adj3" fmla="val 150667"/>
              <a:gd name="adj4" fmla="val -74032"/>
            </a:avLst>
          </a:prstGeom>
          <a:solidFill>
            <a:srgbClr val="66FFFF"/>
          </a:solidFill>
          <a:ln w="19050">
            <a:solidFill>
              <a:srgbClr val="FF0000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400" b="1">
                <a:latin typeface="Times New Roman" panose="02020603050405020304" pitchFamily="18" charset="0"/>
              </a:rPr>
              <a:t>通带放大倍数</a:t>
            </a:r>
          </a:p>
        </p:txBody>
      </p:sp>
      <p:sp>
        <p:nvSpPr>
          <p:cNvPr id="22" name="AutoShape 8"/>
          <p:cNvSpPr>
            <a:spLocks/>
          </p:cNvSpPr>
          <p:nvPr/>
        </p:nvSpPr>
        <p:spPr bwMode="auto">
          <a:xfrm>
            <a:off x="6781800" y="6381750"/>
            <a:ext cx="1524000" cy="476250"/>
          </a:xfrm>
          <a:prstGeom prst="borderCallout1">
            <a:avLst>
              <a:gd name="adj1" fmla="val 24000"/>
              <a:gd name="adj2" fmla="val -5000"/>
              <a:gd name="adj3" fmla="val -153667"/>
              <a:gd name="adj4" fmla="val -39273"/>
            </a:avLst>
          </a:prstGeom>
          <a:solidFill>
            <a:srgbClr val="66FFFF"/>
          </a:solidFill>
          <a:ln w="19050">
            <a:solidFill>
              <a:srgbClr val="FF0000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400" b="1">
                <a:latin typeface="Times New Roman" panose="02020603050405020304" pitchFamily="18" charset="0"/>
              </a:rPr>
              <a:t>下降速率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15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6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15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2" dur="500"/>
                                        <p:tgtEl>
                                          <p:spTgt spid="6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615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2" dur="500"/>
                                        <p:tgtEl>
                                          <p:spTgt spid="61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615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2" dur="500"/>
                                        <p:tgtEl>
                                          <p:spTgt spid="61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615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2" dur="500"/>
                                        <p:tgtEl>
                                          <p:spTgt spid="61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4" presetID="2" presetClass="entr" presetSubtype="4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61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61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 nodeType="clickPar">
                      <p:stCondLst>
                        <p:cond delay="indefinite"/>
                      </p:stCondLst>
                      <p:childTnLst>
                        <p:par>
                          <p:cTn id="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50" grpId="0" autoUpdateAnimBg="0"/>
      <p:bldP spid="6151" grpId="0" autoUpdateAnimBg="0"/>
      <p:bldP spid="6152" grpId="0" autoUpdateAnimBg="0"/>
      <p:bldP spid="6153" grpId="0" autoUpdateAnimBg="0"/>
      <p:bldP spid="6154" grpId="0" autoUpdateAnimBg="0"/>
      <p:bldP spid="6155" grpId="0" autoUpdateAnimBg="0"/>
      <p:bldP spid="20" grpId="0" animBg="1" autoUpdateAnimBg="0"/>
      <p:bldP spid="21" grpId="0" animBg="1" autoUpdateAnimBg="0"/>
      <p:bldP spid="22" grpId="0" animBg="1" autoUpdateAnimBg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 descr="Dz07040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4190" r="59036" b="10152"/>
          <a:stretch>
            <a:fillRect/>
          </a:stretch>
        </p:blipFill>
        <p:spPr bwMode="auto">
          <a:xfrm>
            <a:off x="984250" y="1541463"/>
            <a:ext cx="2743200" cy="1533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59395" name="Object 2"/>
          <p:cNvGraphicFramePr>
            <a:graphicFrameLocks noChangeAspect="1"/>
          </p:cNvGraphicFramePr>
          <p:nvPr/>
        </p:nvGraphicFramePr>
        <p:xfrm>
          <a:off x="4945063" y="1470025"/>
          <a:ext cx="3252787" cy="1970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11" name="Equation" r:id="rId4" imgW="1714500" imgH="1041400" progId="Equation.3">
                  <p:embed/>
                </p:oleObj>
              </mc:Choice>
              <mc:Fallback>
                <p:oleObj name="Equation" r:id="rId4" imgW="1714500" imgH="104140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45063" y="1470025"/>
                        <a:ext cx="3252787" cy="19700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59396" name="Picture 4" descr="Dz070403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758" b="10152"/>
          <a:stretch>
            <a:fillRect/>
          </a:stretch>
        </p:blipFill>
        <p:spPr bwMode="auto">
          <a:xfrm>
            <a:off x="755650" y="3141663"/>
            <a:ext cx="3810000" cy="1981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59397" name="Object 3"/>
          <p:cNvGraphicFramePr>
            <a:graphicFrameLocks noChangeAspect="1"/>
          </p:cNvGraphicFramePr>
          <p:nvPr/>
        </p:nvGraphicFramePr>
        <p:xfrm>
          <a:off x="5022850" y="3370263"/>
          <a:ext cx="3106738" cy="29860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12" name="Equation" r:id="rId7" imgW="1638300" imgH="1574800" progId="Equation.3">
                  <p:embed/>
                </p:oleObj>
              </mc:Choice>
              <mc:Fallback>
                <p:oleObj name="Equation" r:id="rId7" imgW="1638300" imgH="157480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22850" y="3370263"/>
                        <a:ext cx="3106738" cy="29860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6"/>
          <p:cNvGrpSpPr>
            <a:grpSpLocks/>
          </p:cNvGrpSpPr>
          <p:nvPr/>
        </p:nvGrpSpPr>
        <p:grpSpPr bwMode="auto">
          <a:xfrm>
            <a:off x="679450" y="5199063"/>
            <a:ext cx="1566863" cy="1042987"/>
            <a:chOff x="432" y="3120"/>
            <a:chExt cx="987" cy="657"/>
          </a:xfrm>
        </p:grpSpPr>
        <p:sp>
          <p:nvSpPr>
            <p:cNvPr id="7179" name="AutoShape 7"/>
            <p:cNvSpPr>
              <a:spLocks/>
            </p:cNvSpPr>
            <p:nvPr/>
          </p:nvSpPr>
          <p:spPr bwMode="auto">
            <a:xfrm>
              <a:off x="432" y="3120"/>
              <a:ext cx="747" cy="315"/>
            </a:xfrm>
            <a:prstGeom prst="borderCallout2">
              <a:avLst>
                <a:gd name="adj1" fmla="val 22856"/>
                <a:gd name="adj2" fmla="val 106426"/>
                <a:gd name="adj3" fmla="val 22856"/>
                <a:gd name="adj4" fmla="val 144310"/>
                <a:gd name="adj5" fmla="val -139046"/>
                <a:gd name="adj6" fmla="val 183269"/>
              </a:avLst>
            </a:prstGeom>
            <a:solidFill>
              <a:srgbClr val="FFFFCC"/>
            </a:solidFill>
            <a:ln w="19050">
              <a:solidFill>
                <a:srgbClr val="FF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zh-CN" altLang="en-US" sz="2400" b="1">
                  <a:latin typeface="Times New Roman" panose="02020603050405020304" pitchFamily="18" charset="0"/>
                </a:rPr>
                <a:t>空载时</a:t>
              </a:r>
            </a:p>
          </p:txBody>
        </p:sp>
        <p:sp>
          <p:nvSpPr>
            <p:cNvPr id="7180" name="AutoShape 8"/>
            <p:cNvSpPr>
              <a:spLocks/>
            </p:cNvSpPr>
            <p:nvPr/>
          </p:nvSpPr>
          <p:spPr bwMode="auto">
            <a:xfrm>
              <a:off x="432" y="3456"/>
              <a:ext cx="987" cy="321"/>
            </a:xfrm>
            <a:prstGeom prst="borderCallout2">
              <a:avLst>
                <a:gd name="adj1" fmla="val 22431"/>
                <a:gd name="adj2" fmla="val 104861"/>
                <a:gd name="adj3" fmla="val 22431"/>
                <a:gd name="adj4" fmla="val 138194"/>
                <a:gd name="adj5" fmla="val -219625"/>
                <a:gd name="adj6" fmla="val 172644"/>
              </a:avLst>
            </a:prstGeom>
            <a:solidFill>
              <a:srgbClr val="FFFFCC"/>
            </a:solidFill>
            <a:ln w="19050">
              <a:solidFill>
                <a:srgbClr val="FF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zh-CN" altLang="en-US" sz="2400" b="1">
                  <a:latin typeface="Times New Roman" panose="02020603050405020304" pitchFamily="18" charset="0"/>
                </a:rPr>
                <a:t>带负载时</a:t>
              </a:r>
            </a:p>
          </p:txBody>
        </p:sp>
      </p:grpSp>
      <p:sp>
        <p:nvSpPr>
          <p:cNvPr id="7175" name="Rectangle 9"/>
          <p:cNvSpPr>
            <a:spLocks noGrp="1" noChangeArrowheads="1"/>
          </p:cNvSpPr>
          <p:nvPr>
            <p:ph type="title"/>
          </p:nvPr>
        </p:nvSpPr>
        <p:spPr>
          <a:xfrm>
            <a:off x="250825" y="908050"/>
            <a:ext cx="5562600" cy="527050"/>
          </a:xfrm>
        </p:spPr>
        <p:txBody>
          <a:bodyPr/>
          <a:lstStyle/>
          <a:p>
            <a:pPr algn="l" eaLnBrk="1" hangingPunct="1"/>
            <a:r>
              <a:rPr lang="en-US" altLang="zh-CN" sz="2800" smtClean="0">
                <a:latin typeface="华文行楷" panose="02010800040101010101" pitchFamily="2" charset="-122"/>
                <a:ea typeface="华文行楷" panose="02010800040101010101" pitchFamily="2" charset="-122"/>
              </a:rPr>
              <a:t> </a:t>
            </a:r>
            <a:r>
              <a:rPr lang="zh-CN" altLang="en-US" sz="2800" smtClean="0">
                <a:latin typeface="华文行楷" panose="02010800040101010101" pitchFamily="2" charset="-122"/>
                <a:ea typeface="华文行楷" panose="02010800040101010101" pitchFamily="2" charset="-122"/>
              </a:rPr>
              <a:t>无源滤波电路和有源滤波电路</a:t>
            </a:r>
          </a:p>
        </p:txBody>
      </p:sp>
      <p:sp>
        <p:nvSpPr>
          <p:cNvPr id="59402" name="Text Box 10"/>
          <p:cNvSpPr txBox="1">
            <a:spLocks noChangeArrowheads="1"/>
          </p:cNvSpPr>
          <p:nvPr/>
        </p:nvSpPr>
        <p:spPr bwMode="auto">
          <a:xfrm>
            <a:off x="3422650" y="5046663"/>
            <a:ext cx="2362200" cy="1196975"/>
          </a:xfrm>
          <a:prstGeom prst="rect">
            <a:avLst/>
          </a:prstGeom>
          <a:solidFill>
            <a:srgbClr val="66FFFF"/>
          </a:solidFill>
          <a:ln w="9525">
            <a:solidFill>
              <a:srgbClr val="FF3300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en-US" altLang="zh-CN" sz="2400" b="1">
                <a:latin typeface="Times New Roman" panose="02020603050405020304" pitchFamily="18" charset="0"/>
              </a:rPr>
              <a:t>    </a:t>
            </a:r>
            <a:r>
              <a:rPr kumimoji="1" lang="zh-CN" altLang="en-US" sz="2400" b="1">
                <a:latin typeface="Times New Roman" panose="02020603050405020304" pitchFamily="18" charset="0"/>
              </a:rPr>
              <a:t>负载变化，通带放大倍数和截止频率均变化。</a:t>
            </a:r>
          </a:p>
        </p:txBody>
      </p:sp>
      <p:sp>
        <p:nvSpPr>
          <p:cNvPr id="11" name="Rectangle 3"/>
          <p:cNvSpPr>
            <a:spLocks noChangeArrowheads="1"/>
          </p:cNvSpPr>
          <p:nvPr/>
        </p:nvSpPr>
        <p:spPr bwMode="auto">
          <a:xfrm>
            <a:off x="533400" y="130175"/>
            <a:ext cx="8001000" cy="585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5" tIns="46038" rIns="92075" bIns="46038" anchor="ctr">
            <a:spAutoFit/>
          </a:bodyPr>
          <a:lstStyle/>
          <a:p>
            <a:pPr algn="ctr" eaLnBrk="1" hangingPunct="1">
              <a:lnSpc>
                <a:spcPct val="90000"/>
              </a:lnSpc>
              <a:defRPr/>
            </a:pPr>
            <a:r>
              <a:rPr lang="en-US" altLang="zh-CN" sz="3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  <a:ea typeface="黑体" pitchFamily="49" charset="-122"/>
              </a:rPr>
              <a:t>9.2  </a:t>
            </a:r>
            <a:r>
              <a:rPr lang="zh-CN" altLang="en-US" sz="3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  <a:ea typeface="黑体" pitchFamily="49" charset="-122"/>
              </a:rPr>
              <a:t>一阶有源滤波电路</a:t>
            </a:r>
          </a:p>
        </p:txBody>
      </p:sp>
      <p:sp>
        <p:nvSpPr>
          <p:cNvPr id="7178" name="Line 2"/>
          <p:cNvSpPr>
            <a:spLocks noChangeShapeType="1"/>
          </p:cNvSpPr>
          <p:nvPr/>
        </p:nvSpPr>
        <p:spPr bwMode="auto">
          <a:xfrm>
            <a:off x="457200" y="762000"/>
            <a:ext cx="8153400" cy="0"/>
          </a:xfrm>
          <a:prstGeom prst="line">
            <a:avLst/>
          </a:prstGeom>
          <a:noFill/>
          <a:ln w="76200" cap="sq" cmpd="tri">
            <a:solidFill>
              <a:srgbClr val="FF00FF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93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93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593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594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9402" grpId="0" animBg="1" autoUpdateAnimBg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Text Box 2"/>
          <p:cNvSpPr txBox="1">
            <a:spLocks noChangeArrowheads="1"/>
          </p:cNvSpPr>
          <p:nvPr/>
        </p:nvSpPr>
        <p:spPr bwMode="auto">
          <a:xfrm>
            <a:off x="684213" y="3716338"/>
            <a:ext cx="8064500" cy="1954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10000"/>
              </a:spcBef>
              <a:buFontTx/>
              <a:buNone/>
            </a:pPr>
            <a:r>
              <a:rPr kumimoji="1" lang="en-US" altLang="zh-CN" sz="2400">
                <a:latin typeface="Times New Roman" panose="02020603050405020304" pitchFamily="18" charset="0"/>
              </a:rPr>
              <a:t>    </a:t>
            </a:r>
            <a:r>
              <a:rPr kumimoji="1" lang="zh-CN" altLang="en-US" sz="2400" b="1">
                <a:latin typeface="Times New Roman" panose="02020603050405020304" pitchFamily="18" charset="0"/>
              </a:rPr>
              <a:t>无源滤波电路的滤波参数随负载变化；有源滤波电路的滤波参数不随负载变化，可放大。</a:t>
            </a:r>
          </a:p>
          <a:p>
            <a:pPr eaLnBrk="1" hangingPunct="1">
              <a:spcBef>
                <a:spcPct val="10000"/>
              </a:spcBef>
              <a:buFontTx/>
              <a:buNone/>
            </a:pPr>
            <a:r>
              <a:rPr kumimoji="1" lang="zh-CN" altLang="en-US" sz="2400" b="1">
                <a:latin typeface="Times New Roman" panose="02020603050405020304" pitchFamily="18" charset="0"/>
              </a:rPr>
              <a:t>    无源滤波电路可用于高电压大电流，如直流电源中的滤波电路；有源滤波电路是信号处理电路，其输出电压和电流的大小受有源元件自身参数和供电电源的限制。</a:t>
            </a:r>
          </a:p>
        </p:txBody>
      </p:sp>
      <p:graphicFrame>
        <p:nvGraphicFramePr>
          <p:cNvPr id="8195" name="Object 2"/>
          <p:cNvGraphicFramePr>
            <a:graphicFrameLocks noChangeAspect="1"/>
          </p:cNvGraphicFramePr>
          <p:nvPr/>
        </p:nvGraphicFramePr>
        <p:xfrm>
          <a:off x="1403350" y="1341438"/>
          <a:ext cx="4038600" cy="2214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14" name="Photo Editor 照片" r:id="rId3" imgW="11057143" imgH="5952381" progId="MSPhotoEd.3">
                  <p:embed/>
                </p:oleObj>
              </mc:Choice>
              <mc:Fallback>
                <p:oleObj name="Photo Editor 照片" r:id="rId3" imgW="11057143" imgH="5952381" progId="MSPhotoEd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clrChange>
                          <a:clrFrom>
                            <a:srgbClr val="FFFFFF"/>
                          </a:clrFrom>
                          <a:clrTo>
                            <a:srgbClr val="FFFFFF">
                              <a:alpha val="0"/>
                            </a:srgbClr>
                          </a:clrTo>
                        </a:clrChange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b="-1872"/>
                      <a:stretch>
                        <a:fillRect/>
                      </a:stretch>
                    </p:blipFill>
                    <p:spPr bwMode="auto">
                      <a:xfrm>
                        <a:off x="1403350" y="1341438"/>
                        <a:ext cx="4038600" cy="2214562"/>
                      </a:xfrm>
                      <a:prstGeom prst="rect">
                        <a:avLst/>
                      </a:prstGeom>
                      <a:solidFill>
                        <a:srgbClr val="FFFFFF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196" name="Rectangle 4"/>
          <p:cNvSpPr>
            <a:spLocks noGrp="1" noChangeArrowheads="1"/>
          </p:cNvSpPr>
          <p:nvPr>
            <p:ph type="title"/>
          </p:nvPr>
        </p:nvSpPr>
        <p:spPr>
          <a:xfrm>
            <a:off x="250825" y="765175"/>
            <a:ext cx="4343400" cy="685800"/>
          </a:xfrm>
        </p:spPr>
        <p:txBody>
          <a:bodyPr/>
          <a:lstStyle/>
          <a:p>
            <a:pPr algn="l" eaLnBrk="1" hangingPunct="1"/>
            <a:r>
              <a:rPr lang="zh-CN" altLang="en-US" sz="2800" smtClean="0">
                <a:ea typeface="华文行楷" panose="02010800040101010101" pitchFamily="2" charset="-122"/>
              </a:rPr>
              <a:t>有源滤波电路</a:t>
            </a:r>
          </a:p>
        </p:txBody>
      </p:sp>
      <p:sp>
        <p:nvSpPr>
          <p:cNvPr id="60421" name="AutoShape 5"/>
          <p:cNvSpPr>
            <a:spLocks/>
          </p:cNvSpPr>
          <p:nvPr/>
        </p:nvSpPr>
        <p:spPr bwMode="auto">
          <a:xfrm>
            <a:off x="5824538" y="1636713"/>
            <a:ext cx="2176462" cy="1192212"/>
          </a:xfrm>
          <a:prstGeom prst="borderCallout1">
            <a:avLst>
              <a:gd name="adj1" fmla="val 9588"/>
              <a:gd name="adj2" fmla="val -3500"/>
              <a:gd name="adj3" fmla="val 31560"/>
              <a:gd name="adj4" fmla="val -40190"/>
            </a:avLst>
          </a:prstGeom>
          <a:solidFill>
            <a:srgbClr val="FFFFCC"/>
          </a:solidFill>
          <a:ln w="19050">
            <a:solidFill>
              <a:srgbClr val="FF3300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400">
                <a:latin typeface="Times New Roman" panose="02020603050405020304" pitchFamily="18" charset="0"/>
              </a:rPr>
              <a:t>    </a:t>
            </a:r>
            <a:r>
              <a:rPr kumimoji="1" lang="zh-CN" altLang="en-US" sz="2400" b="1">
                <a:latin typeface="Times New Roman" panose="02020603050405020304" pitchFamily="18" charset="0"/>
              </a:rPr>
              <a:t>用电压跟随器隔离滤波电路与负载电阻</a:t>
            </a:r>
          </a:p>
        </p:txBody>
      </p:sp>
      <p:sp>
        <p:nvSpPr>
          <p:cNvPr id="60422" name="Text Box 6"/>
          <p:cNvSpPr txBox="1">
            <a:spLocks noChangeArrowheads="1"/>
          </p:cNvSpPr>
          <p:nvPr/>
        </p:nvSpPr>
        <p:spPr bwMode="auto">
          <a:xfrm>
            <a:off x="395288" y="5661025"/>
            <a:ext cx="7848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>
                <a:latin typeface="华文行楷" panose="02010800040101010101" pitchFamily="2" charset="-122"/>
                <a:ea typeface="华文行楷" panose="02010800040101010101" pitchFamily="2" charset="-122"/>
              </a:rPr>
              <a:t>教学基本要求</a:t>
            </a:r>
            <a:r>
              <a:rPr kumimoji="1" lang="zh-CN" altLang="en-US" sz="2400" b="1">
                <a:solidFill>
                  <a:srgbClr val="990033"/>
                </a:solidFill>
                <a:latin typeface="Times New Roman" panose="02020603050405020304" pitchFamily="18" charset="0"/>
              </a:rPr>
              <a:t>：电路的识别，幅频特性的分析计算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04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04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04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604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604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604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604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0418" grpId="0" build="p" autoUpdateAnimBg="0"/>
      <p:bldP spid="60421" grpId="0" animBg="1" autoUpdateAnimBg="0"/>
      <p:bldP spid="6042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Line 2"/>
          <p:cNvSpPr>
            <a:spLocks noChangeShapeType="1"/>
          </p:cNvSpPr>
          <p:nvPr/>
        </p:nvSpPr>
        <p:spPr bwMode="auto">
          <a:xfrm>
            <a:off x="457200" y="762000"/>
            <a:ext cx="8153400" cy="0"/>
          </a:xfrm>
          <a:prstGeom prst="line">
            <a:avLst/>
          </a:prstGeom>
          <a:noFill/>
          <a:ln w="76200" cap="sq" cmpd="tri">
            <a:solidFill>
              <a:srgbClr val="FF00FF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171" name="Rectangle 3"/>
          <p:cNvSpPr>
            <a:spLocks noChangeArrowheads="1"/>
          </p:cNvSpPr>
          <p:nvPr/>
        </p:nvSpPr>
        <p:spPr bwMode="auto">
          <a:xfrm>
            <a:off x="533400" y="130175"/>
            <a:ext cx="8001000" cy="585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5" tIns="46038" rIns="92075" bIns="46038" anchor="ctr">
            <a:spAutoFit/>
          </a:bodyPr>
          <a:lstStyle/>
          <a:p>
            <a:pPr algn="ctr" eaLnBrk="1" hangingPunct="1">
              <a:lnSpc>
                <a:spcPct val="90000"/>
              </a:lnSpc>
              <a:defRPr/>
            </a:pPr>
            <a:r>
              <a:rPr lang="en-US" altLang="zh-CN" sz="3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  <a:ea typeface="黑体" pitchFamily="49" charset="-122"/>
              </a:rPr>
              <a:t>9.2  </a:t>
            </a:r>
            <a:r>
              <a:rPr lang="zh-CN" altLang="en-US" sz="3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  <a:ea typeface="黑体" pitchFamily="49" charset="-122"/>
              </a:rPr>
              <a:t>一阶有源滤波电路</a:t>
            </a:r>
          </a:p>
        </p:txBody>
      </p:sp>
      <p:graphicFrame>
        <p:nvGraphicFramePr>
          <p:cNvPr id="9220" name="Object 4">
            <a:hlinkClick r:id="rId4" action="ppaction://hlinkpres?slideindex=1&amp;slidetitle=" highlightClick="1"/>
          </p:cNvPr>
          <p:cNvGraphicFramePr>
            <a:graphicFrameLocks noChangeAspect="1"/>
          </p:cNvGraphicFramePr>
          <p:nvPr/>
        </p:nvGraphicFramePr>
        <p:xfrm>
          <a:off x="228600" y="6324600"/>
          <a:ext cx="9144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308" name="BMP 图象" r:id="rId5" imgW="914384" imgH="380891" progId="Paint.Picture">
                  <p:embed/>
                </p:oleObj>
              </mc:Choice>
              <mc:Fallback>
                <p:oleObj name="BMP 图象" r:id="rId5" imgW="914384" imgH="380891" progId="Paint.Picture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" y="6324600"/>
                        <a:ext cx="9144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173" name="Rectangle 5"/>
          <p:cNvSpPr>
            <a:spLocks noChangeArrowheads="1"/>
          </p:cNvSpPr>
          <p:nvPr/>
        </p:nvSpPr>
        <p:spPr bwMode="auto">
          <a:xfrm>
            <a:off x="257175" y="838200"/>
            <a:ext cx="2862263" cy="493713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algn="just" eaLnBrk="1" hangingPunct="1">
              <a:lnSpc>
                <a:spcPct val="110000"/>
              </a:lnSpc>
              <a:spcBef>
                <a:spcPct val="20000"/>
              </a:spcBef>
              <a:buClr>
                <a:schemeClr val="hlink"/>
              </a:buClr>
              <a:buFont typeface="Wingdings" pitchFamily="2" charset="2"/>
              <a:buNone/>
              <a:defRPr/>
            </a:pPr>
            <a:r>
              <a:rPr lang="en-US" altLang="zh-CN" sz="2400" b="1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黑体" pitchFamily="49" charset="-122"/>
              </a:rPr>
              <a:t>1. </a:t>
            </a:r>
            <a:r>
              <a:rPr lang="zh-CN" altLang="en-US" sz="2400" b="1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黑体" pitchFamily="49" charset="-122"/>
                <a:ea typeface="黑体" pitchFamily="49" charset="-122"/>
              </a:rPr>
              <a:t>低通滤波电路</a:t>
            </a:r>
          </a:p>
        </p:txBody>
      </p:sp>
      <p:graphicFrame>
        <p:nvGraphicFramePr>
          <p:cNvPr id="7174" name="Object 6"/>
          <p:cNvGraphicFramePr>
            <a:graphicFrameLocks noChangeAspect="1"/>
          </p:cNvGraphicFramePr>
          <p:nvPr/>
        </p:nvGraphicFramePr>
        <p:xfrm>
          <a:off x="1879600" y="1295400"/>
          <a:ext cx="1689100" cy="1174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309" name="Equation" r:id="rId7" imgW="837836" imgH="583947" progId="Equation.3">
                  <p:embed/>
                </p:oleObj>
              </mc:Choice>
              <mc:Fallback>
                <p:oleObj name="Equation" r:id="rId7" imgW="837836" imgH="583947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79600" y="1295400"/>
                        <a:ext cx="1689100" cy="1174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175" name="Rectangle 7"/>
          <p:cNvSpPr>
            <a:spLocks noChangeArrowheads="1"/>
          </p:cNvSpPr>
          <p:nvPr/>
        </p:nvSpPr>
        <p:spPr bwMode="auto">
          <a:xfrm>
            <a:off x="344488" y="1371600"/>
            <a:ext cx="1712912" cy="493713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algn="just" eaLnBrk="1" hangingPunct="1">
              <a:lnSpc>
                <a:spcPct val="110000"/>
              </a:lnSpc>
              <a:spcBef>
                <a:spcPct val="20000"/>
              </a:spcBef>
              <a:buClr>
                <a:schemeClr val="hlink"/>
              </a:buClr>
              <a:buFont typeface="Wingdings" pitchFamily="2" charset="2"/>
              <a:buNone/>
              <a:defRPr/>
            </a:pPr>
            <a:r>
              <a:rPr lang="zh-CN" altLang="en-US" sz="2400" b="1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传递函数</a:t>
            </a:r>
          </a:p>
        </p:txBody>
      </p:sp>
      <p:graphicFrame>
        <p:nvGraphicFramePr>
          <p:cNvPr id="7176" name="Object 8"/>
          <p:cNvGraphicFramePr>
            <a:graphicFrameLocks noChangeAspect="1"/>
          </p:cNvGraphicFramePr>
          <p:nvPr/>
        </p:nvGraphicFramePr>
        <p:xfrm>
          <a:off x="990600" y="4768850"/>
          <a:ext cx="2536825" cy="1254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310" name="Equation" r:id="rId9" imgW="1257300" imgH="622300" progId="Equation.3">
                  <p:embed/>
                </p:oleObj>
              </mc:Choice>
              <mc:Fallback>
                <p:oleObj name="Equation" r:id="rId9" imgW="1257300" imgH="62230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90600" y="4768850"/>
                        <a:ext cx="2536825" cy="1254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177" name="Rectangle 9"/>
          <p:cNvSpPr>
            <a:spLocks noChangeArrowheads="1"/>
          </p:cNvSpPr>
          <p:nvPr/>
        </p:nvSpPr>
        <p:spPr bwMode="auto">
          <a:xfrm>
            <a:off x="354013" y="2209800"/>
            <a:ext cx="1035050" cy="493713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algn="just" eaLnBrk="1" hangingPunct="1">
              <a:lnSpc>
                <a:spcPct val="110000"/>
              </a:lnSpc>
              <a:spcBef>
                <a:spcPct val="20000"/>
              </a:spcBef>
              <a:buClr>
                <a:schemeClr val="hlink"/>
              </a:buClr>
              <a:buFont typeface="Wingdings" pitchFamily="2" charset="2"/>
              <a:buNone/>
              <a:defRPr/>
            </a:pPr>
            <a:r>
              <a:rPr lang="zh-CN" altLang="en-US" sz="2400" b="1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其中</a:t>
            </a:r>
          </a:p>
        </p:txBody>
      </p:sp>
      <p:sp>
        <p:nvSpPr>
          <p:cNvPr id="7178" name="Rectangle 10"/>
          <p:cNvSpPr>
            <a:spLocks noChangeArrowheads="1"/>
          </p:cNvSpPr>
          <p:nvPr/>
        </p:nvSpPr>
        <p:spPr bwMode="auto">
          <a:xfrm>
            <a:off x="2019300" y="3581400"/>
            <a:ext cx="1866900" cy="493713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algn="just" eaLnBrk="1" hangingPunct="1">
              <a:lnSpc>
                <a:spcPct val="110000"/>
              </a:lnSpc>
              <a:spcBef>
                <a:spcPct val="20000"/>
              </a:spcBef>
              <a:buClr>
                <a:schemeClr val="hlink"/>
              </a:buClr>
              <a:buFont typeface="Wingdings" pitchFamily="2" charset="2"/>
              <a:buNone/>
              <a:defRPr/>
            </a:pPr>
            <a:r>
              <a:rPr lang="zh-CN" altLang="en-US" sz="2400" b="1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特征角频率</a:t>
            </a:r>
          </a:p>
        </p:txBody>
      </p:sp>
      <p:graphicFrame>
        <p:nvGraphicFramePr>
          <p:cNvPr id="7179" name="Object 11"/>
          <p:cNvGraphicFramePr>
            <a:graphicFrameLocks noChangeAspect="1"/>
          </p:cNvGraphicFramePr>
          <p:nvPr/>
        </p:nvGraphicFramePr>
        <p:xfrm>
          <a:off x="609600" y="2635250"/>
          <a:ext cx="1433513" cy="815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311" name="公式" r:id="rId11" imgW="710891" imgH="406224" progId="Equation.3">
                  <p:embed/>
                </p:oleObj>
              </mc:Choice>
              <mc:Fallback>
                <p:oleObj name="公式" r:id="rId11" imgW="710891" imgH="406224" progId="Equation.3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600" y="2635250"/>
                        <a:ext cx="1433513" cy="815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80" name="Object 12"/>
          <p:cNvGraphicFramePr>
            <a:graphicFrameLocks noChangeAspect="1"/>
          </p:cNvGraphicFramePr>
          <p:nvPr/>
        </p:nvGraphicFramePr>
        <p:xfrm>
          <a:off x="660400" y="3416300"/>
          <a:ext cx="1149350" cy="742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312" name="Equation" r:id="rId13" imgW="571500" imgH="368300" progId="Equation.3">
                  <p:embed/>
                </p:oleObj>
              </mc:Choice>
              <mc:Fallback>
                <p:oleObj name="Equation" r:id="rId13" imgW="571500" imgH="368300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0400" y="3416300"/>
                        <a:ext cx="1149350" cy="742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181" name="Rectangle 13"/>
          <p:cNvSpPr>
            <a:spLocks noChangeArrowheads="1"/>
          </p:cNvSpPr>
          <p:nvPr/>
        </p:nvSpPr>
        <p:spPr bwMode="auto">
          <a:xfrm>
            <a:off x="441325" y="4267200"/>
            <a:ext cx="2478088" cy="493713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algn="just" eaLnBrk="1" hangingPunct="1">
              <a:lnSpc>
                <a:spcPct val="110000"/>
              </a:lnSpc>
              <a:spcBef>
                <a:spcPct val="20000"/>
              </a:spcBef>
              <a:buClr>
                <a:schemeClr val="hlink"/>
              </a:buClr>
              <a:buFont typeface="Wingdings" pitchFamily="2" charset="2"/>
              <a:buNone/>
              <a:defRPr/>
            </a:pPr>
            <a:r>
              <a:rPr lang="zh-CN" altLang="en-US" sz="2400" b="1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故，幅频相应为</a:t>
            </a:r>
          </a:p>
        </p:txBody>
      </p:sp>
      <p:sp>
        <p:nvSpPr>
          <p:cNvPr id="7182" name="Rectangle 14"/>
          <p:cNvSpPr>
            <a:spLocks noChangeArrowheads="1"/>
          </p:cNvSpPr>
          <p:nvPr/>
        </p:nvSpPr>
        <p:spPr bwMode="auto">
          <a:xfrm>
            <a:off x="2286000" y="2514600"/>
            <a:ext cx="1524000" cy="89535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eaLnBrk="1" hangingPunct="1">
              <a:lnSpc>
                <a:spcPct val="110000"/>
              </a:lnSpc>
              <a:spcBef>
                <a:spcPct val="20000"/>
              </a:spcBef>
              <a:buClr>
                <a:schemeClr val="hlink"/>
              </a:buClr>
              <a:buFont typeface="Wingdings" pitchFamily="2" charset="2"/>
              <a:buNone/>
              <a:defRPr/>
            </a:pPr>
            <a:r>
              <a:rPr lang="zh-CN" altLang="en-US" sz="2400" b="1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同相比例放大系数</a:t>
            </a:r>
          </a:p>
        </p:txBody>
      </p:sp>
      <p:pic>
        <p:nvPicPr>
          <p:cNvPr id="9231" name="Picture 15" descr="未标题-2 拷贝"/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11638" y="836613"/>
            <a:ext cx="4319587" cy="3222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184" name="Picture 16" descr="未标题-2 拷贝"/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13225" y="4111625"/>
            <a:ext cx="4319588" cy="2270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17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2" dur="500"/>
                                        <p:tgtEl>
                                          <p:spTgt spid="717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7" dur="500"/>
                                        <p:tgtEl>
                                          <p:spTgt spid="717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2" dur="500"/>
                                        <p:tgtEl>
                                          <p:spTgt spid="717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7" dur="500"/>
                                        <p:tgtEl>
                                          <p:spTgt spid="718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2" dur="500"/>
                                        <p:tgtEl>
                                          <p:spTgt spid="718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7" dur="500"/>
                                        <p:tgtEl>
                                          <p:spTgt spid="717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42" dur="500"/>
                                        <p:tgtEl>
                                          <p:spTgt spid="718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47" dur="500"/>
                                        <p:tgtEl>
                                          <p:spTgt spid="717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2" dur="500"/>
                                        <p:tgtEl>
                                          <p:spTgt spid="71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75" grpId="0" autoUpdateAnimBg="0"/>
      <p:bldP spid="7177" grpId="0" autoUpdateAnimBg="0"/>
      <p:bldP spid="7178" grpId="0" autoUpdateAnimBg="0"/>
      <p:bldP spid="7181" grpId="0" autoUpdateAnimBg="0"/>
      <p:bldP spid="7182" grpId="0" autoUpdateAnimBg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242" name="Object 2">
            <a:hlinkClick r:id="rId4" action="ppaction://hlinksldjump" highlightClick="1"/>
          </p:cNvPr>
          <p:cNvGraphicFramePr>
            <a:graphicFrameLocks noChangeAspect="1"/>
          </p:cNvGraphicFramePr>
          <p:nvPr/>
        </p:nvGraphicFramePr>
        <p:xfrm>
          <a:off x="228600" y="6324600"/>
          <a:ext cx="9144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65" name="BMP 图象" r:id="rId5" imgW="914384" imgH="380891" progId="Paint.Picture">
                  <p:embed/>
                </p:oleObj>
              </mc:Choice>
              <mc:Fallback>
                <p:oleObj name="BMP 图象" r:id="rId5" imgW="914384" imgH="380891" progId="Paint.Picture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" y="6324600"/>
                        <a:ext cx="9144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43" name="Line 3"/>
          <p:cNvSpPr>
            <a:spLocks noChangeShapeType="1"/>
          </p:cNvSpPr>
          <p:nvPr/>
        </p:nvSpPr>
        <p:spPr bwMode="auto">
          <a:xfrm>
            <a:off x="457200" y="762000"/>
            <a:ext cx="8153400" cy="0"/>
          </a:xfrm>
          <a:prstGeom prst="line">
            <a:avLst/>
          </a:prstGeom>
          <a:noFill/>
          <a:ln w="76200" cap="sq" cmpd="tri">
            <a:solidFill>
              <a:srgbClr val="FF00FF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196" name="Rectangle 4"/>
          <p:cNvSpPr>
            <a:spLocks noChangeArrowheads="1"/>
          </p:cNvSpPr>
          <p:nvPr/>
        </p:nvSpPr>
        <p:spPr bwMode="auto">
          <a:xfrm>
            <a:off x="533400" y="130175"/>
            <a:ext cx="8001000" cy="585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5" tIns="46038" rIns="92075" bIns="46038" anchor="ctr">
            <a:spAutoFit/>
          </a:bodyPr>
          <a:lstStyle/>
          <a:p>
            <a:pPr algn="ctr" eaLnBrk="1" hangingPunct="1">
              <a:lnSpc>
                <a:spcPct val="90000"/>
              </a:lnSpc>
              <a:defRPr/>
            </a:pPr>
            <a:r>
              <a:rPr lang="en-US" altLang="zh-CN" sz="3600" b="1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  <a:ea typeface="黑体" pitchFamily="49" charset="-122"/>
              </a:rPr>
              <a:t>9.2  </a:t>
            </a:r>
            <a:r>
              <a:rPr lang="zh-CN" altLang="en-US" sz="3600" b="1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  <a:ea typeface="黑体" pitchFamily="49" charset="-122"/>
              </a:rPr>
              <a:t>一阶有源滤波电路</a:t>
            </a:r>
          </a:p>
        </p:txBody>
      </p:sp>
      <p:sp>
        <p:nvSpPr>
          <p:cNvPr id="8197" name="Rectangle 5"/>
          <p:cNvSpPr>
            <a:spLocks noChangeArrowheads="1"/>
          </p:cNvSpPr>
          <p:nvPr/>
        </p:nvSpPr>
        <p:spPr bwMode="auto">
          <a:xfrm>
            <a:off x="257175" y="838200"/>
            <a:ext cx="2862263" cy="493713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algn="just" eaLnBrk="1" hangingPunct="1">
              <a:lnSpc>
                <a:spcPct val="110000"/>
              </a:lnSpc>
              <a:spcBef>
                <a:spcPct val="20000"/>
              </a:spcBef>
              <a:buClr>
                <a:schemeClr val="hlink"/>
              </a:buClr>
              <a:buFont typeface="Wingdings" pitchFamily="2" charset="2"/>
              <a:buNone/>
              <a:defRPr/>
            </a:pPr>
            <a:r>
              <a:rPr lang="en-US" altLang="zh-CN" sz="2400" b="1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黑体" pitchFamily="49" charset="-122"/>
              </a:rPr>
              <a:t>2. </a:t>
            </a:r>
            <a:r>
              <a:rPr lang="zh-CN" altLang="en-US" sz="2400" b="1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黑体" pitchFamily="49" charset="-122"/>
                <a:ea typeface="黑体" pitchFamily="49" charset="-122"/>
              </a:rPr>
              <a:t>高通滤波电路</a:t>
            </a:r>
          </a:p>
        </p:txBody>
      </p:sp>
      <p:sp>
        <p:nvSpPr>
          <p:cNvPr id="8198" name="Rectangle 6" descr="新闻纸"/>
          <p:cNvSpPr>
            <a:spLocks noChangeArrowheads="1"/>
          </p:cNvSpPr>
          <p:nvPr/>
        </p:nvSpPr>
        <p:spPr bwMode="auto">
          <a:xfrm>
            <a:off x="228600" y="2809875"/>
            <a:ext cx="3810000" cy="2857500"/>
          </a:xfrm>
          <a:prstGeom prst="rect">
            <a:avLst/>
          </a:prstGeom>
          <a:blipFill dpi="0" rotWithShape="0">
            <a:blip r:embed="rId7" cstate="print"/>
            <a:srcRect/>
            <a:tile tx="0" ty="0" sx="100000" sy="100000" flip="none" algn="tl"/>
          </a:blip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lIns="180000" tIns="108000" rIns="180000" bIns="108000">
            <a:spAutoFit/>
          </a:bodyPr>
          <a:lstStyle/>
          <a:p>
            <a:pPr algn="just" eaLnBrk="1" hangingPunct="1">
              <a:lnSpc>
                <a:spcPct val="120000"/>
              </a:lnSpc>
              <a:buClr>
                <a:schemeClr val="hlink"/>
              </a:buClr>
              <a:buFont typeface="Wingdings" pitchFamily="2" charset="2"/>
              <a:buNone/>
              <a:defRPr/>
            </a:pPr>
            <a:r>
              <a:rPr lang="en-US" altLang="zh-CN" sz="2400" b="1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      </a:t>
            </a:r>
            <a:r>
              <a:rPr lang="zh-CN" altLang="en-US" sz="2400" b="1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一阶有源滤波电路通带外衰减速率慢（</a:t>
            </a:r>
            <a:r>
              <a:rPr lang="en-US" altLang="zh-CN" sz="2400" b="1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-20dB/</a:t>
            </a:r>
            <a:r>
              <a:rPr lang="zh-CN" altLang="en-US" sz="2400" b="1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十倍频程），与理想情况相差较远。一般用在对滤波要求不高的场合。</a:t>
            </a:r>
          </a:p>
        </p:txBody>
      </p:sp>
      <p:sp>
        <p:nvSpPr>
          <p:cNvPr id="8199" name="Text Box 7"/>
          <p:cNvSpPr txBox="1">
            <a:spLocks noChangeArrowheads="1"/>
          </p:cNvSpPr>
          <p:nvPr/>
        </p:nvSpPr>
        <p:spPr bwMode="auto">
          <a:xfrm>
            <a:off x="6705600" y="6324600"/>
            <a:ext cx="762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en-US" altLang="zh-CN" sz="2400" b="1">
                <a:solidFill>
                  <a:srgbClr val="FF0000"/>
                </a:solidFill>
                <a:latin typeface="Times New Roman" panose="02020603050405020304" pitchFamily="18" charset="0"/>
              </a:rPr>
              <a:t>end</a:t>
            </a:r>
          </a:p>
        </p:txBody>
      </p:sp>
      <p:pic>
        <p:nvPicPr>
          <p:cNvPr id="10248" name="Picture 8" descr="未标题-2 拷贝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5025" y="927100"/>
            <a:ext cx="4319588" cy="3222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49" name="Rectangle 9"/>
          <p:cNvSpPr>
            <a:spLocks noChangeArrowheads="1"/>
          </p:cNvSpPr>
          <p:nvPr/>
        </p:nvSpPr>
        <p:spPr bwMode="auto">
          <a:xfrm>
            <a:off x="395288" y="1414463"/>
            <a:ext cx="4032250" cy="1041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30000"/>
              </a:lnSpc>
              <a:spcBef>
                <a:spcPct val="0"/>
              </a:spcBef>
              <a:buFontTx/>
              <a:buNone/>
            </a:pPr>
            <a:r>
              <a:rPr kumimoji="1" lang="en-US" altLang="zh-CN" sz="2400" b="1">
                <a:latin typeface="Times New Roman" panose="02020603050405020304" pitchFamily="18" charset="0"/>
                <a:ea typeface="楷体_GB2312" pitchFamily="49" charset="-122"/>
              </a:rPr>
              <a:t>        </a:t>
            </a:r>
            <a:r>
              <a:rPr kumimoji="1" lang="zh-CN" altLang="en-US" sz="2400" b="1">
                <a:latin typeface="Times New Roman" panose="02020603050405020304" pitchFamily="18" charset="0"/>
                <a:ea typeface="楷体_GB2312" pitchFamily="49" charset="-122"/>
              </a:rPr>
              <a:t>低通电路中的</a:t>
            </a:r>
            <a:r>
              <a:rPr kumimoji="1" lang="en-US" altLang="zh-CN" sz="2400" b="1" i="1">
                <a:latin typeface="Times New Roman" panose="02020603050405020304" pitchFamily="18" charset="0"/>
                <a:ea typeface="楷体_GB2312" pitchFamily="49" charset="-122"/>
              </a:rPr>
              <a:t>R</a:t>
            </a:r>
            <a:r>
              <a:rPr kumimoji="1" lang="zh-CN" altLang="en-US" sz="2400" b="1">
                <a:latin typeface="Times New Roman" panose="02020603050405020304" pitchFamily="18" charset="0"/>
                <a:ea typeface="楷体_GB2312" pitchFamily="49" charset="-122"/>
              </a:rPr>
              <a:t>和</a:t>
            </a:r>
            <a:r>
              <a:rPr kumimoji="1" lang="en-US" altLang="zh-CN" sz="2400" b="1" i="1">
                <a:latin typeface="Times New Roman" panose="02020603050405020304" pitchFamily="18" charset="0"/>
                <a:ea typeface="楷体_GB2312" pitchFamily="49" charset="-122"/>
              </a:rPr>
              <a:t>C</a:t>
            </a:r>
            <a:r>
              <a:rPr kumimoji="1" lang="zh-CN" altLang="en-US" sz="2400" b="1">
                <a:latin typeface="Times New Roman" panose="02020603050405020304" pitchFamily="18" charset="0"/>
                <a:ea typeface="楷体_GB2312" pitchFamily="49" charset="-122"/>
              </a:rPr>
              <a:t>交换位置便构成高通滤波电路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819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819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4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81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1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98" grpId="0" animBg="1" autoUpdateAnimBg="0"/>
      <p:bldP spid="8199" grpId="0" autoUpdateAnimBg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Line 2"/>
          <p:cNvSpPr>
            <a:spLocks noChangeShapeType="1"/>
          </p:cNvSpPr>
          <p:nvPr/>
        </p:nvSpPr>
        <p:spPr bwMode="auto">
          <a:xfrm>
            <a:off x="1143000" y="1752600"/>
            <a:ext cx="6858000" cy="0"/>
          </a:xfrm>
          <a:prstGeom prst="line">
            <a:avLst/>
          </a:prstGeom>
          <a:noFill/>
          <a:ln w="76200" cap="sq" cmpd="tri">
            <a:solidFill>
              <a:srgbClr val="FF00FF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219" name="Rectangle 3"/>
          <p:cNvSpPr>
            <a:spLocks noChangeArrowheads="1"/>
          </p:cNvSpPr>
          <p:nvPr/>
        </p:nvSpPr>
        <p:spPr bwMode="auto">
          <a:xfrm>
            <a:off x="838200" y="904875"/>
            <a:ext cx="7391400" cy="695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5" tIns="46038" rIns="92075" bIns="46038" anchor="ctr">
            <a:spAutoFit/>
          </a:bodyPr>
          <a:lstStyle/>
          <a:p>
            <a:pPr algn="ctr" eaLnBrk="1" hangingPunct="1">
              <a:lnSpc>
                <a:spcPct val="90000"/>
              </a:lnSpc>
              <a:defRPr/>
            </a:pPr>
            <a:r>
              <a:rPr lang="en-US" altLang="zh-CN" sz="4400" b="1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  <a:ea typeface="黑体" pitchFamily="49" charset="-122"/>
              </a:rPr>
              <a:t>9.3  </a:t>
            </a:r>
            <a:r>
              <a:rPr lang="zh-CN" altLang="en-US" sz="4400" b="1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  <a:ea typeface="黑体" pitchFamily="49" charset="-122"/>
              </a:rPr>
              <a:t>高阶有源滤波电路</a:t>
            </a:r>
          </a:p>
        </p:txBody>
      </p:sp>
      <p:sp>
        <p:nvSpPr>
          <p:cNvPr id="9220" name="Rectangle 4">
            <a:hlinkClick r:id="rId3" action="ppaction://hlinksldjump"/>
          </p:cNvPr>
          <p:cNvSpPr>
            <a:spLocks noChangeArrowheads="1"/>
          </p:cNvSpPr>
          <p:nvPr/>
        </p:nvSpPr>
        <p:spPr bwMode="auto">
          <a:xfrm>
            <a:off x="1600200" y="2773363"/>
            <a:ext cx="6415088" cy="579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5" tIns="46038" rIns="92075" bIns="46038" anchor="b">
            <a:spAutoFit/>
          </a:bodyPr>
          <a:lstStyle/>
          <a:p>
            <a:pPr eaLnBrk="1" hangingPunct="1">
              <a:defRPr/>
            </a:pPr>
            <a:r>
              <a:rPr lang="en-US" altLang="zh-CN" sz="3200" b="1">
                <a:solidFill>
                  <a:srgbClr val="000066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  <a:ea typeface="黑体" pitchFamily="49" charset="-122"/>
              </a:rPr>
              <a:t>9.3.2  </a:t>
            </a:r>
            <a:r>
              <a:rPr lang="zh-CN" altLang="en-US" sz="3200" b="1">
                <a:solidFill>
                  <a:srgbClr val="000066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  <a:ea typeface="黑体" pitchFamily="49" charset="-122"/>
              </a:rPr>
              <a:t>有源高通滤波电路</a:t>
            </a:r>
          </a:p>
        </p:txBody>
      </p:sp>
      <p:sp>
        <p:nvSpPr>
          <p:cNvPr id="9221" name="Rectangle 5">
            <a:hlinkClick r:id="rId4" action="ppaction://hlinksldjump"/>
          </p:cNvPr>
          <p:cNvSpPr>
            <a:spLocks noChangeArrowheads="1"/>
          </p:cNvSpPr>
          <p:nvPr/>
        </p:nvSpPr>
        <p:spPr bwMode="auto">
          <a:xfrm>
            <a:off x="1600200" y="3535363"/>
            <a:ext cx="6629400" cy="579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5" tIns="46038" rIns="92075" bIns="46038" anchor="b">
            <a:spAutoFit/>
          </a:bodyPr>
          <a:lstStyle/>
          <a:p>
            <a:pPr eaLnBrk="1" hangingPunct="1">
              <a:defRPr/>
            </a:pPr>
            <a:r>
              <a:rPr lang="en-US" altLang="zh-CN" sz="3200" b="1">
                <a:solidFill>
                  <a:srgbClr val="000066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  <a:ea typeface="黑体" pitchFamily="49" charset="-122"/>
              </a:rPr>
              <a:t>9.3.3  </a:t>
            </a:r>
            <a:r>
              <a:rPr lang="zh-CN" altLang="en-US" sz="3200" b="1">
                <a:solidFill>
                  <a:srgbClr val="000066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  <a:ea typeface="黑体" pitchFamily="49" charset="-122"/>
              </a:rPr>
              <a:t>有源带通滤波电路</a:t>
            </a:r>
          </a:p>
        </p:txBody>
      </p:sp>
      <p:graphicFrame>
        <p:nvGraphicFramePr>
          <p:cNvPr id="11270" name="Object 6">
            <a:hlinkClick r:id="rId5" action="ppaction://hlinkpres?slideindex=1&amp;slidetitle=" highlightClick="1"/>
          </p:cNvPr>
          <p:cNvGraphicFramePr>
            <a:graphicFrameLocks noChangeAspect="1"/>
          </p:cNvGraphicFramePr>
          <p:nvPr/>
        </p:nvGraphicFramePr>
        <p:xfrm>
          <a:off x="228600" y="6324600"/>
          <a:ext cx="9144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88" name="BMP 图象" r:id="rId6" imgW="914384" imgH="380891" progId="Paint.Picture">
                  <p:embed/>
                </p:oleObj>
              </mc:Choice>
              <mc:Fallback>
                <p:oleObj name="BMP 图象" r:id="rId6" imgW="914384" imgH="380891" progId="Paint.Picture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" y="6324600"/>
                        <a:ext cx="9144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223" name="Rectangle 7">
            <a:hlinkClick r:id="rId8" action="ppaction://hlinksldjump"/>
          </p:cNvPr>
          <p:cNvSpPr>
            <a:spLocks noChangeArrowheads="1"/>
          </p:cNvSpPr>
          <p:nvPr/>
        </p:nvSpPr>
        <p:spPr bwMode="auto">
          <a:xfrm>
            <a:off x="1600200" y="4297363"/>
            <a:ext cx="6629400" cy="579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5" tIns="46038" rIns="92075" bIns="46038" anchor="b">
            <a:spAutoFit/>
          </a:bodyPr>
          <a:lstStyle/>
          <a:p>
            <a:pPr eaLnBrk="1" hangingPunct="1">
              <a:defRPr/>
            </a:pPr>
            <a:r>
              <a:rPr lang="en-US" altLang="zh-CN" sz="3200" b="1">
                <a:solidFill>
                  <a:srgbClr val="000066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  <a:ea typeface="黑体" pitchFamily="49" charset="-122"/>
              </a:rPr>
              <a:t>9.3.4  </a:t>
            </a:r>
            <a:r>
              <a:rPr lang="zh-CN" altLang="en-US" sz="3200" b="1">
                <a:solidFill>
                  <a:srgbClr val="000066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  <a:ea typeface="黑体" pitchFamily="49" charset="-122"/>
              </a:rPr>
              <a:t>二阶有源带阻滤波电路</a:t>
            </a:r>
          </a:p>
        </p:txBody>
      </p:sp>
      <p:sp>
        <p:nvSpPr>
          <p:cNvPr id="9224" name="Rectangle 8">
            <a:hlinkClick r:id="rId9" action="ppaction://hlinksldjump"/>
          </p:cNvPr>
          <p:cNvSpPr>
            <a:spLocks noChangeArrowheads="1"/>
          </p:cNvSpPr>
          <p:nvPr/>
        </p:nvSpPr>
        <p:spPr bwMode="auto">
          <a:xfrm>
            <a:off x="1600200" y="2011363"/>
            <a:ext cx="5702300" cy="579437"/>
          </a:xfrm>
          <a:prstGeom prst="rect">
            <a:avLst/>
          </a:prstGeom>
          <a:noFill/>
          <a:ln w="9525" cap="flat" cmpd="sng">
            <a:noFill/>
            <a:prstDash val="solid"/>
            <a:miter lim="800000"/>
            <a:headEnd/>
            <a:tailEnd/>
          </a:ln>
          <a:effectLst/>
        </p:spPr>
        <p:txBody>
          <a:bodyPr lIns="92075" tIns="46038" rIns="92075" bIns="46038" anchor="b">
            <a:spAutoFit/>
          </a:bodyPr>
          <a:lstStyle/>
          <a:p>
            <a:pPr eaLnBrk="1" hangingPunct="1">
              <a:defRPr/>
            </a:pPr>
            <a:r>
              <a:rPr lang="en-US" altLang="zh-CN" sz="3200" b="1">
                <a:solidFill>
                  <a:srgbClr val="000066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  <a:ea typeface="黑体" pitchFamily="49" charset="-122"/>
              </a:rPr>
              <a:t>9.3.1  </a:t>
            </a:r>
            <a:r>
              <a:rPr lang="zh-CN" altLang="en-US" sz="3200" b="1">
                <a:solidFill>
                  <a:srgbClr val="000066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  <a:ea typeface="黑体" pitchFamily="49" charset="-122"/>
              </a:rPr>
              <a:t>有源低通滤波电路</a:t>
            </a:r>
          </a:p>
        </p:txBody>
      </p:sp>
    </p:spTree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290" name="Object 2">
            <a:hlinkClick r:id="rId4" action="ppaction://hlinksldjump" highlightClick="1"/>
          </p:cNvPr>
          <p:cNvGraphicFramePr>
            <a:graphicFrameLocks noChangeAspect="1"/>
          </p:cNvGraphicFramePr>
          <p:nvPr/>
        </p:nvGraphicFramePr>
        <p:xfrm>
          <a:off x="228600" y="6324600"/>
          <a:ext cx="9144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445" name="BMP 图象" r:id="rId5" imgW="914384" imgH="380891" progId="Paint.Picture">
                  <p:embed/>
                </p:oleObj>
              </mc:Choice>
              <mc:Fallback>
                <p:oleObj name="BMP 图象" r:id="rId5" imgW="914384" imgH="380891" progId="Paint.Picture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" y="6324600"/>
                        <a:ext cx="9144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43" name="Rectangle 3">
            <a:hlinkClick r:id="rId7" action="ppaction://hlinksldjump"/>
          </p:cNvPr>
          <p:cNvSpPr>
            <a:spLocks noChangeArrowheads="1"/>
          </p:cNvSpPr>
          <p:nvPr/>
        </p:nvSpPr>
        <p:spPr bwMode="auto">
          <a:xfrm>
            <a:off x="533400" y="106363"/>
            <a:ext cx="5105400" cy="579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en-US" altLang="zh-CN" sz="3200" b="1">
                <a:solidFill>
                  <a:srgbClr val="000066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  <a:ea typeface="黑体" pitchFamily="49" charset="-122"/>
              </a:rPr>
              <a:t>9.3.1  </a:t>
            </a:r>
            <a:r>
              <a:rPr lang="zh-CN" altLang="en-US" sz="3200" b="1">
                <a:solidFill>
                  <a:srgbClr val="000066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  <a:ea typeface="黑体" pitchFamily="49" charset="-122"/>
              </a:rPr>
              <a:t>有源低通滤波电路</a:t>
            </a:r>
          </a:p>
        </p:txBody>
      </p:sp>
      <p:sp>
        <p:nvSpPr>
          <p:cNvPr id="12292" name="Line 4"/>
          <p:cNvSpPr>
            <a:spLocks noChangeShapeType="1"/>
          </p:cNvSpPr>
          <p:nvPr/>
        </p:nvSpPr>
        <p:spPr bwMode="auto">
          <a:xfrm>
            <a:off x="533400" y="762000"/>
            <a:ext cx="4648200" cy="0"/>
          </a:xfrm>
          <a:prstGeom prst="line">
            <a:avLst/>
          </a:prstGeom>
          <a:noFill/>
          <a:ln w="88900" cap="sq" cmpd="tri">
            <a:solidFill>
              <a:srgbClr val="FF00FF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245" name="Rectangle 5"/>
          <p:cNvSpPr>
            <a:spLocks noChangeArrowheads="1"/>
          </p:cNvSpPr>
          <p:nvPr/>
        </p:nvSpPr>
        <p:spPr bwMode="auto">
          <a:xfrm>
            <a:off x="457200" y="801688"/>
            <a:ext cx="5029200" cy="493712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algn="just" eaLnBrk="1" hangingPunct="1">
              <a:lnSpc>
                <a:spcPct val="110000"/>
              </a:lnSpc>
              <a:spcBef>
                <a:spcPct val="20000"/>
              </a:spcBef>
              <a:buClr>
                <a:schemeClr val="hlink"/>
              </a:buClr>
              <a:buFont typeface="Wingdings" pitchFamily="2" charset="2"/>
              <a:buNone/>
              <a:defRPr/>
            </a:pPr>
            <a:r>
              <a:rPr lang="en-US" altLang="zh-CN" sz="2400" b="1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1. </a:t>
            </a:r>
            <a:r>
              <a:rPr lang="zh-CN" altLang="en-US" sz="2400" b="1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二阶有源低通滤波电路</a:t>
            </a:r>
          </a:p>
        </p:txBody>
      </p:sp>
      <p:sp>
        <p:nvSpPr>
          <p:cNvPr id="10246" name="Rectangle 6"/>
          <p:cNvSpPr>
            <a:spLocks noChangeArrowheads="1"/>
          </p:cNvSpPr>
          <p:nvPr/>
        </p:nvSpPr>
        <p:spPr bwMode="auto">
          <a:xfrm>
            <a:off x="457200" y="1266825"/>
            <a:ext cx="2438400" cy="493713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algn="just" eaLnBrk="1" hangingPunct="1">
              <a:lnSpc>
                <a:spcPct val="110000"/>
              </a:lnSpc>
              <a:spcBef>
                <a:spcPct val="20000"/>
              </a:spcBef>
              <a:buClr>
                <a:schemeClr val="hlink"/>
              </a:buClr>
              <a:buFont typeface="Wingdings" pitchFamily="2" charset="2"/>
              <a:buNone/>
              <a:defRPr/>
            </a:pPr>
            <a:r>
              <a:rPr lang="en-US" altLang="zh-CN" sz="2400" b="1" dirty="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2. </a:t>
            </a:r>
            <a:r>
              <a:rPr lang="zh-CN" altLang="en-US" sz="2400" b="1" dirty="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传递函数</a:t>
            </a:r>
          </a:p>
        </p:txBody>
      </p:sp>
      <p:graphicFrame>
        <p:nvGraphicFramePr>
          <p:cNvPr id="10247" name="Object 7"/>
          <p:cNvGraphicFramePr>
            <a:graphicFrameLocks noChangeAspect="1"/>
          </p:cNvGraphicFramePr>
          <p:nvPr/>
        </p:nvGraphicFramePr>
        <p:xfrm>
          <a:off x="990600" y="1701800"/>
          <a:ext cx="1555750" cy="812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446" name="Equation" r:id="rId8" imgW="774364" imgH="406224" progId="Equation.3">
                  <p:embed/>
                </p:oleObj>
              </mc:Choice>
              <mc:Fallback>
                <p:oleObj name="Equation" r:id="rId8" imgW="774364" imgH="406224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90600" y="1701800"/>
                        <a:ext cx="1555750" cy="812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48" name="Object 8"/>
          <p:cNvGraphicFramePr>
            <a:graphicFrameLocks noChangeAspect="1"/>
          </p:cNvGraphicFramePr>
          <p:nvPr/>
        </p:nvGraphicFramePr>
        <p:xfrm>
          <a:off x="900113" y="2836863"/>
          <a:ext cx="1455737" cy="815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447" name="公式" r:id="rId10" imgW="723586" imgH="406224" progId="Equation.3">
                  <p:embed/>
                </p:oleObj>
              </mc:Choice>
              <mc:Fallback>
                <p:oleObj name="公式" r:id="rId10" imgW="723586" imgH="406224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00113" y="2836863"/>
                        <a:ext cx="1455737" cy="815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49" name="Object 9"/>
          <p:cNvGraphicFramePr>
            <a:graphicFrameLocks noChangeAspect="1"/>
          </p:cNvGraphicFramePr>
          <p:nvPr/>
        </p:nvGraphicFramePr>
        <p:xfrm>
          <a:off x="900113" y="3675063"/>
          <a:ext cx="2941637" cy="742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448" name="公式" r:id="rId12" imgW="1460500" imgH="368300" progId="Equation.3">
                  <p:embed/>
                </p:oleObj>
              </mc:Choice>
              <mc:Fallback>
                <p:oleObj name="公式" r:id="rId12" imgW="1460500" imgH="368300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00113" y="3675063"/>
                        <a:ext cx="2941637" cy="742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10"/>
          <p:cNvGrpSpPr>
            <a:grpSpLocks/>
          </p:cNvGrpSpPr>
          <p:nvPr/>
        </p:nvGrpSpPr>
        <p:grpSpPr bwMode="auto">
          <a:xfrm>
            <a:off x="304800" y="2362200"/>
            <a:ext cx="3124200" cy="2743200"/>
            <a:chOff x="192" y="1440"/>
            <a:chExt cx="1968" cy="1728"/>
          </a:xfrm>
        </p:grpSpPr>
        <p:sp>
          <p:nvSpPr>
            <p:cNvPr id="12308" name="AutoShape 11"/>
            <p:cNvSpPr>
              <a:spLocks/>
            </p:cNvSpPr>
            <p:nvPr/>
          </p:nvSpPr>
          <p:spPr bwMode="auto">
            <a:xfrm>
              <a:off x="336" y="1920"/>
              <a:ext cx="192" cy="1248"/>
            </a:xfrm>
            <a:prstGeom prst="leftBrace">
              <a:avLst>
                <a:gd name="adj1" fmla="val 54167"/>
                <a:gd name="adj2" fmla="val 50000"/>
              </a:avLst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latin typeface="Verdana" panose="020B0604030504040204" pitchFamily="34" charset="0"/>
              </a:endParaRPr>
            </a:p>
          </p:txBody>
        </p:sp>
        <p:sp>
          <p:nvSpPr>
            <p:cNvPr id="10252" name="Rectangle 12"/>
            <p:cNvSpPr>
              <a:spLocks noChangeArrowheads="1"/>
            </p:cNvSpPr>
            <p:nvPr/>
          </p:nvSpPr>
          <p:spPr bwMode="auto">
            <a:xfrm>
              <a:off x="192" y="1440"/>
              <a:ext cx="1968" cy="311"/>
            </a:xfrm>
            <a:prstGeom prst="rect">
              <a:avLst/>
            </a:prstGeom>
            <a:noFill/>
            <a:ln w="12700" cap="sq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>
              <a:spAutoFit/>
            </a:bodyPr>
            <a:lstStyle/>
            <a:p>
              <a:pPr algn="just" eaLnBrk="1" hangingPunct="1">
                <a:lnSpc>
                  <a:spcPct val="110000"/>
                </a:lnSpc>
                <a:spcBef>
                  <a:spcPct val="20000"/>
                </a:spcBef>
                <a:buClr>
                  <a:schemeClr val="hlink"/>
                </a:buClr>
                <a:buFont typeface="Wingdings" pitchFamily="2" charset="2"/>
                <a:buNone/>
                <a:defRPr/>
              </a:pPr>
              <a:r>
                <a:rPr lang="zh-CN" altLang="en-US" sz="2400" b="1" dirty="0">
                  <a:solidFill>
                    <a:srgbClr val="000000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ea typeface="楷体_GB2312" pitchFamily="49" charset="-122"/>
                </a:rPr>
                <a:t>对于滤波电路，有</a:t>
              </a:r>
            </a:p>
          </p:txBody>
        </p:sp>
      </p:grpSp>
      <p:graphicFrame>
        <p:nvGraphicFramePr>
          <p:cNvPr id="10253" name="Object 13"/>
          <p:cNvGraphicFramePr>
            <a:graphicFrameLocks noChangeAspect="1"/>
          </p:cNvGraphicFramePr>
          <p:nvPr/>
        </p:nvGraphicFramePr>
        <p:xfrm>
          <a:off x="900113" y="4514850"/>
          <a:ext cx="1609725" cy="742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449" name="公式" r:id="rId14" imgW="800100" imgH="368300" progId="Equation.3">
                  <p:embed/>
                </p:oleObj>
              </mc:Choice>
              <mc:Fallback>
                <p:oleObj name="公式" r:id="rId14" imgW="800100" imgH="368300" progId="Equation.3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00113" y="4514850"/>
                        <a:ext cx="1609725" cy="742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54" name="Object 14"/>
          <p:cNvGraphicFramePr>
            <a:graphicFrameLocks noChangeAspect="1"/>
          </p:cNvGraphicFramePr>
          <p:nvPr/>
        </p:nvGraphicFramePr>
        <p:xfrm>
          <a:off x="2486025" y="4514850"/>
          <a:ext cx="1866900" cy="742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450" name="公式" r:id="rId16" imgW="927100" imgH="368300" progId="Equation.3">
                  <p:embed/>
                </p:oleObj>
              </mc:Choice>
              <mc:Fallback>
                <p:oleObj name="公式" r:id="rId16" imgW="927100" imgH="368300" progId="Equation.3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86025" y="4514850"/>
                        <a:ext cx="1866900" cy="742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55" name="Object 15"/>
          <p:cNvGraphicFramePr>
            <a:graphicFrameLocks noChangeAspect="1"/>
          </p:cNvGraphicFramePr>
          <p:nvPr/>
        </p:nvGraphicFramePr>
        <p:xfrm>
          <a:off x="4329113" y="4514850"/>
          <a:ext cx="2300287" cy="742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451" name="公式" r:id="rId18" imgW="1143000" imgH="368300" progId="Equation.3">
                  <p:embed/>
                </p:oleObj>
              </mc:Choice>
              <mc:Fallback>
                <p:oleObj name="公式" r:id="rId18" imgW="1143000" imgH="368300" progId="Equation.3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29113" y="4514850"/>
                        <a:ext cx="2300287" cy="742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56" name="Rectangle 16"/>
          <p:cNvSpPr>
            <a:spLocks noChangeArrowheads="1"/>
          </p:cNvSpPr>
          <p:nvPr/>
        </p:nvSpPr>
        <p:spPr bwMode="auto">
          <a:xfrm>
            <a:off x="304800" y="5373688"/>
            <a:ext cx="3276600" cy="493712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algn="just" eaLnBrk="1" hangingPunct="1">
              <a:lnSpc>
                <a:spcPct val="110000"/>
              </a:lnSpc>
              <a:spcBef>
                <a:spcPct val="20000"/>
              </a:spcBef>
              <a:buClr>
                <a:schemeClr val="hlink"/>
              </a:buClr>
              <a:buFont typeface="Wingdings" pitchFamily="2" charset="2"/>
              <a:buNone/>
              <a:defRPr/>
            </a:pPr>
            <a:r>
              <a:rPr lang="zh-CN" altLang="en-US" sz="2400" b="1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得滤波电路传递函数</a:t>
            </a:r>
          </a:p>
        </p:txBody>
      </p:sp>
      <p:graphicFrame>
        <p:nvGraphicFramePr>
          <p:cNvPr id="10257" name="Object 17"/>
          <p:cNvGraphicFramePr>
            <a:graphicFrameLocks noChangeAspect="1"/>
          </p:cNvGraphicFramePr>
          <p:nvPr/>
        </p:nvGraphicFramePr>
        <p:xfrm>
          <a:off x="3505200" y="5257800"/>
          <a:ext cx="1557338" cy="815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452" name="公式" r:id="rId20" imgW="774364" imgH="406224" progId="Equation.3">
                  <p:embed/>
                </p:oleObj>
              </mc:Choice>
              <mc:Fallback>
                <p:oleObj name="公式" r:id="rId20" imgW="774364" imgH="406224" progId="Equation.3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05200" y="5257800"/>
                        <a:ext cx="1557338" cy="815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58" name="Object 18"/>
          <p:cNvGraphicFramePr>
            <a:graphicFrameLocks noChangeAspect="1"/>
          </p:cNvGraphicFramePr>
          <p:nvPr/>
        </p:nvGraphicFramePr>
        <p:xfrm>
          <a:off x="5029200" y="5257800"/>
          <a:ext cx="3276600" cy="815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453" name="公式" r:id="rId22" imgW="1624895" imgH="406224" progId="Equation.3">
                  <p:embed/>
                </p:oleObj>
              </mc:Choice>
              <mc:Fallback>
                <p:oleObj name="公式" r:id="rId22" imgW="1624895" imgH="406224" progId="Equation.3">
                  <p:embed/>
                  <p:pic>
                    <p:nvPicPr>
                      <p:cNvPr id="0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29200" y="5257800"/>
                        <a:ext cx="3276600" cy="815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59" name="Rectangle 19"/>
          <p:cNvSpPr>
            <a:spLocks noChangeArrowheads="1"/>
          </p:cNvSpPr>
          <p:nvPr/>
        </p:nvSpPr>
        <p:spPr bwMode="auto">
          <a:xfrm>
            <a:off x="5410200" y="6019800"/>
            <a:ext cx="1676400" cy="493713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algn="just" eaLnBrk="1" hangingPunct="1">
              <a:lnSpc>
                <a:spcPct val="110000"/>
              </a:lnSpc>
              <a:spcBef>
                <a:spcPct val="20000"/>
              </a:spcBef>
              <a:buClr>
                <a:schemeClr val="hlink"/>
              </a:buClr>
              <a:buFont typeface="Wingdings" pitchFamily="2" charset="2"/>
              <a:buNone/>
              <a:defRPr/>
            </a:pPr>
            <a:r>
              <a:rPr lang="zh-CN" altLang="en-US" sz="2400" b="1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（二阶）</a:t>
            </a:r>
          </a:p>
        </p:txBody>
      </p:sp>
      <p:sp>
        <p:nvSpPr>
          <p:cNvPr id="10260" name="Rectangle 20"/>
          <p:cNvSpPr>
            <a:spLocks noChangeArrowheads="1"/>
          </p:cNvSpPr>
          <p:nvPr/>
        </p:nvSpPr>
        <p:spPr bwMode="auto">
          <a:xfrm>
            <a:off x="2514600" y="1854200"/>
            <a:ext cx="2286000" cy="493713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algn="just" eaLnBrk="1" hangingPunct="1">
              <a:lnSpc>
                <a:spcPct val="110000"/>
              </a:lnSpc>
              <a:spcBef>
                <a:spcPct val="20000"/>
              </a:spcBef>
              <a:buClr>
                <a:schemeClr val="hlink"/>
              </a:buClr>
              <a:buFont typeface="Wingdings" pitchFamily="2" charset="2"/>
              <a:buNone/>
              <a:defRPr/>
            </a:pPr>
            <a:r>
              <a:rPr lang="zh-CN" altLang="en-US" sz="2400" b="1" dirty="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（同相比例）</a:t>
            </a:r>
          </a:p>
        </p:txBody>
      </p:sp>
      <p:pic>
        <p:nvPicPr>
          <p:cNvPr id="12307" name="Picture 21" descr="未标题-2 拷贝"/>
          <p:cNvPicPr>
            <a:picLocks noChangeAspect="1" noChangeArrowheads="1"/>
          </p:cNvPicPr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27538" y="976313"/>
            <a:ext cx="4535487" cy="2884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24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2" dur="500"/>
                                        <p:tgtEl>
                                          <p:spTgt spid="1024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7" dur="500"/>
                                        <p:tgtEl>
                                          <p:spTgt spid="1026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7" dur="500"/>
                                        <p:tgtEl>
                                          <p:spTgt spid="1024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2" dur="500"/>
                                        <p:tgtEl>
                                          <p:spTgt spid="1024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7" dur="500"/>
                                        <p:tgtEl>
                                          <p:spTgt spid="1025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42" dur="500"/>
                                        <p:tgtEl>
                                          <p:spTgt spid="1025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47" dur="500"/>
                                        <p:tgtEl>
                                          <p:spTgt spid="1025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52" dur="500"/>
                                        <p:tgtEl>
                                          <p:spTgt spid="1025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57" dur="500"/>
                                        <p:tgtEl>
                                          <p:spTgt spid="1025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62" dur="500"/>
                                        <p:tgtEl>
                                          <p:spTgt spid="1025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67" dur="500"/>
                                        <p:tgtEl>
                                          <p:spTgt spid="1025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46" grpId="0" autoUpdateAnimBg="0"/>
      <p:bldP spid="10256" grpId="0" autoUpdateAnimBg="0"/>
      <p:bldP spid="10259" grpId="0" autoUpdateAnimBg="0"/>
      <p:bldP spid="10260" grpId="0" autoUpdateAnimBg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314" name="Object 2">
            <a:hlinkClick r:id="rId4" action="ppaction://hlinksldjump" highlightClick="1"/>
          </p:cNvPr>
          <p:cNvGraphicFramePr>
            <a:graphicFrameLocks noChangeAspect="1"/>
          </p:cNvGraphicFramePr>
          <p:nvPr/>
        </p:nvGraphicFramePr>
        <p:xfrm>
          <a:off x="228600" y="6324600"/>
          <a:ext cx="9144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452" name="BMP 图象" r:id="rId5" imgW="914384" imgH="380891" progId="Paint.Picture">
                  <p:embed/>
                </p:oleObj>
              </mc:Choice>
              <mc:Fallback>
                <p:oleObj name="BMP 图象" r:id="rId5" imgW="914384" imgH="380891" progId="Paint.Picture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" y="6324600"/>
                        <a:ext cx="9144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267" name="Rectangle 3"/>
          <p:cNvSpPr>
            <a:spLocks noChangeArrowheads="1"/>
          </p:cNvSpPr>
          <p:nvPr/>
        </p:nvSpPr>
        <p:spPr bwMode="auto">
          <a:xfrm>
            <a:off x="381000" y="228600"/>
            <a:ext cx="2438400" cy="493713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algn="just" eaLnBrk="1" hangingPunct="1">
              <a:lnSpc>
                <a:spcPct val="110000"/>
              </a:lnSpc>
              <a:spcBef>
                <a:spcPct val="20000"/>
              </a:spcBef>
              <a:buClr>
                <a:schemeClr val="hlink"/>
              </a:buClr>
              <a:buFont typeface="Wingdings" pitchFamily="2" charset="2"/>
              <a:buNone/>
              <a:defRPr/>
            </a:pPr>
            <a:r>
              <a:rPr lang="en-US" altLang="zh-CN" sz="2400" b="1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2. </a:t>
            </a:r>
            <a:r>
              <a:rPr lang="zh-CN" altLang="en-US" sz="2400" b="1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传递函数</a:t>
            </a:r>
          </a:p>
        </p:txBody>
      </p:sp>
      <p:graphicFrame>
        <p:nvGraphicFramePr>
          <p:cNvPr id="11268" name="Object 4"/>
          <p:cNvGraphicFramePr>
            <a:graphicFrameLocks noChangeAspect="1"/>
          </p:cNvGraphicFramePr>
          <p:nvPr/>
        </p:nvGraphicFramePr>
        <p:xfrm>
          <a:off x="1295400" y="1752600"/>
          <a:ext cx="1069975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453" name="公式" r:id="rId7" imgW="533169" imgH="203112" progId="Equation.3">
                  <p:embed/>
                </p:oleObj>
              </mc:Choice>
              <mc:Fallback>
                <p:oleObj name="公式" r:id="rId7" imgW="533169" imgH="203112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95400" y="1752600"/>
                        <a:ext cx="1069975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269" name="Object 5"/>
          <p:cNvGraphicFramePr>
            <a:graphicFrameLocks noChangeAspect="1"/>
          </p:cNvGraphicFramePr>
          <p:nvPr/>
        </p:nvGraphicFramePr>
        <p:xfrm>
          <a:off x="1384300" y="3084513"/>
          <a:ext cx="1149350" cy="7413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454" name="Equation" r:id="rId9" imgW="571500" imgH="368300" progId="Equation.3">
                  <p:embed/>
                </p:oleObj>
              </mc:Choice>
              <mc:Fallback>
                <p:oleObj name="Equation" r:id="rId9" imgW="571500" imgH="36830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84300" y="3084513"/>
                        <a:ext cx="1149350" cy="7413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270" name="Rectangle 6"/>
          <p:cNvSpPr>
            <a:spLocks noChangeArrowheads="1"/>
          </p:cNvSpPr>
          <p:nvPr/>
        </p:nvSpPr>
        <p:spPr bwMode="auto">
          <a:xfrm>
            <a:off x="685800" y="1676400"/>
            <a:ext cx="762000" cy="493713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algn="just" eaLnBrk="1" hangingPunct="1">
              <a:lnSpc>
                <a:spcPct val="110000"/>
              </a:lnSpc>
              <a:spcBef>
                <a:spcPct val="20000"/>
              </a:spcBef>
              <a:buClr>
                <a:schemeClr val="hlink"/>
              </a:buClr>
              <a:buFont typeface="Wingdings" pitchFamily="2" charset="2"/>
              <a:buNone/>
              <a:defRPr/>
            </a:pPr>
            <a:r>
              <a:rPr lang="zh-CN" altLang="en-US" sz="2400" b="1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楷体_GB2312" pitchFamily="49" charset="-122"/>
                <a:ea typeface="楷体_GB2312" pitchFamily="49" charset="-122"/>
              </a:rPr>
              <a:t>令</a:t>
            </a:r>
          </a:p>
        </p:txBody>
      </p:sp>
      <p:sp>
        <p:nvSpPr>
          <p:cNvPr id="11271" name="Rectangle 7"/>
          <p:cNvSpPr>
            <a:spLocks noChangeArrowheads="1"/>
          </p:cNvSpPr>
          <p:nvPr/>
        </p:nvSpPr>
        <p:spPr bwMode="auto">
          <a:xfrm>
            <a:off x="2743200" y="1712913"/>
            <a:ext cx="2133600" cy="493712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algn="just" eaLnBrk="1" hangingPunct="1">
              <a:lnSpc>
                <a:spcPct val="110000"/>
              </a:lnSpc>
              <a:spcBef>
                <a:spcPct val="20000"/>
              </a:spcBef>
              <a:buClr>
                <a:schemeClr val="hlink"/>
              </a:buClr>
              <a:buFont typeface="Wingdings" pitchFamily="2" charset="2"/>
              <a:buNone/>
              <a:defRPr/>
            </a:pPr>
            <a:r>
              <a:rPr lang="zh-CN" altLang="en-US" sz="2400" b="1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楷体_GB2312" pitchFamily="49" charset="-122"/>
                <a:ea typeface="楷体_GB2312" pitchFamily="49" charset="-122"/>
              </a:rPr>
              <a:t>称为</a:t>
            </a:r>
            <a:r>
              <a:rPr lang="zh-CN" altLang="en-US" sz="2400" b="1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楷体_GB2312" pitchFamily="49" charset="-122"/>
                <a:ea typeface="楷体_GB2312" pitchFamily="49" charset="-122"/>
              </a:rPr>
              <a:t>通带增益</a:t>
            </a:r>
            <a:endParaRPr lang="zh-CN" altLang="en-US" sz="2400" b="1">
              <a:solidFill>
                <a:srgbClr val="000000"/>
              </a:solidFill>
              <a:effectLst>
                <a:outerShdw blurRad="38100" dist="38100" dir="2700000" algn="tl">
                  <a:srgbClr val="FFFFFF"/>
                </a:outerShdw>
              </a:effectLst>
              <a:latin typeface="楷体_GB2312" pitchFamily="49" charset="-122"/>
              <a:ea typeface="楷体_GB2312" pitchFamily="49" charset="-122"/>
            </a:endParaRPr>
          </a:p>
        </p:txBody>
      </p:sp>
      <p:grpSp>
        <p:nvGrpSpPr>
          <p:cNvPr id="2" name="Group 8"/>
          <p:cNvGrpSpPr>
            <a:grpSpLocks/>
          </p:cNvGrpSpPr>
          <p:nvPr/>
        </p:nvGrpSpPr>
        <p:grpSpPr bwMode="auto">
          <a:xfrm>
            <a:off x="1447800" y="762000"/>
            <a:ext cx="4800600" cy="815975"/>
            <a:chOff x="912" y="864"/>
            <a:chExt cx="3024" cy="514"/>
          </a:xfrm>
        </p:grpSpPr>
        <p:graphicFrame>
          <p:nvGraphicFramePr>
            <p:cNvPr id="13330" name="Object 9"/>
            <p:cNvGraphicFramePr>
              <a:graphicFrameLocks noChangeAspect="1"/>
            </p:cNvGraphicFramePr>
            <p:nvPr/>
          </p:nvGraphicFramePr>
          <p:xfrm>
            <a:off x="912" y="864"/>
            <a:ext cx="981" cy="51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3455" name="公式" r:id="rId11" imgW="774364" imgH="406224" progId="Equation.3">
                    <p:embed/>
                  </p:oleObj>
                </mc:Choice>
                <mc:Fallback>
                  <p:oleObj name="公式" r:id="rId11" imgW="774364" imgH="406224" progId="Equation.3">
                    <p:embed/>
                    <p:pic>
                      <p:nvPicPr>
                        <p:cNvPr id="0" name="Object 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12" y="864"/>
                          <a:ext cx="981" cy="51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3331" name="Object 10"/>
            <p:cNvGraphicFramePr>
              <a:graphicFrameLocks noChangeAspect="1"/>
            </p:cNvGraphicFramePr>
            <p:nvPr/>
          </p:nvGraphicFramePr>
          <p:xfrm>
            <a:off x="1872" y="864"/>
            <a:ext cx="2064" cy="51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3456" name="公式" r:id="rId13" imgW="1624895" imgH="406224" progId="Equation.3">
                    <p:embed/>
                  </p:oleObj>
                </mc:Choice>
                <mc:Fallback>
                  <p:oleObj name="公式" r:id="rId13" imgW="1624895" imgH="406224" progId="Equation.3">
                    <p:embed/>
                    <p:pic>
                      <p:nvPicPr>
                        <p:cNvPr id="0" name="Object 1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872" y="864"/>
                          <a:ext cx="2064" cy="51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1275" name="Object 11"/>
          <p:cNvGraphicFramePr>
            <a:graphicFrameLocks noChangeAspect="1"/>
          </p:cNvGraphicFramePr>
          <p:nvPr/>
        </p:nvGraphicFramePr>
        <p:xfrm>
          <a:off x="1295400" y="2246313"/>
          <a:ext cx="1454150" cy="815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457" name="公式" r:id="rId15" imgW="723586" imgH="406224" progId="Equation.3">
                  <p:embed/>
                </p:oleObj>
              </mc:Choice>
              <mc:Fallback>
                <p:oleObj name="公式" r:id="rId15" imgW="723586" imgH="406224" progId="Equation.3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95400" y="2246313"/>
                        <a:ext cx="1454150" cy="815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276" name="Rectangle 12"/>
          <p:cNvSpPr>
            <a:spLocks noChangeArrowheads="1"/>
          </p:cNvSpPr>
          <p:nvPr/>
        </p:nvSpPr>
        <p:spPr bwMode="auto">
          <a:xfrm>
            <a:off x="2743200" y="3236913"/>
            <a:ext cx="2438400" cy="493712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algn="just" eaLnBrk="1" hangingPunct="1">
              <a:lnSpc>
                <a:spcPct val="110000"/>
              </a:lnSpc>
              <a:spcBef>
                <a:spcPct val="20000"/>
              </a:spcBef>
              <a:buClr>
                <a:schemeClr val="hlink"/>
              </a:buClr>
              <a:buFont typeface="Wingdings" pitchFamily="2" charset="2"/>
              <a:buNone/>
              <a:defRPr/>
            </a:pPr>
            <a:r>
              <a:rPr lang="zh-CN" altLang="en-US" sz="2400" b="1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楷体_GB2312" pitchFamily="49" charset="-122"/>
                <a:ea typeface="楷体_GB2312" pitchFamily="49" charset="-122"/>
              </a:rPr>
              <a:t>称为</a:t>
            </a:r>
            <a:r>
              <a:rPr lang="zh-CN" altLang="en-US" sz="2400" b="1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楷体_GB2312" pitchFamily="49" charset="-122"/>
                <a:ea typeface="楷体_GB2312" pitchFamily="49" charset="-122"/>
              </a:rPr>
              <a:t>特征角频率</a:t>
            </a:r>
            <a:endParaRPr lang="zh-CN" altLang="en-US" sz="2400" b="1">
              <a:solidFill>
                <a:srgbClr val="000000"/>
              </a:solidFill>
              <a:effectLst>
                <a:outerShdw blurRad="38100" dist="38100" dir="2700000" algn="tl">
                  <a:srgbClr val="FFFFFF"/>
                </a:outerShdw>
              </a:effectLst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11277" name="Rectangle 13"/>
          <p:cNvSpPr>
            <a:spLocks noChangeArrowheads="1"/>
          </p:cNvSpPr>
          <p:nvPr/>
        </p:nvSpPr>
        <p:spPr bwMode="auto">
          <a:xfrm>
            <a:off x="2895600" y="2401888"/>
            <a:ext cx="2895600" cy="493712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algn="just" eaLnBrk="1" hangingPunct="1">
              <a:lnSpc>
                <a:spcPct val="110000"/>
              </a:lnSpc>
              <a:spcBef>
                <a:spcPct val="20000"/>
              </a:spcBef>
              <a:buClr>
                <a:schemeClr val="hlink"/>
              </a:buClr>
              <a:buFont typeface="Wingdings" pitchFamily="2" charset="2"/>
              <a:buNone/>
              <a:defRPr/>
            </a:pPr>
            <a:r>
              <a:rPr lang="zh-CN" altLang="en-US" sz="2400" b="1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楷体_GB2312" pitchFamily="49" charset="-122"/>
                <a:ea typeface="楷体_GB2312" pitchFamily="49" charset="-122"/>
              </a:rPr>
              <a:t>称为</a:t>
            </a:r>
            <a:r>
              <a:rPr lang="zh-CN" altLang="en-US" sz="2400" b="1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楷体_GB2312" pitchFamily="49" charset="-122"/>
                <a:ea typeface="楷体_GB2312" pitchFamily="49" charset="-122"/>
              </a:rPr>
              <a:t>等效品质因数</a:t>
            </a:r>
            <a:endParaRPr lang="zh-CN" altLang="en-US" sz="2400" b="1">
              <a:solidFill>
                <a:srgbClr val="000000"/>
              </a:solidFill>
              <a:effectLst>
                <a:outerShdw blurRad="38100" dist="38100" dir="2700000" algn="tl">
                  <a:srgbClr val="FFFFFF"/>
                </a:outerShdw>
              </a:effectLst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11278" name="Rectangle 14"/>
          <p:cNvSpPr>
            <a:spLocks noChangeArrowheads="1"/>
          </p:cNvSpPr>
          <p:nvPr/>
        </p:nvSpPr>
        <p:spPr bwMode="auto">
          <a:xfrm>
            <a:off x="666750" y="4070350"/>
            <a:ext cx="762000" cy="493713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algn="just" eaLnBrk="1" hangingPunct="1">
              <a:lnSpc>
                <a:spcPct val="110000"/>
              </a:lnSpc>
              <a:spcBef>
                <a:spcPct val="20000"/>
              </a:spcBef>
              <a:buClr>
                <a:schemeClr val="hlink"/>
              </a:buClr>
              <a:buFont typeface="Wingdings" pitchFamily="2" charset="2"/>
              <a:buNone/>
              <a:defRPr/>
            </a:pPr>
            <a:r>
              <a:rPr lang="zh-CN" altLang="en-US" sz="2400" b="1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楷体_GB2312" pitchFamily="49" charset="-122"/>
                <a:ea typeface="楷体_GB2312" pitchFamily="49" charset="-122"/>
              </a:rPr>
              <a:t>则</a:t>
            </a:r>
          </a:p>
        </p:txBody>
      </p:sp>
      <p:graphicFrame>
        <p:nvGraphicFramePr>
          <p:cNvPr id="11279" name="Object 15"/>
          <p:cNvGraphicFramePr>
            <a:graphicFrameLocks noChangeAspect="1"/>
          </p:cNvGraphicFramePr>
          <p:nvPr/>
        </p:nvGraphicFramePr>
        <p:xfrm>
          <a:off x="1263650" y="3949700"/>
          <a:ext cx="2635250" cy="1200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458" name="Equation" r:id="rId17" imgW="1308100" imgH="596900" progId="Equation.3">
                  <p:embed/>
                </p:oleObj>
              </mc:Choice>
              <mc:Fallback>
                <p:oleObj name="Equation" r:id="rId17" imgW="1308100" imgH="596900" progId="Equation.3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63650" y="3949700"/>
                        <a:ext cx="2635250" cy="1200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" name="Group 16"/>
          <p:cNvGrpSpPr>
            <a:grpSpLocks/>
          </p:cNvGrpSpPr>
          <p:nvPr/>
        </p:nvGrpSpPr>
        <p:grpSpPr bwMode="auto">
          <a:xfrm>
            <a:off x="685800" y="5221288"/>
            <a:ext cx="8153400" cy="493712"/>
            <a:chOff x="288" y="3120"/>
            <a:chExt cx="5136" cy="311"/>
          </a:xfrm>
        </p:grpSpPr>
        <p:sp>
          <p:nvSpPr>
            <p:cNvPr id="11281" name="Rectangle 17"/>
            <p:cNvSpPr>
              <a:spLocks noChangeArrowheads="1"/>
            </p:cNvSpPr>
            <p:nvPr/>
          </p:nvSpPr>
          <p:spPr bwMode="auto">
            <a:xfrm>
              <a:off x="3168" y="3120"/>
              <a:ext cx="2256" cy="311"/>
            </a:xfrm>
            <a:prstGeom prst="rect">
              <a:avLst/>
            </a:prstGeom>
            <a:noFill/>
            <a:ln w="12700" cap="sq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>
              <a:spAutoFit/>
            </a:bodyPr>
            <a:lstStyle/>
            <a:p>
              <a:pPr algn="just" eaLnBrk="1" hangingPunct="1">
                <a:lnSpc>
                  <a:spcPct val="110000"/>
                </a:lnSpc>
                <a:spcBef>
                  <a:spcPct val="20000"/>
                </a:spcBef>
                <a:buClr>
                  <a:schemeClr val="hlink"/>
                </a:buClr>
                <a:buFont typeface="Wingdings" pitchFamily="2" charset="2"/>
                <a:buNone/>
                <a:defRPr/>
              </a:pPr>
              <a:r>
                <a:rPr lang="zh-CN" altLang="en-US" sz="2400" b="1">
                  <a:solidFill>
                    <a:srgbClr val="000000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楷体_GB2312" pitchFamily="49" charset="-122"/>
                  <a:ea typeface="楷体_GB2312" pitchFamily="49" charset="-122"/>
                </a:rPr>
                <a:t>滤波电路才能稳定工作。</a:t>
              </a:r>
            </a:p>
          </p:txBody>
        </p:sp>
        <p:graphicFrame>
          <p:nvGraphicFramePr>
            <p:cNvPr id="13328" name="Object 18"/>
            <p:cNvGraphicFramePr>
              <a:graphicFrameLocks noChangeAspect="1"/>
            </p:cNvGraphicFramePr>
            <p:nvPr/>
          </p:nvGraphicFramePr>
          <p:xfrm>
            <a:off x="912" y="3175"/>
            <a:ext cx="2207" cy="25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3459" name="公式" r:id="rId19" imgW="1739900" imgH="203200" progId="Equation.3">
                    <p:embed/>
                  </p:oleObj>
                </mc:Choice>
                <mc:Fallback>
                  <p:oleObj name="公式" r:id="rId19" imgW="1739900" imgH="203200" progId="Equation.3">
                    <p:embed/>
                    <p:pic>
                      <p:nvPicPr>
                        <p:cNvPr id="0" name="Object 1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12" y="3175"/>
                          <a:ext cx="2207" cy="25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1283" name="Rectangle 19"/>
            <p:cNvSpPr>
              <a:spLocks noChangeArrowheads="1"/>
            </p:cNvSpPr>
            <p:nvPr/>
          </p:nvSpPr>
          <p:spPr bwMode="auto">
            <a:xfrm>
              <a:off x="288" y="3120"/>
              <a:ext cx="768" cy="311"/>
            </a:xfrm>
            <a:prstGeom prst="rect">
              <a:avLst/>
            </a:prstGeom>
            <a:noFill/>
            <a:ln w="12700" cap="sq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>
              <a:spAutoFit/>
            </a:bodyPr>
            <a:lstStyle/>
            <a:p>
              <a:pPr algn="just" eaLnBrk="1" hangingPunct="1">
                <a:lnSpc>
                  <a:spcPct val="110000"/>
                </a:lnSpc>
                <a:spcBef>
                  <a:spcPct val="20000"/>
                </a:spcBef>
                <a:buClr>
                  <a:schemeClr val="hlink"/>
                </a:buClr>
                <a:buFont typeface="Wingdings" pitchFamily="2" charset="2"/>
                <a:buNone/>
                <a:defRPr/>
              </a:pPr>
              <a:r>
                <a:rPr lang="zh-CN" altLang="en-US" sz="2400" b="1">
                  <a:solidFill>
                    <a:srgbClr val="000000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楷体_GB2312" pitchFamily="49" charset="-122"/>
                  <a:ea typeface="楷体_GB2312" pitchFamily="49" charset="-122"/>
                </a:rPr>
                <a:t>注意：</a:t>
              </a:r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2" dur="500"/>
                                        <p:tgtEl>
                                          <p:spTgt spid="1127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7" dur="500"/>
                                        <p:tgtEl>
                                          <p:spTgt spid="1126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2" dur="500"/>
                                        <p:tgtEl>
                                          <p:spTgt spid="1127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7" dur="500"/>
                                        <p:tgtEl>
                                          <p:spTgt spid="1127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2" dur="500"/>
                                        <p:tgtEl>
                                          <p:spTgt spid="1127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7" dur="500"/>
                                        <p:tgtEl>
                                          <p:spTgt spid="1126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42" dur="500"/>
                                        <p:tgtEl>
                                          <p:spTgt spid="1127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47" dur="500"/>
                                        <p:tgtEl>
                                          <p:spTgt spid="1127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52" dur="500"/>
                                        <p:tgtEl>
                                          <p:spTgt spid="1127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5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270" grpId="0" autoUpdateAnimBg="0"/>
      <p:bldP spid="11271" grpId="0" autoUpdateAnimBg="0"/>
      <p:bldP spid="11276" grpId="0" autoUpdateAnimBg="0"/>
      <p:bldP spid="11277" grpId="0" autoUpdateAnimBg="0"/>
      <p:bldP spid="11278" grpId="0" autoUpdateAnimBg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338" name="Object 2">
            <a:hlinkClick r:id="rId4" action="ppaction://hlinksldjump" highlightClick="1"/>
          </p:cNvPr>
          <p:cNvGraphicFramePr>
            <a:graphicFrameLocks noChangeAspect="1"/>
          </p:cNvGraphicFramePr>
          <p:nvPr/>
        </p:nvGraphicFramePr>
        <p:xfrm>
          <a:off x="228600" y="6324600"/>
          <a:ext cx="9144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407" name="BMP 图象" r:id="rId5" imgW="914384" imgH="380891" progId="Paint.Picture">
                  <p:embed/>
                </p:oleObj>
              </mc:Choice>
              <mc:Fallback>
                <p:oleObj name="BMP 图象" r:id="rId5" imgW="914384" imgH="380891" progId="Paint.Picture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" y="6324600"/>
                        <a:ext cx="9144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291" name="Rectangle 3"/>
          <p:cNvSpPr>
            <a:spLocks noChangeArrowheads="1"/>
          </p:cNvSpPr>
          <p:nvPr/>
        </p:nvSpPr>
        <p:spPr bwMode="auto">
          <a:xfrm>
            <a:off x="381000" y="228600"/>
            <a:ext cx="2438400" cy="493713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algn="just" eaLnBrk="1" hangingPunct="1">
              <a:lnSpc>
                <a:spcPct val="110000"/>
              </a:lnSpc>
              <a:spcBef>
                <a:spcPct val="20000"/>
              </a:spcBef>
              <a:buClr>
                <a:schemeClr val="hlink"/>
              </a:buClr>
              <a:buFont typeface="Wingdings" pitchFamily="2" charset="2"/>
              <a:buNone/>
              <a:defRPr/>
            </a:pPr>
            <a:r>
              <a:rPr lang="en-US" altLang="zh-CN" sz="2400" b="1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2. </a:t>
            </a:r>
            <a:r>
              <a:rPr lang="zh-CN" altLang="en-US" sz="2400" b="1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传递函数</a:t>
            </a:r>
          </a:p>
        </p:txBody>
      </p:sp>
      <p:grpSp>
        <p:nvGrpSpPr>
          <p:cNvPr id="2" name="Group 4"/>
          <p:cNvGrpSpPr>
            <a:grpSpLocks/>
          </p:cNvGrpSpPr>
          <p:nvPr/>
        </p:nvGrpSpPr>
        <p:grpSpPr bwMode="auto">
          <a:xfrm>
            <a:off x="685800" y="762000"/>
            <a:ext cx="6858000" cy="493713"/>
            <a:chOff x="384" y="3600"/>
            <a:chExt cx="4320" cy="311"/>
          </a:xfrm>
        </p:grpSpPr>
        <p:sp>
          <p:nvSpPr>
            <p:cNvPr id="12293" name="Rectangle 5"/>
            <p:cNvSpPr>
              <a:spLocks noChangeArrowheads="1"/>
            </p:cNvSpPr>
            <p:nvPr/>
          </p:nvSpPr>
          <p:spPr bwMode="auto">
            <a:xfrm>
              <a:off x="384" y="3600"/>
              <a:ext cx="4320" cy="311"/>
            </a:xfrm>
            <a:prstGeom prst="rect">
              <a:avLst/>
            </a:prstGeom>
            <a:noFill/>
            <a:ln w="12700" cap="sq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>
              <a:spAutoFit/>
            </a:bodyPr>
            <a:lstStyle/>
            <a:p>
              <a:pPr algn="just" eaLnBrk="1" hangingPunct="1">
                <a:lnSpc>
                  <a:spcPct val="110000"/>
                </a:lnSpc>
                <a:spcBef>
                  <a:spcPct val="20000"/>
                </a:spcBef>
                <a:buClr>
                  <a:schemeClr val="hlink"/>
                </a:buClr>
                <a:buFont typeface="Wingdings" pitchFamily="2" charset="2"/>
                <a:buNone/>
                <a:defRPr/>
              </a:pPr>
              <a:r>
                <a:rPr lang="zh-CN" altLang="en-US" sz="2400" b="1">
                  <a:solidFill>
                    <a:srgbClr val="000000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楷体_GB2312" pitchFamily="49" charset="-122"/>
                  <a:ea typeface="楷体_GB2312" pitchFamily="49" charset="-122"/>
                </a:rPr>
                <a:t>用        代入，可得传递函数的频率响应：</a:t>
              </a:r>
            </a:p>
          </p:txBody>
        </p:sp>
        <p:graphicFrame>
          <p:nvGraphicFramePr>
            <p:cNvPr id="14346" name="Object 6"/>
            <p:cNvGraphicFramePr>
              <a:graphicFrameLocks noChangeAspect="1"/>
            </p:cNvGraphicFramePr>
            <p:nvPr/>
          </p:nvGraphicFramePr>
          <p:xfrm>
            <a:off x="717" y="3648"/>
            <a:ext cx="531" cy="24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408" name="公式" r:id="rId7" imgW="419100" imgH="190500" progId="Equation.3">
                    <p:embed/>
                  </p:oleObj>
                </mc:Choice>
                <mc:Fallback>
                  <p:oleObj name="公式" r:id="rId7" imgW="419100" imgH="190500" progId="Equation.3">
                    <p:embed/>
                    <p:pic>
                      <p:nvPicPr>
                        <p:cNvPr id="0" name="Object 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17" y="3648"/>
                          <a:ext cx="531" cy="24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2295" name="Object 7"/>
          <p:cNvGraphicFramePr>
            <a:graphicFrameLocks noChangeAspect="1"/>
          </p:cNvGraphicFramePr>
          <p:nvPr/>
        </p:nvGraphicFramePr>
        <p:xfrm>
          <a:off x="1562100" y="2057400"/>
          <a:ext cx="5219700" cy="1457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409" name="Equation" r:id="rId9" imgW="2590800" imgH="723900" progId="Equation.3">
                  <p:embed/>
                </p:oleObj>
              </mc:Choice>
              <mc:Fallback>
                <p:oleObj name="Equation" r:id="rId9" imgW="2590800" imgH="72390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62100" y="2057400"/>
                        <a:ext cx="5219700" cy="1457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296" name="Rectangle 8"/>
          <p:cNvSpPr>
            <a:spLocks noChangeArrowheads="1"/>
          </p:cNvSpPr>
          <p:nvPr/>
        </p:nvSpPr>
        <p:spPr bwMode="auto">
          <a:xfrm>
            <a:off x="723900" y="1260475"/>
            <a:ext cx="3048000" cy="493713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algn="just" eaLnBrk="1" hangingPunct="1">
              <a:lnSpc>
                <a:spcPct val="110000"/>
              </a:lnSpc>
              <a:spcBef>
                <a:spcPct val="20000"/>
              </a:spcBef>
              <a:buClr>
                <a:schemeClr val="hlink"/>
              </a:buClr>
              <a:buFont typeface="Wingdings" pitchFamily="2" charset="2"/>
              <a:buNone/>
              <a:defRPr/>
            </a:pPr>
            <a:r>
              <a:rPr lang="zh-CN" altLang="en-US" sz="2400" b="1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归一化的幅频响应</a:t>
            </a:r>
          </a:p>
        </p:txBody>
      </p:sp>
      <p:sp>
        <p:nvSpPr>
          <p:cNvPr id="12297" name="Rectangle 9"/>
          <p:cNvSpPr>
            <a:spLocks noChangeArrowheads="1"/>
          </p:cNvSpPr>
          <p:nvPr/>
        </p:nvSpPr>
        <p:spPr bwMode="auto">
          <a:xfrm>
            <a:off x="762000" y="4230688"/>
            <a:ext cx="1752600" cy="493712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algn="just" eaLnBrk="1" hangingPunct="1">
              <a:lnSpc>
                <a:spcPct val="110000"/>
              </a:lnSpc>
              <a:spcBef>
                <a:spcPct val="20000"/>
              </a:spcBef>
              <a:buClr>
                <a:schemeClr val="hlink"/>
              </a:buClr>
              <a:buFont typeface="Wingdings" pitchFamily="2" charset="2"/>
              <a:buNone/>
              <a:defRPr/>
            </a:pPr>
            <a:r>
              <a:rPr lang="zh-CN" altLang="en-US" sz="2400" b="1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相频响应</a:t>
            </a:r>
          </a:p>
        </p:txBody>
      </p:sp>
      <p:graphicFrame>
        <p:nvGraphicFramePr>
          <p:cNvPr id="12298" name="Object 10"/>
          <p:cNvGraphicFramePr>
            <a:graphicFrameLocks noChangeAspect="1"/>
          </p:cNvGraphicFramePr>
          <p:nvPr/>
        </p:nvGraphicFramePr>
        <p:xfrm>
          <a:off x="2527300" y="3775075"/>
          <a:ext cx="2890838" cy="1558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410" name="Equation" r:id="rId11" imgW="1434477" imgH="774364" progId="Equation.3">
                  <p:embed/>
                </p:oleObj>
              </mc:Choice>
              <mc:Fallback>
                <p:oleObj name="Equation" r:id="rId11" imgW="1434477" imgH="774364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27300" y="3775075"/>
                        <a:ext cx="2890838" cy="1558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2" dur="500"/>
                                        <p:tgtEl>
                                          <p:spTgt spid="1229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7" dur="500"/>
                                        <p:tgtEl>
                                          <p:spTgt spid="1229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2" dur="500"/>
                                        <p:tgtEl>
                                          <p:spTgt spid="1229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7" dur="500"/>
                                        <p:tgtEl>
                                          <p:spTgt spid="1229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296" grpId="0" autoUpdateAnimBg="0"/>
      <p:bldP spid="12297" grpId="0" autoUpdateAnimBg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362" name="Object 2">
            <a:hlinkClick r:id="rId4" action="ppaction://hlinksldjump" highlightClick="1"/>
          </p:cNvPr>
          <p:cNvGraphicFramePr>
            <a:graphicFrameLocks noChangeAspect="1"/>
          </p:cNvGraphicFramePr>
          <p:nvPr/>
        </p:nvGraphicFramePr>
        <p:xfrm>
          <a:off x="228600" y="6324600"/>
          <a:ext cx="9144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97" name="BMP 图象" r:id="rId5" imgW="914384" imgH="380891" progId="Paint.Picture">
                  <p:embed/>
                </p:oleObj>
              </mc:Choice>
              <mc:Fallback>
                <p:oleObj name="BMP 图象" r:id="rId5" imgW="914384" imgH="380891" progId="Paint.Picture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" y="6324600"/>
                        <a:ext cx="9144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315" name="Rectangle 3"/>
          <p:cNvSpPr>
            <a:spLocks noChangeArrowheads="1"/>
          </p:cNvSpPr>
          <p:nvPr/>
        </p:nvSpPr>
        <p:spPr bwMode="auto">
          <a:xfrm>
            <a:off x="381000" y="228600"/>
            <a:ext cx="2438400" cy="493713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algn="just" eaLnBrk="1" hangingPunct="1">
              <a:lnSpc>
                <a:spcPct val="110000"/>
              </a:lnSpc>
              <a:spcBef>
                <a:spcPct val="20000"/>
              </a:spcBef>
              <a:buClr>
                <a:schemeClr val="hlink"/>
              </a:buClr>
              <a:buFont typeface="Wingdings" pitchFamily="2" charset="2"/>
              <a:buNone/>
              <a:defRPr/>
            </a:pPr>
            <a:r>
              <a:rPr lang="en-US" altLang="zh-CN" sz="2400" b="1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3. </a:t>
            </a:r>
            <a:r>
              <a:rPr lang="zh-CN" altLang="en-US" sz="2400" b="1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幅频响应</a:t>
            </a:r>
          </a:p>
        </p:txBody>
      </p:sp>
      <p:graphicFrame>
        <p:nvGraphicFramePr>
          <p:cNvPr id="15364" name="Object 4"/>
          <p:cNvGraphicFramePr>
            <a:graphicFrameLocks noChangeAspect="1"/>
          </p:cNvGraphicFramePr>
          <p:nvPr/>
        </p:nvGraphicFramePr>
        <p:xfrm>
          <a:off x="2362200" y="228600"/>
          <a:ext cx="5219700" cy="1457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98" name="Equation" r:id="rId7" imgW="2590800" imgH="723900" progId="Equation.3">
                  <p:embed/>
                </p:oleObj>
              </mc:Choice>
              <mc:Fallback>
                <p:oleObj name="Equation" r:id="rId7" imgW="2590800" imgH="7239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62200" y="228600"/>
                        <a:ext cx="5219700" cy="1457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317" name="Rectangle 5"/>
          <p:cNvSpPr>
            <a:spLocks noChangeArrowheads="1"/>
          </p:cNvSpPr>
          <p:nvPr/>
        </p:nvSpPr>
        <p:spPr bwMode="auto">
          <a:xfrm>
            <a:off x="228600" y="2782888"/>
            <a:ext cx="1905000" cy="89535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eaLnBrk="1" hangingPunct="1">
              <a:lnSpc>
                <a:spcPct val="110000"/>
              </a:lnSpc>
              <a:spcBef>
                <a:spcPct val="20000"/>
              </a:spcBef>
              <a:buClr>
                <a:schemeClr val="hlink"/>
              </a:buClr>
              <a:buFont typeface="Wingdings" pitchFamily="2" charset="2"/>
              <a:buNone/>
              <a:defRPr/>
            </a:pPr>
            <a:r>
              <a:rPr lang="zh-CN" altLang="en-US" sz="2400" b="1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归一化的幅频响应曲线</a:t>
            </a:r>
          </a:p>
        </p:txBody>
      </p:sp>
      <p:pic>
        <p:nvPicPr>
          <p:cNvPr id="13318" name="Picture 6" descr="未标题-2 拷贝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1050" y="1844675"/>
            <a:ext cx="5832475" cy="4454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500"/>
                                        <p:tgtEl>
                                          <p:spTgt spid="1331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133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317" grpId="0" autoUpdateAnimBg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6386" name="Object 2">
            <a:hlinkClick r:id="rId5" action="ppaction://hlinksldjump" highlightClick="1"/>
          </p:cNvPr>
          <p:cNvGraphicFramePr>
            <a:graphicFrameLocks noChangeAspect="1"/>
          </p:cNvGraphicFramePr>
          <p:nvPr/>
        </p:nvGraphicFramePr>
        <p:xfrm>
          <a:off x="228600" y="6324600"/>
          <a:ext cx="9144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38" name="BMP 图象" r:id="rId6" imgW="914384" imgH="380891" progId="Paint.Picture">
                  <p:embed/>
                </p:oleObj>
              </mc:Choice>
              <mc:Fallback>
                <p:oleObj name="BMP 图象" r:id="rId6" imgW="914384" imgH="380891" progId="Paint.Picture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" y="6324600"/>
                        <a:ext cx="9144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387" name="Object 3">
            <a:hlinkClick r:id="rId5" action="ppaction://hlinksldjump" highlightClick="1"/>
          </p:cNvPr>
          <p:cNvGraphicFramePr>
            <a:graphicFrameLocks noChangeAspect="1"/>
          </p:cNvGraphicFramePr>
          <p:nvPr/>
        </p:nvGraphicFramePr>
        <p:xfrm>
          <a:off x="228600" y="6324600"/>
          <a:ext cx="9144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39" name="BMP 图象" r:id="rId8" imgW="914384" imgH="380891" progId="Paint.Picture">
                  <p:embed/>
                </p:oleObj>
              </mc:Choice>
              <mc:Fallback>
                <p:oleObj name="BMP 图象" r:id="rId8" imgW="914384" imgH="380891" progId="Paint.Picture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" y="6324600"/>
                        <a:ext cx="9144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340" name="Rectangle 4"/>
          <p:cNvSpPr>
            <a:spLocks noChangeArrowheads="1"/>
          </p:cNvSpPr>
          <p:nvPr/>
        </p:nvSpPr>
        <p:spPr bwMode="auto">
          <a:xfrm>
            <a:off x="381000" y="228600"/>
            <a:ext cx="3962400" cy="493713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algn="just" eaLnBrk="1" hangingPunct="1">
              <a:lnSpc>
                <a:spcPct val="110000"/>
              </a:lnSpc>
              <a:spcBef>
                <a:spcPct val="20000"/>
              </a:spcBef>
              <a:buClr>
                <a:schemeClr val="hlink"/>
              </a:buClr>
              <a:buFont typeface="Wingdings" pitchFamily="2" charset="2"/>
              <a:buNone/>
              <a:defRPr/>
            </a:pPr>
            <a:r>
              <a:rPr lang="en-US" altLang="zh-CN" sz="2400" b="1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4. </a:t>
            </a:r>
            <a:r>
              <a:rPr lang="en-US" altLang="zh-CN" sz="2400" b="1" i="1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n</a:t>
            </a:r>
            <a:r>
              <a:rPr lang="zh-CN" altLang="en-US" sz="2400" b="1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阶巴特沃斯传递函数</a:t>
            </a:r>
          </a:p>
        </p:txBody>
      </p:sp>
      <p:sp>
        <p:nvSpPr>
          <p:cNvPr id="14341" name="Rectangle 5"/>
          <p:cNvSpPr>
            <a:spLocks noChangeArrowheads="1"/>
          </p:cNvSpPr>
          <p:nvPr/>
        </p:nvSpPr>
        <p:spPr bwMode="auto">
          <a:xfrm>
            <a:off x="533400" y="838200"/>
            <a:ext cx="2514600" cy="493713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algn="just" eaLnBrk="1" hangingPunct="1">
              <a:lnSpc>
                <a:spcPct val="110000"/>
              </a:lnSpc>
              <a:spcBef>
                <a:spcPct val="20000"/>
              </a:spcBef>
              <a:buClr>
                <a:schemeClr val="hlink"/>
              </a:buClr>
              <a:buFont typeface="Wingdings" pitchFamily="2" charset="2"/>
              <a:buNone/>
              <a:defRPr/>
            </a:pPr>
            <a:r>
              <a:rPr lang="zh-CN" altLang="en-US" sz="2400" b="1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传递函数为</a:t>
            </a:r>
          </a:p>
        </p:txBody>
      </p:sp>
      <p:graphicFrame>
        <p:nvGraphicFramePr>
          <p:cNvPr id="14342" name="Object 6"/>
          <p:cNvGraphicFramePr>
            <a:graphicFrameLocks noChangeAspect="1"/>
          </p:cNvGraphicFramePr>
          <p:nvPr/>
        </p:nvGraphicFramePr>
        <p:xfrm>
          <a:off x="2819400" y="685800"/>
          <a:ext cx="3238500" cy="1006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40" name="Equation" r:id="rId9" imgW="1473200" imgH="457200" progId="Equation.3">
                  <p:embed/>
                </p:oleObj>
              </mc:Choice>
              <mc:Fallback>
                <p:oleObj name="Equation" r:id="rId9" imgW="1473200" imgH="4572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19400" y="685800"/>
                        <a:ext cx="3238500" cy="1006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343" name="Rectangle 7"/>
          <p:cNvSpPr>
            <a:spLocks noChangeArrowheads="1"/>
          </p:cNvSpPr>
          <p:nvPr/>
        </p:nvSpPr>
        <p:spPr bwMode="auto">
          <a:xfrm>
            <a:off x="533400" y="1676400"/>
            <a:ext cx="8382000" cy="89535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algn="just" eaLnBrk="1" hangingPunct="1">
              <a:lnSpc>
                <a:spcPct val="110000"/>
              </a:lnSpc>
              <a:spcBef>
                <a:spcPct val="20000"/>
              </a:spcBef>
              <a:buClr>
                <a:schemeClr val="hlink"/>
              </a:buClr>
              <a:buFont typeface="Wingdings" pitchFamily="2" charset="2"/>
              <a:buNone/>
              <a:defRPr/>
            </a:pPr>
            <a:r>
              <a:rPr lang="zh-CN" altLang="en-US" sz="2400" b="1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式中</a:t>
            </a:r>
            <a:r>
              <a:rPr lang="en-US" altLang="zh-CN" sz="2400" b="1" i="1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n</a:t>
            </a:r>
            <a:r>
              <a:rPr lang="zh-CN" altLang="en-US" sz="2400" b="1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为阶滤波电路阶数，</a:t>
            </a:r>
            <a:r>
              <a:rPr lang="zh-CN" altLang="en-US" sz="2400" b="1" i="1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  <a:sym typeface="Symbol" pitchFamily="18" charset="2"/>
              </a:rPr>
              <a:t></a:t>
            </a:r>
            <a:r>
              <a:rPr lang="en-US" altLang="zh-CN" sz="2400" b="1" baseline="-2500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  <a:sym typeface="Symbol" pitchFamily="18" charset="2"/>
              </a:rPr>
              <a:t>c</a:t>
            </a:r>
            <a:r>
              <a:rPr lang="zh-CN" altLang="en-US" sz="2400" b="1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为</a:t>
            </a:r>
            <a:r>
              <a:rPr lang="en-US" altLang="zh-CN" sz="2400" b="1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3dB</a:t>
            </a:r>
            <a:r>
              <a:rPr lang="zh-CN" altLang="en-US" sz="2400" b="1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载止角频率，</a:t>
            </a:r>
            <a:r>
              <a:rPr lang="en-US" altLang="zh-CN" sz="2400" b="1" i="1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A</a:t>
            </a:r>
            <a:r>
              <a:rPr lang="en-US" altLang="zh-CN" sz="2400" b="1" baseline="-3000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0</a:t>
            </a:r>
            <a:r>
              <a:rPr lang="zh-CN" altLang="en-US" sz="2400" b="1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为通带电压增益。</a:t>
            </a:r>
          </a:p>
        </p:txBody>
      </p:sp>
      <p:pic>
        <p:nvPicPr>
          <p:cNvPr id="14344" name="Picture 8" descr="未标题-2 拷贝"/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35150" y="2276475"/>
            <a:ext cx="5832475" cy="4238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wipe dir="r"/>
    <p:sndAc>
      <p:stSnd>
        <p:snd r:embed="rId3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500"/>
                                        <p:tgtEl>
                                          <p:spTgt spid="1434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2" dur="500"/>
                                        <p:tgtEl>
                                          <p:spTgt spid="143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7" dur="500"/>
                                        <p:tgtEl>
                                          <p:spTgt spid="1434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143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341" grpId="0" autoUpdateAnimBg="0"/>
      <p:bldP spid="14343" grpId="0" autoUpdateAnimBg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410" name="Object 2">
            <a:hlinkClick r:id="rId4" action="ppaction://hlinksldjump" highlightClick="1"/>
          </p:cNvPr>
          <p:cNvGraphicFramePr>
            <a:graphicFrameLocks noChangeAspect="1"/>
          </p:cNvGraphicFramePr>
          <p:nvPr/>
        </p:nvGraphicFramePr>
        <p:xfrm>
          <a:off x="228600" y="6324600"/>
          <a:ext cx="9144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65" name="BMP 图象" r:id="rId5" imgW="914384" imgH="380891" progId="Paint.Picture">
                  <p:embed/>
                </p:oleObj>
              </mc:Choice>
              <mc:Fallback>
                <p:oleObj name="BMP 图象" r:id="rId5" imgW="914384" imgH="380891" progId="Paint.Picture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" y="6324600"/>
                        <a:ext cx="9144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363" name="Rectangle 3">
            <a:hlinkClick r:id="rId7" action="ppaction://hlinksldjump"/>
          </p:cNvPr>
          <p:cNvSpPr>
            <a:spLocks noChangeArrowheads="1"/>
          </p:cNvSpPr>
          <p:nvPr/>
        </p:nvSpPr>
        <p:spPr bwMode="auto">
          <a:xfrm>
            <a:off x="533400" y="106363"/>
            <a:ext cx="5410200" cy="579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en-US" altLang="zh-CN" sz="3200" b="1">
                <a:solidFill>
                  <a:srgbClr val="000066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  <a:ea typeface="黑体" pitchFamily="49" charset="-122"/>
              </a:rPr>
              <a:t>9.3.2  </a:t>
            </a:r>
            <a:r>
              <a:rPr lang="zh-CN" altLang="en-US" sz="3200" b="1">
                <a:solidFill>
                  <a:srgbClr val="000066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  <a:ea typeface="黑体" pitchFamily="49" charset="-122"/>
              </a:rPr>
              <a:t>有源高通滤波电路</a:t>
            </a:r>
          </a:p>
        </p:txBody>
      </p:sp>
      <p:sp>
        <p:nvSpPr>
          <p:cNvPr id="17412" name="Line 4"/>
          <p:cNvSpPr>
            <a:spLocks noChangeShapeType="1"/>
          </p:cNvSpPr>
          <p:nvPr/>
        </p:nvSpPr>
        <p:spPr bwMode="auto">
          <a:xfrm>
            <a:off x="533400" y="762000"/>
            <a:ext cx="5029200" cy="0"/>
          </a:xfrm>
          <a:prstGeom prst="line">
            <a:avLst/>
          </a:prstGeom>
          <a:noFill/>
          <a:ln w="88900" cap="sq" cmpd="tri">
            <a:solidFill>
              <a:srgbClr val="FF00FF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5365" name="Rectangle 5"/>
          <p:cNvSpPr>
            <a:spLocks noChangeArrowheads="1"/>
          </p:cNvSpPr>
          <p:nvPr/>
        </p:nvSpPr>
        <p:spPr bwMode="auto">
          <a:xfrm>
            <a:off x="457200" y="877888"/>
            <a:ext cx="5029200" cy="493712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algn="just" eaLnBrk="1" hangingPunct="1">
              <a:lnSpc>
                <a:spcPct val="110000"/>
              </a:lnSpc>
              <a:spcBef>
                <a:spcPct val="20000"/>
              </a:spcBef>
              <a:buClr>
                <a:schemeClr val="hlink"/>
              </a:buClr>
              <a:buFont typeface="Wingdings" pitchFamily="2" charset="2"/>
              <a:buNone/>
              <a:defRPr/>
            </a:pPr>
            <a:r>
              <a:rPr lang="en-US" altLang="zh-CN" sz="2400" b="1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1. </a:t>
            </a:r>
            <a:r>
              <a:rPr lang="zh-CN" altLang="en-US" sz="2400" b="1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二阶高通滤波电路</a:t>
            </a:r>
          </a:p>
        </p:txBody>
      </p:sp>
      <p:sp>
        <p:nvSpPr>
          <p:cNvPr id="15366" name="Rectangle 6"/>
          <p:cNvSpPr>
            <a:spLocks noChangeArrowheads="1"/>
          </p:cNvSpPr>
          <p:nvPr/>
        </p:nvSpPr>
        <p:spPr bwMode="auto">
          <a:xfrm>
            <a:off x="188913" y="1371600"/>
            <a:ext cx="3392487" cy="1296988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algn="just" eaLnBrk="1" hangingPunct="1">
              <a:lnSpc>
                <a:spcPct val="110000"/>
              </a:lnSpc>
              <a:spcBef>
                <a:spcPct val="20000"/>
              </a:spcBef>
              <a:buClr>
                <a:schemeClr val="hlink"/>
              </a:buClr>
              <a:buFont typeface="Wingdings" pitchFamily="2" charset="2"/>
              <a:buNone/>
              <a:defRPr/>
            </a:pPr>
            <a:r>
              <a:rPr lang="en-US" altLang="zh-CN" sz="2400" b="1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楷体_GB2312" pitchFamily="49" charset="-122"/>
                <a:ea typeface="楷体_GB2312" pitchFamily="49" charset="-122"/>
              </a:rPr>
              <a:t>    </a:t>
            </a:r>
            <a:r>
              <a:rPr lang="zh-CN" altLang="en-US" sz="2400" b="1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楷体_GB2312" pitchFamily="49" charset="-122"/>
                <a:ea typeface="楷体_GB2312" pitchFamily="49" charset="-122"/>
              </a:rPr>
              <a:t>将低通电路中的电容和电阻对换，便成为高通电路。</a:t>
            </a:r>
          </a:p>
        </p:txBody>
      </p:sp>
      <p:sp>
        <p:nvSpPr>
          <p:cNvPr id="15367" name="Rectangle 7"/>
          <p:cNvSpPr>
            <a:spLocks noChangeArrowheads="1"/>
          </p:cNvSpPr>
          <p:nvPr/>
        </p:nvSpPr>
        <p:spPr bwMode="auto">
          <a:xfrm>
            <a:off x="182563" y="2674938"/>
            <a:ext cx="2006600" cy="493712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algn="just" eaLnBrk="1" hangingPunct="1">
              <a:lnSpc>
                <a:spcPct val="110000"/>
              </a:lnSpc>
              <a:spcBef>
                <a:spcPct val="20000"/>
              </a:spcBef>
              <a:buClr>
                <a:schemeClr val="hlink"/>
              </a:buClr>
              <a:buFont typeface="Wingdings" pitchFamily="2" charset="2"/>
              <a:buNone/>
              <a:defRPr/>
            </a:pPr>
            <a:r>
              <a:rPr lang="zh-CN" altLang="en-US" sz="2400" b="1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楷体_GB2312" pitchFamily="49" charset="-122"/>
                <a:ea typeface="楷体_GB2312" pitchFamily="49" charset="-122"/>
              </a:rPr>
              <a:t>传递函数</a:t>
            </a:r>
          </a:p>
        </p:txBody>
      </p:sp>
      <p:graphicFrame>
        <p:nvGraphicFramePr>
          <p:cNvPr id="15368" name="Object 8"/>
          <p:cNvGraphicFramePr>
            <a:graphicFrameLocks noChangeAspect="1"/>
          </p:cNvGraphicFramePr>
          <p:nvPr/>
        </p:nvGraphicFramePr>
        <p:xfrm>
          <a:off x="590550" y="3111500"/>
          <a:ext cx="2609850" cy="1200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66" name="Equation" r:id="rId8" imgW="1295400" imgH="596900" progId="Equation.3">
                  <p:embed/>
                </p:oleObj>
              </mc:Choice>
              <mc:Fallback>
                <p:oleObj name="Equation" r:id="rId8" imgW="1295400" imgH="59690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0550" y="3111500"/>
                        <a:ext cx="2609850" cy="1200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369" name="Object 9"/>
          <p:cNvGraphicFramePr>
            <a:graphicFrameLocks noChangeAspect="1"/>
          </p:cNvGraphicFramePr>
          <p:nvPr/>
        </p:nvGraphicFramePr>
        <p:xfrm>
          <a:off x="3276600" y="4572000"/>
          <a:ext cx="5116513" cy="1408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67" name="Equation" r:id="rId10" imgW="2540000" imgH="698500" progId="Equation.3">
                  <p:embed/>
                </p:oleObj>
              </mc:Choice>
              <mc:Fallback>
                <p:oleObj name="Equation" r:id="rId10" imgW="2540000" imgH="698500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76600" y="4572000"/>
                        <a:ext cx="5116513" cy="1408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370" name="Rectangle 10"/>
          <p:cNvSpPr>
            <a:spLocks noChangeArrowheads="1"/>
          </p:cNvSpPr>
          <p:nvPr/>
        </p:nvSpPr>
        <p:spPr bwMode="auto">
          <a:xfrm>
            <a:off x="457200" y="4724400"/>
            <a:ext cx="3048000" cy="493713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algn="just" eaLnBrk="1" hangingPunct="1">
              <a:lnSpc>
                <a:spcPct val="110000"/>
              </a:lnSpc>
              <a:spcBef>
                <a:spcPct val="20000"/>
              </a:spcBef>
              <a:buClr>
                <a:schemeClr val="hlink"/>
              </a:buClr>
              <a:buFont typeface="Wingdings" pitchFamily="2" charset="2"/>
              <a:buNone/>
              <a:defRPr/>
            </a:pPr>
            <a:r>
              <a:rPr lang="zh-CN" altLang="en-US" sz="2400" b="1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楷体_GB2312" pitchFamily="49" charset="-122"/>
                <a:ea typeface="楷体_GB2312" pitchFamily="49" charset="-122"/>
              </a:rPr>
              <a:t>归一化的幅频响应</a:t>
            </a:r>
          </a:p>
        </p:txBody>
      </p:sp>
      <p:pic>
        <p:nvPicPr>
          <p:cNvPr id="15371" name="Picture 11" descr="未标题-2 拷贝"/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35375" y="981075"/>
            <a:ext cx="5376863" cy="3406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500"/>
                                        <p:tgtEl>
                                          <p:spTgt spid="1536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2" dur="500"/>
                                        <p:tgtEl>
                                          <p:spTgt spid="1536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153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2" dur="500"/>
                                        <p:tgtEl>
                                          <p:spTgt spid="1536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7" dur="500"/>
                                        <p:tgtEl>
                                          <p:spTgt spid="1536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2" dur="500"/>
                                        <p:tgtEl>
                                          <p:spTgt spid="1537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7" dur="500"/>
                                        <p:tgtEl>
                                          <p:spTgt spid="1536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365" grpId="0" autoUpdateAnimBg="0"/>
      <p:bldP spid="15366" grpId="0" autoUpdateAnimBg="0"/>
      <p:bldP spid="15367" grpId="0" autoUpdateAnimBg="0"/>
      <p:bldP spid="15370" grpId="0" autoUpdateAnimBg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8434" name="Object 2">
            <a:hlinkClick r:id="rId3" action="ppaction://hlinksldjump" highlightClick="1"/>
          </p:cNvPr>
          <p:cNvGraphicFramePr>
            <a:graphicFrameLocks noChangeAspect="1"/>
          </p:cNvGraphicFramePr>
          <p:nvPr/>
        </p:nvGraphicFramePr>
        <p:xfrm>
          <a:off x="228600" y="6324600"/>
          <a:ext cx="9144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69" name="BMP 图象" r:id="rId4" imgW="914384" imgH="380891" progId="Paint.Picture">
                  <p:embed/>
                </p:oleObj>
              </mc:Choice>
              <mc:Fallback>
                <p:oleObj name="BMP 图象" r:id="rId4" imgW="914384" imgH="380891" progId="Paint.Picture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" y="6324600"/>
                        <a:ext cx="9144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387" name="Rectangle 3"/>
          <p:cNvSpPr>
            <a:spLocks noChangeArrowheads="1"/>
          </p:cNvSpPr>
          <p:nvPr/>
        </p:nvSpPr>
        <p:spPr bwMode="auto">
          <a:xfrm>
            <a:off x="381000" y="228600"/>
            <a:ext cx="6400800" cy="493713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algn="just" eaLnBrk="1" hangingPunct="1">
              <a:lnSpc>
                <a:spcPct val="110000"/>
              </a:lnSpc>
              <a:spcBef>
                <a:spcPct val="20000"/>
              </a:spcBef>
              <a:buClr>
                <a:schemeClr val="hlink"/>
              </a:buClr>
              <a:buFont typeface="Wingdings" pitchFamily="2" charset="2"/>
              <a:buNone/>
              <a:defRPr/>
            </a:pPr>
            <a:r>
              <a:rPr lang="en-US" altLang="zh-CN" sz="2400" b="1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2. </a:t>
            </a:r>
            <a:r>
              <a:rPr lang="zh-CN" altLang="en-US" sz="2400" b="1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巴特沃斯传递函数及其归一化幅频响应</a:t>
            </a:r>
          </a:p>
        </p:txBody>
      </p:sp>
      <p:graphicFrame>
        <p:nvGraphicFramePr>
          <p:cNvPr id="16388" name="Object 4"/>
          <p:cNvGraphicFramePr>
            <a:graphicFrameLocks noChangeAspect="1"/>
          </p:cNvGraphicFramePr>
          <p:nvPr/>
        </p:nvGraphicFramePr>
        <p:xfrm>
          <a:off x="2819400" y="685800"/>
          <a:ext cx="3238500" cy="1006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70" name="Equation" r:id="rId6" imgW="1473200" imgH="457200" progId="Equation.3">
                  <p:embed/>
                </p:oleObj>
              </mc:Choice>
              <mc:Fallback>
                <p:oleObj name="Equation" r:id="rId6" imgW="1473200" imgH="4572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19400" y="685800"/>
                        <a:ext cx="3238500" cy="1006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389" name="Rectangle 5"/>
          <p:cNvSpPr>
            <a:spLocks noChangeArrowheads="1"/>
          </p:cNvSpPr>
          <p:nvPr/>
        </p:nvSpPr>
        <p:spPr bwMode="auto">
          <a:xfrm>
            <a:off x="152400" y="1752600"/>
            <a:ext cx="2362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400" b="1">
                <a:latin typeface="Arial" panose="020B0604020202020204" pitchFamily="34" charset="0"/>
                <a:ea typeface="楷体_GB2312" pitchFamily="49" charset="-122"/>
              </a:rPr>
              <a:t>归一化幅频响应</a:t>
            </a:r>
            <a:endParaRPr kumimoji="1" lang="zh-CN" altLang="en-US" sz="2400" b="1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pic>
        <p:nvPicPr>
          <p:cNvPr id="16390" name="Picture 6" descr="未标题-2 拷贝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84438" y="1773238"/>
            <a:ext cx="6264275" cy="4618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500"/>
                                        <p:tgtEl>
                                          <p:spTgt spid="163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2" dur="500"/>
                                        <p:tgtEl>
                                          <p:spTgt spid="163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163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389" grpId="0" autoUpdateAnimBg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9458" name="Object 2">
            <a:hlinkClick r:id="rId5" action="ppaction://hlinksldjump" highlightClick="1"/>
          </p:cNvPr>
          <p:cNvGraphicFramePr>
            <a:graphicFrameLocks noChangeAspect="1"/>
          </p:cNvGraphicFramePr>
          <p:nvPr/>
        </p:nvGraphicFramePr>
        <p:xfrm>
          <a:off x="228600" y="6324600"/>
          <a:ext cx="9144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533" name="BMP 图象" r:id="rId6" imgW="914384" imgH="380891" progId="Paint.Picture">
                  <p:embed/>
                </p:oleObj>
              </mc:Choice>
              <mc:Fallback>
                <p:oleObj name="BMP 图象" r:id="rId6" imgW="914384" imgH="380891" progId="Paint.Picture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" y="6324600"/>
                        <a:ext cx="9144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411" name="Rectangle 3">
            <a:hlinkClick r:id="rId8" action="ppaction://hlinksldjump"/>
          </p:cNvPr>
          <p:cNvSpPr>
            <a:spLocks noChangeArrowheads="1"/>
          </p:cNvSpPr>
          <p:nvPr/>
        </p:nvSpPr>
        <p:spPr bwMode="auto">
          <a:xfrm>
            <a:off x="533400" y="106363"/>
            <a:ext cx="5410200" cy="579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en-US" altLang="zh-CN" sz="3200" b="1">
                <a:solidFill>
                  <a:srgbClr val="000066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  <a:ea typeface="黑体" pitchFamily="49" charset="-122"/>
              </a:rPr>
              <a:t>9.3.3  </a:t>
            </a:r>
            <a:r>
              <a:rPr lang="zh-CN" altLang="en-US" sz="3200" b="1">
                <a:solidFill>
                  <a:srgbClr val="000066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  <a:ea typeface="黑体" pitchFamily="49" charset="-122"/>
              </a:rPr>
              <a:t>有源带通滤波电路</a:t>
            </a:r>
          </a:p>
        </p:txBody>
      </p:sp>
      <p:sp>
        <p:nvSpPr>
          <p:cNvPr id="19460" name="Line 4"/>
          <p:cNvSpPr>
            <a:spLocks noChangeShapeType="1"/>
          </p:cNvSpPr>
          <p:nvPr/>
        </p:nvSpPr>
        <p:spPr bwMode="auto">
          <a:xfrm>
            <a:off x="533400" y="762000"/>
            <a:ext cx="5029200" cy="0"/>
          </a:xfrm>
          <a:prstGeom prst="line">
            <a:avLst/>
          </a:prstGeom>
          <a:noFill/>
          <a:ln w="88900" cap="sq" cmpd="tri">
            <a:solidFill>
              <a:srgbClr val="FF00FF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413" name="Rectangle 5"/>
          <p:cNvSpPr>
            <a:spLocks noChangeArrowheads="1"/>
          </p:cNvSpPr>
          <p:nvPr/>
        </p:nvSpPr>
        <p:spPr bwMode="auto">
          <a:xfrm>
            <a:off x="457200" y="877888"/>
            <a:ext cx="5029200" cy="493712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algn="just" eaLnBrk="1" hangingPunct="1">
              <a:lnSpc>
                <a:spcPct val="110000"/>
              </a:lnSpc>
              <a:spcBef>
                <a:spcPct val="20000"/>
              </a:spcBef>
              <a:buClr>
                <a:schemeClr val="hlink"/>
              </a:buClr>
              <a:buFont typeface="Wingdings" pitchFamily="2" charset="2"/>
              <a:buNone/>
              <a:defRPr/>
            </a:pPr>
            <a:r>
              <a:rPr lang="en-US" altLang="zh-CN" sz="2400" b="1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1. </a:t>
            </a:r>
            <a:r>
              <a:rPr lang="zh-CN" altLang="en-US" sz="2400" b="1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电路组成原理</a:t>
            </a:r>
          </a:p>
        </p:txBody>
      </p:sp>
      <p:sp>
        <p:nvSpPr>
          <p:cNvPr id="17414" name="Rectangle 6"/>
          <p:cNvSpPr>
            <a:spLocks noChangeArrowheads="1"/>
          </p:cNvSpPr>
          <p:nvPr/>
        </p:nvSpPr>
        <p:spPr bwMode="auto">
          <a:xfrm>
            <a:off x="762000" y="1371600"/>
            <a:ext cx="3886200" cy="493713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algn="just" eaLnBrk="1" hangingPunct="1">
              <a:lnSpc>
                <a:spcPct val="110000"/>
              </a:lnSpc>
              <a:spcBef>
                <a:spcPct val="20000"/>
              </a:spcBef>
              <a:buClr>
                <a:schemeClr val="hlink"/>
              </a:buClr>
              <a:buFont typeface="Wingdings" pitchFamily="2" charset="2"/>
              <a:buNone/>
              <a:defRPr/>
            </a:pPr>
            <a:r>
              <a:rPr lang="zh-CN" altLang="en-US" sz="2400" b="1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可由低通和高通串联得到</a:t>
            </a:r>
          </a:p>
        </p:txBody>
      </p:sp>
      <p:sp>
        <p:nvSpPr>
          <p:cNvPr id="17415" name="Rectangle 7"/>
          <p:cNvSpPr>
            <a:spLocks noChangeArrowheads="1"/>
          </p:cNvSpPr>
          <p:nvPr/>
        </p:nvSpPr>
        <p:spPr bwMode="auto">
          <a:xfrm>
            <a:off x="685800" y="3773488"/>
            <a:ext cx="1631950" cy="493712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algn="just" eaLnBrk="1" hangingPunct="1">
              <a:lnSpc>
                <a:spcPct val="110000"/>
              </a:lnSpc>
              <a:spcBef>
                <a:spcPct val="20000"/>
              </a:spcBef>
              <a:buClr>
                <a:schemeClr val="hlink"/>
              </a:buClr>
              <a:buFont typeface="Wingdings" pitchFamily="2" charset="2"/>
              <a:buNone/>
              <a:defRPr/>
            </a:pPr>
            <a:r>
              <a:rPr lang="zh-CN" altLang="en-US" sz="2400" b="1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必须满足</a:t>
            </a:r>
          </a:p>
        </p:txBody>
      </p:sp>
      <p:grpSp>
        <p:nvGrpSpPr>
          <p:cNvPr id="2" name="Group 8"/>
          <p:cNvGrpSpPr>
            <a:grpSpLocks/>
          </p:cNvGrpSpPr>
          <p:nvPr/>
        </p:nvGrpSpPr>
        <p:grpSpPr bwMode="auto">
          <a:xfrm>
            <a:off x="790575" y="1981200"/>
            <a:ext cx="4010025" cy="815975"/>
            <a:chOff x="498" y="1248"/>
            <a:chExt cx="2526" cy="514"/>
          </a:xfrm>
        </p:grpSpPr>
        <p:graphicFrame>
          <p:nvGraphicFramePr>
            <p:cNvPr id="19471" name="Object 9"/>
            <p:cNvGraphicFramePr>
              <a:graphicFrameLocks noChangeAspect="1"/>
            </p:cNvGraphicFramePr>
            <p:nvPr/>
          </p:nvGraphicFramePr>
          <p:xfrm>
            <a:off x="498" y="1248"/>
            <a:ext cx="870" cy="51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9534" name="Equation" r:id="rId9" imgW="685502" imgH="406224" progId="Equation.3">
                    <p:embed/>
                  </p:oleObj>
                </mc:Choice>
                <mc:Fallback>
                  <p:oleObj name="Equation" r:id="rId9" imgW="685502" imgH="406224" progId="Equation.3">
                    <p:embed/>
                    <p:pic>
                      <p:nvPicPr>
                        <p:cNvPr id="0" name="Object 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98" y="1248"/>
                          <a:ext cx="870" cy="51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7418" name="Rectangle 10"/>
            <p:cNvSpPr>
              <a:spLocks noChangeArrowheads="1"/>
            </p:cNvSpPr>
            <p:nvPr/>
          </p:nvSpPr>
          <p:spPr bwMode="auto">
            <a:xfrm>
              <a:off x="1426" y="1344"/>
              <a:ext cx="1598" cy="311"/>
            </a:xfrm>
            <a:prstGeom prst="rect">
              <a:avLst/>
            </a:prstGeom>
            <a:noFill/>
            <a:ln w="12700" cap="sq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>
              <a:spAutoFit/>
            </a:bodyPr>
            <a:lstStyle/>
            <a:p>
              <a:pPr algn="just" eaLnBrk="1" hangingPunct="1">
                <a:lnSpc>
                  <a:spcPct val="110000"/>
                </a:lnSpc>
                <a:spcBef>
                  <a:spcPct val="20000"/>
                </a:spcBef>
                <a:buClr>
                  <a:schemeClr val="hlink"/>
                </a:buClr>
                <a:buFont typeface="Wingdings" pitchFamily="2" charset="2"/>
                <a:buNone/>
                <a:defRPr/>
              </a:pPr>
              <a:r>
                <a:rPr lang="zh-CN" altLang="en-US" sz="2400" b="1">
                  <a:solidFill>
                    <a:srgbClr val="000000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ea typeface="楷体_GB2312" pitchFamily="49" charset="-122"/>
                </a:rPr>
                <a:t>低通截止角频率</a:t>
              </a:r>
            </a:p>
          </p:txBody>
        </p:sp>
      </p:grpSp>
      <p:grpSp>
        <p:nvGrpSpPr>
          <p:cNvPr id="3" name="Group 11"/>
          <p:cNvGrpSpPr>
            <a:grpSpLocks/>
          </p:cNvGrpSpPr>
          <p:nvPr/>
        </p:nvGrpSpPr>
        <p:grpSpPr bwMode="auto">
          <a:xfrm>
            <a:off x="779463" y="2819400"/>
            <a:ext cx="4021137" cy="815975"/>
            <a:chOff x="491" y="1776"/>
            <a:chExt cx="2533" cy="514"/>
          </a:xfrm>
        </p:grpSpPr>
        <p:graphicFrame>
          <p:nvGraphicFramePr>
            <p:cNvPr id="19469" name="Object 12"/>
            <p:cNvGraphicFramePr>
              <a:graphicFrameLocks noChangeAspect="1"/>
            </p:cNvGraphicFramePr>
            <p:nvPr/>
          </p:nvGraphicFramePr>
          <p:xfrm>
            <a:off x="491" y="1776"/>
            <a:ext cx="884" cy="51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9535" name="Equation" r:id="rId11" imgW="698197" imgH="406224" progId="Equation.3">
                    <p:embed/>
                  </p:oleObj>
                </mc:Choice>
                <mc:Fallback>
                  <p:oleObj name="Equation" r:id="rId11" imgW="698197" imgH="406224" progId="Equation.3">
                    <p:embed/>
                    <p:pic>
                      <p:nvPicPr>
                        <p:cNvPr id="0" name="Object 1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91" y="1776"/>
                          <a:ext cx="884" cy="51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7421" name="Rectangle 13"/>
            <p:cNvSpPr>
              <a:spLocks noChangeArrowheads="1"/>
            </p:cNvSpPr>
            <p:nvPr/>
          </p:nvSpPr>
          <p:spPr bwMode="auto">
            <a:xfrm>
              <a:off x="1426" y="1866"/>
              <a:ext cx="1598" cy="311"/>
            </a:xfrm>
            <a:prstGeom prst="rect">
              <a:avLst/>
            </a:prstGeom>
            <a:noFill/>
            <a:ln w="12700" cap="sq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>
              <a:spAutoFit/>
            </a:bodyPr>
            <a:lstStyle/>
            <a:p>
              <a:pPr algn="just" eaLnBrk="1" hangingPunct="1">
                <a:lnSpc>
                  <a:spcPct val="110000"/>
                </a:lnSpc>
                <a:spcBef>
                  <a:spcPct val="20000"/>
                </a:spcBef>
                <a:buClr>
                  <a:schemeClr val="hlink"/>
                </a:buClr>
                <a:buFont typeface="Wingdings" pitchFamily="2" charset="2"/>
                <a:buNone/>
                <a:defRPr/>
              </a:pPr>
              <a:r>
                <a:rPr lang="zh-CN" altLang="en-US" sz="2400" b="1">
                  <a:solidFill>
                    <a:srgbClr val="000000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ea typeface="楷体_GB2312" pitchFamily="49" charset="-122"/>
                </a:rPr>
                <a:t>高通截止角频率</a:t>
              </a:r>
            </a:p>
          </p:txBody>
        </p:sp>
      </p:grpSp>
      <p:graphicFrame>
        <p:nvGraphicFramePr>
          <p:cNvPr id="17422" name="Object 14"/>
          <p:cNvGraphicFramePr>
            <a:graphicFrameLocks noChangeAspect="1"/>
          </p:cNvGraphicFramePr>
          <p:nvPr/>
        </p:nvGraphicFramePr>
        <p:xfrm>
          <a:off x="2160588" y="3860800"/>
          <a:ext cx="1076325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536" name="Equation" r:id="rId13" imgW="533169" imgH="203112" progId="Equation.3">
                  <p:embed/>
                </p:oleObj>
              </mc:Choice>
              <mc:Fallback>
                <p:oleObj name="Equation" r:id="rId13" imgW="533169" imgH="203112" progId="Equation.3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60588" y="3860800"/>
                        <a:ext cx="1076325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7423" name="Picture 15" descr="未标题-2 拷贝"/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00563" y="765175"/>
            <a:ext cx="4351337" cy="1149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7424" name="Picture 16" descr="未标题-2 拷贝"/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70438" y="2060575"/>
            <a:ext cx="2754312" cy="4537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wipe dir="r"/>
    <p:sndAc>
      <p:stSnd>
        <p:snd r:embed="rId3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741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2" dur="500"/>
                                        <p:tgtEl>
                                          <p:spTgt spid="1741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174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2" dur="500"/>
                                        <p:tgtEl>
                                          <p:spTgt spid="174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7" dur="500"/>
                                        <p:tgtEl>
                                          <p:spTgt spid="1741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42" dur="500"/>
                                        <p:tgtEl>
                                          <p:spTgt spid="1742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413" grpId="0" autoUpdateAnimBg="0"/>
      <p:bldP spid="17414" grpId="0" autoUpdateAnimBg="0"/>
      <p:bldP spid="17415" grpId="0" autoUpdateAnimBg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0482" name="Object 2">
            <a:hlinkClick r:id="rId3" action="ppaction://hlinksldjump" highlightClick="1"/>
          </p:cNvPr>
          <p:cNvGraphicFramePr>
            <a:graphicFrameLocks noChangeAspect="1"/>
          </p:cNvGraphicFramePr>
          <p:nvPr/>
        </p:nvGraphicFramePr>
        <p:xfrm>
          <a:off x="228600" y="6324600"/>
          <a:ext cx="9144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02" name="BMP 图象" r:id="rId4" imgW="914384" imgH="380891" progId="Paint.Picture">
                  <p:embed/>
                </p:oleObj>
              </mc:Choice>
              <mc:Fallback>
                <p:oleObj name="BMP 图象" r:id="rId4" imgW="914384" imgH="380891" progId="Paint.Picture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" y="6324600"/>
                        <a:ext cx="9144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435" name="Rectangle 3"/>
          <p:cNvSpPr>
            <a:spLocks noChangeArrowheads="1"/>
          </p:cNvSpPr>
          <p:nvPr/>
        </p:nvSpPr>
        <p:spPr bwMode="auto">
          <a:xfrm>
            <a:off x="381000" y="1055688"/>
            <a:ext cx="6400800" cy="493712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algn="just" eaLnBrk="1" hangingPunct="1">
              <a:lnSpc>
                <a:spcPct val="110000"/>
              </a:lnSpc>
              <a:spcBef>
                <a:spcPct val="20000"/>
              </a:spcBef>
              <a:buClr>
                <a:schemeClr val="hlink"/>
              </a:buClr>
              <a:buFont typeface="Wingdings" pitchFamily="2" charset="2"/>
              <a:buNone/>
              <a:defRPr/>
            </a:pPr>
            <a:r>
              <a:rPr lang="en-US" altLang="zh-CN" sz="2400" b="1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2. </a:t>
            </a:r>
            <a:r>
              <a:rPr lang="zh-CN" altLang="en-US" sz="2400" b="1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例</a:t>
            </a:r>
            <a:r>
              <a:rPr lang="en-US" altLang="zh-CN" sz="2400" b="1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9.3.2</a:t>
            </a:r>
          </a:p>
        </p:txBody>
      </p:sp>
      <p:sp>
        <p:nvSpPr>
          <p:cNvPr id="18436" name="Rectangle 4">
            <a:hlinkClick r:id="rId6" action="ppaction://hlinksldjump"/>
          </p:cNvPr>
          <p:cNvSpPr>
            <a:spLocks noChangeArrowheads="1"/>
          </p:cNvSpPr>
          <p:nvPr/>
        </p:nvSpPr>
        <p:spPr bwMode="auto">
          <a:xfrm>
            <a:off x="533400" y="106363"/>
            <a:ext cx="5410200" cy="579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en-US" altLang="zh-CN" sz="3200" b="1">
                <a:solidFill>
                  <a:srgbClr val="000066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  <a:ea typeface="黑体" pitchFamily="49" charset="-122"/>
              </a:rPr>
              <a:t>9.3.3  </a:t>
            </a:r>
            <a:r>
              <a:rPr lang="zh-CN" altLang="en-US" sz="3200" b="1">
                <a:solidFill>
                  <a:srgbClr val="000066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  <a:ea typeface="黑体" pitchFamily="49" charset="-122"/>
              </a:rPr>
              <a:t>有源带通滤波电路</a:t>
            </a:r>
          </a:p>
        </p:txBody>
      </p:sp>
      <p:sp>
        <p:nvSpPr>
          <p:cNvPr id="20485" name="Line 5"/>
          <p:cNvSpPr>
            <a:spLocks noChangeShapeType="1"/>
          </p:cNvSpPr>
          <p:nvPr/>
        </p:nvSpPr>
        <p:spPr bwMode="auto">
          <a:xfrm>
            <a:off x="533400" y="762000"/>
            <a:ext cx="5029200" cy="0"/>
          </a:xfrm>
          <a:prstGeom prst="line">
            <a:avLst/>
          </a:prstGeom>
          <a:noFill/>
          <a:ln w="88900" cap="sq" cmpd="tri">
            <a:solidFill>
              <a:srgbClr val="FF00FF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pic>
        <p:nvPicPr>
          <p:cNvPr id="20486" name="Picture 6" descr="未标题-2 拷贝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388" y="1700213"/>
            <a:ext cx="8856662" cy="3571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1506" name="Object 2">
            <a:hlinkClick r:id="rId4" action="ppaction://hlinksldjump" highlightClick="1"/>
          </p:cNvPr>
          <p:cNvGraphicFramePr>
            <a:graphicFrameLocks noChangeAspect="1"/>
          </p:cNvGraphicFramePr>
          <p:nvPr/>
        </p:nvGraphicFramePr>
        <p:xfrm>
          <a:off x="228600" y="6324600"/>
          <a:ext cx="9144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627" name="BMP 图象" r:id="rId5" imgW="914384" imgH="380891" progId="Paint.Picture">
                  <p:embed/>
                </p:oleObj>
              </mc:Choice>
              <mc:Fallback>
                <p:oleObj name="BMP 图象" r:id="rId5" imgW="914384" imgH="380891" progId="Paint.Picture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" y="6324600"/>
                        <a:ext cx="9144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07" name="Object 3">
            <a:hlinkClick r:id="rId4" action="ppaction://hlinksldjump" highlightClick="1"/>
          </p:cNvPr>
          <p:cNvGraphicFramePr>
            <a:graphicFrameLocks noChangeAspect="1"/>
          </p:cNvGraphicFramePr>
          <p:nvPr/>
        </p:nvGraphicFramePr>
        <p:xfrm>
          <a:off x="228600" y="6324600"/>
          <a:ext cx="9144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628" name="BMP 图象" r:id="rId7" imgW="914384" imgH="380891" progId="Paint.Picture">
                  <p:embed/>
                </p:oleObj>
              </mc:Choice>
              <mc:Fallback>
                <p:oleObj name="BMP 图象" r:id="rId7" imgW="914384" imgH="380891" progId="Paint.Picture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" y="6324600"/>
                        <a:ext cx="9144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460" name="Rectangle 4"/>
          <p:cNvSpPr>
            <a:spLocks noChangeArrowheads="1"/>
          </p:cNvSpPr>
          <p:nvPr/>
        </p:nvSpPr>
        <p:spPr bwMode="auto">
          <a:xfrm>
            <a:off x="304800" y="228600"/>
            <a:ext cx="5029200" cy="493713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algn="just" eaLnBrk="1" hangingPunct="1">
              <a:lnSpc>
                <a:spcPct val="110000"/>
              </a:lnSpc>
              <a:spcBef>
                <a:spcPct val="20000"/>
              </a:spcBef>
              <a:buClr>
                <a:schemeClr val="hlink"/>
              </a:buClr>
              <a:buFont typeface="Wingdings" pitchFamily="2" charset="2"/>
              <a:buNone/>
              <a:defRPr/>
            </a:pPr>
            <a:r>
              <a:rPr lang="en-US" altLang="zh-CN" sz="2400" b="1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3. </a:t>
            </a:r>
            <a:r>
              <a:rPr lang="zh-CN" altLang="en-US" sz="2400" b="1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二阶有源带通滤波电路</a:t>
            </a:r>
          </a:p>
        </p:txBody>
      </p:sp>
      <p:sp>
        <p:nvSpPr>
          <p:cNvPr id="21509" name="Rectangle 5"/>
          <p:cNvSpPr>
            <a:spLocks noChangeArrowheads="1"/>
          </p:cNvSpPr>
          <p:nvPr/>
        </p:nvSpPr>
        <p:spPr bwMode="auto">
          <a:xfrm>
            <a:off x="0" y="2543175"/>
            <a:ext cx="914400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1" lang="en-US" altLang="zh-CN" sz="1000">
                <a:latin typeface="Times New Roman" panose="02020603050405020304" pitchFamily="18" charset="0"/>
                <a:ea typeface="华康简宋" charset="-122"/>
              </a:rPr>
              <a:t>    </a:t>
            </a:r>
            <a:endParaRPr kumimoji="1" lang="en-US" altLang="zh-CN" sz="2400">
              <a:latin typeface="Times New Roman" panose="02020603050405020304" pitchFamily="18" charset="0"/>
            </a:endParaRPr>
          </a:p>
        </p:txBody>
      </p:sp>
      <p:grpSp>
        <p:nvGrpSpPr>
          <p:cNvPr id="2" name="Group 6"/>
          <p:cNvGrpSpPr>
            <a:grpSpLocks/>
          </p:cNvGrpSpPr>
          <p:nvPr/>
        </p:nvGrpSpPr>
        <p:grpSpPr bwMode="auto">
          <a:xfrm>
            <a:off x="200025" y="2144713"/>
            <a:ext cx="955675" cy="2043112"/>
            <a:chOff x="126" y="1761"/>
            <a:chExt cx="602" cy="1287"/>
          </a:xfrm>
        </p:grpSpPr>
        <p:sp>
          <p:nvSpPr>
            <p:cNvPr id="21520" name="AutoShape 7"/>
            <p:cNvSpPr>
              <a:spLocks/>
            </p:cNvSpPr>
            <p:nvPr/>
          </p:nvSpPr>
          <p:spPr bwMode="auto">
            <a:xfrm>
              <a:off x="536" y="1877"/>
              <a:ext cx="192" cy="1171"/>
            </a:xfrm>
            <a:prstGeom prst="leftBrace">
              <a:avLst>
                <a:gd name="adj1" fmla="val 50825"/>
                <a:gd name="adj2" fmla="val 50000"/>
              </a:avLst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latin typeface="Verdana" panose="020B0604030504040204" pitchFamily="34" charset="0"/>
              </a:endParaRPr>
            </a:p>
          </p:txBody>
        </p:sp>
        <p:sp>
          <p:nvSpPr>
            <p:cNvPr id="19464" name="Rectangle 8"/>
            <p:cNvSpPr>
              <a:spLocks noChangeArrowheads="1"/>
            </p:cNvSpPr>
            <p:nvPr/>
          </p:nvSpPr>
          <p:spPr bwMode="auto">
            <a:xfrm>
              <a:off x="126" y="1761"/>
              <a:ext cx="400" cy="311"/>
            </a:xfrm>
            <a:prstGeom prst="rect">
              <a:avLst/>
            </a:prstGeom>
            <a:noFill/>
            <a:ln w="12700" cap="sq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>
              <a:spAutoFit/>
            </a:bodyPr>
            <a:lstStyle/>
            <a:p>
              <a:pPr algn="just" eaLnBrk="1" hangingPunct="1">
                <a:lnSpc>
                  <a:spcPct val="110000"/>
                </a:lnSpc>
                <a:spcBef>
                  <a:spcPct val="20000"/>
                </a:spcBef>
                <a:buClr>
                  <a:schemeClr val="hlink"/>
                </a:buClr>
                <a:buFont typeface="Wingdings" pitchFamily="2" charset="2"/>
                <a:buNone/>
                <a:defRPr/>
              </a:pPr>
              <a:r>
                <a:rPr lang="zh-CN" altLang="en-US" sz="2400" b="1">
                  <a:solidFill>
                    <a:srgbClr val="000000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ea typeface="楷体_GB2312" pitchFamily="49" charset="-122"/>
                </a:rPr>
                <a:t>令</a:t>
              </a:r>
            </a:p>
          </p:txBody>
        </p:sp>
      </p:grpSp>
      <p:sp>
        <p:nvSpPr>
          <p:cNvPr id="19465" name="Rectangle 9"/>
          <p:cNvSpPr>
            <a:spLocks noChangeArrowheads="1"/>
          </p:cNvSpPr>
          <p:nvPr/>
        </p:nvSpPr>
        <p:spPr bwMode="auto">
          <a:xfrm>
            <a:off x="179388" y="762000"/>
            <a:ext cx="1654175" cy="493713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algn="just" eaLnBrk="1" hangingPunct="1">
              <a:lnSpc>
                <a:spcPct val="110000"/>
              </a:lnSpc>
              <a:spcBef>
                <a:spcPct val="20000"/>
              </a:spcBef>
              <a:buClr>
                <a:schemeClr val="hlink"/>
              </a:buClr>
              <a:buFont typeface="Wingdings" pitchFamily="2" charset="2"/>
              <a:buNone/>
              <a:defRPr/>
            </a:pPr>
            <a:r>
              <a:rPr lang="zh-CN" altLang="en-US" sz="2400" b="1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传递函数</a:t>
            </a:r>
          </a:p>
        </p:txBody>
      </p:sp>
      <p:graphicFrame>
        <p:nvGraphicFramePr>
          <p:cNvPr id="19466" name="Object 10"/>
          <p:cNvGraphicFramePr>
            <a:graphicFrameLocks noChangeAspect="1"/>
          </p:cNvGraphicFramePr>
          <p:nvPr/>
        </p:nvGraphicFramePr>
        <p:xfrm>
          <a:off x="260350" y="1135063"/>
          <a:ext cx="4195763" cy="895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629" name="公式" r:id="rId8" imgW="2082800" imgH="444500" progId="Equation.3">
                  <p:embed/>
                </p:oleObj>
              </mc:Choice>
              <mc:Fallback>
                <p:oleObj name="公式" r:id="rId8" imgW="2082800" imgH="444500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0350" y="1135063"/>
                        <a:ext cx="4195763" cy="895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467" name="Object 11"/>
          <p:cNvGraphicFramePr>
            <a:graphicFrameLocks noChangeAspect="1"/>
          </p:cNvGraphicFramePr>
          <p:nvPr/>
        </p:nvGraphicFramePr>
        <p:xfrm>
          <a:off x="1219200" y="2039938"/>
          <a:ext cx="1609725" cy="892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630" name="公式" r:id="rId10" imgW="799753" imgH="444307" progId="Equation.3">
                  <p:embed/>
                </p:oleObj>
              </mc:Choice>
              <mc:Fallback>
                <p:oleObj name="公式" r:id="rId10" imgW="799753" imgH="444307" progId="Equation.3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19200" y="2039938"/>
                        <a:ext cx="1609725" cy="892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468" name="Object 12"/>
          <p:cNvGraphicFramePr>
            <a:graphicFrameLocks noChangeAspect="1"/>
          </p:cNvGraphicFramePr>
          <p:nvPr/>
        </p:nvGraphicFramePr>
        <p:xfrm>
          <a:off x="1276350" y="2843213"/>
          <a:ext cx="1252538" cy="8143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631" name="公式" r:id="rId12" imgW="622030" imgH="406224" progId="Equation.3">
                  <p:embed/>
                </p:oleObj>
              </mc:Choice>
              <mc:Fallback>
                <p:oleObj name="公式" r:id="rId12" imgW="622030" imgH="406224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76350" y="2843213"/>
                        <a:ext cx="1252538" cy="8143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469" name="Object 13"/>
          <p:cNvGraphicFramePr>
            <a:graphicFrameLocks noChangeAspect="1"/>
          </p:cNvGraphicFramePr>
          <p:nvPr/>
        </p:nvGraphicFramePr>
        <p:xfrm>
          <a:off x="1314450" y="3679825"/>
          <a:ext cx="1454150" cy="815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632" name="公式" r:id="rId14" imgW="723586" imgH="406224" progId="Equation.3">
                  <p:embed/>
                </p:oleObj>
              </mc:Choice>
              <mc:Fallback>
                <p:oleObj name="公式" r:id="rId14" imgW="723586" imgH="406224" progId="Equation.3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14450" y="3679825"/>
                        <a:ext cx="1454150" cy="815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470" name="Rectangle 14"/>
          <p:cNvSpPr>
            <a:spLocks noChangeArrowheads="1"/>
          </p:cNvSpPr>
          <p:nvPr/>
        </p:nvSpPr>
        <p:spPr bwMode="auto">
          <a:xfrm>
            <a:off x="293688" y="4854575"/>
            <a:ext cx="649287" cy="493713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algn="just" eaLnBrk="1" hangingPunct="1">
              <a:lnSpc>
                <a:spcPct val="110000"/>
              </a:lnSpc>
              <a:spcBef>
                <a:spcPct val="20000"/>
              </a:spcBef>
              <a:buClr>
                <a:schemeClr val="hlink"/>
              </a:buClr>
              <a:buFont typeface="Wingdings" pitchFamily="2" charset="2"/>
              <a:buNone/>
              <a:defRPr/>
            </a:pPr>
            <a:r>
              <a:rPr lang="zh-CN" altLang="en-US" sz="2400" b="1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得</a:t>
            </a:r>
          </a:p>
        </p:txBody>
      </p:sp>
      <p:graphicFrame>
        <p:nvGraphicFramePr>
          <p:cNvPr id="19471" name="Object 15"/>
          <p:cNvGraphicFramePr>
            <a:graphicFrameLocks noChangeAspect="1"/>
          </p:cNvGraphicFramePr>
          <p:nvPr/>
        </p:nvGraphicFramePr>
        <p:xfrm>
          <a:off x="866775" y="4343400"/>
          <a:ext cx="3095625" cy="1690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633" name="公式" r:id="rId16" imgW="1536700" imgH="838200" progId="Equation.3">
                  <p:embed/>
                </p:oleObj>
              </mc:Choice>
              <mc:Fallback>
                <p:oleObj name="公式" r:id="rId16" imgW="1536700" imgH="838200" progId="Equation.3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66775" y="4343400"/>
                        <a:ext cx="3095625" cy="16906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1518" name="Picture 16" descr="未标题-2 拷贝"/>
          <p:cNvPicPr>
            <a:picLocks noChangeAspect="1" noChangeArrowheads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51350" y="390525"/>
            <a:ext cx="4368800" cy="2822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9473" name="Picture 17" descr="未标题-2 拷贝"/>
          <p:cNvPicPr>
            <a:picLocks noChangeAspect="1" noChangeArrowheads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02113" y="3394075"/>
            <a:ext cx="4833937" cy="2914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500"/>
                                        <p:tgtEl>
                                          <p:spTgt spid="1946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2" dur="500"/>
                                        <p:tgtEl>
                                          <p:spTgt spid="1946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2" dur="500"/>
                                        <p:tgtEl>
                                          <p:spTgt spid="1946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7" dur="500"/>
                                        <p:tgtEl>
                                          <p:spTgt spid="1946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2" dur="500"/>
                                        <p:tgtEl>
                                          <p:spTgt spid="1946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7" dur="500"/>
                                        <p:tgtEl>
                                          <p:spTgt spid="1947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42" dur="500"/>
                                        <p:tgtEl>
                                          <p:spTgt spid="1947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7" dur="500"/>
                                        <p:tgtEl>
                                          <p:spTgt spid="194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465" grpId="0" autoUpdateAnimBg="0"/>
      <p:bldP spid="19470" grpId="0" autoUpdateAnimBg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2530" name="Object 2">
            <a:hlinkClick r:id="rId4" action="ppaction://hlinksldjump" highlightClick="1"/>
          </p:cNvPr>
          <p:cNvGraphicFramePr>
            <a:graphicFrameLocks noChangeAspect="1"/>
          </p:cNvGraphicFramePr>
          <p:nvPr/>
        </p:nvGraphicFramePr>
        <p:xfrm>
          <a:off x="228600" y="6324600"/>
          <a:ext cx="9144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617" name="BMP 图象" r:id="rId5" imgW="914384" imgH="380891" progId="Paint.Picture">
                  <p:embed/>
                </p:oleObj>
              </mc:Choice>
              <mc:Fallback>
                <p:oleObj name="BMP 图象" r:id="rId5" imgW="914384" imgH="380891" progId="Paint.Picture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" y="6324600"/>
                        <a:ext cx="9144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531" name="Object 3">
            <a:hlinkClick r:id="rId4" action="ppaction://hlinksldjump" highlightClick="1"/>
          </p:cNvPr>
          <p:cNvGraphicFramePr>
            <a:graphicFrameLocks noChangeAspect="1"/>
          </p:cNvGraphicFramePr>
          <p:nvPr/>
        </p:nvGraphicFramePr>
        <p:xfrm>
          <a:off x="228600" y="6324600"/>
          <a:ext cx="9144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618" name="BMP 图象" r:id="rId7" imgW="914384" imgH="380891" progId="Paint.Picture">
                  <p:embed/>
                </p:oleObj>
              </mc:Choice>
              <mc:Fallback>
                <p:oleObj name="BMP 图象" r:id="rId7" imgW="914384" imgH="380891" progId="Paint.Picture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" y="6324600"/>
                        <a:ext cx="9144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532" name="Object 4">
            <a:hlinkClick r:id="rId4" action="ppaction://hlinksldjump" highlightClick="1"/>
          </p:cNvPr>
          <p:cNvGraphicFramePr>
            <a:graphicFrameLocks noChangeAspect="1"/>
          </p:cNvGraphicFramePr>
          <p:nvPr/>
        </p:nvGraphicFramePr>
        <p:xfrm>
          <a:off x="228600" y="6324600"/>
          <a:ext cx="9144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619" name="BMP 图象" r:id="rId8" imgW="914384" imgH="380891" progId="Paint.Picture">
                  <p:embed/>
                </p:oleObj>
              </mc:Choice>
              <mc:Fallback>
                <p:oleObj name="BMP 图象" r:id="rId8" imgW="914384" imgH="380891" progId="Paint.Picture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" y="6324600"/>
                        <a:ext cx="9144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533" name="Object 5">
            <a:hlinkClick r:id="rId4" action="ppaction://hlinksldjump" highlightClick="1"/>
          </p:cNvPr>
          <p:cNvGraphicFramePr>
            <a:graphicFrameLocks noChangeAspect="1"/>
          </p:cNvGraphicFramePr>
          <p:nvPr/>
        </p:nvGraphicFramePr>
        <p:xfrm>
          <a:off x="228600" y="6324600"/>
          <a:ext cx="9144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620" name="BMP 图象" r:id="rId9" imgW="914384" imgH="380891" progId="Paint.Picture">
                  <p:embed/>
                </p:oleObj>
              </mc:Choice>
              <mc:Fallback>
                <p:oleObj name="BMP 图象" r:id="rId9" imgW="914384" imgH="380891" progId="Paint.Picture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" y="6324600"/>
                        <a:ext cx="9144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486" name="Rectangle 6">
            <a:hlinkClick r:id="rId10" action="ppaction://hlinksldjump"/>
          </p:cNvPr>
          <p:cNvSpPr>
            <a:spLocks noChangeArrowheads="1"/>
          </p:cNvSpPr>
          <p:nvPr/>
        </p:nvSpPr>
        <p:spPr bwMode="auto">
          <a:xfrm>
            <a:off x="533400" y="106363"/>
            <a:ext cx="5715000" cy="579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en-US" altLang="zh-CN" sz="3200" b="1">
                <a:solidFill>
                  <a:srgbClr val="000066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  <a:ea typeface="黑体" pitchFamily="49" charset="-122"/>
              </a:rPr>
              <a:t>9.3.4  </a:t>
            </a:r>
            <a:r>
              <a:rPr lang="zh-CN" altLang="en-US" sz="3200" b="1">
                <a:solidFill>
                  <a:srgbClr val="000066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  <a:ea typeface="黑体" pitchFamily="49" charset="-122"/>
              </a:rPr>
              <a:t>二阶有源带阻滤波电路</a:t>
            </a:r>
          </a:p>
        </p:txBody>
      </p:sp>
      <p:sp>
        <p:nvSpPr>
          <p:cNvPr id="22535" name="Line 7"/>
          <p:cNvSpPr>
            <a:spLocks noChangeShapeType="1"/>
          </p:cNvSpPr>
          <p:nvPr/>
        </p:nvSpPr>
        <p:spPr bwMode="auto">
          <a:xfrm>
            <a:off x="533400" y="762000"/>
            <a:ext cx="5486400" cy="0"/>
          </a:xfrm>
          <a:prstGeom prst="line">
            <a:avLst/>
          </a:prstGeom>
          <a:noFill/>
          <a:ln w="88900" cap="sq" cmpd="tri">
            <a:solidFill>
              <a:srgbClr val="FF00FF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488" name="Rectangle 8"/>
          <p:cNvSpPr>
            <a:spLocks noChangeArrowheads="1"/>
          </p:cNvSpPr>
          <p:nvPr/>
        </p:nvSpPr>
        <p:spPr bwMode="auto">
          <a:xfrm>
            <a:off x="609600" y="990600"/>
            <a:ext cx="4038600" cy="493713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algn="just" eaLnBrk="1" hangingPunct="1">
              <a:lnSpc>
                <a:spcPct val="110000"/>
              </a:lnSpc>
              <a:spcBef>
                <a:spcPct val="20000"/>
              </a:spcBef>
              <a:buClr>
                <a:schemeClr val="hlink"/>
              </a:buClr>
              <a:buFont typeface="Wingdings" pitchFamily="2" charset="2"/>
              <a:buNone/>
              <a:defRPr/>
            </a:pPr>
            <a:r>
              <a:rPr lang="zh-CN" altLang="en-US" sz="2400" b="1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楷体_GB2312" pitchFamily="49" charset="-122"/>
                <a:ea typeface="楷体_GB2312" pitchFamily="49" charset="-122"/>
              </a:rPr>
              <a:t>可由低通和高通并联得到</a:t>
            </a:r>
          </a:p>
        </p:txBody>
      </p:sp>
      <p:grpSp>
        <p:nvGrpSpPr>
          <p:cNvPr id="2" name="Group 9"/>
          <p:cNvGrpSpPr>
            <a:grpSpLocks/>
          </p:cNvGrpSpPr>
          <p:nvPr/>
        </p:nvGrpSpPr>
        <p:grpSpPr bwMode="auto">
          <a:xfrm>
            <a:off x="609600" y="1524000"/>
            <a:ext cx="2514600" cy="493713"/>
            <a:chOff x="480" y="1056"/>
            <a:chExt cx="1584" cy="311"/>
          </a:xfrm>
        </p:grpSpPr>
        <p:sp>
          <p:nvSpPr>
            <p:cNvPr id="20490" name="Rectangle 10"/>
            <p:cNvSpPr>
              <a:spLocks noChangeArrowheads="1"/>
            </p:cNvSpPr>
            <p:nvPr/>
          </p:nvSpPr>
          <p:spPr bwMode="auto">
            <a:xfrm>
              <a:off x="480" y="1056"/>
              <a:ext cx="1028" cy="311"/>
            </a:xfrm>
            <a:prstGeom prst="rect">
              <a:avLst/>
            </a:prstGeom>
            <a:noFill/>
            <a:ln w="12700" cap="sq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>
              <a:spAutoFit/>
            </a:bodyPr>
            <a:lstStyle/>
            <a:p>
              <a:pPr algn="just" eaLnBrk="1" hangingPunct="1">
                <a:lnSpc>
                  <a:spcPct val="110000"/>
                </a:lnSpc>
                <a:spcBef>
                  <a:spcPct val="20000"/>
                </a:spcBef>
                <a:buClr>
                  <a:schemeClr val="hlink"/>
                </a:buClr>
                <a:buFont typeface="Wingdings" pitchFamily="2" charset="2"/>
                <a:buNone/>
                <a:defRPr/>
              </a:pPr>
              <a:r>
                <a:rPr lang="zh-CN" altLang="en-US" sz="2400" b="1">
                  <a:solidFill>
                    <a:srgbClr val="000000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ea typeface="楷体_GB2312" pitchFamily="49" charset="-122"/>
                </a:rPr>
                <a:t>必须满足</a:t>
              </a:r>
            </a:p>
          </p:txBody>
        </p:sp>
        <p:graphicFrame>
          <p:nvGraphicFramePr>
            <p:cNvPr id="22541" name="Object 11"/>
            <p:cNvGraphicFramePr>
              <a:graphicFrameLocks noChangeAspect="1"/>
            </p:cNvGraphicFramePr>
            <p:nvPr/>
          </p:nvGraphicFramePr>
          <p:xfrm>
            <a:off x="1386" y="1091"/>
            <a:ext cx="678" cy="25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2621" name="Equation" r:id="rId11" imgW="533169" imgH="203112" progId="Equation.3">
                    <p:embed/>
                  </p:oleObj>
                </mc:Choice>
                <mc:Fallback>
                  <p:oleObj name="Equation" r:id="rId11" imgW="533169" imgH="203112" progId="Equation.3">
                    <p:embed/>
                    <p:pic>
                      <p:nvPicPr>
                        <p:cNvPr id="0" name="Object 1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86" y="1091"/>
                          <a:ext cx="678" cy="25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pic>
        <p:nvPicPr>
          <p:cNvPr id="20492" name="Picture 12" descr="未标题-3 拷贝"/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4213" y="2492375"/>
            <a:ext cx="3455987" cy="184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493" name="Picture 13" descr="未标题-2 拷贝"/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59338" y="1125538"/>
            <a:ext cx="3540125" cy="4625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500"/>
                                        <p:tgtEl>
                                          <p:spTgt spid="2048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204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204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488" grpId="0" autoUpdateAnimBg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578" name="Picture 2" descr="未标题-3 拷贝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67400" y="3284538"/>
            <a:ext cx="2736850" cy="2720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3555" name="Line 3"/>
          <p:cNvSpPr>
            <a:spLocks noChangeShapeType="1"/>
          </p:cNvSpPr>
          <p:nvPr/>
        </p:nvSpPr>
        <p:spPr bwMode="auto">
          <a:xfrm>
            <a:off x="457200" y="762000"/>
            <a:ext cx="8153400" cy="0"/>
          </a:xfrm>
          <a:prstGeom prst="line">
            <a:avLst/>
          </a:prstGeom>
          <a:noFill/>
          <a:ln w="76200" cap="sq" cmpd="tri">
            <a:solidFill>
              <a:srgbClr val="FF00FF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4580" name="Rectangle 4"/>
          <p:cNvSpPr>
            <a:spLocks noChangeArrowheads="1"/>
          </p:cNvSpPr>
          <p:nvPr/>
        </p:nvSpPr>
        <p:spPr bwMode="auto">
          <a:xfrm>
            <a:off x="533400" y="130175"/>
            <a:ext cx="8001000" cy="585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5" tIns="46038" rIns="92075" bIns="46038" anchor="ctr">
            <a:spAutoFit/>
          </a:bodyPr>
          <a:lstStyle/>
          <a:p>
            <a:pPr algn="ctr" eaLnBrk="1" hangingPunct="1">
              <a:lnSpc>
                <a:spcPct val="90000"/>
              </a:lnSpc>
              <a:defRPr/>
            </a:pPr>
            <a:r>
              <a:rPr lang="en-US" altLang="zh-CN" sz="3600" b="1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  <a:ea typeface="黑体" pitchFamily="49" charset="-122"/>
              </a:rPr>
              <a:t>9.5  </a:t>
            </a:r>
            <a:r>
              <a:rPr lang="zh-CN" altLang="en-US" sz="3600" b="1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  <a:ea typeface="黑体" pitchFamily="49" charset="-122"/>
              </a:rPr>
              <a:t>正弦波振荡电路的振荡条件</a:t>
            </a:r>
          </a:p>
        </p:txBody>
      </p:sp>
      <p:graphicFrame>
        <p:nvGraphicFramePr>
          <p:cNvPr id="23557" name="Object 5">
            <a:hlinkClick r:id="rId5" action="ppaction://hlinkpres?slideindex=1&amp;slidetitle=" highlightClick="1"/>
          </p:cNvPr>
          <p:cNvGraphicFramePr>
            <a:graphicFrameLocks noChangeAspect="1"/>
          </p:cNvGraphicFramePr>
          <p:nvPr/>
        </p:nvGraphicFramePr>
        <p:xfrm>
          <a:off x="228600" y="6324600"/>
          <a:ext cx="9144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718" name="BMP 图象" r:id="rId6" imgW="914384" imgH="380891" progId="Paint.Picture">
                  <p:embed/>
                </p:oleObj>
              </mc:Choice>
              <mc:Fallback>
                <p:oleObj name="BMP 图象" r:id="rId6" imgW="914384" imgH="380891" progId="Paint.Picture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" y="6324600"/>
                        <a:ext cx="9144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582" name="Rectangle 6"/>
          <p:cNvSpPr>
            <a:spLocks noChangeArrowheads="1"/>
          </p:cNvSpPr>
          <p:nvPr/>
        </p:nvSpPr>
        <p:spPr bwMode="auto">
          <a:xfrm>
            <a:off x="304800" y="1371600"/>
            <a:ext cx="4554538" cy="968375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algn="just" eaLnBrk="1" hangingPunct="1">
              <a:lnSpc>
                <a:spcPct val="110000"/>
              </a:lnSpc>
              <a:spcBef>
                <a:spcPct val="20000"/>
              </a:spcBef>
              <a:buClr>
                <a:schemeClr val="hlink"/>
              </a:buClr>
              <a:buFont typeface="Wingdings" pitchFamily="2" charset="2"/>
              <a:buNone/>
              <a:defRPr/>
            </a:pPr>
            <a:r>
              <a:rPr lang="zh-CN" altLang="en-US" sz="2400" b="1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楷体_GB2312" pitchFamily="49" charset="-122"/>
                <a:ea typeface="楷体_GB2312" pitchFamily="49" charset="-122"/>
              </a:rPr>
              <a:t>正反馈放大电路框图</a:t>
            </a:r>
          </a:p>
          <a:p>
            <a:pPr algn="just" eaLnBrk="1" hangingPunct="1">
              <a:lnSpc>
                <a:spcPct val="110000"/>
              </a:lnSpc>
              <a:spcBef>
                <a:spcPct val="20000"/>
              </a:spcBef>
              <a:buClr>
                <a:schemeClr val="hlink"/>
              </a:buClr>
              <a:buFont typeface="Wingdings" pitchFamily="2" charset="2"/>
              <a:buNone/>
              <a:defRPr/>
            </a:pPr>
            <a:r>
              <a:rPr lang="zh-CN" altLang="en-US" sz="2400" b="1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楷体_GB2312" pitchFamily="49" charset="-122"/>
                <a:ea typeface="楷体_GB2312" pitchFamily="49" charset="-122"/>
              </a:rPr>
              <a:t>（注意与负反馈方框图的差别）</a:t>
            </a:r>
          </a:p>
        </p:txBody>
      </p:sp>
      <p:sp>
        <p:nvSpPr>
          <p:cNvPr id="24583" name="Rectangle 7">
            <a:hlinkClick r:id="rId8" action="ppaction://hlinksldjump"/>
          </p:cNvPr>
          <p:cNvSpPr>
            <a:spLocks noChangeArrowheads="1"/>
          </p:cNvSpPr>
          <p:nvPr/>
        </p:nvSpPr>
        <p:spPr bwMode="auto">
          <a:xfrm>
            <a:off x="228600" y="898525"/>
            <a:ext cx="2709863" cy="473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anchor="ctr">
            <a:spAutoFit/>
          </a:bodyPr>
          <a:lstStyle/>
          <a:p>
            <a:pPr eaLnBrk="1" hangingPunct="1">
              <a:defRPr/>
            </a:pPr>
            <a:r>
              <a:rPr lang="en-US" altLang="zh-CN" sz="2800" b="1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  <a:ea typeface="黑体" pitchFamily="49" charset="-122"/>
              </a:rPr>
              <a:t>1.</a:t>
            </a:r>
            <a:r>
              <a:rPr lang="en-US" altLang="zh-CN" sz="2800" b="1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黑体" pitchFamily="49" charset="-122"/>
                <a:ea typeface="黑体" pitchFamily="49" charset="-122"/>
              </a:rPr>
              <a:t> </a:t>
            </a:r>
            <a:r>
              <a:rPr lang="zh-CN" altLang="en-US" sz="2800" b="1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黑体" pitchFamily="49" charset="-122"/>
                <a:ea typeface="黑体" pitchFamily="49" charset="-122"/>
              </a:rPr>
              <a:t>振荡条件</a:t>
            </a:r>
            <a:endParaRPr lang="zh-CN" altLang="en-US" sz="2800">
              <a:solidFill>
                <a:schemeClr val="accent2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幼圆" pitchFamily="49" charset="-122"/>
              <a:ea typeface="幼圆" pitchFamily="49" charset="-122"/>
            </a:endParaRPr>
          </a:p>
        </p:txBody>
      </p:sp>
      <p:graphicFrame>
        <p:nvGraphicFramePr>
          <p:cNvPr id="24584" name="Object 8"/>
          <p:cNvGraphicFramePr>
            <a:graphicFrameLocks noChangeAspect="1"/>
          </p:cNvGraphicFramePr>
          <p:nvPr/>
        </p:nvGraphicFramePr>
        <p:xfrm>
          <a:off x="560388" y="2420938"/>
          <a:ext cx="1635125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719" name="公式" r:id="rId9" imgW="812447" imgH="215806" progId="Equation.3">
                  <p:embed/>
                </p:oleObj>
              </mc:Choice>
              <mc:Fallback>
                <p:oleObj name="公式" r:id="rId9" imgW="812447" imgH="215806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0388" y="2420938"/>
                        <a:ext cx="1635125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9"/>
          <p:cNvGrpSpPr>
            <a:grpSpLocks/>
          </p:cNvGrpSpPr>
          <p:nvPr/>
        </p:nvGrpSpPr>
        <p:grpSpPr bwMode="auto">
          <a:xfrm>
            <a:off x="323850" y="2852738"/>
            <a:ext cx="2576513" cy="493712"/>
            <a:chOff x="200" y="2054"/>
            <a:chExt cx="1623" cy="311"/>
          </a:xfrm>
        </p:grpSpPr>
        <p:sp>
          <p:nvSpPr>
            <p:cNvPr id="24586" name="Rectangle 10"/>
            <p:cNvSpPr>
              <a:spLocks noChangeArrowheads="1"/>
            </p:cNvSpPr>
            <p:nvPr/>
          </p:nvSpPr>
          <p:spPr bwMode="auto">
            <a:xfrm>
              <a:off x="200" y="2054"/>
              <a:ext cx="1173" cy="311"/>
            </a:xfrm>
            <a:prstGeom prst="rect">
              <a:avLst/>
            </a:prstGeom>
            <a:noFill/>
            <a:ln w="12700" cap="sq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>
              <a:spAutoFit/>
            </a:bodyPr>
            <a:lstStyle/>
            <a:p>
              <a:pPr algn="just" eaLnBrk="1" hangingPunct="1">
                <a:lnSpc>
                  <a:spcPct val="110000"/>
                </a:lnSpc>
                <a:spcBef>
                  <a:spcPct val="20000"/>
                </a:spcBef>
                <a:buClr>
                  <a:schemeClr val="hlink"/>
                </a:buClr>
                <a:buFont typeface="Wingdings" pitchFamily="2" charset="2"/>
                <a:buNone/>
                <a:defRPr/>
              </a:pPr>
              <a:r>
                <a:rPr lang="zh-CN" altLang="en-US" sz="2400" b="1">
                  <a:solidFill>
                    <a:srgbClr val="000000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ea typeface="楷体_GB2312" pitchFamily="49" charset="-122"/>
                </a:rPr>
                <a:t>若环路增益</a:t>
              </a:r>
            </a:p>
          </p:txBody>
        </p:sp>
        <p:graphicFrame>
          <p:nvGraphicFramePr>
            <p:cNvPr id="23582" name="Object 11"/>
            <p:cNvGraphicFramePr>
              <a:graphicFrameLocks noChangeAspect="1"/>
            </p:cNvGraphicFramePr>
            <p:nvPr/>
          </p:nvGraphicFramePr>
          <p:xfrm>
            <a:off x="1243" y="2087"/>
            <a:ext cx="580" cy="24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720" name="公式" r:id="rId11" imgW="457200" imgH="190500" progId="Equation.3">
                    <p:embed/>
                  </p:oleObj>
                </mc:Choice>
                <mc:Fallback>
                  <p:oleObj name="公式" r:id="rId11" imgW="457200" imgH="190500" progId="Equation.3">
                    <p:embed/>
                    <p:pic>
                      <p:nvPicPr>
                        <p:cNvPr id="0" name="Object 1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43" y="2087"/>
                          <a:ext cx="580" cy="24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" name="Group 12"/>
          <p:cNvGrpSpPr>
            <a:grpSpLocks/>
          </p:cNvGrpSpPr>
          <p:nvPr/>
        </p:nvGrpSpPr>
        <p:grpSpPr bwMode="auto">
          <a:xfrm>
            <a:off x="2987675" y="2852738"/>
            <a:ext cx="1654175" cy="506412"/>
            <a:chOff x="503" y="2492"/>
            <a:chExt cx="1042" cy="319"/>
          </a:xfrm>
        </p:grpSpPr>
        <p:sp>
          <p:nvSpPr>
            <p:cNvPr id="24589" name="Rectangle 13"/>
            <p:cNvSpPr>
              <a:spLocks noChangeArrowheads="1"/>
            </p:cNvSpPr>
            <p:nvPr/>
          </p:nvSpPr>
          <p:spPr bwMode="auto">
            <a:xfrm>
              <a:off x="503" y="2492"/>
              <a:ext cx="419" cy="311"/>
            </a:xfrm>
            <a:prstGeom prst="rect">
              <a:avLst/>
            </a:prstGeom>
            <a:noFill/>
            <a:ln w="12700" cap="sq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>
              <a:spAutoFit/>
            </a:bodyPr>
            <a:lstStyle/>
            <a:p>
              <a:pPr algn="just" eaLnBrk="1" hangingPunct="1">
                <a:lnSpc>
                  <a:spcPct val="110000"/>
                </a:lnSpc>
                <a:spcBef>
                  <a:spcPct val="20000"/>
                </a:spcBef>
                <a:buClr>
                  <a:schemeClr val="hlink"/>
                </a:buClr>
                <a:buFont typeface="Wingdings" pitchFamily="2" charset="2"/>
                <a:buNone/>
                <a:defRPr/>
              </a:pPr>
              <a:r>
                <a:rPr lang="zh-CN" altLang="en-US" sz="2400" b="1">
                  <a:solidFill>
                    <a:srgbClr val="000000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ea typeface="楷体_GB2312" pitchFamily="49" charset="-122"/>
                </a:rPr>
                <a:t>则</a:t>
              </a:r>
            </a:p>
          </p:txBody>
        </p:sp>
        <p:graphicFrame>
          <p:nvGraphicFramePr>
            <p:cNvPr id="23580" name="Object 14"/>
            <p:cNvGraphicFramePr>
              <a:graphicFrameLocks noChangeAspect="1"/>
            </p:cNvGraphicFramePr>
            <p:nvPr/>
          </p:nvGraphicFramePr>
          <p:xfrm>
            <a:off x="787" y="2539"/>
            <a:ext cx="758" cy="2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721" name="公式" r:id="rId13" imgW="596641" imgH="215806" progId="Equation.3">
                    <p:embed/>
                  </p:oleObj>
                </mc:Choice>
                <mc:Fallback>
                  <p:oleObj name="公式" r:id="rId13" imgW="596641" imgH="215806" progId="Equation.3">
                    <p:embed/>
                    <p:pic>
                      <p:nvPicPr>
                        <p:cNvPr id="0" name="Object 1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87" y="2539"/>
                          <a:ext cx="758" cy="27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4" name="Group 15"/>
          <p:cNvGrpSpPr>
            <a:grpSpLocks/>
          </p:cNvGrpSpPr>
          <p:nvPr/>
        </p:nvGrpSpPr>
        <p:grpSpPr bwMode="auto">
          <a:xfrm>
            <a:off x="323850" y="3359150"/>
            <a:ext cx="4857750" cy="504825"/>
            <a:chOff x="1309" y="2316"/>
            <a:chExt cx="3060" cy="318"/>
          </a:xfrm>
        </p:grpSpPr>
        <p:grpSp>
          <p:nvGrpSpPr>
            <p:cNvPr id="23574" name="Group 16"/>
            <p:cNvGrpSpPr>
              <a:grpSpLocks/>
            </p:cNvGrpSpPr>
            <p:nvPr/>
          </p:nvGrpSpPr>
          <p:grpSpPr bwMode="auto">
            <a:xfrm>
              <a:off x="1309" y="2322"/>
              <a:ext cx="785" cy="312"/>
              <a:chOff x="1745" y="2509"/>
              <a:chExt cx="785" cy="312"/>
            </a:xfrm>
          </p:grpSpPr>
          <p:sp>
            <p:nvSpPr>
              <p:cNvPr id="24593" name="Rectangle 17"/>
              <p:cNvSpPr>
                <a:spLocks noChangeArrowheads="1"/>
              </p:cNvSpPr>
              <p:nvPr/>
            </p:nvSpPr>
            <p:spPr bwMode="auto">
              <a:xfrm>
                <a:off x="1745" y="2509"/>
                <a:ext cx="785" cy="311"/>
              </a:xfrm>
              <a:prstGeom prst="rect">
                <a:avLst/>
              </a:prstGeom>
              <a:noFill/>
              <a:ln w="12700" cap="sq">
                <a:noFill/>
                <a:miter lim="800000"/>
                <a:headEnd type="none" w="sm" len="sm"/>
                <a:tailEnd type="none" w="sm" len="sm"/>
              </a:ln>
              <a:effectLst/>
            </p:spPr>
            <p:txBody>
              <a:bodyPr>
                <a:spAutoFit/>
              </a:bodyPr>
              <a:lstStyle/>
              <a:p>
                <a:pPr algn="just" eaLnBrk="1" hangingPunct="1">
                  <a:lnSpc>
                    <a:spcPct val="110000"/>
                  </a:lnSpc>
                  <a:spcBef>
                    <a:spcPct val="20000"/>
                  </a:spcBef>
                  <a:buClr>
                    <a:schemeClr val="hlink"/>
                  </a:buClr>
                  <a:buFont typeface="Wingdings" pitchFamily="2" charset="2"/>
                  <a:buNone/>
                  <a:defRPr/>
                </a:pPr>
                <a:r>
                  <a:rPr lang="zh-CN" altLang="en-US" sz="2400" b="1">
                    <a:solidFill>
                      <a:srgbClr val="000000"/>
                    </a:solidFill>
                    <a:effectLst>
                      <a:outerShdw blurRad="38100" dist="38100" dir="2700000" algn="tl">
                        <a:srgbClr val="FFFFFF"/>
                      </a:outerShdw>
                    </a:effectLst>
                    <a:ea typeface="楷体_GB2312" pitchFamily="49" charset="-122"/>
                  </a:rPr>
                  <a:t>去掉</a:t>
                </a:r>
              </a:p>
            </p:txBody>
          </p:sp>
          <p:graphicFrame>
            <p:nvGraphicFramePr>
              <p:cNvPr id="23578" name="Object 18"/>
              <p:cNvGraphicFramePr>
                <a:graphicFrameLocks noChangeAspect="1"/>
              </p:cNvGraphicFramePr>
              <p:nvPr/>
            </p:nvGraphicFramePr>
            <p:xfrm>
              <a:off x="2189" y="2549"/>
              <a:ext cx="336" cy="27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3722" name="公式" r:id="rId15" imgW="266353" imgH="215619" progId="Equation.3">
                      <p:embed/>
                    </p:oleObj>
                  </mc:Choice>
                  <mc:Fallback>
                    <p:oleObj name="公式" r:id="rId15" imgW="266353" imgH="215619" progId="Equation.3">
                      <p:embed/>
                      <p:pic>
                        <p:nvPicPr>
                          <p:cNvPr id="0" name="Object 18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189" y="2549"/>
                            <a:ext cx="336" cy="27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aphicFrame>
          <p:nvGraphicFramePr>
            <p:cNvPr id="23575" name="Object 19"/>
            <p:cNvGraphicFramePr>
              <a:graphicFrameLocks noChangeAspect="1"/>
            </p:cNvGraphicFramePr>
            <p:nvPr/>
          </p:nvGraphicFramePr>
          <p:xfrm>
            <a:off x="2178" y="2362"/>
            <a:ext cx="255" cy="2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723" name="公式" r:id="rId17" imgW="203024" imgH="215713" progId="Equation.3">
                    <p:embed/>
                  </p:oleObj>
                </mc:Choice>
                <mc:Fallback>
                  <p:oleObj name="公式" r:id="rId17" imgW="203024" imgH="215713" progId="Equation.3">
                    <p:embed/>
                    <p:pic>
                      <p:nvPicPr>
                        <p:cNvPr id="0" name="Object 1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178" y="2362"/>
                          <a:ext cx="255" cy="27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4596" name="Rectangle 20"/>
            <p:cNvSpPr>
              <a:spLocks noChangeArrowheads="1"/>
            </p:cNvSpPr>
            <p:nvPr/>
          </p:nvSpPr>
          <p:spPr bwMode="auto">
            <a:xfrm>
              <a:off x="2373" y="2316"/>
              <a:ext cx="1996" cy="311"/>
            </a:xfrm>
            <a:prstGeom prst="rect">
              <a:avLst/>
            </a:prstGeom>
            <a:noFill/>
            <a:ln w="12700" cap="sq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>
              <a:spAutoFit/>
            </a:bodyPr>
            <a:lstStyle/>
            <a:p>
              <a:pPr algn="just" eaLnBrk="1" hangingPunct="1">
                <a:lnSpc>
                  <a:spcPct val="110000"/>
                </a:lnSpc>
                <a:spcBef>
                  <a:spcPct val="20000"/>
                </a:spcBef>
                <a:buClr>
                  <a:schemeClr val="hlink"/>
                </a:buClr>
                <a:buFont typeface="Wingdings" pitchFamily="2" charset="2"/>
                <a:buNone/>
                <a:defRPr/>
              </a:pPr>
              <a:r>
                <a:rPr lang="zh-CN" altLang="en-US" sz="2400" b="1">
                  <a:solidFill>
                    <a:srgbClr val="000000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ea typeface="楷体_GB2312" pitchFamily="49" charset="-122"/>
                </a:rPr>
                <a:t>仍有稳定的输出。</a:t>
              </a:r>
            </a:p>
          </p:txBody>
        </p:sp>
      </p:grpSp>
      <p:sp>
        <p:nvSpPr>
          <p:cNvPr id="24597" name="Rectangle 21"/>
          <p:cNvSpPr>
            <a:spLocks noChangeArrowheads="1"/>
          </p:cNvSpPr>
          <p:nvPr/>
        </p:nvSpPr>
        <p:spPr bwMode="auto">
          <a:xfrm>
            <a:off x="395288" y="3871913"/>
            <a:ext cx="592137" cy="493712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algn="just" eaLnBrk="1" hangingPunct="1">
              <a:lnSpc>
                <a:spcPct val="110000"/>
              </a:lnSpc>
              <a:spcBef>
                <a:spcPct val="20000"/>
              </a:spcBef>
              <a:buClr>
                <a:schemeClr val="hlink"/>
              </a:buClr>
              <a:buFont typeface="Wingdings" pitchFamily="2" charset="2"/>
              <a:buNone/>
              <a:defRPr/>
            </a:pPr>
            <a:r>
              <a:rPr lang="zh-CN" altLang="en-US" sz="2400" b="1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又</a:t>
            </a:r>
          </a:p>
        </p:txBody>
      </p:sp>
      <p:graphicFrame>
        <p:nvGraphicFramePr>
          <p:cNvPr id="24598" name="Object 22"/>
          <p:cNvGraphicFramePr>
            <a:graphicFrameLocks noChangeAspect="1"/>
          </p:cNvGraphicFramePr>
          <p:nvPr/>
        </p:nvGraphicFramePr>
        <p:xfrm>
          <a:off x="857250" y="3933825"/>
          <a:ext cx="4219575" cy="561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724" name="公式" r:id="rId19" imgW="2095500" imgH="279400" progId="Equation.3">
                  <p:embed/>
                </p:oleObj>
              </mc:Choice>
              <mc:Fallback>
                <p:oleObj name="公式" r:id="rId19" imgW="2095500" imgH="279400" progId="Equation.3">
                  <p:embed/>
                  <p:pic>
                    <p:nvPicPr>
                      <p:cNvPr id="0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57250" y="3933825"/>
                        <a:ext cx="4219575" cy="561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599" name="Rectangle 23"/>
          <p:cNvSpPr>
            <a:spLocks noChangeArrowheads="1"/>
          </p:cNvSpPr>
          <p:nvPr/>
        </p:nvSpPr>
        <p:spPr bwMode="auto">
          <a:xfrm>
            <a:off x="395288" y="4365625"/>
            <a:ext cx="2566987" cy="493713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algn="just" eaLnBrk="1" hangingPunct="1">
              <a:lnSpc>
                <a:spcPct val="110000"/>
              </a:lnSpc>
              <a:spcBef>
                <a:spcPct val="20000"/>
              </a:spcBef>
              <a:buClr>
                <a:schemeClr val="hlink"/>
              </a:buClr>
              <a:buFont typeface="Wingdings" pitchFamily="2" charset="2"/>
              <a:buNone/>
              <a:defRPr/>
            </a:pPr>
            <a:r>
              <a:rPr lang="zh-CN" altLang="en-US" sz="2400" b="1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所以振荡条件为</a:t>
            </a:r>
          </a:p>
        </p:txBody>
      </p:sp>
      <p:grpSp>
        <p:nvGrpSpPr>
          <p:cNvPr id="6" name="Group 24"/>
          <p:cNvGrpSpPr>
            <a:grpSpLocks/>
          </p:cNvGrpSpPr>
          <p:nvPr/>
        </p:nvGrpSpPr>
        <p:grpSpPr bwMode="auto">
          <a:xfrm>
            <a:off x="771525" y="4797425"/>
            <a:ext cx="4624388" cy="493713"/>
            <a:chOff x="1193" y="3320"/>
            <a:chExt cx="2913" cy="311"/>
          </a:xfrm>
        </p:grpSpPr>
        <p:graphicFrame>
          <p:nvGraphicFramePr>
            <p:cNvPr id="23572" name="Object 25"/>
            <p:cNvGraphicFramePr>
              <a:graphicFrameLocks noChangeAspect="1"/>
            </p:cNvGraphicFramePr>
            <p:nvPr/>
          </p:nvGraphicFramePr>
          <p:xfrm>
            <a:off x="1193" y="3388"/>
            <a:ext cx="1192" cy="24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725" name="公式" r:id="rId21" imgW="939392" imgH="190417" progId="Equation.3">
                    <p:embed/>
                  </p:oleObj>
                </mc:Choice>
                <mc:Fallback>
                  <p:oleObj name="公式" r:id="rId21" imgW="939392" imgH="190417" progId="Equation.3">
                    <p:embed/>
                    <p:pic>
                      <p:nvPicPr>
                        <p:cNvPr id="0" name="Object 2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193" y="3388"/>
                          <a:ext cx="1192" cy="24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4602" name="Rectangle 26"/>
            <p:cNvSpPr>
              <a:spLocks noChangeArrowheads="1"/>
            </p:cNvSpPr>
            <p:nvPr/>
          </p:nvSpPr>
          <p:spPr bwMode="auto">
            <a:xfrm>
              <a:off x="2489" y="3320"/>
              <a:ext cx="1617" cy="311"/>
            </a:xfrm>
            <a:prstGeom prst="rect">
              <a:avLst/>
            </a:prstGeom>
            <a:noFill/>
            <a:ln w="12700" cap="sq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>
              <a:spAutoFit/>
            </a:bodyPr>
            <a:lstStyle/>
            <a:p>
              <a:pPr algn="just" eaLnBrk="1" hangingPunct="1">
                <a:lnSpc>
                  <a:spcPct val="110000"/>
                </a:lnSpc>
                <a:spcBef>
                  <a:spcPct val="20000"/>
                </a:spcBef>
                <a:buClr>
                  <a:schemeClr val="hlink"/>
                </a:buClr>
                <a:buFont typeface="Wingdings" pitchFamily="2" charset="2"/>
                <a:buNone/>
                <a:defRPr/>
              </a:pPr>
              <a:r>
                <a:rPr lang="zh-CN" altLang="en-US" sz="2400" b="1">
                  <a:solidFill>
                    <a:srgbClr val="CC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ea typeface="楷体_GB2312" pitchFamily="49" charset="-122"/>
                </a:rPr>
                <a:t>振幅平衡条件</a:t>
              </a:r>
            </a:p>
          </p:txBody>
        </p:sp>
      </p:grpSp>
      <p:grpSp>
        <p:nvGrpSpPr>
          <p:cNvPr id="7" name="Group 27"/>
          <p:cNvGrpSpPr>
            <a:grpSpLocks/>
          </p:cNvGrpSpPr>
          <p:nvPr/>
        </p:nvGrpSpPr>
        <p:grpSpPr bwMode="auto">
          <a:xfrm>
            <a:off x="742950" y="5229225"/>
            <a:ext cx="5341938" cy="514350"/>
            <a:chOff x="1175" y="3653"/>
            <a:chExt cx="3365" cy="324"/>
          </a:xfrm>
        </p:grpSpPr>
        <p:graphicFrame>
          <p:nvGraphicFramePr>
            <p:cNvPr id="23570" name="Object 28"/>
            <p:cNvGraphicFramePr>
              <a:graphicFrameLocks noChangeAspect="1"/>
            </p:cNvGraphicFramePr>
            <p:nvPr/>
          </p:nvGraphicFramePr>
          <p:xfrm>
            <a:off x="1175" y="3689"/>
            <a:ext cx="1680" cy="2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726" name="Equation" r:id="rId23" imgW="1320800" imgH="228600" progId="Equation.3">
                    <p:embed/>
                  </p:oleObj>
                </mc:Choice>
                <mc:Fallback>
                  <p:oleObj name="Equation" r:id="rId23" imgW="1320800" imgH="228600" progId="Equation.3">
                    <p:embed/>
                    <p:pic>
                      <p:nvPicPr>
                        <p:cNvPr id="0" name="Object 2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175" y="3689"/>
                          <a:ext cx="1680" cy="28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4605" name="Rectangle 29"/>
            <p:cNvSpPr>
              <a:spLocks noChangeArrowheads="1"/>
            </p:cNvSpPr>
            <p:nvPr/>
          </p:nvSpPr>
          <p:spPr bwMode="auto">
            <a:xfrm>
              <a:off x="2923" y="3653"/>
              <a:ext cx="1617" cy="311"/>
            </a:xfrm>
            <a:prstGeom prst="rect">
              <a:avLst/>
            </a:prstGeom>
            <a:noFill/>
            <a:ln w="12700" cap="sq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>
              <a:spAutoFit/>
            </a:bodyPr>
            <a:lstStyle/>
            <a:p>
              <a:pPr algn="just" eaLnBrk="1" hangingPunct="1">
                <a:lnSpc>
                  <a:spcPct val="110000"/>
                </a:lnSpc>
                <a:spcBef>
                  <a:spcPct val="20000"/>
                </a:spcBef>
                <a:buClr>
                  <a:schemeClr val="hlink"/>
                </a:buClr>
                <a:buFont typeface="Wingdings" pitchFamily="2" charset="2"/>
                <a:buNone/>
                <a:defRPr/>
              </a:pPr>
              <a:r>
                <a:rPr lang="zh-CN" altLang="en-US" sz="2400" b="1">
                  <a:solidFill>
                    <a:srgbClr val="CC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ea typeface="楷体_GB2312" pitchFamily="49" charset="-122"/>
                </a:rPr>
                <a:t>相位平衡条件</a:t>
              </a:r>
            </a:p>
          </p:txBody>
        </p:sp>
      </p:grpSp>
      <p:pic>
        <p:nvPicPr>
          <p:cNvPr id="24606" name="Picture 30" descr="未标题-2 拷贝"/>
          <p:cNvPicPr>
            <a:picLocks noChangeAspect="1" noChangeArrowheads="1"/>
          </p:cNvPicPr>
          <p:nvPr/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03800" y="908050"/>
            <a:ext cx="3816350" cy="2251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500"/>
                                        <p:tgtEl>
                                          <p:spTgt spid="2458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500"/>
                                        <p:tgtEl>
                                          <p:spTgt spid="246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7" dur="500"/>
                                        <p:tgtEl>
                                          <p:spTgt spid="2458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500"/>
                                        <p:tgtEl>
                                          <p:spTgt spid="245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42" dur="500"/>
                                        <p:tgtEl>
                                          <p:spTgt spid="2459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47" dur="500"/>
                                        <p:tgtEl>
                                          <p:spTgt spid="2459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52" dur="500"/>
                                        <p:tgtEl>
                                          <p:spTgt spid="2459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5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6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582" grpId="0" autoUpdateAnimBg="0"/>
      <p:bldP spid="24597" grpId="0" autoUpdateAnimBg="0"/>
      <p:bldP spid="24599" grpId="0" autoUpdateAnimBg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4578" name="Object 2">
            <a:hlinkClick r:id="rId4" action="ppaction://hlinksldjump" highlightClick="1"/>
          </p:cNvPr>
          <p:cNvGraphicFramePr>
            <a:graphicFrameLocks noChangeAspect="1"/>
          </p:cNvGraphicFramePr>
          <p:nvPr/>
        </p:nvGraphicFramePr>
        <p:xfrm>
          <a:off x="228600" y="6324600"/>
          <a:ext cx="9144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668" name="BMP 图象" r:id="rId5" imgW="914384" imgH="380891" progId="Paint.Picture">
                  <p:embed/>
                </p:oleObj>
              </mc:Choice>
              <mc:Fallback>
                <p:oleObj name="BMP 图象" r:id="rId5" imgW="914384" imgH="380891" progId="Paint.Picture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" y="6324600"/>
                        <a:ext cx="9144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603" name="Rectangle 3"/>
          <p:cNvSpPr>
            <a:spLocks noChangeArrowheads="1"/>
          </p:cNvSpPr>
          <p:nvPr/>
        </p:nvSpPr>
        <p:spPr bwMode="auto">
          <a:xfrm>
            <a:off x="350838" y="762000"/>
            <a:ext cx="1809750" cy="493713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algn="just" eaLnBrk="1" hangingPunct="1">
              <a:lnSpc>
                <a:spcPct val="110000"/>
              </a:lnSpc>
              <a:spcBef>
                <a:spcPct val="20000"/>
              </a:spcBef>
              <a:buClr>
                <a:schemeClr val="hlink"/>
              </a:buClr>
              <a:buFont typeface="Wingdings" pitchFamily="2" charset="2"/>
              <a:buNone/>
              <a:defRPr/>
            </a:pPr>
            <a:r>
              <a:rPr lang="zh-CN" altLang="en-US" sz="2400" b="1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起振条件</a:t>
            </a:r>
          </a:p>
        </p:txBody>
      </p:sp>
      <p:sp>
        <p:nvSpPr>
          <p:cNvPr id="25604" name="Rectangle 4">
            <a:hlinkClick r:id="rId7" action="ppaction://hlinksldjump"/>
          </p:cNvPr>
          <p:cNvSpPr>
            <a:spLocks noChangeArrowheads="1"/>
          </p:cNvSpPr>
          <p:nvPr/>
        </p:nvSpPr>
        <p:spPr bwMode="auto">
          <a:xfrm>
            <a:off x="595313" y="247650"/>
            <a:ext cx="2903537" cy="473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anchor="ctr">
            <a:spAutoFit/>
          </a:bodyPr>
          <a:lstStyle/>
          <a:p>
            <a:pPr eaLnBrk="1" hangingPunct="1">
              <a:defRPr/>
            </a:pPr>
            <a:r>
              <a:rPr lang="en-US" altLang="zh-CN" sz="2800" b="1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  <a:ea typeface="黑体" pitchFamily="49" charset="-122"/>
              </a:rPr>
              <a:t>2.</a:t>
            </a:r>
            <a:r>
              <a:rPr lang="en-US" altLang="zh-CN" sz="2800" b="1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黑体" pitchFamily="49" charset="-122"/>
                <a:ea typeface="黑体" pitchFamily="49" charset="-122"/>
              </a:rPr>
              <a:t> </a:t>
            </a:r>
            <a:r>
              <a:rPr lang="zh-CN" altLang="en-US" sz="2800" b="1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黑体" pitchFamily="49" charset="-122"/>
                <a:ea typeface="黑体" pitchFamily="49" charset="-122"/>
              </a:rPr>
              <a:t>起振和稳幅</a:t>
            </a:r>
            <a:endParaRPr lang="zh-CN" altLang="en-US" sz="2800">
              <a:solidFill>
                <a:schemeClr val="accent2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幼圆" pitchFamily="49" charset="-122"/>
              <a:ea typeface="幼圆" pitchFamily="49" charset="-122"/>
            </a:endParaRPr>
          </a:p>
        </p:txBody>
      </p:sp>
      <p:sp>
        <p:nvSpPr>
          <p:cNvPr id="25605" name="Rectangle 5"/>
          <p:cNvSpPr>
            <a:spLocks noChangeArrowheads="1"/>
          </p:cNvSpPr>
          <p:nvPr/>
        </p:nvSpPr>
        <p:spPr bwMode="auto">
          <a:xfrm>
            <a:off x="423863" y="2395538"/>
            <a:ext cx="8337550" cy="89535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algn="just" eaLnBrk="1" hangingPunct="1">
              <a:lnSpc>
                <a:spcPct val="110000"/>
              </a:lnSpc>
              <a:spcBef>
                <a:spcPct val="20000"/>
              </a:spcBef>
              <a:buClr>
                <a:schemeClr val="hlink"/>
              </a:buClr>
              <a:buFont typeface="Wingdings" pitchFamily="2" charset="2"/>
              <a:buNone/>
              <a:defRPr/>
            </a:pPr>
            <a:r>
              <a:rPr lang="en-US" altLang="zh-CN" sz="2400" b="1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     </a:t>
            </a:r>
            <a:r>
              <a:rPr lang="en-US" altLang="zh-CN" sz="2400" b="1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# </a:t>
            </a:r>
            <a:r>
              <a:rPr lang="zh-CN" altLang="en-US" sz="2400" b="1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振荡电路是单口网络，无须输入信号就能起振，起振的信号源来自何处？</a:t>
            </a:r>
          </a:p>
        </p:txBody>
      </p:sp>
      <p:sp>
        <p:nvSpPr>
          <p:cNvPr id="25606" name="Rectangle 6"/>
          <p:cNvSpPr>
            <a:spLocks noChangeArrowheads="1"/>
          </p:cNvSpPr>
          <p:nvPr/>
        </p:nvSpPr>
        <p:spPr bwMode="auto">
          <a:xfrm>
            <a:off x="3192463" y="2817813"/>
            <a:ext cx="5494337" cy="493712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algn="just" eaLnBrk="1" hangingPunct="1">
              <a:lnSpc>
                <a:spcPct val="110000"/>
              </a:lnSpc>
              <a:spcBef>
                <a:spcPct val="20000"/>
              </a:spcBef>
              <a:buClr>
                <a:schemeClr val="hlink"/>
              </a:buClr>
              <a:buFont typeface="Wingdings" pitchFamily="2" charset="2"/>
              <a:buNone/>
              <a:defRPr/>
            </a:pPr>
            <a:r>
              <a:rPr lang="zh-CN" altLang="en-US" sz="2400" b="1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电路器件内部噪声以及电源接通扰动</a:t>
            </a:r>
          </a:p>
        </p:txBody>
      </p:sp>
      <p:sp>
        <p:nvSpPr>
          <p:cNvPr id="25607" name="AutoShape 7"/>
          <p:cNvSpPr>
            <a:spLocks/>
          </p:cNvSpPr>
          <p:nvPr/>
        </p:nvSpPr>
        <p:spPr bwMode="auto">
          <a:xfrm>
            <a:off x="1050925" y="1436688"/>
            <a:ext cx="122238" cy="706437"/>
          </a:xfrm>
          <a:prstGeom prst="leftBrace">
            <a:avLst>
              <a:gd name="adj1" fmla="val 48160"/>
              <a:gd name="adj2" fmla="val 50000"/>
            </a:avLst>
          </a:prstGeom>
          <a:noFill/>
          <a:ln w="158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latin typeface="Verdana" panose="020B0604030504040204" pitchFamily="34" charset="0"/>
            </a:endParaRPr>
          </a:p>
        </p:txBody>
      </p:sp>
      <p:graphicFrame>
        <p:nvGraphicFramePr>
          <p:cNvPr id="25608" name="Object 8"/>
          <p:cNvGraphicFramePr>
            <a:graphicFrameLocks noChangeAspect="1"/>
          </p:cNvGraphicFramePr>
          <p:nvPr/>
        </p:nvGraphicFramePr>
        <p:xfrm>
          <a:off x="1300163" y="1347788"/>
          <a:ext cx="1893887" cy="382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669" name="公式" r:id="rId8" imgW="939392" imgH="190417" progId="Equation.3">
                  <p:embed/>
                </p:oleObj>
              </mc:Choice>
              <mc:Fallback>
                <p:oleObj name="公式" r:id="rId8" imgW="939392" imgH="190417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00163" y="1347788"/>
                        <a:ext cx="1893887" cy="3825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09" name="Object 9"/>
          <p:cNvGraphicFramePr>
            <a:graphicFrameLocks noChangeAspect="1"/>
          </p:cNvGraphicFramePr>
          <p:nvPr/>
        </p:nvGraphicFramePr>
        <p:xfrm>
          <a:off x="1271588" y="1811338"/>
          <a:ext cx="26670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670" name="Equation" r:id="rId10" imgW="1320800" imgH="228600" progId="Equation.3">
                  <p:embed/>
                </p:oleObj>
              </mc:Choice>
              <mc:Fallback>
                <p:oleObj name="Equation" r:id="rId10" imgW="1320800" imgH="228600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71588" y="1811338"/>
                        <a:ext cx="2667000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610" name="Rectangle 10"/>
          <p:cNvSpPr>
            <a:spLocks noChangeArrowheads="1"/>
          </p:cNvSpPr>
          <p:nvPr/>
        </p:nvSpPr>
        <p:spPr bwMode="auto">
          <a:xfrm>
            <a:off x="493713" y="4240213"/>
            <a:ext cx="8229600" cy="968375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algn="just" eaLnBrk="1" hangingPunct="1">
              <a:lnSpc>
                <a:spcPct val="120000"/>
              </a:lnSpc>
              <a:buClr>
                <a:schemeClr val="hlink"/>
              </a:buClr>
              <a:buFont typeface="Wingdings" pitchFamily="2" charset="2"/>
              <a:buNone/>
              <a:defRPr/>
            </a:pPr>
            <a:r>
              <a:rPr lang="en-US" altLang="zh-CN" sz="2400" b="1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楷体_GB2312" pitchFamily="49" charset="-122"/>
                <a:ea typeface="楷体_GB2312" pitchFamily="49" charset="-122"/>
              </a:rPr>
              <a:t>    </a:t>
            </a:r>
            <a:r>
              <a:rPr lang="zh-CN" altLang="en-US" sz="2400" b="1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楷体_GB2312" pitchFamily="49" charset="-122"/>
                <a:ea typeface="楷体_GB2312" pitchFamily="49" charset="-122"/>
              </a:rPr>
              <a:t>当输出信号幅值增加到一定程度时，就要限制它继续增加，否则波形将出现失真。</a:t>
            </a:r>
          </a:p>
        </p:txBody>
      </p:sp>
      <p:sp>
        <p:nvSpPr>
          <p:cNvPr id="25611" name="Rectangle 11"/>
          <p:cNvSpPr>
            <a:spLocks noChangeArrowheads="1"/>
          </p:cNvSpPr>
          <p:nvPr/>
        </p:nvSpPr>
        <p:spPr bwMode="auto">
          <a:xfrm>
            <a:off x="387350" y="3346450"/>
            <a:ext cx="8213725" cy="89535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algn="just" eaLnBrk="1" hangingPunct="1">
              <a:lnSpc>
                <a:spcPct val="110000"/>
              </a:lnSpc>
              <a:spcBef>
                <a:spcPct val="20000"/>
              </a:spcBef>
              <a:buClr>
                <a:schemeClr val="hlink"/>
              </a:buClr>
              <a:buFont typeface="Wingdings" pitchFamily="2" charset="2"/>
              <a:buNone/>
              <a:defRPr/>
            </a:pPr>
            <a:r>
              <a:rPr lang="en-US" altLang="zh-CN" sz="2400" b="1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楷体_GB2312" pitchFamily="49" charset="-122"/>
                <a:ea typeface="楷体_GB2312" pitchFamily="49" charset="-122"/>
              </a:rPr>
              <a:t>    </a:t>
            </a:r>
            <a:r>
              <a:rPr lang="zh-CN" altLang="en-US" sz="2400" b="1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楷体_GB2312" pitchFamily="49" charset="-122"/>
                <a:ea typeface="楷体_GB2312" pitchFamily="49" charset="-122"/>
              </a:rPr>
              <a:t>噪声中，满足相位平衡条件的某一频率</a:t>
            </a:r>
            <a:r>
              <a:rPr lang="en-US" altLang="en-US" sz="2400" b="1" i="1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楷体_GB2312" pitchFamily="49" charset="-122"/>
                <a:ea typeface="楷体_GB2312" pitchFamily="49" charset="-122"/>
                <a:sym typeface="Symbol" pitchFamily="18" charset="2"/>
              </a:rPr>
              <a:t></a:t>
            </a:r>
            <a:r>
              <a:rPr lang="en-US" altLang="zh-CN" sz="2400" b="1" baseline="-2500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楷体_GB2312" pitchFamily="49" charset="-122"/>
                <a:ea typeface="楷体_GB2312" pitchFamily="49" charset="-122"/>
              </a:rPr>
              <a:t>0</a:t>
            </a:r>
            <a:r>
              <a:rPr lang="zh-CN" altLang="en-US" sz="2400" b="1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楷体_GB2312" pitchFamily="49" charset="-122"/>
                <a:ea typeface="楷体_GB2312" pitchFamily="49" charset="-122"/>
              </a:rPr>
              <a:t>的噪声信号被放大，成为振荡电路的输出信号。</a:t>
            </a:r>
          </a:p>
        </p:txBody>
      </p:sp>
      <p:grpSp>
        <p:nvGrpSpPr>
          <p:cNvPr id="2" name="Group 12"/>
          <p:cNvGrpSpPr>
            <a:grpSpLocks/>
          </p:cNvGrpSpPr>
          <p:nvPr/>
        </p:nvGrpSpPr>
        <p:grpSpPr bwMode="auto">
          <a:xfrm>
            <a:off x="490538" y="5205413"/>
            <a:ext cx="8126412" cy="968375"/>
            <a:chOff x="430" y="3436"/>
            <a:chExt cx="5119" cy="610"/>
          </a:xfrm>
        </p:grpSpPr>
        <p:sp>
          <p:nvSpPr>
            <p:cNvPr id="25613" name="Rectangle 13"/>
            <p:cNvSpPr>
              <a:spLocks noChangeArrowheads="1"/>
            </p:cNvSpPr>
            <p:nvPr/>
          </p:nvSpPr>
          <p:spPr bwMode="auto">
            <a:xfrm>
              <a:off x="430" y="3436"/>
              <a:ext cx="5119" cy="610"/>
            </a:xfrm>
            <a:prstGeom prst="rect">
              <a:avLst/>
            </a:prstGeom>
            <a:noFill/>
            <a:ln w="12700" cap="sq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>
              <a:spAutoFit/>
            </a:bodyPr>
            <a:lstStyle/>
            <a:p>
              <a:pPr algn="just" eaLnBrk="1" hangingPunct="1">
                <a:lnSpc>
                  <a:spcPct val="120000"/>
                </a:lnSpc>
                <a:buClr>
                  <a:schemeClr val="hlink"/>
                </a:buClr>
                <a:buFont typeface="Wingdings" pitchFamily="2" charset="2"/>
                <a:buNone/>
                <a:defRPr/>
              </a:pPr>
              <a:r>
                <a:rPr lang="en-US" altLang="zh-CN" sz="2400" b="1">
                  <a:solidFill>
                    <a:srgbClr val="000000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楷体_GB2312" pitchFamily="49" charset="-122"/>
                  <a:ea typeface="楷体_GB2312" pitchFamily="49" charset="-122"/>
                </a:rPr>
                <a:t>    </a:t>
              </a:r>
              <a:r>
                <a:rPr lang="zh-CN" altLang="en-US" sz="2400" b="1">
                  <a:solidFill>
                    <a:srgbClr val="000000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楷体_GB2312" pitchFamily="49" charset="-122"/>
                  <a:ea typeface="楷体_GB2312" pitchFamily="49" charset="-122"/>
                </a:rPr>
                <a:t>稳幅的作用就是，当输出信号幅值增加到一定程度时，使振幅平衡条件从      回到</a:t>
              </a:r>
            </a:p>
          </p:txBody>
        </p:sp>
        <p:graphicFrame>
          <p:nvGraphicFramePr>
            <p:cNvPr id="24591" name="Object 14"/>
            <p:cNvGraphicFramePr>
              <a:graphicFrameLocks noChangeAspect="1"/>
            </p:cNvGraphicFramePr>
            <p:nvPr/>
          </p:nvGraphicFramePr>
          <p:xfrm>
            <a:off x="2048" y="3802"/>
            <a:ext cx="581" cy="19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4671" name="公式" r:id="rId12" imgW="457200" imgH="152400" progId="Equation.3">
                    <p:embed/>
                  </p:oleObj>
                </mc:Choice>
                <mc:Fallback>
                  <p:oleObj name="公式" r:id="rId12" imgW="457200" imgH="152400" progId="Equation.3">
                    <p:embed/>
                    <p:pic>
                      <p:nvPicPr>
                        <p:cNvPr id="0" name="Object 1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048" y="3802"/>
                          <a:ext cx="581" cy="19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4592" name="Object 15"/>
            <p:cNvGraphicFramePr>
              <a:graphicFrameLocks noChangeAspect="1"/>
            </p:cNvGraphicFramePr>
            <p:nvPr/>
          </p:nvGraphicFramePr>
          <p:xfrm>
            <a:off x="3042" y="3805"/>
            <a:ext cx="726" cy="20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4672" name="公式" r:id="rId14" imgW="571252" imgH="165028" progId="Equation.3">
                    <p:embed/>
                  </p:oleObj>
                </mc:Choice>
                <mc:Fallback>
                  <p:oleObj name="公式" r:id="rId14" imgW="571252" imgH="165028" progId="Equation.3">
                    <p:embed/>
                    <p:pic>
                      <p:nvPicPr>
                        <p:cNvPr id="0" name="Object 1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042" y="3805"/>
                          <a:ext cx="726" cy="20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pic>
        <p:nvPicPr>
          <p:cNvPr id="24589" name="Picture 16" descr="未标题-5 拷贝"/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16463" y="115888"/>
            <a:ext cx="3600450" cy="2254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500"/>
                                        <p:tgtEl>
                                          <p:spTgt spid="2560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2" dur="500"/>
                                        <p:tgtEl>
                                          <p:spTgt spid="2560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7" dur="500"/>
                                        <p:tgtEl>
                                          <p:spTgt spid="2560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2" dur="500"/>
                                        <p:tgtEl>
                                          <p:spTgt spid="2560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7" dur="500"/>
                                        <p:tgtEl>
                                          <p:spTgt spid="2560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2" dur="500"/>
                                        <p:tgtEl>
                                          <p:spTgt spid="2560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7" dur="500"/>
                                        <p:tgtEl>
                                          <p:spTgt spid="2561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42" dur="500"/>
                                        <p:tgtEl>
                                          <p:spTgt spid="2561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4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603" grpId="0" autoUpdateAnimBg="0"/>
      <p:bldP spid="25605" grpId="0" autoUpdateAnimBg="0"/>
      <p:bldP spid="25606" grpId="0" autoUpdateAnimBg="0"/>
      <p:bldP spid="25607" grpId="0" animBg="1"/>
      <p:bldP spid="25610" grpId="0" autoUpdateAnimBg="0"/>
      <p:bldP spid="25611" grpId="0" autoUpdateAnimBg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title" sz="quarter"/>
          </p:nvPr>
        </p:nvSpPr>
        <p:spPr>
          <a:xfrm>
            <a:off x="539750" y="908050"/>
            <a:ext cx="8208963" cy="638175"/>
          </a:xfrm>
          <a:noFill/>
        </p:spPr>
        <p:txBody>
          <a:bodyPr/>
          <a:lstStyle/>
          <a:p>
            <a:pPr algn="l"/>
            <a:r>
              <a:rPr lang="en-US" altLang="zh-CN" sz="2800" smtClean="0">
                <a:latin typeface="华文行楷" panose="02010800040101010101" pitchFamily="2" charset="-122"/>
                <a:ea typeface="华文行楷" panose="02010800040101010101" pitchFamily="2" charset="-122"/>
              </a:rPr>
              <a:t> </a:t>
            </a:r>
            <a:r>
              <a:rPr lang="zh-CN" altLang="en-US" sz="2400" b="1" smtClean="0">
                <a:latin typeface="宋体" panose="02010600030101010101" pitchFamily="2" charset="-122"/>
              </a:rPr>
              <a:t>输出电压从幅值很小、含有丰富频率，到仅有一种频率且幅值由小逐渐增大直至稳幅。</a:t>
            </a:r>
            <a:endParaRPr lang="zh-CN" altLang="en-US" sz="2800" b="1" smtClean="0"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pic>
        <p:nvPicPr>
          <p:cNvPr id="82947" name="Picture 3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505" t="24730" r="41411" b="27597"/>
          <a:stretch>
            <a:fillRect/>
          </a:stretch>
        </p:blipFill>
        <p:spPr>
          <a:xfrm>
            <a:off x="1476375" y="1773238"/>
            <a:ext cx="6337300" cy="4752975"/>
          </a:xfrm>
          <a:noFill/>
        </p:spPr>
      </p:pic>
      <p:sp>
        <p:nvSpPr>
          <p:cNvPr id="82954" name="AutoShape 10"/>
          <p:cNvSpPr>
            <a:spLocks/>
          </p:cNvSpPr>
          <p:nvPr/>
        </p:nvSpPr>
        <p:spPr bwMode="auto">
          <a:xfrm>
            <a:off x="2124075" y="2378075"/>
            <a:ext cx="1651000" cy="474663"/>
          </a:xfrm>
          <a:prstGeom prst="borderCallout1">
            <a:avLst>
              <a:gd name="adj1" fmla="val 24079"/>
              <a:gd name="adj2" fmla="val 104616"/>
              <a:gd name="adj3" fmla="val 145486"/>
              <a:gd name="adj4" fmla="val 143944"/>
            </a:avLst>
          </a:prstGeom>
          <a:solidFill>
            <a:srgbClr val="66FFFF"/>
          </a:solidFill>
          <a:ln w="19050">
            <a:solidFill>
              <a:srgbClr val="FF0000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000" b="1">
                <a:latin typeface="Verdana" panose="020B0604030504040204" pitchFamily="34" charset="0"/>
              </a:rPr>
              <a:t>很多种频率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829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829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829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829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829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2954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650" name="Picture 4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396" t="24771" r="41411" b="27928"/>
          <a:stretch>
            <a:fillRect/>
          </a:stretch>
        </p:blipFill>
        <p:spPr>
          <a:xfrm>
            <a:off x="1476375" y="1484313"/>
            <a:ext cx="6034088" cy="4525962"/>
          </a:xfrm>
          <a:noFill/>
        </p:spPr>
      </p:pic>
      <p:sp>
        <p:nvSpPr>
          <p:cNvPr id="119815" name="AutoShape 7"/>
          <p:cNvSpPr>
            <a:spLocks/>
          </p:cNvSpPr>
          <p:nvPr/>
        </p:nvSpPr>
        <p:spPr bwMode="auto">
          <a:xfrm>
            <a:off x="2124075" y="1989138"/>
            <a:ext cx="1579563" cy="690562"/>
          </a:xfrm>
          <a:prstGeom prst="borderCallout1">
            <a:avLst>
              <a:gd name="adj1" fmla="val 16551"/>
              <a:gd name="adj2" fmla="val 104824"/>
              <a:gd name="adj3" fmla="val 107815"/>
              <a:gd name="adj4" fmla="val 153870"/>
            </a:avLst>
          </a:prstGeom>
          <a:solidFill>
            <a:srgbClr val="66FFFF"/>
          </a:solidFill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000" b="1">
                <a:latin typeface="Verdana" panose="020B0604030504040204" pitchFamily="34" charset="0"/>
              </a:rPr>
              <a:t>频率逐渐变为单一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8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198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9815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674" name="Picture 4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431" t="24820" r="41411" b="27567"/>
          <a:stretch>
            <a:fillRect/>
          </a:stretch>
        </p:blipFill>
        <p:spPr>
          <a:xfrm>
            <a:off x="1547813" y="1341438"/>
            <a:ext cx="6034087" cy="4525962"/>
          </a:xfrm>
          <a:noFill/>
        </p:spPr>
      </p:pic>
      <p:sp>
        <p:nvSpPr>
          <p:cNvPr id="120840" name="AutoShape 8"/>
          <p:cNvSpPr>
            <a:spLocks/>
          </p:cNvSpPr>
          <p:nvPr/>
        </p:nvSpPr>
        <p:spPr bwMode="auto">
          <a:xfrm>
            <a:off x="2051050" y="1874838"/>
            <a:ext cx="1939925" cy="474662"/>
          </a:xfrm>
          <a:prstGeom prst="borderCallout1">
            <a:avLst>
              <a:gd name="adj1" fmla="val 24079"/>
              <a:gd name="adj2" fmla="val 103926"/>
              <a:gd name="adj3" fmla="val 130102"/>
              <a:gd name="adj4" fmla="val 126269"/>
            </a:avLst>
          </a:prstGeom>
          <a:solidFill>
            <a:srgbClr val="66FFFF"/>
          </a:solidFill>
          <a:ln w="19050">
            <a:solidFill>
              <a:srgbClr val="FF0000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000" b="1">
                <a:latin typeface="Verdana" panose="020B0604030504040204" pitchFamily="34" charset="0"/>
              </a:rPr>
              <a:t>振幅越来越大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208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0840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698" name="Picture 4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755" t="34172" r="24051" b="17522"/>
          <a:stretch>
            <a:fillRect/>
          </a:stretch>
        </p:blipFill>
        <p:spPr>
          <a:xfrm>
            <a:off x="1547813" y="1341438"/>
            <a:ext cx="6034087" cy="4525962"/>
          </a:xfrm>
          <a:noFill/>
        </p:spPr>
      </p:pic>
      <p:sp>
        <p:nvSpPr>
          <p:cNvPr id="121863" name="AutoShape 7"/>
          <p:cNvSpPr>
            <a:spLocks/>
          </p:cNvSpPr>
          <p:nvPr/>
        </p:nvSpPr>
        <p:spPr bwMode="auto">
          <a:xfrm>
            <a:off x="6232525" y="765175"/>
            <a:ext cx="1435100" cy="422275"/>
          </a:xfrm>
          <a:prstGeom prst="borderCallout1">
            <a:avLst>
              <a:gd name="adj1" fmla="val 27069"/>
              <a:gd name="adj2" fmla="val -5310"/>
              <a:gd name="adj3" fmla="val 221431"/>
              <a:gd name="adj4" fmla="val -60509"/>
            </a:avLst>
          </a:prstGeom>
          <a:solidFill>
            <a:srgbClr val="66FFFF"/>
          </a:solidFill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1800" b="1">
                <a:latin typeface="Verdana" panose="020B0604030504040204" pitchFamily="34" charset="0"/>
              </a:rPr>
              <a:t>趋于稳幅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218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1863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0722" name="Object 2">
            <a:hlinkClick r:id="rId4" action="ppaction://hlinksldjump" highlightClick="1"/>
          </p:cNvPr>
          <p:cNvGraphicFramePr>
            <a:graphicFrameLocks noChangeAspect="1"/>
          </p:cNvGraphicFramePr>
          <p:nvPr/>
        </p:nvGraphicFramePr>
        <p:xfrm>
          <a:off x="228600" y="6324600"/>
          <a:ext cx="9144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44" name="BMP 图象" r:id="rId5" imgW="914384" imgH="380891" progId="Paint.Picture">
                  <p:embed/>
                </p:oleObj>
              </mc:Choice>
              <mc:Fallback>
                <p:oleObj name="BMP 图象" r:id="rId5" imgW="914384" imgH="380891" progId="Paint.Picture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" y="6324600"/>
                        <a:ext cx="9144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628" name="Rectangle 4"/>
          <p:cNvSpPr>
            <a:spLocks noChangeArrowheads="1"/>
          </p:cNvSpPr>
          <p:nvPr/>
        </p:nvSpPr>
        <p:spPr bwMode="auto">
          <a:xfrm>
            <a:off x="263525" y="914400"/>
            <a:ext cx="5110163" cy="493713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algn="just" eaLnBrk="1" fontAlgn="t" hangingPunct="1">
              <a:lnSpc>
                <a:spcPct val="110000"/>
              </a:lnSpc>
              <a:spcBef>
                <a:spcPct val="20000"/>
              </a:spcBef>
              <a:buClr>
                <a:srgbClr val="FF3300"/>
              </a:buClr>
              <a:buFont typeface="Marlett" pitchFamily="2" charset="2"/>
              <a:buChar char="4"/>
              <a:defRPr/>
            </a:pPr>
            <a:r>
              <a:rPr lang="zh-CN" altLang="en-US" sz="2400" b="1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楷体_GB2312" pitchFamily="49" charset="-122"/>
                <a:ea typeface="楷体_GB2312" pitchFamily="49" charset="-122"/>
              </a:rPr>
              <a:t>放大电路（包括负反馈放大电路）</a:t>
            </a:r>
          </a:p>
        </p:txBody>
      </p:sp>
      <p:sp>
        <p:nvSpPr>
          <p:cNvPr id="26629" name="Rectangle 5">
            <a:hlinkClick r:id="rId7" action="ppaction://hlinksldjump"/>
          </p:cNvPr>
          <p:cNvSpPr>
            <a:spLocks noChangeArrowheads="1"/>
          </p:cNvSpPr>
          <p:nvPr/>
        </p:nvSpPr>
        <p:spPr bwMode="auto">
          <a:xfrm>
            <a:off x="630238" y="195263"/>
            <a:ext cx="4875212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anchor="ctr">
            <a:spAutoFit/>
          </a:bodyPr>
          <a:lstStyle/>
          <a:p>
            <a:pPr eaLnBrk="1" hangingPunct="1">
              <a:defRPr/>
            </a:pPr>
            <a:r>
              <a:rPr lang="en-US" altLang="zh-CN" sz="3200" b="1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  <a:ea typeface="黑体" pitchFamily="49" charset="-122"/>
              </a:rPr>
              <a:t>3.</a:t>
            </a:r>
            <a:r>
              <a:rPr lang="en-US" altLang="zh-CN" sz="3200" b="1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黑体" pitchFamily="49" charset="-122"/>
                <a:ea typeface="黑体" pitchFamily="49" charset="-122"/>
              </a:rPr>
              <a:t> </a:t>
            </a:r>
            <a:r>
              <a:rPr lang="zh-CN" altLang="en-US" sz="3200" b="1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黑体" pitchFamily="49" charset="-122"/>
                <a:ea typeface="黑体" pitchFamily="49" charset="-122"/>
              </a:rPr>
              <a:t>振荡电路基本组成部分</a:t>
            </a:r>
            <a:endParaRPr lang="zh-CN" altLang="en-US" sz="3200">
              <a:solidFill>
                <a:schemeClr val="accent2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幼圆" pitchFamily="49" charset="-122"/>
              <a:ea typeface="幼圆" pitchFamily="49" charset="-122"/>
            </a:endParaRPr>
          </a:p>
        </p:txBody>
      </p:sp>
      <p:sp>
        <p:nvSpPr>
          <p:cNvPr id="26630" name="Rectangle 6"/>
          <p:cNvSpPr>
            <a:spLocks noChangeArrowheads="1"/>
          </p:cNvSpPr>
          <p:nvPr/>
        </p:nvSpPr>
        <p:spPr bwMode="auto">
          <a:xfrm>
            <a:off x="263525" y="1484313"/>
            <a:ext cx="4827588" cy="493712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algn="just" eaLnBrk="1" fontAlgn="t" hangingPunct="1">
              <a:lnSpc>
                <a:spcPct val="110000"/>
              </a:lnSpc>
              <a:spcBef>
                <a:spcPct val="20000"/>
              </a:spcBef>
              <a:buClr>
                <a:srgbClr val="FF3300"/>
              </a:buClr>
              <a:buFont typeface="Marlett" pitchFamily="2" charset="2"/>
              <a:buChar char="4"/>
              <a:defRPr/>
            </a:pPr>
            <a:r>
              <a:rPr lang="zh-CN" altLang="en-US" sz="2400" b="1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楷体_GB2312" pitchFamily="49" charset="-122"/>
                <a:ea typeface="楷体_GB2312" pitchFamily="49" charset="-122"/>
              </a:rPr>
              <a:t>反馈网络（构成正反馈的）</a:t>
            </a:r>
          </a:p>
        </p:txBody>
      </p:sp>
      <p:sp>
        <p:nvSpPr>
          <p:cNvPr id="26631" name="Rectangle 7"/>
          <p:cNvSpPr>
            <a:spLocks noChangeArrowheads="1"/>
          </p:cNvSpPr>
          <p:nvPr/>
        </p:nvSpPr>
        <p:spPr bwMode="auto">
          <a:xfrm>
            <a:off x="263525" y="2055813"/>
            <a:ext cx="8653463" cy="968375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algn="just" eaLnBrk="1" fontAlgn="t" hangingPunct="1">
              <a:lnSpc>
                <a:spcPct val="110000"/>
              </a:lnSpc>
              <a:spcBef>
                <a:spcPct val="20000"/>
              </a:spcBef>
              <a:buClr>
                <a:srgbClr val="FF3300"/>
              </a:buClr>
              <a:buFont typeface="Marlett" pitchFamily="2" charset="2"/>
              <a:buChar char="4"/>
              <a:defRPr/>
            </a:pPr>
            <a:r>
              <a:rPr lang="zh-CN" altLang="en-US" sz="2400" b="1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楷体_GB2312" pitchFamily="49" charset="-122"/>
                <a:ea typeface="楷体_GB2312" pitchFamily="49" charset="-122"/>
              </a:rPr>
              <a:t>选频网络（选择满足相位平衡条件的一个频率。经常与反馈</a:t>
            </a:r>
          </a:p>
          <a:p>
            <a:pPr algn="just" eaLnBrk="1" fontAlgn="t" hangingPunct="1">
              <a:lnSpc>
                <a:spcPct val="110000"/>
              </a:lnSpc>
              <a:spcBef>
                <a:spcPct val="20000"/>
              </a:spcBef>
              <a:buClr>
                <a:srgbClr val="FF3300"/>
              </a:buClr>
              <a:buFont typeface="Marlett" pitchFamily="2" charset="2"/>
              <a:buNone/>
              <a:defRPr/>
            </a:pPr>
            <a:r>
              <a:rPr lang="zh-CN" altLang="en-US" sz="2400" b="1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楷体_GB2312" pitchFamily="49" charset="-122"/>
                <a:ea typeface="楷体_GB2312" pitchFamily="49" charset="-122"/>
              </a:rPr>
              <a:t>  网络合二为一。）</a:t>
            </a:r>
          </a:p>
        </p:txBody>
      </p:sp>
      <p:sp>
        <p:nvSpPr>
          <p:cNvPr id="26632" name="Rectangle 8"/>
          <p:cNvSpPr>
            <a:spLocks noChangeArrowheads="1"/>
          </p:cNvSpPr>
          <p:nvPr/>
        </p:nvSpPr>
        <p:spPr bwMode="auto">
          <a:xfrm>
            <a:off x="263525" y="3101975"/>
            <a:ext cx="1724025" cy="493713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algn="just" eaLnBrk="1" fontAlgn="t" hangingPunct="1">
              <a:lnSpc>
                <a:spcPct val="110000"/>
              </a:lnSpc>
              <a:spcBef>
                <a:spcPct val="20000"/>
              </a:spcBef>
              <a:buClr>
                <a:srgbClr val="FF3300"/>
              </a:buClr>
              <a:buFont typeface="Marlett" pitchFamily="2" charset="2"/>
              <a:buChar char="4"/>
              <a:defRPr/>
            </a:pPr>
            <a:r>
              <a:rPr lang="zh-CN" altLang="en-US" sz="2400" b="1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楷体_GB2312" pitchFamily="49" charset="-122"/>
                <a:ea typeface="楷体_GB2312" pitchFamily="49" charset="-122"/>
              </a:rPr>
              <a:t>稳幅环节</a:t>
            </a:r>
          </a:p>
        </p:txBody>
      </p:sp>
      <p:pic>
        <p:nvPicPr>
          <p:cNvPr id="30728" name="Picture 9" descr="未标题-5 拷贝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03800" y="2781300"/>
            <a:ext cx="3600450" cy="2254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662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663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663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663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628" grpId="0" autoUpdateAnimBg="0"/>
      <p:bldP spid="26630" grpId="0" autoUpdateAnimBg="0"/>
      <p:bldP spid="26631" grpId="0" autoUpdateAnimBg="0"/>
      <p:bldP spid="26632" grpId="0" autoUpdateAnimBg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1" name="Text Box 3"/>
          <p:cNvSpPr txBox="1">
            <a:spLocks noChangeArrowheads="1"/>
          </p:cNvSpPr>
          <p:nvPr/>
        </p:nvSpPr>
        <p:spPr bwMode="auto">
          <a:xfrm>
            <a:off x="762000" y="2209800"/>
            <a:ext cx="7772400" cy="2143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solidFill>
                  <a:schemeClr val="tx2"/>
                </a:solidFill>
                <a:latin typeface="Times New Roman" panose="02020603050405020304" pitchFamily="18" charset="0"/>
              </a:rPr>
              <a:t>常用选频网络所用元件分类。</a:t>
            </a:r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kumimoji="1" lang="en-US" altLang="zh-CN" sz="2800" b="1">
                <a:solidFill>
                  <a:schemeClr val="tx2"/>
                </a:solidFill>
                <a:latin typeface="Times New Roman" panose="02020603050405020304" pitchFamily="18" charset="0"/>
              </a:rPr>
              <a:t>1) </a:t>
            </a:r>
            <a:r>
              <a:rPr kumimoji="1" lang="en-US" altLang="zh-CN" sz="2800" b="1" i="1">
                <a:solidFill>
                  <a:schemeClr val="tx2"/>
                </a:solidFill>
                <a:latin typeface="Times New Roman" panose="02020603050405020304" pitchFamily="18" charset="0"/>
              </a:rPr>
              <a:t>RC</a:t>
            </a:r>
            <a:r>
              <a:rPr kumimoji="1" lang="zh-CN" altLang="zh-CN" sz="2800" b="1">
                <a:solidFill>
                  <a:schemeClr val="tx2"/>
                </a:solidFill>
                <a:latin typeface="Times New Roman" panose="02020603050405020304" pitchFamily="18" charset="0"/>
              </a:rPr>
              <a:t>正弦波振荡电路：</a:t>
            </a:r>
            <a:r>
              <a:rPr kumimoji="1" lang="en-US" altLang="zh-CN" sz="2800" b="1">
                <a:solidFill>
                  <a:schemeClr val="tx2"/>
                </a:solidFill>
                <a:latin typeface="Times New Roman" panose="02020603050405020304" pitchFamily="18" charset="0"/>
              </a:rPr>
              <a:t>1</a:t>
            </a:r>
            <a:r>
              <a:rPr kumimoji="1" lang="zh-CN" altLang="en-US" sz="2800" b="1">
                <a:solidFill>
                  <a:schemeClr val="tx2"/>
                </a:solidFill>
                <a:latin typeface="Times New Roman" panose="02020603050405020304" pitchFamily="18" charset="0"/>
              </a:rPr>
              <a:t>兆赫</a:t>
            </a:r>
            <a:r>
              <a:rPr kumimoji="1" lang="zh-CN" altLang="zh-CN" sz="2800" b="1">
                <a:solidFill>
                  <a:schemeClr val="tx2"/>
                </a:solidFill>
                <a:latin typeface="Times New Roman" panose="02020603050405020304" pitchFamily="18" charset="0"/>
              </a:rPr>
              <a:t>以下</a:t>
            </a:r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kumimoji="1" lang="zh-CN" altLang="zh-CN" sz="2800" b="1">
                <a:solidFill>
                  <a:schemeClr val="tx2"/>
                </a:solidFill>
                <a:latin typeface="Times New Roman" panose="02020603050405020304" pitchFamily="18" charset="0"/>
              </a:rPr>
              <a:t>2) </a:t>
            </a:r>
            <a:r>
              <a:rPr kumimoji="1" lang="en-US" altLang="zh-CN" sz="2800" b="1" i="1">
                <a:solidFill>
                  <a:schemeClr val="tx2"/>
                </a:solidFill>
                <a:latin typeface="Times New Roman" panose="02020603050405020304" pitchFamily="18" charset="0"/>
              </a:rPr>
              <a:t>LC</a:t>
            </a:r>
            <a:r>
              <a:rPr kumimoji="1" lang="zh-CN" altLang="zh-CN" sz="2800" b="1">
                <a:solidFill>
                  <a:schemeClr val="tx2"/>
                </a:solidFill>
                <a:latin typeface="Times New Roman" panose="02020603050405020304" pitchFamily="18" charset="0"/>
              </a:rPr>
              <a:t>正弦波振荡电路：几百</a:t>
            </a:r>
            <a:r>
              <a:rPr kumimoji="1" lang="zh-CN" altLang="en-US" sz="2800" b="1">
                <a:solidFill>
                  <a:schemeClr val="tx2"/>
                </a:solidFill>
                <a:latin typeface="Times New Roman" panose="02020603050405020304" pitchFamily="18" charset="0"/>
              </a:rPr>
              <a:t>千赫～</a:t>
            </a:r>
            <a:r>
              <a:rPr kumimoji="1" lang="zh-CN" altLang="zh-CN" sz="2800" b="1">
                <a:solidFill>
                  <a:schemeClr val="tx2"/>
                </a:solidFill>
                <a:latin typeface="Times New Roman" panose="02020603050405020304" pitchFamily="18" charset="0"/>
              </a:rPr>
              <a:t>几百</a:t>
            </a:r>
            <a:r>
              <a:rPr kumimoji="1" lang="zh-CN" altLang="en-US" sz="2800" b="1">
                <a:solidFill>
                  <a:schemeClr val="tx2"/>
                </a:solidFill>
                <a:latin typeface="Times New Roman" panose="02020603050405020304" pitchFamily="18" charset="0"/>
              </a:rPr>
              <a:t>兆赫</a:t>
            </a:r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kumimoji="1" lang="en-US" altLang="zh-CN" sz="2800" b="1">
                <a:solidFill>
                  <a:schemeClr val="tx2"/>
                </a:solidFill>
                <a:latin typeface="Times New Roman" panose="02020603050405020304" pitchFamily="18" charset="0"/>
              </a:rPr>
              <a:t>3) </a:t>
            </a:r>
            <a:r>
              <a:rPr kumimoji="1" lang="zh-CN" altLang="zh-CN" sz="2800" b="1">
                <a:solidFill>
                  <a:schemeClr val="tx2"/>
                </a:solidFill>
                <a:latin typeface="Times New Roman" panose="02020603050405020304" pitchFamily="18" charset="0"/>
              </a:rPr>
              <a:t>石英晶体正弦波振荡电路：振荡频率稳定</a:t>
            </a:r>
            <a:endParaRPr kumimoji="1" lang="zh-CN" altLang="en-US" sz="2800" b="1">
              <a:solidFill>
                <a:schemeClr val="tx2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0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90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0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90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0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890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0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890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9091" grpId="0" build="p" autoUpdateAnimBg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2770" name="Object 2">
            <a:hlinkClick r:id="rId3" action="ppaction://hlinkpres?slideindex=1&amp;slidetitle=" highlightClick="1"/>
          </p:cNvPr>
          <p:cNvGraphicFramePr>
            <a:graphicFrameLocks noChangeAspect="1"/>
          </p:cNvGraphicFramePr>
          <p:nvPr/>
        </p:nvGraphicFramePr>
        <p:xfrm>
          <a:off x="228600" y="6324600"/>
          <a:ext cx="9144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792" name="BMP 图象" r:id="rId4" imgW="914384" imgH="380891" progId="Paint.Picture">
                  <p:embed/>
                </p:oleObj>
              </mc:Choice>
              <mc:Fallback>
                <p:oleObj name="BMP 图象" r:id="rId4" imgW="914384" imgH="380891" progId="Paint.Picture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" y="6324600"/>
                        <a:ext cx="9144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651" name="Rectangle 3"/>
          <p:cNvSpPr>
            <a:spLocks noChangeArrowheads="1"/>
          </p:cNvSpPr>
          <p:nvPr/>
        </p:nvSpPr>
        <p:spPr bwMode="auto">
          <a:xfrm>
            <a:off x="738188" y="849313"/>
            <a:ext cx="7515225" cy="695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5" tIns="46038" rIns="92075" bIns="46038" anchor="ctr">
            <a:spAutoFit/>
          </a:bodyPr>
          <a:lstStyle/>
          <a:p>
            <a:pPr algn="ctr" eaLnBrk="1" hangingPunct="1">
              <a:lnSpc>
                <a:spcPct val="90000"/>
              </a:lnSpc>
              <a:defRPr/>
            </a:pPr>
            <a:r>
              <a:rPr lang="en-US" altLang="zh-CN" sz="4400" b="1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  <a:ea typeface="黑体" pitchFamily="49" charset="-122"/>
              </a:rPr>
              <a:t>9.6  </a:t>
            </a:r>
            <a:r>
              <a:rPr lang="en-US" altLang="zh-CN" sz="4400" b="1" i="1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  <a:ea typeface="黑体" pitchFamily="49" charset="-122"/>
              </a:rPr>
              <a:t>RC</a:t>
            </a:r>
            <a:r>
              <a:rPr lang="zh-CN" altLang="en-US" sz="4400" b="1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  <a:ea typeface="黑体" pitchFamily="49" charset="-122"/>
              </a:rPr>
              <a:t>正弦波振荡电路</a:t>
            </a:r>
          </a:p>
        </p:txBody>
      </p:sp>
      <p:sp>
        <p:nvSpPr>
          <p:cNvPr id="32772" name="Line 4"/>
          <p:cNvSpPr>
            <a:spLocks noChangeShapeType="1"/>
          </p:cNvSpPr>
          <p:nvPr/>
        </p:nvSpPr>
        <p:spPr bwMode="auto">
          <a:xfrm flipV="1">
            <a:off x="765175" y="1736725"/>
            <a:ext cx="7435850" cy="0"/>
          </a:xfrm>
          <a:prstGeom prst="line">
            <a:avLst/>
          </a:prstGeom>
          <a:noFill/>
          <a:ln w="76200" cap="sq" cmpd="tri">
            <a:solidFill>
              <a:srgbClr val="FF00FF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7653" name="Rectangle 5">
            <a:hlinkClick r:id="rId6" action="ppaction://hlinksldjump"/>
          </p:cNvPr>
          <p:cNvSpPr>
            <a:spLocks noChangeArrowheads="1"/>
          </p:cNvSpPr>
          <p:nvPr/>
        </p:nvSpPr>
        <p:spPr bwMode="auto">
          <a:xfrm>
            <a:off x="1390650" y="2051050"/>
            <a:ext cx="3644900" cy="5953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anchor="ctr">
            <a:spAutoFit/>
          </a:bodyPr>
          <a:lstStyle/>
          <a:p>
            <a:pPr eaLnBrk="1" hangingPunct="1">
              <a:defRPr/>
            </a:pPr>
            <a:r>
              <a:rPr lang="en-US" altLang="zh-CN" sz="3600" b="1">
                <a:solidFill>
                  <a:srgbClr val="000066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  <a:ea typeface="黑体" pitchFamily="49" charset="-122"/>
              </a:rPr>
              <a:t>1.</a:t>
            </a:r>
            <a:r>
              <a:rPr lang="en-US" altLang="zh-CN" sz="3600" b="1">
                <a:solidFill>
                  <a:srgbClr val="000066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黑体" pitchFamily="49" charset="-122"/>
                <a:ea typeface="黑体" pitchFamily="49" charset="-122"/>
              </a:rPr>
              <a:t> </a:t>
            </a:r>
            <a:r>
              <a:rPr lang="zh-CN" altLang="en-US" sz="3600" b="1">
                <a:solidFill>
                  <a:srgbClr val="000066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黑体" pitchFamily="49" charset="-122"/>
                <a:ea typeface="黑体" pitchFamily="49" charset="-122"/>
              </a:rPr>
              <a:t>电路组成</a:t>
            </a:r>
            <a:endParaRPr lang="zh-CN" altLang="en-US" sz="3600">
              <a:solidFill>
                <a:srgbClr val="000066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幼圆" pitchFamily="49" charset="-122"/>
              <a:ea typeface="幼圆" pitchFamily="49" charset="-122"/>
            </a:endParaRPr>
          </a:p>
        </p:txBody>
      </p:sp>
      <p:sp>
        <p:nvSpPr>
          <p:cNvPr id="27654" name="Rectangle 6">
            <a:hlinkClick r:id="rId7" action="ppaction://hlinksldjump"/>
          </p:cNvPr>
          <p:cNvSpPr>
            <a:spLocks noChangeArrowheads="1"/>
          </p:cNvSpPr>
          <p:nvPr/>
        </p:nvSpPr>
        <p:spPr bwMode="auto">
          <a:xfrm>
            <a:off x="1390650" y="2817813"/>
            <a:ext cx="7102475" cy="5953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anchor="ctr">
            <a:spAutoFit/>
          </a:bodyPr>
          <a:lstStyle/>
          <a:p>
            <a:pPr eaLnBrk="1" hangingPunct="1">
              <a:defRPr/>
            </a:pPr>
            <a:r>
              <a:rPr lang="en-US" altLang="zh-CN" sz="3600" b="1">
                <a:solidFill>
                  <a:srgbClr val="000066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  <a:ea typeface="黑体" pitchFamily="49" charset="-122"/>
              </a:rPr>
              <a:t>2.</a:t>
            </a:r>
            <a:r>
              <a:rPr lang="en-US" altLang="zh-CN" sz="3600" b="1">
                <a:solidFill>
                  <a:srgbClr val="000066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黑体" pitchFamily="49" charset="-122"/>
                <a:ea typeface="黑体" pitchFamily="49" charset="-122"/>
              </a:rPr>
              <a:t> </a:t>
            </a:r>
            <a:r>
              <a:rPr lang="en-US" altLang="zh-CN" sz="3600" b="1" i="1">
                <a:solidFill>
                  <a:srgbClr val="000066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  <a:ea typeface="黑体" pitchFamily="49" charset="-122"/>
              </a:rPr>
              <a:t>RC</a:t>
            </a:r>
            <a:r>
              <a:rPr lang="zh-CN" altLang="en-US" sz="3600" b="1">
                <a:solidFill>
                  <a:srgbClr val="000066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黑体" pitchFamily="49" charset="-122"/>
                <a:ea typeface="黑体" pitchFamily="49" charset="-122"/>
              </a:rPr>
              <a:t>串并联选频网络的选频特性</a:t>
            </a:r>
            <a:endParaRPr lang="zh-CN" altLang="en-US" sz="3600">
              <a:solidFill>
                <a:srgbClr val="000066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幼圆" pitchFamily="49" charset="-122"/>
              <a:ea typeface="幼圆" pitchFamily="49" charset="-122"/>
            </a:endParaRPr>
          </a:p>
        </p:txBody>
      </p:sp>
      <p:sp>
        <p:nvSpPr>
          <p:cNvPr id="27655" name="Rectangle 7">
            <a:hlinkClick r:id="rId8" action="ppaction://hlinksldjump"/>
          </p:cNvPr>
          <p:cNvSpPr>
            <a:spLocks noChangeArrowheads="1"/>
          </p:cNvSpPr>
          <p:nvPr/>
        </p:nvSpPr>
        <p:spPr bwMode="auto">
          <a:xfrm>
            <a:off x="1390650" y="3586163"/>
            <a:ext cx="6134100" cy="5953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anchor="ctr">
            <a:spAutoFit/>
          </a:bodyPr>
          <a:lstStyle/>
          <a:p>
            <a:pPr eaLnBrk="1" hangingPunct="1">
              <a:defRPr/>
            </a:pPr>
            <a:r>
              <a:rPr lang="en-US" altLang="zh-CN" sz="3600" b="1">
                <a:solidFill>
                  <a:srgbClr val="000066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  <a:ea typeface="黑体" pitchFamily="49" charset="-122"/>
              </a:rPr>
              <a:t>3.</a:t>
            </a:r>
            <a:r>
              <a:rPr lang="en-US" altLang="zh-CN" sz="3600" b="1">
                <a:solidFill>
                  <a:srgbClr val="000066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黑体" pitchFamily="49" charset="-122"/>
                <a:ea typeface="黑体" pitchFamily="49" charset="-122"/>
              </a:rPr>
              <a:t> </a:t>
            </a:r>
            <a:r>
              <a:rPr lang="zh-CN" altLang="en-US" sz="3600" b="1">
                <a:solidFill>
                  <a:srgbClr val="000066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黑体" pitchFamily="49" charset="-122"/>
                <a:ea typeface="黑体" pitchFamily="49" charset="-122"/>
              </a:rPr>
              <a:t>振荡电路工作原理</a:t>
            </a:r>
            <a:endParaRPr lang="zh-CN" altLang="en-US" sz="3600">
              <a:solidFill>
                <a:srgbClr val="000066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幼圆" pitchFamily="49" charset="-122"/>
              <a:ea typeface="幼圆" pitchFamily="49" charset="-122"/>
            </a:endParaRPr>
          </a:p>
        </p:txBody>
      </p:sp>
      <p:sp>
        <p:nvSpPr>
          <p:cNvPr id="27656" name="Rectangle 8">
            <a:hlinkClick r:id="rId9" action="ppaction://hlinksldjump"/>
          </p:cNvPr>
          <p:cNvSpPr>
            <a:spLocks noChangeArrowheads="1"/>
          </p:cNvSpPr>
          <p:nvPr/>
        </p:nvSpPr>
        <p:spPr bwMode="auto">
          <a:xfrm>
            <a:off x="1390650" y="4362450"/>
            <a:ext cx="3363913" cy="5953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anchor="ctr">
            <a:spAutoFit/>
          </a:bodyPr>
          <a:lstStyle/>
          <a:p>
            <a:pPr eaLnBrk="1" hangingPunct="1">
              <a:defRPr/>
            </a:pPr>
            <a:r>
              <a:rPr lang="en-US" altLang="zh-CN" sz="3600" b="1">
                <a:solidFill>
                  <a:srgbClr val="000066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  <a:ea typeface="黑体" pitchFamily="49" charset="-122"/>
              </a:rPr>
              <a:t>4.</a:t>
            </a:r>
            <a:r>
              <a:rPr lang="en-US" altLang="zh-CN" sz="3600" b="1">
                <a:solidFill>
                  <a:srgbClr val="000066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黑体" pitchFamily="49" charset="-122"/>
                <a:ea typeface="黑体" pitchFamily="49" charset="-122"/>
              </a:rPr>
              <a:t> </a:t>
            </a:r>
            <a:r>
              <a:rPr lang="zh-CN" altLang="en-US" sz="3600" b="1">
                <a:solidFill>
                  <a:srgbClr val="000066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黑体" pitchFamily="49" charset="-122"/>
                <a:ea typeface="黑体" pitchFamily="49" charset="-122"/>
              </a:rPr>
              <a:t>稳幅措施</a:t>
            </a:r>
            <a:endParaRPr lang="zh-CN" altLang="en-US" sz="3600">
              <a:solidFill>
                <a:srgbClr val="000066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幼圆" pitchFamily="49" charset="-122"/>
              <a:ea typeface="幼圆" pitchFamily="49" charset="-122"/>
            </a:endParaRPr>
          </a:p>
        </p:txBody>
      </p:sp>
    </p:spTree>
  </p:cSld>
  <p:clrMapOvr>
    <a:masterClrMapping/>
  </p:clrMapOvr>
  <p:transition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3794" name="Object 2">
            <a:hlinkClick r:id="rId4" action="ppaction://hlinksldjump" highlightClick="1"/>
          </p:cNvPr>
          <p:cNvGraphicFramePr>
            <a:graphicFrameLocks noChangeAspect="1"/>
          </p:cNvGraphicFramePr>
          <p:nvPr/>
        </p:nvGraphicFramePr>
        <p:xfrm>
          <a:off x="228600" y="6324600"/>
          <a:ext cx="9144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815" name="BMP 图象" r:id="rId5" imgW="914384" imgH="380891" progId="Paint.Picture">
                  <p:embed/>
                </p:oleObj>
              </mc:Choice>
              <mc:Fallback>
                <p:oleObj name="BMP 图象" r:id="rId5" imgW="914384" imgH="380891" progId="Paint.Picture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" y="6324600"/>
                        <a:ext cx="9144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3795" name="Line 3"/>
          <p:cNvSpPr>
            <a:spLocks noChangeShapeType="1"/>
          </p:cNvSpPr>
          <p:nvPr/>
        </p:nvSpPr>
        <p:spPr bwMode="auto">
          <a:xfrm>
            <a:off x="574675" y="762000"/>
            <a:ext cx="2325688" cy="0"/>
          </a:xfrm>
          <a:prstGeom prst="line">
            <a:avLst/>
          </a:prstGeom>
          <a:noFill/>
          <a:ln w="76200" cap="sq" cmpd="tri">
            <a:solidFill>
              <a:srgbClr val="FF00FF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8676" name="Rectangle 4">
            <a:hlinkClick r:id="rId7" action="ppaction://hlinksldjump"/>
          </p:cNvPr>
          <p:cNvSpPr>
            <a:spLocks noChangeArrowheads="1"/>
          </p:cNvSpPr>
          <p:nvPr/>
        </p:nvSpPr>
        <p:spPr bwMode="auto">
          <a:xfrm>
            <a:off x="595313" y="195263"/>
            <a:ext cx="2709862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anchor="ctr">
            <a:spAutoFit/>
          </a:bodyPr>
          <a:lstStyle/>
          <a:p>
            <a:pPr eaLnBrk="1" hangingPunct="1">
              <a:defRPr/>
            </a:pPr>
            <a:r>
              <a:rPr lang="en-US" altLang="zh-CN" sz="3200" b="1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  <a:ea typeface="黑体" pitchFamily="49" charset="-122"/>
              </a:rPr>
              <a:t>1.</a:t>
            </a:r>
            <a:r>
              <a:rPr lang="en-US" altLang="zh-CN" sz="3200" b="1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黑体" pitchFamily="49" charset="-122"/>
                <a:ea typeface="黑体" pitchFamily="49" charset="-122"/>
              </a:rPr>
              <a:t> </a:t>
            </a:r>
            <a:r>
              <a:rPr lang="zh-CN" altLang="en-US" sz="3200" b="1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黑体" pitchFamily="49" charset="-122"/>
                <a:ea typeface="黑体" pitchFamily="49" charset="-122"/>
              </a:rPr>
              <a:t>电路组成</a:t>
            </a:r>
            <a:endParaRPr lang="zh-CN" altLang="en-US" sz="3600" b="1">
              <a:solidFill>
                <a:schemeClr val="accent2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28677" name="Rectangle 5"/>
          <p:cNvSpPr>
            <a:spLocks noChangeArrowheads="1"/>
          </p:cNvSpPr>
          <p:nvPr/>
        </p:nvSpPr>
        <p:spPr bwMode="auto">
          <a:xfrm>
            <a:off x="304800" y="1828800"/>
            <a:ext cx="2667000" cy="89535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algn="just" eaLnBrk="1" hangingPunct="1">
              <a:lnSpc>
                <a:spcPct val="110000"/>
              </a:lnSpc>
              <a:spcBef>
                <a:spcPct val="20000"/>
              </a:spcBef>
              <a:buClr>
                <a:schemeClr val="hlink"/>
              </a:buClr>
              <a:buFont typeface="Wingdings" pitchFamily="2" charset="2"/>
              <a:buNone/>
              <a:defRPr/>
            </a:pPr>
            <a:r>
              <a:rPr lang="zh-CN" altLang="en-US" sz="2400" b="1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反馈网络兼做选频网络</a:t>
            </a:r>
          </a:p>
        </p:txBody>
      </p:sp>
      <p:sp>
        <p:nvSpPr>
          <p:cNvPr id="33798" name="Rectangle 6"/>
          <p:cNvSpPr>
            <a:spLocks noChangeArrowheads="1"/>
          </p:cNvSpPr>
          <p:nvPr/>
        </p:nvSpPr>
        <p:spPr bwMode="auto">
          <a:xfrm>
            <a:off x="457200" y="990600"/>
            <a:ext cx="3429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400" b="1" i="1">
                <a:latin typeface="Times New Roman" panose="02020603050405020304" pitchFamily="18" charset="0"/>
                <a:ea typeface="楷体_GB2312" pitchFamily="49" charset="-122"/>
              </a:rPr>
              <a:t>RC</a:t>
            </a:r>
            <a:r>
              <a:rPr kumimoji="1" lang="zh-CN" altLang="en-US" sz="2400" b="1">
                <a:latin typeface="Times New Roman" panose="02020603050405020304" pitchFamily="18" charset="0"/>
                <a:ea typeface="楷体_GB2312" pitchFamily="49" charset="-122"/>
              </a:rPr>
              <a:t>桥式振荡电路</a:t>
            </a:r>
          </a:p>
        </p:txBody>
      </p:sp>
      <p:pic>
        <p:nvPicPr>
          <p:cNvPr id="33799" name="Picture 7" descr="未标题-2 拷贝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32138" y="898525"/>
            <a:ext cx="5819775" cy="4259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867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677" grpId="0" autoUpdateAnimBg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4818" name="Object 2">
            <a:hlinkClick r:id="rId4" action="ppaction://hlinksldjump" highlightClick="1"/>
          </p:cNvPr>
          <p:cNvGraphicFramePr>
            <a:graphicFrameLocks noChangeAspect="1"/>
          </p:cNvGraphicFramePr>
          <p:nvPr/>
        </p:nvGraphicFramePr>
        <p:xfrm>
          <a:off x="228600" y="6324600"/>
          <a:ext cx="9144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971" name="BMP 图象" r:id="rId5" imgW="914384" imgH="380891" progId="Paint.Picture">
                  <p:embed/>
                </p:oleObj>
              </mc:Choice>
              <mc:Fallback>
                <p:oleObj name="BMP 图象" r:id="rId5" imgW="914384" imgH="380891" progId="Paint.Picture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" y="6324600"/>
                        <a:ext cx="9144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4819" name="Line 3"/>
          <p:cNvSpPr>
            <a:spLocks noChangeShapeType="1"/>
          </p:cNvSpPr>
          <p:nvPr/>
        </p:nvSpPr>
        <p:spPr bwMode="auto">
          <a:xfrm>
            <a:off x="487363" y="762000"/>
            <a:ext cx="6242050" cy="0"/>
          </a:xfrm>
          <a:prstGeom prst="line">
            <a:avLst/>
          </a:prstGeom>
          <a:noFill/>
          <a:ln w="76200" cap="sq" cmpd="tri">
            <a:solidFill>
              <a:srgbClr val="FF00FF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9700" name="Rectangle 4"/>
          <p:cNvSpPr>
            <a:spLocks noChangeArrowheads="1"/>
          </p:cNvSpPr>
          <p:nvPr/>
        </p:nvSpPr>
        <p:spPr bwMode="auto">
          <a:xfrm>
            <a:off x="350838" y="838200"/>
            <a:ext cx="1809750" cy="493713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algn="just" eaLnBrk="1" hangingPunct="1">
              <a:lnSpc>
                <a:spcPct val="110000"/>
              </a:lnSpc>
              <a:spcBef>
                <a:spcPct val="20000"/>
              </a:spcBef>
              <a:buClr>
                <a:schemeClr val="hlink"/>
              </a:buClr>
              <a:buFont typeface="Wingdings" pitchFamily="2" charset="2"/>
              <a:buNone/>
              <a:defRPr/>
            </a:pPr>
            <a:r>
              <a:rPr lang="zh-CN" altLang="en-US" sz="2400" b="1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反馈系数</a:t>
            </a:r>
          </a:p>
        </p:txBody>
      </p:sp>
      <p:sp>
        <p:nvSpPr>
          <p:cNvPr id="29701" name="Rectangle 5">
            <a:hlinkClick r:id="rId7" action="ppaction://hlinksldjump"/>
          </p:cNvPr>
          <p:cNvSpPr>
            <a:spLocks noChangeArrowheads="1"/>
          </p:cNvSpPr>
          <p:nvPr/>
        </p:nvSpPr>
        <p:spPr bwMode="auto">
          <a:xfrm>
            <a:off x="595313" y="195263"/>
            <a:ext cx="7119937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anchor="ctr">
            <a:spAutoFit/>
          </a:bodyPr>
          <a:lstStyle/>
          <a:p>
            <a:pPr eaLnBrk="1" hangingPunct="1">
              <a:defRPr/>
            </a:pPr>
            <a:r>
              <a:rPr lang="en-US" altLang="zh-CN" sz="3200" b="1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  <a:ea typeface="黑体" pitchFamily="49" charset="-122"/>
              </a:rPr>
              <a:t>2.</a:t>
            </a:r>
            <a:r>
              <a:rPr lang="en-US" altLang="zh-CN" sz="3200" b="1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黑体" pitchFamily="49" charset="-122"/>
                <a:ea typeface="黑体" pitchFamily="49" charset="-122"/>
              </a:rPr>
              <a:t> </a:t>
            </a:r>
            <a:r>
              <a:rPr lang="en-US" altLang="zh-CN" sz="3200" b="1" i="1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  <a:ea typeface="黑体" pitchFamily="49" charset="-122"/>
              </a:rPr>
              <a:t>RC</a:t>
            </a:r>
            <a:r>
              <a:rPr lang="zh-CN" altLang="en-US" sz="3200" b="1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黑体" pitchFamily="49" charset="-122"/>
                <a:ea typeface="黑体" pitchFamily="49" charset="-122"/>
              </a:rPr>
              <a:t>串并联选频网络的选频特性</a:t>
            </a:r>
            <a:endParaRPr lang="zh-CN" altLang="en-US" sz="3600" b="1">
              <a:solidFill>
                <a:schemeClr val="accent2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黑体" pitchFamily="49" charset="-122"/>
              <a:ea typeface="黑体" pitchFamily="49" charset="-122"/>
            </a:endParaRPr>
          </a:p>
        </p:txBody>
      </p:sp>
      <p:graphicFrame>
        <p:nvGraphicFramePr>
          <p:cNvPr id="29702" name="Object 6"/>
          <p:cNvGraphicFramePr>
            <a:graphicFrameLocks noChangeAspect="1"/>
          </p:cNvGraphicFramePr>
          <p:nvPr/>
        </p:nvGraphicFramePr>
        <p:xfrm>
          <a:off x="630238" y="1384300"/>
          <a:ext cx="1689100" cy="812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972" name="公式" r:id="rId8" imgW="837836" imgH="406224" progId="Equation.3">
                  <p:embed/>
                </p:oleObj>
              </mc:Choice>
              <mc:Fallback>
                <p:oleObj name="公式" r:id="rId8" imgW="837836" imgH="406224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0238" y="1384300"/>
                        <a:ext cx="1689100" cy="812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703" name="Rectangle 7"/>
          <p:cNvSpPr>
            <a:spLocks noChangeArrowheads="1"/>
          </p:cNvSpPr>
          <p:nvPr/>
        </p:nvSpPr>
        <p:spPr bwMode="auto">
          <a:xfrm>
            <a:off x="954088" y="3922713"/>
            <a:ext cx="1825625" cy="530225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algn="just" eaLnBrk="1" hangingPunct="1">
              <a:lnSpc>
                <a:spcPct val="120000"/>
              </a:lnSpc>
              <a:buClr>
                <a:schemeClr val="hlink"/>
              </a:buClr>
              <a:buFont typeface="Wingdings" pitchFamily="2" charset="2"/>
              <a:buNone/>
              <a:defRPr/>
            </a:pPr>
            <a:r>
              <a:rPr lang="zh-CN" altLang="en-US" sz="2400" b="1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幅频响应</a:t>
            </a:r>
          </a:p>
        </p:txBody>
      </p:sp>
      <p:sp>
        <p:nvSpPr>
          <p:cNvPr id="29704" name="Rectangle 8"/>
          <p:cNvSpPr>
            <a:spLocks noChangeArrowheads="1"/>
          </p:cNvSpPr>
          <p:nvPr/>
        </p:nvSpPr>
        <p:spPr bwMode="auto">
          <a:xfrm>
            <a:off x="666750" y="2252663"/>
            <a:ext cx="698500" cy="493712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algn="just" eaLnBrk="1" hangingPunct="1">
              <a:lnSpc>
                <a:spcPct val="110000"/>
              </a:lnSpc>
              <a:spcBef>
                <a:spcPct val="20000"/>
              </a:spcBef>
              <a:buClr>
                <a:schemeClr val="hlink"/>
              </a:buClr>
              <a:buFont typeface="Wingdings" pitchFamily="2" charset="2"/>
              <a:buNone/>
              <a:defRPr/>
            </a:pPr>
            <a:r>
              <a:rPr lang="zh-CN" altLang="en-US" sz="2400" b="1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又</a:t>
            </a:r>
          </a:p>
        </p:txBody>
      </p:sp>
      <p:graphicFrame>
        <p:nvGraphicFramePr>
          <p:cNvPr id="29705" name="Object 9"/>
          <p:cNvGraphicFramePr>
            <a:graphicFrameLocks noChangeAspect="1"/>
          </p:cNvGraphicFramePr>
          <p:nvPr/>
        </p:nvGraphicFramePr>
        <p:xfrm>
          <a:off x="2281238" y="1384300"/>
          <a:ext cx="1276350" cy="812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973" name="公式" r:id="rId10" imgW="634725" imgH="406224" progId="Equation.3">
                  <p:embed/>
                </p:oleObj>
              </mc:Choice>
              <mc:Fallback>
                <p:oleObj name="公式" r:id="rId10" imgW="634725" imgH="406224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1238" y="1384300"/>
                        <a:ext cx="1276350" cy="812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706" name="Object 10"/>
          <p:cNvGraphicFramePr>
            <a:graphicFrameLocks noChangeAspect="1"/>
          </p:cNvGraphicFramePr>
          <p:nvPr/>
        </p:nvGraphicFramePr>
        <p:xfrm>
          <a:off x="3548063" y="1397000"/>
          <a:ext cx="2508250" cy="785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974" name="公式" r:id="rId12" imgW="1244600" imgH="393700" progId="Equation.3">
                  <p:embed/>
                </p:oleObj>
              </mc:Choice>
              <mc:Fallback>
                <p:oleObj name="公式" r:id="rId12" imgW="1244600" imgH="393700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48063" y="1397000"/>
                        <a:ext cx="2508250" cy="7858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707" name="Object 11"/>
          <p:cNvGraphicFramePr>
            <a:graphicFrameLocks noChangeAspect="1"/>
          </p:cNvGraphicFramePr>
          <p:nvPr/>
        </p:nvGraphicFramePr>
        <p:xfrm>
          <a:off x="1250950" y="2338388"/>
          <a:ext cx="844550" cy="384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975" name="公式" r:id="rId14" imgW="419100" imgH="190500" progId="Equation.3">
                  <p:embed/>
                </p:oleObj>
              </mc:Choice>
              <mc:Fallback>
                <p:oleObj name="公式" r:id="rId14" imgW="419100" imgH="190500" progId="Equation.3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50950" y="2338388"/>
                        <a:ext cx="844550" cy="384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708" name="Rectangle 12"/>
          <p:cNvSpPr>
            <a:spLocks noChangeArrowheads="1"/>
          </p:cNvSpPr>
          <p:nvPr/>
        </p:nvSpPr>
        <p:spPr bwMode="auto">
          <a:xfrm>
            <a:off x="2519363" y="2217738"/>
            <a:ext cx="979487" cy="493712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algn="just" eaLnBrk="1" hangingPunct="1">
              <a:lnSpc>
                <a:spcPct val="110000"/>
              </a:lnSpc>
              <a:spcBef>
                <a:spcPct val="20000"/>
              </a:spcBef>
              <a:buClr>
                <a:schemeClr val="hlink"/>
              </a:buClr>
              <a:buFont typeface="Wingdings" pitchFamily="2" charset="2"/>
              <a:buNone/>
              <a:defRPr/>
            </a:pPr>
            <a:r>
              <a:rPr lang="zh-CN" altLang="en-US" sz="2400" b="1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且令</a:t>
            </a:r>
          </a:p>
        </p:txBody>
      </p:sp>
      <p:graphicFrame>
        <p:nvGraphicFramePr>
          <p:cNvPr id="29709" name="Object 13"/>
          <p:cNvGraphicFramePr>
            <a:graphicFrameLocks noChangeAspect="1"/>
          </p:cNvGraphicFramePr>
          <p:nvPr/>
        </p:nvGraphicFramePr>
        <p:xfrm>
          <a:off x="3268663" y="2124075"/>
          <a:ext cx="1150937" cy="742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976" name="公式" r:id="rId16" imgW="571500" imgH="368300" progId="Equation.3">
                  <p:embed/>
                </p:oleObj>
              </mc:Choice>
              <mc:Fallback>
                <p:oleObj name="公式" r:id="rId16" imgW="571500" imgH="368300" progId="Equation.3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68663" y="2124075"/>
                        <a:ext cx="1150937" cy="742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710" name="Rectangle 14"/>
          <p:cNvSpPr>
            <a:spLocks noChangeArrowheads="1"/>
          </p:cNvSpPr>
          <p:nvPr/>
        </p:nvSpPr>
        <p:spPr bwMode="auto">
          <a:xfrm>
            <a:off x="701675" y="2913063"/>
            <a:ext cx="979488" cy="493712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algn="just" eaLnBrk="1" hangingPunct="1">
              <a:lnSpc>
                <a:spcPct val="110000"/>
              </a:lnSpc>
              <a:spcBef>
                <a:spcPct val="20000"/>
              </a:spcBef>
              <a:buClr>
                <a:schemeClr val="hlink"/>
              </a:buClr>
              <a:buFont typeface="Wingdings" pitchFamily="2" charset="2"/>
              <a:buNone/>
              <a:defRPr/>
            </a:pPr>
            <a:r>
              <a:rPr lang="zh-CN" altLang="en-US" sz="2400" b="1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则</a:t>
            </a:r>
          </a:p>
        </p:txBody>
      </p:sp>
      <p:graphicFrame>
        <p:nvGraphicFramePr>
          <p:cNvPr id="29711" name="Object 15"/>
          <p:cNvGraphicFramePr>
            <a:graphicFrameLocks noChangeAspect="1"/>
          </p:cNvGraphicFramePr>
          <p:nvPr/>
        </p:nvGraphicFramePr>
        <p:xfrm>
          <a:off x="1268413" y="2819400"/>
          <a:ext cx="2457450" cy="1169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977" name="公式" r:id="rId18" imgW="1218671" imgH="583947" progId="Equation.3">
                  <p:embed/>
                </p:oleObj>
              </mc:Choice>
              <mc:Fallback>
                <p:oleObj name="公式" r:id="rId18" imgW="1218671" imgH="583947" progId="Equation.3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68413" y="2819400"/>
                        <a:ext cx="2457450" cy="11699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712" name="Object 16"/>
          <p:cNvGraphicFramePr>
            <a:graphicFrameLocks noChangeAspect="1"/>
          </p:cNvGraphicFramePr>
          <p:nvPr/>
        </p:nvGraphicFramePr>
        <p:xfrm>
          <a:off x="2519363" y="3886200"/>
          <a:ext cx="2814637" cy="1246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978" name="公式" r:id="rId20" imgW="1397000" imgH="622300" progId="Equation.3">
                  <p:embed/>
                </p:oleObj>
              </mc:Choice>
              <mc:Fallback>
                <p:oleObj name="公式" r:id="rId20" imgW="1397000" imgH="622300" progId="Equation.3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19363" y="3886200"/>
                        <a:ext cx="2814637" cy="12461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713" name="Rectangle 17"/>
          <p:cNvSpPr>
            <a:spLocks noChangeArrowheads="1"/>
          </p:cNvSpPr>
          <p:nvPr/>
        </p:nvSpPr>
        <p:spPr bwMode="auto">
          <a:xfrm>
            <a:off x="954088" y="5553075"/>
            <a:ext cx="1825625" cy="530225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algn="just" eaLnBrk="1" hangingPunct="1">
              <a:lnSpc>
                <a:spcPct val="120000"/>
              </a:lnSpc>
              <a:buClr>
                <a:schemeClr val="hlink"/>
              </a:buClr>
              <a:buFont typeface="Wingdings" pitchFamily="2" charset="2"/>
              <a:buNone/>
              <a:defRPr/>
            </a:pPr>
            <a:r>
              <a:rPr lang="zh-CN" altLang="en-US" sz="2400" b="1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相频响应</a:t>
            </a:r>
          </a:p>
        </p:txBody>
      </p:sp>
      <p:graphicFrame>
        <p:nvGraphicFramePr>
          <p:cNvPr id="29714" name="Object 18"/>
          <p:cNvGraphicFramePr>
            <a:graphicFrameLocks noChangeAspect="1"/>
          </p:cNvGraphicFramePr>
          <p:nvPr/>
        </p:nvGraphicFramePr>
        <p:xfrm>
          <a:off x="2447925" y="5111750"/>
          <a:ext cx="2713038" cy="1146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979" name="公式" r:id="rId22" imgW="1346200" imgH="571500" progId="Equation.3">
                  <p:embed/>
                </p:oleObj>
              </mc:Choice>
              <mc:Fallback>
                <p:oleObj name="公式" r:id="rId22" imgW="1346200" imgH="571500" progId="Equation.3">
                  <p:embed/>
                  <p:pic>
                    <p:nvPicPr>
                      <p:cNvPr id="0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47925" y="5111750"/>
                        <a:ext cx="2713038" cy="1146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4835" name="Picture 19" descr="未标题-3 拷贝"/>
          <p:cNvPicPr>
            <a:picLocks noChangeAspect="1" noChangeArrowheads="1"/>
          </p:cNvPicPr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46788" y="2133600"/>
            <a:ext cx="2846387" cy="4103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500"/>
                                        <p:tgtEl>
                                          <p:spTgt spid="2970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2" dur="500"/>
                                        <p:tgtEl>
                                          <p:spTgt spid="2970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7" dur="500"/>
                                        <p:tgtEl>
                                          <p:spTgt spid="2970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2" dur="500"/>
                                        <p:tgtEl>
                                          <p:spTgt spid="2970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7" dur="500"/>
                                        <p:tgtEl>
                                          <p:spTgt spid="2970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2" dur="500"/>
                                        <p:tgtEl>
                                          <p:spTgt spid="2970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7" dur="500"/>
                                        <p:tgtEl>
                                          <p:spTgt spid="2970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42" dur="500"/>
                                        <p:tgtEl>
                                          <p:spTgt spid="2970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47" dur="500"/>
                                        <p:tgtEl>
                                          <p:spTgt spid="2971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52" dur="500"/>
                                        <p:tgtEl>
                                          <p:spTgt spid="2971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57" dur="500"/>
                                        <p:tgtEl>
                                          <p:spTgt spid="2970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62" dur="500"/>
                                        <p:tgtEl>
                                          <p:spTgt spid="2971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67" dur="500"/>
                                        <p:tgtEl>
                                          <p:spTgt spid="2971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2" dur="500"/>
                                        <p:tgtEl>
                                          <p:spTgt spid="2971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7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700" grpId="0" autoUpdateAnimBg="0"/>
      <p:bldP spid="29703" grpId="0" autoUpdateAnimBg="0"/>
      <p:bldP spid="29704" grpId="0" autoUpdateAnimBg="0"/>
      <p:bldP spid="29708" grpId="0" autoUpdateAnimBg="0"/>
      <p:bldP spid="29710" grpId="0" autoUpdateAnimBg="0"/>
      <p:bldP spid="29713" grpId="0" autoUpdateAnimBg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5842" name="Object 2">
            <a:hlinkClick r:id="rId4" action="ppaction://hlinksldjump" highlightClick="1"/>
          </p:cNvPr>
          <p:cNvGraphicFramePr>
            <a:graphicFrameLocks noChangeAspect="1"/>
          </p:cNvGraphicFramePr>
          <p:nvPr/>
        </p:nvGraphicFramePr>
        <p:xfrm>
          <a:off x="228600" y="6324600"/>
          <a:ext cx="9144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946" name="BMP 图象" r:id="rId5" imgW="914384" imgH="380891" progId="Paint.Picture">
                  <p:embed/>
                </p:oleObj>
              </mc:Choice>
              <mc:Fallback>
                <p:oleObj name="BMP 图象" r:id="rId5" imgW="914384" imgH="380891" progId="Paint.Picture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" y="6324600"/>
                        <a:ext cx="9144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5843" name="Line 3"/>
          <p:cNvSpPr>
            <a:spLocks noChangeShapeType="1"/>
          </p:cNvSpPr>
          <p:nvPr/>
        </p:nvSpPr>
        <p:spPr bwMode="auto">
          <a:xfrm>
            <a:off x="487363" y="762000"/>
            <a:ext cx="6242050" cy="0"/>
          </a:xfrm>
          <a:prstGeom prst="line">
            <a:avLst/>
          </a:prstGeom>
          <a:noFill/>
          <a:ln w="76200" cap="sq" cmpd="tri">
            <a:solidFill>
              <a:srgbClr val="FF00FF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0724" name="Rectangle 4">
            <a:hlinkClick r:id="rId7" action="ppaction://hlinksldjump"/>
          </p:cNvPr>
          <p:cNvSpPr>
            <a:spLocks noChangeArrowheads="1"/>
          </p:cNvSpPr>
          <p:nvPr/>
        </p:nvSpPr>
        <p:spPr bwMode="auto">
          <a:xfrm>
            <a:off x="595313" y="195263"/>
            <a:ext cx="7119937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anchor="ctr">
            <a:spAutoFit/>
          </a:bodyPr>
          <a:lstStyle/>
          <a:p>
            <a:pPr eaLnBrk="1" hangingPunct="1">
              <a:defRPr/>
            </a:pPr>
            <a:r>
              <a:rPr lang="en-US" altLang="zh-CN" sz="3200" b="1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  <a:ea typeface="黑体" pitchFamily="49" charset="-122"/>
              </a:rPr>
              <a:t>2.</a:t>
            </a:r>
            <a:r>
              <a:rPr lang="en-US" altLang="zh-CN" sz="3200" b="1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黑体" pitchFamily="49" charset="-122"/>
                <a:ea typeface="黑体" pitchFamily="49" charset="-122"/>
              </a:rPr>
              <a:t> </a:t>
            </a:r>
            <a:r>
              <a:rPr lang="en-US" altLang="zh-CN" sz="3200" b="1" i="1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  <a:ea typeface="黑体" pitchFamily="49" charset="-122"/>
              </a:rPr>
              <a:t>RC</a:t>
            </a:r>
            <a:r>
              <a:rPr lang="zh-CN" altLang="en-US" sz="3200" b="1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黑体" pitchFamily="49" charset="-122"/>
                <a:ea typeface="黑体" pitchFamily="49" charset="-122"/>
              </a:rPr>
              <a:t>串并联选频网络的选频特性</a:t>
            </a:r>
            <a:endParaRPr lang="zh-CN" altLang="en-US" sz="3600" b="1">
              <a:solidFill>
                <a:schemeClr val="accent2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30725" name="Rectangle 5"/>
          <p:cNvSpPr>
            <a:spLocks noChangeArrowheads="1"/>
          </p:cNvSpPr>
          <p:nvPr/>
        </p:nvSpPr>
        <p:spPr bwMode="auto">
          <a:xfrm>
            <a:off x="177800" y="3346450"/>
            <a:ext cx="696913" cy="530225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algn="just" eaLnBrk="1" hangingPunct="1">
              <a:lnSpc>
                <a:spcPct val="120000"/>
              </a:lnSpc>
              <a:buClr>
                <a:schemeClr val="hlink"/>
              </a:buClr>
              <a:buFont typeface="Wingdings" pitchFamily="2" charset="2"/>
              <a:buNone/>
              <a:defRPr/>
            </a:pPr>
            <a:r>
              <a:rPr lang="zh-CN" altLang="en-US" sz="2400" b="1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当</a:t>
            </a:r>
          </a:p>
        </p:txBody>
      </p:sp>
      <p:graphicFrame>
        <p:nvGraphicFramePr>
          <p:cNvPr id="35846" name="Object 6"/>
          <p:cNvGraphicFramePr>
            <a:graphicFrameLocks noChangeAspect="1"/>
          </p:cNvGraphicFramePr>
          <p:nvPr/>
        </p:nvGraphicFramePr>
        <p:xfrm>
          <a:off x="1084263" y="893763"/>
          <a:ext cx="2816225" cy="12461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947" name="公式" r:id="rId8" imgW="1397000" imgH="622300" progId="Equation.3">
                  <p:embed/>
                </p:oleObj>
              </mc:Choice>
              <mc:Fallback>
                <p:oleObj name="公式" r:id="rId8" imgW="1397000" imgH="6223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84263" y="893763"/>
                        <a:ext cx="2816225" cy="12461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727" name="Rectangle 7"/>
          <p:cNvSpPr>
            <a:spLocks noChangeArrowheads="1"/>
          </p:cNvSpPr>
          <p:nvPr/>
        </p:nvSpPr>
        <p:spPr bwMode="auto">
          <a:xfrm>
            <a:off x="230188" y="4111625"/>
            <a:ext cx="2901950" cy="530225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algn="just" eaLnBrk="1" hangingPunct="1">
              <a:lnSpc>
                <a:spcPct val="120000"/>
              </a:lnSpc>
              <a:buClr>
                <a:schemeClr val="hlink"/>
              </a:buClr>
              <a:buFont typeface="Wingdings" pitchFamily="2" charset="2"/>
              <a:buNone/>
              <a:defRPr/>
            </a:pPr>
            <a:r>
              <a:rPr lang="zh-CN" altLang="en-US" sz="2400" b="1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幅频响应有最大值</a:t>
            </a:r>
          </a:p>
        </p:txBody>
      </p:sp>
      <p:graphicFrame>
        <p:nvGraphicFramePr>
          <p:cNvPr id="35848" name="Object 8"/>
          <p:cNvGraphicFramePr>
            <a:graphicFrameLocks noChangeAspect="1"/>
          </p:cNvGraphicFramePr>
          <p:nvPr/>
        </p:nvGraphicFramePr>
        <p:xfrm>
          <a:off x="1119188" y="2154238"/>
          <a:ext cx="2713037" cy="1146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948" name="公式" r:id="rId10" imgW="1346200" imgH="571500" progId="Equation.3">
                  <p:embed/>
                </p:oleObj>
              </mc:Choice>
              <mc:Fallback>
                <p:oleObj name="公式" r:id="rId10" imgW="1346200" imgH="57150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19188" y="2154238"/>
                        <a:ext cx="2713037" cy="1146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9"/>
          <p:cNvGrpSpPr>
            <a:grpSpLocks/>
          </p:cNvGrpSpPr>
          <p:nvPr/>
        </p:nvGrpSpPr>
        <p:grpSpPr bwMode="auto">
          <a:xfrm>
            <a:off x="627063" y="3287713"/>
            <a:ext cx="4325937" cy="788987"/>
            <a:chOff x="352" y="2071"/>
            <a:chExt cx="2725" cy="497"/>
          </a:xfrm>
        </p:grpSpPr>
        <p:sp>
          <p:nvSpPr>
            <p:cNvPr id="35854" name="AutoShape 10"/>
            <p:cNvSpPr>
              <a:spLocks noChangeArrowheads="1"/>
            </p:cNvSpPr>
            <p:nvPr/>
          </p:nvSpPr>
          <p:spPr bwMode="auto">
            <a:xfrm>
              <a:off x="389" y="2110"/>
              <a:ext cx="2667" cy="456"/>
            </a:xfrm>
            <a:prstGeom prst="roundRect">
              <a:avLst>
                <a:gd name="adj" fmla="val 16667"/>
              </a:avLst>
            </a:prstGeom>
            <a:solidFill>
              <a:srgbClr val="FFCC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latin typeface="Verdana" panose="020B0604030504040204" pitchFamily="34" charset="0"/>
              </a:endParaRPr>
            </a:p>
          </p:txBody>
        </p:sp>
        <p:graphicFrame>
          <p:nvGraphicFramePr>
            <p:cNvPr id="35855" name="Object 11"/>
            <p:cNvGraphicFramePr>
              <a:graphicFrameLocks noChangeAspect="1"/>
            </p:cNvGraphicFramePr>
            <p:nvPr/>
          </p:nvGraphicFramePr>
          <p:xfrm>
            <a:off x="352" y="2071"/>
            <a:ext cx="2725" cy="49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5949" name="Equation" r:id="rId12" imgW="2145369" imgH="393529" progId="Equation.3">
                    <p:embed/>
                  </p:oleObj>
                </mc:Choice>
                <mc:Fallback>
                  <p:oleObj name="Equation" r:id="rId12" imgW="2145369" imgH="393529" progId="Equation.3">
                    <p:embed/>
                    <p:pic>
                      <p:nvPicPr>
                        <p:cNvPr id="0" name="Object 1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52" y="2071"/>
                          <a:ext cx="2725" cy="49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30732" name="Object 12"/>
          <p:cNvGraphicFramePr>
            <a:graphicFrameLocks noChangeAspect="1"/>
          </p:cNvGraphicFramePr>
          <p:nvPr/>
        </p:nvGraphicFramePr>
        <p:xfrm>
          <a:off x="2005013" y="4640263"/>
          <a:ext cx="1150937" cy="7381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950" name="公式" r:id="rId14" imgW="571500" imgH="368300" progId="Equation.3">
                  <p:embed/>
                </p:oleObj>
              </mc:Choice>
              <mc:Fallback>
                <p:oleObj name="公式" r:id="rId14" imgW="571500" imgH="368300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05013" y="4640263"/>
                        <a:ext cx="1150937" cy="7381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733" name="Rectangle 13"/>
          <p:cNvSpPr>
            <a:spLocks noChangeArrowheads="1"/>
          </p:cNvSpPr>
          <p:nvPr/>
        </p:nvSpPr>
        <p:spPr bwMode="auto">
          <a:xfrm>
            <a:off x="439738" y="5399088"/>
            <a:ext cx="1579562" cy="530225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algn="just" eaLnBrk="1" hangingPunct="1">
              <a:lnSpc>
                <a:spcPct val="120000"/>
              </a:lnSpc>
              <a:buClr>
                <a:schemeClr val="hlink"/>
              </a:buClr>
              <a:buFont typeface="Wingdings" pitchFamily="2" charset="2"/>
              <a:buNone/>
              <a:defRPr/>
            </a:pPr>
            <a:r>
              <a:rPr lang="zh-CN" altLang="en-US" sz="2400" b="1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相频响应</a:t>
            </a:r>
          </a:p>
        </p:txBody>
      </p:sp>
      <p:graphicFrame>
        <p:nvGraphicFramePr>
          <p:cNvPr id="30734" name="Object 14"/>
          <p:cNvGraphicFramePr>
            <a:graphicFrameLocks noChangeAspect="1"/>
          </p:cNvGraphicFramePr>
          <p:nvPr/>
        </p:nvGraphicFramePr>
        <p:xfrm>
          <a:off x="2043113" y="5511800"/>
          <a:ext cx="788987" cy="403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951" name="公式" r:id="rId16" imgW="393529" imgH="203112" progId="Equation.3">
                  <p:embed/>
                </p:oleObj>
              </mc:Choice>
              <mc:Fallback>
                <p:oleObj name="公式" r:id="rId16" imgW="393529" imgH="203112" progId="Equation.3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43113" y="5511800"/>
                        <a:ext cx="788987" cy="403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0735" name="Picture 15" descr="未标题-2 拷贝"/>
          <p:cNvPicPr>
            <a:picLocks noChangeAspect="1" noChangeArrowheads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48238" y="1339850"/>
            <a:ext cx="4087812" cy="4249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500"/>
                                        <p:tgtEl>
                                          <p:spTgt spid="3072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7" dur="500"/>
                                        <p:tgtEl>
                                          <p:spTgt spid="3072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2" dur="500"/>
                                        <p:tgtEl>
                                          <p:spTgt spid="3073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7" dur="500"/>
                                        <p:tgtEl>
                                          <p:spTgt spid="3073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2" dur="500"/>
                                        <p:tgtEl>
                                          <p:spTgt spid="3073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7" dur="500"/>
                                        <p:tgtEl>
                                          <p:spTgt spid="307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725" grpId="0" autoUpdateAnimBg="0"/>
      <p:bldP spid="30727" grpId="0" autoUpdateAnimBg="0"/>
      <p:bldP spid="30733" grpId="0" autoUpdateAnimBg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6866" name="Object 2">
            <a:hlinkClick r:id="rId4" action="ppaction://hlinksldjump" highlightClick="1"/>
          </p:cNvPr>
          <p:cNvGraphicFramePr>
            <a:graphicFrameLocks noChangeAspect="1"/>
          </p:cNvGraphicFramePr>
          <p:nvPr/>
        </p:nvGraphicFramePr>
        <p:xfrm>
          <a:off x="228600" y="6324600"/>
          <a:ext cx="9144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990" name="BMP 图象" r:id="rId5" imgW="914384" imgH="380891" progId="Paint.Picture">
                  <p:embed/>
                </p:oleObj>
              </mc:Choice>
              <mc:Fallback>
                <p:oleObj name="BMP 图象" r:id="rId5" imgW="914384" imgH="380891" progId="Paint.Picture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" y="6324600"/>
                        <a:ext cx="9144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6867" name="Line 3"/>
          <p:cNvSpPr>
            <a:spLocks noChangeShapeType="1"/>
          </p:cNvSpPr>
          <p:nvPr/>
        </p:nvSpPr>
        <p:spPr bwMode="auto">
          <a:xfrm>
            <a:off x="487363" y="762000"/>
            <a:ext cx="4000500" cy="0"/>
          </a:xfrm>
          <a:prstGeom prst="line">
            <a:avLst/>
          </a:prstGeom>
          <a:noFill/>
          <a:ln w="76200" cap="sq" cmpd="tri">
            <a:solidFill>
              <a:srgbClr val="FF00FF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1748" name="Rectangle 4">
            <a:hlinkClick r:id="rId7" action="ppaction://hlinksldjump"/>
          </p:cNvPr>
          <p:cNvSpPr>
            <a:spLocks noChangeArrowheads="1"/>
          </p:cNvSpPr>
          <p:nvPr/>
        </p:nvSpPr>
        <p:spPr bwMode="auto">
          <a:xfrm>
            <a:off x="595313" y="195263"/>
            <a:ext cx="7119937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anchor="ctr">
            <a:spAutoFit/>
          </a:bodyPr>
          <a:lstStyle/>
          <a:p>
            <a:pPr eaLnBrk="1" hangingPunct="1">
              <a:defRPr/>
            </a:pPr>
            <a:r>
              <a:rPr lang="en-US" altLang="zh-CN" sz="3200" b="1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  <a:ea typeface="黑体" pitchFamily="49" charset="-122"/>
              </a:rPr>
              <a:t>3.</a:t>
            </a:r>
            <a:r>
              <a:rPr lang="en-US" altLang="zh-CN" sz="3200" b="1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黑体" pitchFamily="49" charset="-122"/>
                <a:ea typeface="黑体" pitchFamily="49" charset="-122"/>
              </a:rPr>
              <a:t> </a:t>
            </a:r>
            <a:r>
              <a:rPr lang="zh-CN" altLang="en-US" sz="3200" b="1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黑体" pitchFamily="49" charset="-122"/>
                <a:ea typeface="黑体" pitchFamily="49" charset="-122"/>
              </a:rPr>
              <a:t>振荡电路工作原理</a:t>
            </a:r>
            <a:endParaRPr lang="zh-CN" altLang="en-US" sz="3600" b="1">
              <a:solidFill>
                <a:schemeClr val="accent2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31749" name="Rectangle 5"/>
          <p:cNvSpPr>
            <a:spLocks noChangeArrowheads="1"/>
          </p:cNvSpPr>
          <p:nvPr/>
        </p:nvSpPr>
        <p:spPr bwMode="auto">
          <a:xfrm>
            <a:off x="230188" y="3152775"/>
            <a:ext cx="4191000" cy="530225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algn="just" eaLnBrk="1" hangingPunct="1">
              <a:lnSpc>
                <a:spcPct val="120000"/>
              </a:lnSpc>
              <a:buClr>
                <a:schemeClr val="hlink"/>
              </a:buClr>
              <a:buFont typeface="Wingdings" pitchFamily="2" charset="2"/>
              <a:buNone/>
              <a:defRPr/>
            </a:pPr>
            <a:r>
              <a:rPr lang="zh-CN" altLang="en-US" sz="2400" b="1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此时若放大电路的电压增益为</a:t>
            </a:r>
          </a:p>
        </p:txBody>
      </p:sp>
      <p:sp>
        <p:nvSpPr>
          <p:cNvPr id="31750" name="Rectangle 6"/>
          <p:cNvSpPr>
            <a:spLocks noChangeArrowheads="1"/>
          </p:cNvSpPr>
          <p:nvPr/>
        </p:nvSpPr>
        <p:spPr bwMode="auto">
          <a:xfrm>
            <a:off x="212725" y="1714500"/>
            <a:ext cx="4243388" cy="968375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algn="just" eaLnBrk="1" hangingPunct="1">
              <a:lnSpc>
                <a:spcPct val="120000"/>
              </a:lnSpc>
              <a:buClr>
                <a:schemeClr val="hlink"/>
              </a:buClr>
              <a:buFont typeface="Wingdings" pitchFamily="2" charset="2"/>
              <a:buNone/>
              <a:defRPr/>
            </a:pPr>
            <a:r>
              <a:rPr lang="en-US" altLang="zh-CN" sz="2400" b="1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     </a:t>
            </a:r>
            <a:r>
              <a:rPr lang="zh-CN" altLang="en-US" sz="2400" b="1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用瞬时极性法判断可知，电路满足相位平衡条件</a:t>
            </a:r>
          </a:p>
        </p:txBody>
      </p:sp>
      <p:sp>
        <p:nvSpPr>
          <p:cNvPr id="31751" name="Rectangle 7"/>
          <p:cNvSpPr>
            <a:spLocks noChangeArrowheads="1"/>
          </p:cNvSpPr>
          <p:nvPr/>
        </p:nvSpPr>
        <p:spPr bwMode="auto">
          <a:xfrm>
            <a:off x="247650" y="3970338"/>
            <a:ext cx="4384675" cy="530225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algn="just" eaLnBrk="1" hangingPunct="1">
              <a:lnSpc>
                <a:spcPct val="120000"/>
              </a:lnSpc>
              <a:buClr>
                <a:schemeClr val="hlink"/>
              </a:buClr>
              <a:buFont typeface="Wingdings" pitchFamily="2" charset="2"/>
              <a:buNone/>
              <a:defRPr/>
            </a:pPr>
            <a:r>
              <a:rPr lang="zh-CN" altLang="en-US" sz="2400" b="1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则振荡电路满足振幅平衡条件</a:t>
            </a:r>
          </a:p>
        </p:txBody>
      </p:sp>
      <p:graphicFrame>
        <p:nvGraphicFramePr>
          <p:cNvPr id="31752" name="Object 8"/>
          <p:cNvGraphicFramePr>
            <a:graphicFrameLocks noChangeAspect="1"/>
          </p:cNvGraphicFramePr>
          <p:nvPr/>
        </p:nvGraphicFramePr>
        <p:xfrm>
          <a:off x="3403600" y="1136650"/>
          <a:ext cx="788988" cy="403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991" name="公式" r:id="rId8" imgW="393529" imgH="203112" progId="Equation.3">
                  <p:embed/>
                </p:oleObj>
              </mc:Choice>
              <mc:Fallback>
                <p:oleObj name="公式" r:id="rId8" imgW="393529" imgH="203112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03600" y="1136650"/>
                        <a:ext cx="788988" cy="403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9"/>
          <p:cNvGrpSpPr>
            <a:grpSpLocks/>
          </p:cNvGrpSpPr>
          <p:nvPr/>
        </p:nvGrpSpPr>
        <p:grpSpPr bwMode="auto">
          <a:xfrm>
            <a:off x="461963" y="914400"/>
            <a:ext cx="3062287" cy="738188"/>
            <a:chOff x="291" y="588"/>
            <a:chExt cx="1929" cy="465"/>
          </a:xfrm>
        </p:grpSpPr>
        <p:sp>
          <p:nvSpPr>
            <p:cNvPr id="31754" name="Rectangle 10"/>
            <p:cNvSpPr>
              <a:spLocks noChangeArrowheads="1"/>
            </p:cNvSpPr>
            <p:nvPr/>
          </p:nvSpPr>
          <p:spPr bwMode="auto">
            <a:xfrm>
              <a:off x="291" y="632"/>
              <a:ext cx="439" cy="334"/>
            </a:xfrm>
            <a:prstGeom prst="rect">
              <a:avLst/>
            </a:prstGeom>
            <a:noFill/>
            <a:ln w="12700" cap="sq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>
              <a:spAutoFit/>
            </a:bodyPr>
            <a:lstStyle/>
            <a:p>
              <a:pPr algn="just" eaLnBrk="1" hangingPunct="1">
                <a:lnSpc>
                  <a:spcPct val="120000"/>
                </a:lnSpc>
                <a:buClr>
                  <a:schemeClr val="hlink"/>
                </a:buClr>
                <a:buFont typeface="Wingdings" pitchFamily="2" charset="2"/>
                <a:buNone/>
                <a:defRPr/>
              </a:pPr>
              <a:r>
                <a:rPr lang="zh-CN" altLang="en-US" sz="2400" b="1">
                  <a:solidFill>
                    <a:srgbClr val="000000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</a:rPr>
                <a:t>当</a:t>
              </a:r>
            </a:p>
          </p:txBody>
        </p:sp>
        <p:graphicFrame>
          <p:nvGraphicFramePr>
            <p:cNvPr id="36883" name="Object 11"/>
            <p:cNvGraphicFramePr>
              <a:graphicFrameLocks noChangeAspect="1"/>
            </p:cNvGraphicFramePr>
            <p:nvPr/>
          </p:nvGraphicFramePr>
          <p:xfrm>
            <a:off x="625" y="588"/>
            <a:ext cx="1048" cy="46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6992" name="公式" r:id="rId10" imgW="825500" imgH="368300" progId="Equation.3">
                    <p:embed/>
                  </p:oleObj>
                </mc:Choice>
                <mc:Fallback>
                  <p:oleObj name="公式" r:id="rId10" imgW="825500" imgH="368300" progId="Equation.3">
                    <p:embed/>
                    <p:pic>
                      <p:nvPicPr>
                        <p:cNvPr id="0" name="Object 1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25" y="588"/>
                          <a:ext cx="1048" cy="46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1756" name="Rectangle 12"/>
            <p:cNvSpPr>
              <a:spLocks noChangeArrowheads="1"/>
            </p:cNvSpPr>
            <p:nvPr/>
          </p:nvSpPr>
          <p:spPr bwMode="auto">
            <a:xfrm>
              <a:off x="1647" y="652"/>
              <a:ext cx="573" cy="334"/>
            </a:xfrm>
            <a:prstGeom prst="rect">
              <a:avLst/>
            </a:prstGeom>
            <a:noFill/>
            <a:ln w="12700" cap="sq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>
              <a:spAutoFit/>
            </a:bodyPr>
            <a:lstStyle/>
            <a:p>
              <a:pPr algn="just" eaLnBrk="1" hangingPunct="1">
                <a:lnSpc>
                  <a:spcPct val="120000"/>
                </a:lnSpc>
                <a:buClr>
                  <a:schemeClr val="hlink"/>
                </a:buClr>
                <a:buFont typeface="Wingdings" pitchFamily="2" charset="2"/>
                <a:buNone/>
                <a:defRPr/>
              </a:pPr>
              <a:r>
                <a:rPr lang="zh-CN" altLang="en-US" sz="2400" b="1">
                  <a:solidFill>
                    <a:srgbClr val="000000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</a:rPr>
                <a:t>时，</a:t>
              </a:r>
            </a:p>
          </p:txBody>
        </p:sp>
      </p:grpSp>
      <p:graphicFrame>
        <p:nvGraphicFramePr>
          <p:cNvPr id="31757" name="Object 13"/>
          <p:cNvGraphicFramePr>
            <a:graphicFrameLocks noChangeAspect="1"/>
          </p:cNvGraphicFramePr>
          <p:nvPr/>
        </p:nvGraphicFramePr>
        <p:xfrm>
          <a:off x="1473200" y="2719388"/>
          <a:ext cx="17907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993" name="Equation" r:id="rId12" imgW="889000" imgH="228600" progId="Equation.3">
                  <p:embed/>
                </p:oleObj>
              </mc:Choice>
              <mc:Fallback>
                <p:oleObj name="Equation" r:id="rId12" imgW="889000" imgH="228600" progId="Equation.3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73200" y="2719388"/>
                        <a:ext cx="1790700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758" name="Object 14"/>
          <p:cNvGraphicFramePr>
            <a:graphicFrameLocks noChangeAspect="1"/>
          </p:cNvGraphicFramePr>
          <p:nvPr/>
        </p:nvGraphicFramePr>
        <p:xfrm>
          <a:off x="4457700" y="3105150"/>
          <a:ext cx="1892300" cy="811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994" name="公式" r:id="rId14" imgW="939392" imgH="406224" progId="Equation.3">
                  <p:embed/>
                </p:oleObj>
              </mc:Choice>
              <mc:Fallback>
                <p:oleObj name="公式" r:id="rId14" imgW="939392" imgH="406224" progId="Equation.3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57700" y="3105150"/>
                        <a:ext cx="1892300" cy="8112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759" name="Object 15"/>
          <p:cNvGraphicFramePr>
            <a:graphicFrameLocks noChangeAspect="1"/>
          </p:cNvGraphicFramePr>
          <p:nvPr/>
        </p:nvGraphicFramePr>
        <p:xfrm>
          <a:off x="4391025" y="3954463"/>
          <a:ext cx="1995488" cy="7381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995" name="公式" r:id="rId16" imgW="990600" imgH="368300" progId="Equation.3">
                  <p:embed/>
                </p:oleObj>
              </mc:Choice>
              <mc:Fallback>
                <p:oleObj name="公式" r:id="rId16" imgW="990600" imgH="368300" progId="Equation.3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91025" y="3954463"/>
                        <a:ext cx="1995488" cy="7381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" name="Group 16"/>
          <p:cNvGrpSpPr>
            <a:grpSpLocks/>
          </p:cNvGrpSpPr>
          <p:nvPr/>
        </p:nvGrpSpPr>
        <p:grpSpPr bwMode="auto">
          <a:xfrm>
            <a:off x="214313" y="4629150"/>
            <a:ext cx="6062662" cy="1084263"/>
            <a:chOff x="135" y="3006"/>
            <a:chExt cx="3819" cy="683"/>
          </a:xfrm>
        </p:grpSpPr>
        <p:sp>
          <p:nvSpPr>
            <p:cNvPr id="31761" name="Rectangle 17"/>
            <p:cNvSpPr>
              <a:spLocks noChangeArrowheads="1"/>
            </p:cNvSpPr>
            <p:nvPr/>
          </p:nvSpPr>
          <p:spPr bwMode="auto">
            <a:xfrm>
              <a:off x="135" y="3079"/>
              <a:ext cx="3819" cy="610"/>
            </a:xfrm>
            <a:prstGeom prst="rect">
              <a:avLst/>
            </a:prstGeom>
            <a:noFill/>
            <a:ln w="12700" cap="sq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>
              <a:spAutoFit/>
            </a:bodyPr>
            <a:lstStyle/>
            <a:p>
              <a:pPr algn="just" eaLnBrk="1" hangingPunct="1">
                <a:lnSpc>
                  <a:spcPct val="120000"/>
                </a:lnSpc>
                <a:buClr>
                  <a:schemeClr val="hlink"/>
                </a:buClr>
                <a:buFont typeface="Wingdings" pitchFamily="2" charset="2"/>
                <a:buNone/>
                <a:defRPr/>
              </a:pPr>
              <a:r>
                <a:rPr lang="zh-CN" altLang="en-US" sz="2400" b="1">
                  <a:solidFill>
                    <a:srgbClr val="000000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ea typeface="楷体_GB2312" pitchFamily="49" charset="-122"/>
                </a:rPr>
                <a:t>电路可以输出频率为                    的正弦波</a:t>
              </a:r>
            </a:p>
          </p:txBody>
        </p:sp>
        <p:graphicFrame>
          <p:nvGraphicFramePr>
            <p:cNvPr id="36881" name="Object 18"/>
            <p:cNvGraphicFramePr>
              <a:graphicFrameLocks noChangeAspect="1"/>
            </p:cNvGraphicFramePr>
            <p:nvPr/>
          </p:nvGraphicFramePr>
          <p:xfrm>
            <a:off x="1943" y="3006"/>
            <a:ext cx="916" cy="47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6996" name="Equation" r:id="rId18" imgW="761669" imgH="393529" progId="Equation.3">
                    <p:embed/>
                  </p:oleObj>
                </mc:Choice>
                <mc:Fallback>
                  <p:oleObj name="Equation" r:id="rId18" imgW="761669" imgH="393529" progId="Equation.3">
                    <p:embed/>
                    <p:pic>
                      <p:nvPicPr>
                        <p:cNvPr id="0" name="Object 1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43" y="3006"/>
                          <a:ext cx="916" cy="47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31763" name="Rectangle 19"/>
          <p:cNvSpPr>
            <a:spLocks noChangeArrowheads="1"/>
          </p:cNvSpPr>
          <p:nvPr/>
        </p:nvSpPr>
        <p:spPr bwMode="auto">
          <a:xfrm>
            <a:off x="412750" y="5507038"/>
            <a:ext cx="83423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en-US" altLang="zh-CN" sz="2400" b="1" i="1">
                <a:solidFill>
                  <a:srgbClr val="FF3300"/>
                </a:solidFill>
                <a:latin typeface="Times New Roman" panose="02020603050405020304" pitchFamily="18" charset="0"/>
                <a:ea typeface="楷体_GB2312" pitchFamily="49" charset="-122"/>
              </a:rPr>
              <a:t>RC</a:t>
            </a:r>
            <a:r>
              <a:rPr kumimoji="1" lang="zh-CN" altLang="en-US" sz="2400" b="1">
                <a:solidFill>
                  <a:srgbClr val="FF3300"/>
                </a:solidFill>
                <a:latin typeface="Times New Roman" panose="02020603050405020304" pitchFamily="18" charset="0"/>
                <a:ea typeface="楷体_GB2312" pitchFamily="49" charset="-122"/>
              </a:rPr>
              <a:t>正弦波振荡电路一般用于产生频率低于 </a:t>
            </a:r>
            <a:r>
              <a:rPr kumimoji="1" lang="en-US" altLang="zh-CN" sz="2400" b="1">
                <a:solidFill>
                  <a:srgbClr val="FF3300"/>
                </a:solidFill>
                <a:latin typeface="Times New Roman" panose="02020603050405020304" pitchFamily="18" charset="0"/>
                <a:ea typeface="楷体_GB2312" pitchFamily="49" charset="-122"/>
              </a:rPr>
              <a:t>1 MHz </a:t>
            </a:r>
            <a:r>
              <a:rPr kumimoji="1" lang="zh-CN" altLang="en-US" sz="2400" b="1">
                <a:solidFill>
                  <a:srgbClr val="FF3300"/>
                </a:solidFill>
                <a:latin typeface="Times New Roman" panose="02020603050405020304" pitchFamily="18" charset="0"/>
                <a:ea typeface="楷体_GB2312" pitchFamily="49" charset="-122"/>
              </a:rPr>
              <a:t>的正弦波</a:t>
            </a:r>
          </a:p>
        </p:txBody>
      </p:sp>
      <p:pic>
        <p:nvPicPr>
          <p:cNvPr id="36879" name="Picture 20" descr="未标题-2 拷贝"/>
          <p:cNvPicPr>
            <a:picLocks noChangeAspect="1" noChangeArrowheads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16463" y="93663"/>
            <a:ext cx="4164012" cy="304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2" dur="500"/>
                                        <p:tgtEl>
                                          <p:spTgt spid="3175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7" dur="500"/>
                                        <p:tgtEl>
                                          <p:spTgt spid="3175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2" dur="500"/>
                                        <p:tgtEl>
                                          <p:spTgt spid="3175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7" dur="500"/>
                                        <p:tgtEl>
                                          <p:spTgt spid="3174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2" dur="500"/>
                                        <p:tgtEl>
                                          <p:spTgt spid="3175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7" dur="500"/>
                                        <p:tgtEl>
                                          <p:spTgt spid="3175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42" dur="500"/>
                                        <p:tgtEl>
                                          <p:spTgt spid="3175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4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52" dur="500"/>
                                        <p:tgtEl>
                                          <p:spTgt spid="3176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749" grpId="0" autoUpdateAnimBg="0"/>
      <p:bldP spid="31750" grpId="0" autoUpdateAnimBg="0"/>
      <p:bldP spid="31751" grpId="0" autoUpdateAnimBg="0"/>
      <p:bldP spid="31763" grpId="0" autoUpdateAnimBg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890" name="Picture 2" descr="未标题-2 拷贝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92538" y="487363"/>
            <a:ext cx="5100637" cy="3733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7891" name="Line 3"/>
          <p:cNvSpPr>
            <a:spLocks noChangeShapeType="1"/>
          </p:cNvSpPr>
          <p:nvPr/>
        </p:nvSpPr>
        <p:spPr bwMode="auto">
          <a:xfrm>
            <a:off x="522288" y="762000"/>
            <a:ext cx="2451100" cy="0"/>
          </a:xfrm>
          <a:prstGeom prst="line">
            <a:avLst/>
          </a:prstGeom>
          <a:noFill/>
          <a:ln w="76200" cap="sq" cmpd="tri">
            <a:solidFill>
              <a:srgbClr val="FF00FF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2772" name="Rectangle 4"/>
          <p:cNvSpPr>
            <a:spLocks noChangeArrowheads="1"/>
          </p:cNvSpPr>
          <p:nvPr/>
        </p:nvSpPr>
        <p:spPr bwMode="auto">
          <a:xfrm>
            <a:off x="896938" y="968375"/>
            <a:ext cx="2870200" cy="493713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algn="just" eaLnBrk="1" fontAlgn="t" hangingPunct="1">
              <a:lnSpc>
                <a:spcPct val="110000"/>
              </a:lnSpc>
              <a:spcBef>
                <a:spcPct val="20000"/>
              </a:spcBef>
              <a:buClr>
                <a:srgbClr val="FF3300"/>
              </a:buClr>
              <a:buFont typeface="Marlett" pitchFamily="2" charset="2"/>
              <a:buNone/>
              <a:defRPr/>
            </a:pPr>
            <a:r>
              <a:rPr lang="zh-CN" altLang="en-US" sz="2400" b="1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采用非线性元件</a:t>
            </a:r>
          </a:p>
        </p:txBody>
      </p:sp>
      <p:sp>
        <p:nvSpPr>
          <p:cNvPr id="32773" name="Rectangle 5">
            <a:hlinkClick r:id="rId5" action="ppaction://hlinksldjump"/>
          </p:cNvPr>
          <p:cNvSpPr>
            <a:spLocks noChangeArrowheads="1"/>
          </p:cNvSpPr>
          <p:nvPr/>
        </p:nvSpPr>
        <p:spPr bwMode="auto">
          <a:xfrm>
            <a:off x="630238" y="195263"/>
            <a:ext cx="3432175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anchor="ctr">
            <a:spAutoFit/>
          </a:bodyPr>
          <a:lstStyle/>
          <a:p>
            <a:pPr eaLnBrk="1" hangingPunct="1">
              <a:defRPr/>
            </a:pPr>
            <a:r>
              <a:rPr lang="en-US" altLang="zh-CN" sz="3200" b="1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  <a:ea typeface="黑体" pitchFamily="49" charset="-122"/>
              </a:rPr>
              <a:t>4.</a:t>
            </a:r>
            <a:r>
              <a:rPr lang="en-US" altLang="zh-CN" sz="3200" b="1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黑体" pitchFamily="49" charset="-122"/>
                <a:ea typeface="黑体" pitchFamily="49" charset="-122"/>
              </a:rPr>
              <a:t> </a:t>
            </a:r>
            <a:r>
              <a:rPr lang="zh-CN" altLang="en-US" sz="3200" b="1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黑体" pitchFamily="49" charset="-122"/>
                <a:ea typeface="黑体" pitchFamily="49" charset="-122"/>
              </a:rPr>
              <a:t>稳幅措施</a:t>
            </a:r>
            <a:endParaRPr lang="zh-CN" altLang="en-US" sz="3600" b="1">
              <a:solidFill>
                <a:schemeClr val="accent2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32774" name="Rectangle 6"/>
          <p:cNvSpPr>
            <a:spLocks noChangeArrowheads="1"/>
          </p:cNvSpPr>
          <p:nvPr/>
        </p:nvSpPr>
        <p:spPr bwMode="auto">
          <a:xfrm>
            <a:off x="349250" y="1497013"/>
            <a:ext cx="3009900" cy="493712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algn="just" eaLnBrk="1" fontAlgn="t" hangingPunct="1">
              <a:lnSpc>
                <a:spcPct val="110000"/>
              </a:lnSpc>
              <a:spcBef>
                <a:spcPct val="20000"/>
              </a:spcBef>
              <a:buClr>
                <a:srgbClr val="FF3300"/>
              </a:buClr>
              <a:buFont typeface="Marlett" pitchFamily="2" charset="2"/>
              <a:buChar char="4"/>
              <a:defRPr/>
            </a:pPr>
            <a:r>
              <a:rPr lang="zh-CN" altLang="en-US" sz="2400" b="1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热敏元件</a:t>
            </a:r>
          </a:p>
        </p:txBody>
      </p:sp>
      <p:sp>
        <p:nvSpPr>
          <p:cNvPr id="32775" name="AutoShape 7"/>
          <p:cNvSpPr>
            <a:spLocks noChangeArrowheads="1"/>
          </p:cNvSpPr>
          <p:nvPr/>
        </p:nvSpPr>
        <p:spPr bwMode="auto">
          <a:xfrm>
            <a:off x="6227763" y="187325"/>
            <a:ext cx="2095500" cy="565150"/>
          </a:xfrm>
          <a:prstGeom prst="wedgeEllipseCallout">
            <a:avLst>
              <a:gd name="adj1" fmla="val -39093"/>
              <a:gd name="adj2" fmla="val 191292"/>
            </a:avLst>
          </a:prstGeom>
          <a:solidFill>
            <a:srgbClr val="CCFFCC"/>
          </a:solidFill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 lIns="0" tIns="72000" rIns="0" bIns="72000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80000"/>
              </a:lnSpc>
              <a:spcBef>
                <a:spcPct val="50000"/>
              </a:spcBef>
              <a:buFontTx/>
              <a:buNone/>
            </a:pPr>
            <a:r>
              <a:rPr kumimoji="1" lang="zh-CN" altLang="en-US" sz="2400" b="1">
                <a:solidFill>
                  <a:srgbClr val="FF0000"/>
                </a:solidFill>
                <a:latin typeface="Times New Roman" panose="02020603050405020304" pitchFamily="18" charset="0"/>
              </a:rPr>
              <a:t>热敏电阻</a:t>
            </a:r>
          </a:p>
        </p:txBody>
      </p:sp>
      <p:grpSp>
        <p:nvGrpSpPr>
          <p:cNvPr id="2" name="Group 8"/>
          <p:cNvGrpSpPr>
            <a:grpSpLocks/>
          </p:cNvGrpSpPr>
          <p:nvPr/>
        </p:nvGrpSpPr>
        <p:grpSpPr bwMode="auto">
          <a:xfrm>
            <a:off x="511175" y="2047875"/>
            <a:ext cx="3124200" cy="811213"/>
            <a:chOff x="322" y="1290"/>
            <a:chExt cx="1968" cy="511"/>
          </a:xfrm>
        </p:grpSpPr>
        <p:sp>
          <p:nvSpPr>
            <p:cNvPr id="32777" name="Rectangle 9"/>
            <p:cNvSpPr>
              <a:spLocks noChangeArrowheads="1"/>
            </p:cNvSpPr>
            <p:nvPr/>
          </p:nvSpPr>
          <p:spPr bwMode="auto">
            <a:xfrm>
              <a:off x="322" y="1320"/>
              <a:ext cx="951" cy="334"/>
            </a:xfrm>
            <a:prstGeom prst="rect">
              <a:avLst/>
            </a:prstGeom>
            <a:noFill/>
            <a:ln w="12700" cap="sq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>
              <a:spAutoFit/>
            </a:bodyPr>
            <a:lstStyle/>
            <a:p>
              <a:pPr algn="just" eaLnBrk="1" hangingPunct="1">
                <a:lnSpc>
                  <a:spcPct val="120000"/>
                </a:lnSpc>
                <a:buClr>
                  <a:schemeClr val="hlink"/>
                </a:buClr>
                <a:buFont typeface="Wingdings" pitchFamily="2" charset="2"/>
                <a:buNone/>
                <a:defRPr/>
              </a:pPr>
              <a:r>
                <a:rPr lang="zh-CN" altLang="en-US" sz="2400" b="1">
                  <a:solidFill>
                    <a:srgbClr val="000000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ea typeface="楷体_GB2312" pitchFamily="49" charset="-122"/>
                </a:rPr>
                <a:t>起振时，</a:t>
              </a:r>
            </a:p>
          </p:txBody>
        </p:sp>
        <p:graphicFrame>
          <p:nvGraphicFramePr>
            <p:cNvPr id="37929" name="Object 10"/>
            <p:cNvGraphicFramePr>
              <a:graphicFrameLocks noChangeAspect="1"/>
            </p:cNvGraphicFramePr>
            <p:nvPr/>
          </p:nvGraphicFramePr>
          <p:xfrm>
            <a:off x="1098" y="1290"/>
            <a:ext cx="1192" cy="51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8095" name="公式" r:id="rId6" imgW="939392" imgH="406224" progId="Equation.3">
                    <p:embed/>
                  </p:oleObj>
                </mc:Choice>
                <mc:Fallback>
                  <p:oleObj name="公式" r:id="rId6" imgW="939392" imgH="406224" progId="Equation.3">
                    <p:embed/>
                    <p:pic>
                      <p:nvPicPr>
                        <p:cNvPr id="0" name="Object 1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98" y="1290"/>
                          <a:ext cx="1192" cy="51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32779" name="Rectangle 11"/>
          <p:cNvSpPr>
            <a:spLocks noChangeArrowheads="1"/>
          </p:cNvSpPr>
          <p:nvPr/>
        </p:nvSpPr>
        <p:spPr bwMode="auto">
          <a:xfrm>
            <a:off x="1039813" y="2819400"/>
            <a:ext cx="698500" cy="530225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algn="just" eaLnBrk="1" hangingPunct="1">
              <a:lnSpc>
                <a:spcPct val="120000"/>
              </a:lnSpc>
              <a:buClr>
                <a:schemeClr val="hlink"/>
              </a:buClr>
              <a:buFont typeface="Wingdings" pitchFamily="2" charset="2"/>
              <a:buNone/>
              <a:defRPr/>
            </a:pPr>
            <a:r>
              <a:rPr lang="zh-CN" altLang="en-US" sz="2400" b="1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即</a:t>
            </a:r>
          </a:p>
        </p:txBody>
      </p:sp>
      <p:graphicFrame>
        <p:nvGraphicFramePr>
          <p:cNvPr id="32780" name="Object 12"/>
          <p:cNvGraphicFramePr>
            <a:graphicFrameLocks noChangeAspect="1"/>
          </p:cNvGraphicFramePr>
          <p:nvPr/>
        </p:nvGraphicFramePr>
        <p:xfrm>
          <a:off x="1692275" y="2924175"/>
          <a:ext cx="1150938" cy="403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096" name="公式" r:id="rId8" imgW="571252" imgH="203112" progId="Equation.3">
                  <p:embed/>
                </p:oleObj>
              </mc:Choice>
              <mc:Fallback>
                <p:oleObj name="公式" r:id="rId8" imgW="571252" imgH="203112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92275" y="2924175"/>
                        <a:ext cx="1150938" cy="403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781" name="Rectangle 13"/>
          <p:cNvSpPr>
            <a:spLocks noChangeArrowheads="1"/>
          </p:cNvSpPr>
          <p:nvPr/>
        </p:nvSpPr>
        <p:spPr bwMode="auto">
          <a:xfrm>
            <a:off x="458788" y="3508375"/>
            <a:ext cx="2566987" cy="530225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algn="just" eaLnBrk="1" hangingPunct="1">
              <a:lnSpc>
                <a:spcPct val="120000"/>
              </a:lnSpc>
              <a:buClr>
                <a:schemeClr val="hlink"/>
              </a:buClr>
              <a:buFont typeface="Wingdings" pitchFamily="2" charset="2"/>
              <a:buNone/>
              <a:defRPr/>
            </a:pPr>
            <a:r>
              <a:rPr lang="zh-CN" altLang="en-US" sz="2400" b="1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热敏电阻的作用</a:t>
            </a:r>
          </a:p>
        </p:txBody>
      </p:sp>
      <p:graphicFrame>
        <p:nvGraphicFramePr>
          <p:cNvPr id="32782" name="Object 14"/>
          <p:cNvGraphicFramePr>
            <a:graphicFrameLocks noChangeAspect="1"/>
          </p:cNvGraphicFramePr>
          <p:nvPr/>
        </p:nvGraphicFramePr>
        <p:xfrm>
          <a:off x="557213" y="4287838"/>
          <a:ext cx="687387" cy="531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097" name="公式" r:id="rId10" imgW="342603" imgH="266469" progId="Equation.3">
                  <p:embed/>
                </p:oleObj>
              </mc:Choice>
              <mc:Fallback>
                <p:oleObj name="公式" r:id="rId10" imgW="342603" imgH="266469" progId="Equation.3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7213" y="4287838"/>
                        <a:ext cx="687387" cy="5318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" name="Group 15"/>
          <p:cNvGrpSpPr>
            <a:grpSpLocks/>
          </p:cNvGrpSpPr>
          <p:nvPr/>
        </p:nvGrpSpPr>
        <p:grpSpPr bwMode="auto">
          <a:xfrm>
            <a:off x="1216025" y="4287838"/>
            <a:ext cx="1149350" cy="531812"/>
            <a:chOff x="766" y="2701"/>
            <a:chExt cx="724" cy="335"/>
          </a:xfrm>
        </p:grpSpPr>
        <p:graphicFrame>
          <p:nvGraphicFramePr>
            <p:cNvPr id="37926" name="Object 16"/>
            <p:cNvGraphicFramePr>
              <a:graphicFrameLocks noChangeAspect="1"/>
            </p:cNvGraphicFramePr>
            <p:nvPr/>
          </p:nvGraphicFramePr>
          <p:xfrm>
            <a:off x="1071" y="2701"/>
            <a:ext cx="419" cy="33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8098" name="公式" r:id="rId12" imgW="330057" imgH="266584" progId="Equation.3">
                    <p:embed/>
                  </p:oleObj>
                </mc:Choice>
                <mc:Fallback>
                  <p:oleObj name="公式" r:id="rId12" imgW="330057" imgH="266584" progId="Equation.3">
                    <p:embed/>
                    <p:pic>
                      <p:nvPicPr>
                        <p:cNvPr id="0" name="Object 1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71" y="2701"/>
                          <a:ext cx="419" cy="33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7927" name="Line 17"/>
            <p:cNvSpPr>
              <a:spLocks noChangeShapeType="1"/>
            </p:cNvSpPr>
            <p:nvPr/>
          </p:nvSpPr>
          <p:spPr bwMode="auto">
            <a:xfrm flipV="1">
              <a:off x="766" y="2868"/>
              <a:ext cx="311" cy="0"/>
            </a:xfrm>
            <a:prstGeom prst="line">
              <a:avLst/>
            </a:prstGeom>
            <a:noFill/>
            <a:ln w="25400">
              <a:solidFill>
                <a:srgbClr val="FF00FF"/>
              </a:solidFill>
              <a:round/>
              <a:headEnd/>
              <a:tailEnd type="stealth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4" name="Group 18"/>
          <p:cNvGrpSpPr>
            <a:grpSpLocks/>
          </p:cNvGrpSpPr>
          <p:nvPr/>
        </p:nvGrpSpPr>
        <p:grpSpPr bwMode="auto">
          <a:xfrm>
            <a:off x="2344738" y="4338638"/>
            <a:ext cx="1731962" cy="430212"/>
            <a:chOff x="1477" y="2733"/>
            <a:chExt cx="1091" cy="271"/>
          </a:xfrm>
        </p:grpSpPr>
        <p:graphicFrame>
          <p:nvGraphicFramePr>
            <p:cNvPr id="37924" name="Object 19"/>
            <p:cNvGraphicFramePr>
              <a:graphicFrameLocks noChangeAspect="1"/>
            </p:cNvGraphicFramePr>
            <p:nvPr/>
          </p:nvGraphicFramePr>
          <p:xfrm>
            <a:off x="1796" y="2733"/>
            <a:ext cx="772" cy="27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8099" name="公式" r:id="rId14" imgW="609336" imgH="215806" progId="Equation.3">
                    <p:embed/>
                  </p:oleObj>
                </mc:Choice>
                <mc:Fallback>
                  <p:oleObj name="公式" r:id="rId14" imgW="609336" imgH="215806" progId="Equation.3">
                    <p:embed/>
                    <p:pic>
                      <p:nvPicPr>
                        <p:cNvPr id="0" name="Object 1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796" y="2733"/>
                          <a:ext cx="772" cy="27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7925" name="Line 20"/>
            <p:cNvSpPr>
              <a:spLocks noChangeShapeType="1"/>
            </p:cNvSpPr>
            <p:nvPr/>
          </p:nvSpPr>
          <p:spPr bwMode="auto">
            <a:xfrm flipV="1">
              <a:off x="1477" y="2868"/>
              <a:ext cx="311" cy="0"/>
            </a:xfrm>
            <a:prstGeom prst="line">
              <a:avLst/>
            </a:prstGeom>
            <a:noFill/>
            <a:ln w="25400">
              <a:solidFill>
                <a:srgbClr val="FF00FF"/>
              </a:solidFill>
              <a:round/>
              <a:headEnd/>
              <a:tailEnd type="stealth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5" name="Group 21"/>
          <p:cNvGrpSpPr>
            <a:grpSpLocks/>
          </p:cNvGrpSpPr>
          <p:nvPr/>
        </p:nvGrpSpPr>
        <p:grpSpPr bwMode="auto">
          <a:xfrm>
            <a:off x="4090988" y="4338638"/>
            <a:ext cx="1779587" cy="430212"/>
            <a:chOff x="2577" y="2733"/>
            <a:chExt cx="1121" cy="271"/>
          </a:xfrm>
        </p:grpSpPr>
        <p:graphicFrame>
          <p:nvGraphicFramePr>
            <p:cNvPr id="37922" name="Object 22"/>
            <p:cNvGraphicFramePr>
              <a:graphicFrameLocks noChangeAspect="1"/>
            </p:cNvGraphicFramePr>
            <p:nvPr/>
          </p:nvGraphicFramePr>
          <p:xfrm>
            <a:off x="2912" y="2733"/>
            <a:ext cx="786" cy="27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8100" name="公式" r:id="rId16" imgW="622030" imgH="215806" progId="Equation.3">
                    <p:embed/>
                  </p:oleObj>
                </mc:Choice>
                <mc:Fallback>
                  <p:oleObj name="公式" r:id="rId16" imgW="622030" imgH="215806" progId="Equation.3">
                    <p:embed/>
                    <p:pic>
                      <p:nvPicPr>
                        <p:cNvPr id="0" name="Object 2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912" y="2733"/>
                          <a:ext cx="786" cy="27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7923" name="Line 23"/>
            <p:cNvSpPr>
              <a:spLocks noChangeShapeType="1"/>
            </p:cNvSpPr>
            <p:nvPr/>
          </p:nvSpPr>
          <p:spPr bwMode="auto">
            <a:xfrm flipV="1">
              <a:off x="2577" y="2868"/>
              <a:ext cx="311" cy="0"/>
            </a:xfrm>
            <a:prstGeom prst="line">
              <a:avLst/>
            </a:prstGeom>
            <a:noFill/>
            <a:ln w="25400">
              <a:solidFill>
                <a:srgbClr val="FF00FF"/>
              </a:solidFill>
              <a:round/>
              <a:headEnd/>
              <a:tailEnd type="stealth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6" name="Group 24"/>
          <p:cNvGrpSpPr>
            <a:grpSpLocks/>
          </p:cNvGrpSpPr>
          <p:nvPr/>
        </p:nvGrpSpPr>
        <p:grpSpPr bwMode="auto">
          <a:xfrm>
            <a:off x="5889625" y="4338638"/>
            <a:ext cx="1768475" cy="430212"/>
            <a:chOff x="3710" y="2733"/>
            <a:chExt cx="1114" cy="271"/>
          </a:xfrm>
        </p:grpSpPr>
        <p:graphicFrame>
          <p:nvGraphicFramePr>
            <p:cNvPr id="37920" name="Object 25"/>
            <p:cNvGraphicFramePr>
              <a:graphicFrameLocks noChangeAspect="1"/>
            </p:cNvGraphicFramePr>
            <p:nvPr/>
          </p:nvGraphicFramePr>
          <p:xfrm>
            <a:off x="4052" y="2733"/>
            <a:ext cx="772" cy="27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8101" name="公式" r:id="rId18" imgW="609336" imgH="215806" progId="Equation.3">
                    <p:embed/>
                  </p:oleObj>
                </mc:Choice>
                <mc:Fallback>
                  <p:oleObj name="公式" r:id="rId18" imgW="609336" imgH="215806" progId="Equation.3">
                    <p:embed/>
                    <p:pic>
                      <p:nvPicPr>
                        <p:cNvPr id="0" name="Object 2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52" y="2733"/>
                          <a:ext cx="772" cy="27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7921" name="Line 26"/>
            <p:cNvSpPr>
              <a:spLocks noChangeShapeType="1"/>
            </p:cNvSpPr>
            <p:nvPr/>
          </p:nvSpPr>
          <p:spPr bwMode="auto">
            <a:xfrm flipV="1">
              <a:off x="3710" y="2868"/>
              <a:ext cx="311" cy="0"/>
            </a:xfrm>
            <a:prstGeom prst="line">
              <a:avLst/>
            </a:prstGeom>
            <a:noFill/>
            <a:ln w="25400">
              <a:solidFill>
                <a:srgbClr val="FF00FF"/>
              </a:solidFill>
              <a:round/>
              <a:headEnd/>
              <a:tailEnd type="stealth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7" name="Group 27"/>
          <p:cNvGrpSpPr>
            <a:grpSpLocks/>
          </p:cNvGrpSpPr>
          <p:nvPr/>
        </p:nvGrpSpPr>
        <p:grpSpPr bwMode="auto">
          <a:xfrm>
            <a:off x="3030538" y="5245100"/>
            <a:ext cx="1414462" cy="404813"/>
            <a:chOff x="1909" y="3304"/>
            <a:chExt cx="891" cy="255"/>
          </a:xfrm>
        </p:grpSpPr>
        <p:graphicFrame>
          <p:nvGraphicFramePr>
            <p:cNvPr id="37918" name="Object 28"/>
            <p:cNvGraphicFramePr>
              <a:graphicFrameLocks noChangeAspect="1"/>
            </p:cNvGraphicFramePr>
            <p:nvPr/>
          </p:nvGraphicFramePr>
          <p:xfrm>
            <a:off x="2254" y="3304"/>
            <a:ext cx="546" cy="25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8102" name="公式" r:id="rId20" imgW="431613" imgH="203112" progId="Equation.3">
                    <p:embed/>
                  </p:oleObj>
                </mc:Choice>
                <mc:Fallback>
                  <p:oleObj name="公式" r:id="rId20" imgW="431613" imgH="203112" progId="Equation.3">
                    <p:embed/>
                    <p:pic>
                      <p:nvPicPr>
                        <p:cNvPr id="0" name="Object 2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254" y="3304"/>
                          <a:ext cx="546" cy="25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7919" name="Line 29"/>
            <p:cNvSpPr>
              <a:spLocks noChangeShapeType="1"/>
            </p:cNvSpPr>
            <p:nvPr/>
          </p:nvSpPr>
          <p:spPr bwMode="auto">
            <a:xfrm flipV="1">
              <a:off x="1909" y="3424"/>
              <a:ext cx="311" cy="0"/>
            </a:xfrm>
            <a:prstGeom prst="line">
              <a:avLst/>
            </a:prstGeom>
            <a:noFill/>
            <a:ln w="25400">
              <a:solidFill>
                <a:srgbClr val="FF00FF"/>
              </a:solidFill>
              <a:round/>
              <a:headEnd/>
              <a:tailEnd type="stealth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8" name="Group 30"/>
          <p:cNvGrpSpPr>
            <a:grpSpLocks/>
          </p:cNvGrpSpPr>
          <p:nvPr/>
        </p:nvGrpSpPr>
        <p:grpSpPr bwMode="auto">
          <a:xfrm>
            <a:off x="4511675" y="5119688"/>
            <a:ext cx="2817813" cy="530225"/>
            <a:chOff x="2842" y="3225"/>
            <a:chExt cx="1775" cy="334"/>
          </a:xfrm>
        </p:grpSpPr>
        <p:graphicFrame>
          <p:nvGraphicFramePr>
            <p:cNvPr id="37915" name="Object 31"/>
            <p:cNvGraphicFramePr>
              <a:graphicFrameLocks noChangeAspect="1"/>
            </p:cNvGraphicFramePr>
            <p:nvPr/>
          </p:nvGraphicFramePr>
          <p:xfrm>
            <a:off x="3199" y="3305"/>
            <a:ext cx="725" cy="25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8103" name="公式" r:id="rId22" imgW="571252" imgH="203112" progId="Equation.3">
                    <p:embed/>
                  </p:oleObj>
                </mc:Choice>
                <mc:Fallback>
                  <p:oleObj name="公式" r:id="rId22" imgW="571252" imgH="203112" progId="Equation.3">
                    <p:embed/>
                    <p:pic>
                      <p:nvPicPr>
                        <p:cNvPr id="0" name="Object 3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199" y="3305"/>
                          <a:ext cx="725" cy="25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2800" name="Rectangle 32"/>
            <p:cNvSpPr>
              <a:spLocks noChangeArrowheads="1"/>
            </p:cNvSpPr>
            <p:nvPr/>
          </p:nvSpPr>
          <p:spPr bwMode="auto">
            <a:xfrm>
              <a:off x="3922" y="3225"/>
              <a:ext cx="695" cy="334"/>
            </a:xfrm>
            <a:prstGeom prst="rect">
              <a:avLst/>
            </a:prstGeom>
            <a:noFill/>
            <a:ln w="12700" cap="sq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>
              <a:spAutoFit/>
            </a:bodyPr>
            <a:lstStyle/>
            <a:p>
              <a:pPr algn="just" eaLnBrk="1" hangingPunct="1">
                <a:lnSpc>
                  <a:spcPct val="120000"/>
                </a:lnSpc>
                <a:buClr>
                  <a:schemeClr val="hlink"/>
                </a:buClr>
                <a:buFont typeface="Wingdings" pitchFamily="2" charset="2"/>
                <a:buNone/>
                <a:defRPr/>
              </a:pPr>
              <a:r>
                <a:rPr lang="zh-CN" altLang="en-US" sz="2400" b="1">
                  <a:solidFill>
                    <a:srgbClr val="000000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ea typeface="楷体_GB2312" pitchFamily="49" charset="-122"/>
                </a:rPr>
                <a:t>稳幅</a:t>
              </a:r>
            </a:p>
          </p:txBody>
        </p:sp>
        <p:sp>
          <p:nvSpPr>
            <p:cNvPr id="37917" name="Line 33"/>
            <p:cNvSpPr>
              <a:spLocks noChangeShapeType="1"/>
            </p:cNvSpPr>
            <p:nvPr/>
          </p:nvSpPr>
          <p:spPr bwMode="auto">
            <a:xfrm flipV="1">
              <a:off x="2842" y="3413"/>
              <a:ext cx="311" cy="0"/>
            </a:xfrm>
            <a:prstGeom prst="line">
              <a:avLst/>
            </a:prstGeom>
            <a:noFill/>
            <a:ln w="25400">
              <a:solidFill>
                <a:srgbClr val="FF00FF"/>
              </a:solidFill>
              <a:round/>
              <a:headEnd/>
              <a:tailEnd type="stealth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9" name="Group 34"/>
          <p:cNvGrpSpPr>
            <a:grpSpLocks/>
          </p:cNvGrpSpPr>
          <p:nvPr/>
        </p:nvGrpSpPr>
        <p:grpSpPr bwMode="auto">
          <a:xfrm>
            <a:off x="1671638" y="4519613"/>
            <a:ext cx="6562725" cy="1130300"/>
            <a:chOff x="1053" y="2847"/>
            <a:chExt cx="4134" cy="712"/>
          </a:xfrm>
        </p:grpSpPr>
        <p:graphicFrame>
          <p:nvGraphicFramePr>
            <p:cNvPr id="37909" name="Object 35"/>
            <p:cNvGraphicFramePr>
              <a:graphicFrameLocks noChangeAspect="1"/>
            </p:cNvGraphicFramePr>
            <p:nvPr/>
          </p:nvGraphicFramePr>
          <p:xfrm>
            <a:off x="1438" y="3288"/>
            <a:ext cx="419" cy="27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8104" name="公式" r:id="rId24" imgW="330057" imgH="215806" progId="Equation.3">
                    <p:embed/>
                  </p:oleObj>
                </mc:Choice>
                <mc:Fallback>
                  <p:oleObj name="公式" r:id="rId24" imgW="330057" imgH="215806" progId="Equation.3">
                    <p:embed/>
                    <p:pic>
                      <p:nvPicPr>
                        <p:cNvPr id="0" name="Object 3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38" y="3288"/>
                          <a:ext cx="419" cy="27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7910" name="Line 36"/>
            <p:cNvSpPr>
              <a:spLocks noChangeShapeType="1"/>
            </p:cNvSpPr>
            <p:nvPr/>
          </p:nvSpPr>
          <p:spPr bwMode="auto">
            <a:xfrm flipV="1">
              <a:off x="4854" y="2857"/>
              <a:ext cx="311" cy="0"/>
            </a:xfrm>
            <a:prstGeom prst="line">
              <a:avLst/>
            </a:prstGeom>
            <a:noFill/>
            <a:ln w="25400">
              <a:solidFill>
                <a:srgbClr val="FF00FF"/>
              </a:solidFill>
              <a:round/>
              <a:headE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37911" name="Line 37"/>
            <p:cNvSpPr>
              <a:spLocks noChangeShapeType="1"/>
            </p:cNvSpPr>
            <p:nvPr/>
          </p:nvSpPr>
          <p:spPr bwMode="auto">
            <a:xfrm flipV="1">
              <a:off x="1064" y="3424"/>
              <a:ext cx="311" cy="0"/>
            </a:xfrm>
            <a:prstGeom prst="line">
              <a:avLst/>
            </a:prstGeom>
            <a:noFill/>
            <a:ln w="25400">
              <a:solidFill>
                <a:srgbClr val="FF00FF"/>
              </a:solidFill>
              <a:round/>
              <a:headEnd/>
              <a:tailEnd type="stealth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37912" name="Line 38"/>
            <p:cNvSpPr>
              <a:spLocks noChangeShapeType="1"/>
            </p:cNvSpPr>
            <p:nvPr/>
          </p:nvSpPr>
          <p:spPr bwMode="auto">
            <a:xfrm flipV="1">
              <a:off x="1053" y="3168"/>
              <a:ext cx="4134" cy="0"/>
            </a:xfrm>
            <a:prstGeom prst="line">
              <a:avLst/>
            </a:prstGeom>
            <a:noFill/>
            <a:ln w="25400">
              <a:solidFill>
                <a:srgbClr val="FF00FF"/>
              </a:solidFill>
              <a:round/>
              <a:headE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37913" name="Line 39"/>
            <p:cNvSpPr>
              <a:spLocks noChangeShapeType="1"/>
            </p:cNvSpPr>
            <p:nvPr/>
          </p:nvSpPr>
          <p:spPr bwMode="auto">
            <a:xfrm rot="16200000" flipV="1">
              <a:off x="926" y="3297"/>
              <a:ext cx="255" cy="0"/>
            </a:xfrm>
            <a:prstGeom prst="line">
              <a:avLst/>
            </a:prstGeom>
            <a:noFill/>
            <a:ln w="25400">
              <a:solidFill>
                <a:srgbClr val="FF00FF"/>
              </a:solidFill>
              <a:round/>
              <a:headE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37914" name="Line 40"/>
            <p:cNvSpPr>
              <a:spLocks noChangeShapeType="1"/>
            </p:cNvSpPr>
            <p:nvPr/>
          </p:nvSpPr>
          <p:spPr bwMode="auto">
            <a:xfrm rot="16200000" flipV="1">
              <a:off x="5021" y="3002"/>
              <a:ext cx="310" cy="0"/>
            </a:xfrm>
            <a:prstGeom prst="line">
              <a:avLst/>
            </a:prstGeom>
            <a:noFill/>
            <a:ln w="25400">
              <a:solidFill>
                <a:srgbClr val="FF00FF"/>
              </a:solidFill>
              <a:round/>
              <a:headE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</p:grpSp>
      <p:graphicFrame>
        <p:nvGraphicFramePr>
          <p:cNvPr id="37908" name="Object 41">
            <a:hlinkClick r:id="rId26" action="ppaction://hlinksldjump" highlightClick="1"/>
          </p:cNvPr>
          <p:cNvGraphicFramePr>
            <a:graphicFrameLocks noChangeAspect="1"/>
          </p:cNvGraphicFramePr>
          <p:nvPr/>
        </p:nvGraphicFramePr>
        <p:xfrm>
          <a:off x="228600" y="6324600"/>
          <a:ext cx="9144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105" name="BMP 图象" r:id="rId27" imgW="914384" imgH="380891" progId="Paint.Picture">
                  <p:embed/>
                </p:oleObj>
              </mc:Choice>
              <mc:Fallback>
                <p:oleObj name="BMP 图象" r:id="rId27" imgW="914384" imgH="380891" progId="Paint.Picture">
                  <p:embed/>
                  <p:pic>
                    <p:nvPicPr>
                      <p:cNvPr id="0" name="Object 4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" y="6324600"/>
                        <a:ext cx="9144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500"/>
                                        <p:tgtEl>
                                          <p:spTgt spid="3277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3277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2" dur="500"/>
                                        <p:tgtEl>
                                          <p:spTgt spid="3277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7" dur="500"/>
                                        <p:tgtEl>
                                          <p:spTgt spid="3278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2" dur="500"/>
                                        <p:tgtEl>
                                          <p:spTgt spid="3278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7" dur="500"/>
                                        <p:tgtEl>
                                          <p:spTgt spid="3278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4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4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5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5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6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7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774" grpId="0" autoUpdateAnimBg="0"/>
      <p:bldP spid="32775" grpId="0" animBg="1" autoUpdateAnimBg="0"/>
      <p:bldP spid="32779" grpId="0" autoUpdateAnimBg="0"/>
      <p:bldP spid="32781" grpId="0" autoUpdateAnimBg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>
            <a:spLocks noGrp="1" noChangeArrowheads="1"/>
          </p:cNvSpPr>
          <p:nvPr>
            <p:ph type="title"/>
          </p:nvPr>
        </p:nvSpPr>
        <p:spPr>
          <a:xfrm>
            <a:off x="1143000" y="-228600"/>
            <a:ext cx="7772400" cy="1143000"/>
          </a:xfrm>
        </p:spPr>
        <p:txBody>
          <a:bodyPr/>
          <a:lstStyle/>
          <a:p>
            <a:pPr algn="l" eaLnBrk="1" hangingPunct="1"/>
            <a:r>
              <a:rPr lang="zh-CN" altLang="en-US" sz="2800" b="1" smtClean="0">
                <a:solidFill>
                  <a:srgbClr val="FF0000"/>
                </a:solidFill>
              </a:rPr>
              <a:t>例 </a:t>
            </a:r>
            <a:r>
              <a:rPr lang="en-US" altLang="zh-CN" sz="2800" smtClean="0">
                <a:solidFill>
                  <a:srgbClr val="FF0000"/>
                </a:solidFill>
              </a:rPr>
              <a:t>1 </a:t>
            </a:r>
            <a:r>
              <a:rPr lang="zh-CN" altLang="en-US" sz="2800" b="1" smtClean="0">
                <a:solidFill>
                  <a:srgbClr val="FF0000"/>
                </a:solidFill>
              </a:rPr>
              <a:t>：</a:t>
            </a:r>
            <a:endParaRPr lang="zh-CN" altLang="en-US" smtClean="0"/>
          </a:p>
        </p:txBody>
      </p:sp>
      <p:graphicFrame>
        <p:nvGraphicFramePr>
          <p:cNvPr id="38915" name="Object 3"/>
          <p:cNvGraphicFramePr>
            <a:graphicFrameLocks noChangeAspect="1"/>
          </p:cNvGraphicFramePr>
          <p:nvPr/>
        </p:nvGraphicFramePr>
        <p:xfrm>
          <a:off x="228600" y="2286000"/>
          <a:ext cx="4286250" cy="4057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987" name="BMP 图象" r:id="rId3" imgW="2123810" imgH="2019048" progId="Paint.Picture">
                  <p:embed/>
                </p:oleObj>
              </mc:Choice>
              <mc:Fallback>
                <p:oleObj name="BMP 图象" r:id="rId3" imgW="2123810" imgH="2019048" progId="Paint.Picture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" y="2286000"/>
                        <a:ext cx="4286250" cy="4057650"/>
                      </a:xfrm>
                      <a:prstGeom prst="rect">
                        <a:avLst/>
                      </a:prstGeom>
                      <a:solidFill>
                        <a:srgbClr val="CCFFCC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12700" cap="sq">
                            <a:solidFill>
                              <a:schemeClr val="tx1"/>
                            </a:solidFill>
                            <a:miter lim="800000"/>
                            <a:headEnd type="none" w="sm" len="sm"/>
                            <a:tailEnd type="none" w="sm" len="sm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8916" name="Text Box 4"/>
          <p:cNvSpPr txBox="1">
            <a:spLocks noChangeArrowheads="1"/>
          </p:cNvSpPr>
          <p:nvPr/>
        </p:nvSpPr>
        <p:spPr bwMode="auto">
          <a:xfrm>
            <a:off x="2209800" y="152400"/>
            <a:ext cx="6324600" cy="2100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en-US" altLang="zh-CN" sz="2400">
                <a:solidFill>
                  <a:srgbClr val="000000"/>
                </a:solidFill>
                <a:latin typeface="Times New Roman" panose="02020603050405020304" pitchFamily="18" charset="0"/>
              </a:rPr>
              <a:t>⑴.</a:t>
            </a:r>
            <a:r>
              <a: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</a:rPr>
              <a:t>试分析</a:t>
            </a:r>
            <a:r>
              <a:rPr kumimoji="1" lang="en-US" altLang="zh-CN" sz="2400">
                <a:solidFill>
                  <a:srgbClr val="000000"/>
                </a:solidFill>
                <a:latin typeface="Times New Roman" panose="02020603050405020304" pitchFamily="18" charset="0"/>
              </a:rPr>
              <a:t>D</a:t>
            </a:r>
            <a:r>
              <a:rPr kumimoji="1" lang="en-US" altLang="zh-CN" sz="2400" baseline="-25000">
                <a:solidFill>
                  <a:srgbClr val="000000"/>
                </a:solidFill>
                <a:latin typeface="Times New Roman" panose="02020603050405020304" pitchFamily="18" charset="0"/>
              </a:rPr>
              <a:t>1</a:t>
            </a:r>
            <a:r>
              <a: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</a:rPr>
              <a:t>、</a:t>
            </a:r>
            <a:r>
              <a:rPr kumimoji="1" lang="en-US" altLang="zh-CN" sz="2400">
                <a:solidFill>
                  <a:srgbClr val="000000"/>
                </a:solidFill>
                <a:latin typeface="Times New Roman" panose="02020603050405020304" pitchFamily="18" charset="0"/>
              </a:rPr>
              <a:t>D</a:t>
            </a:r>
            <a:r>
              <a:rPr kumimoji="1" lang="en-US" altLang="zh-CN" sz="2400" baseline="-25000">
                <a:solidFill>
                  <a:srgbClr val="000000"/>
                </a:solidFill>
                <a:latin typeface="Times New Roman" panose="02020603050405020304" pitchFamily="18" charset="0"/>
              </a:rPr>
              <a:t>2</a:t>
            </a:r>
            <a:r>
              <a:rPr kumimoji="1" lang="zh-CN" altLang="zh-CN" sz="2400">
                <a:solidFill>
                  <a:srgbClr val="000000"/>
                </a:solidFill>
                <a:latin typeface="Times New Roman" panose="02020603050405020304" pitchFamily="18" charset="0"/>
              </a:rPr>
              <a:t>自动稳幅原理；</a:t>
            </a:r>
            <a:endParaRPr kumimoji="1" lang="zh-CN" altLang="en-US" sz="240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</a:rPr>
              <a:t>⑵</a:t>
            </a:r>
            <a:r>
              <a:rPr kumimoji="1" lang="en-US" altLang="zh-CN" sz="2400">
                <a:solidFill>
                  <a:srgbClr val="000000"/>
                </a:solidFill>
                <a:latin typeface="Times New Roman" panose="02020603050405020304" pitchFamily="18" charset="0"/>
              </a:rPr>
              <a:t>.</a:t>
            </a:r>
            <a:r>
              <a: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</a:rPr>
              <a:t>估算输出电压</a:t>
            </a:r>
            <a:r>
              <a:rPr kumimoji="1" lang="en-US" altLang="zh-CN" sz="2400">
                <a:solidFill>
                  <a:srgbClr val="000000"/>
                </a:solidFill>
                <a:latin typeface="Times New Roman" panose="02020603050405020304" pitchFamily="18" charset="0"/>
              </a:rPr>
              <a:t>V</a:t>
            </a:r>
            <a:r>
              <a:rPr kumimoji="1" lang="en-US" altLang="zh-CN" sz="2400" baseline="-25000">
                <a:solidFill>
                  <a:srgbClr val="000000"/>
                </a:solidFill>
                <a:latin typeface="Times New Roman" panose="02020603050405020304" pitchFamily="18" charset="0"/>
              </a:rPr>
              <a:t>0m</a:t>
            </a:r>
            <a:r>
              <a: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</a:rPr>
              <a:t>；</a:t>
            </a:r>
            <a:r>
              <a:rPr kumimoji="1" lang="en-US" altLang="zh-CN" sz="2400">
                <a:solidFill>
                  <a:srgbClr val="000000"/>
                </a:solidFill>
                <a:latin typeface="Times New Roman" panose="02020603050405020304" pitchFamily="18" charset="0"/>
              </a:rPr>
              <a:t>(V</a:t>
            </a:r>
            <a:r>
              <a:rPr kumimoji="1" lang="en-US" altLang="zh-CN" sz="2400" baseline="-25000">
                <a:solidFill>
                  <a:srgbClr val="000000"/>
                </a:solidFill>
                <a:latin typeface="Times New Roman" panose="02020603050405020304" pitchFamily="18" charset="0"/>
              </a:rPr>
              <a:t>D</a:t>
            </a:r>
            <a:r>
              <a:rPr kumimoji="1" lang="en-US" altLang="zh-CN" sz="2400">
                <a:solidFill>
                  <a:srgbClr val="000000"/>
                </a:solidFill>
                <a:latin typeface="Times New Roman" panose="02020603050405020304" pitchFamily="18" charset="0"/>
              </a:rPr>
              <a:t>=0.6V)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en-US" altLang="zh-CN" sz="2400">
                <a:solidFill>
                  <a:srgbClr val="000000"/>
                </a:solidFill>
                <a:latin typeface="Times New Roman" panose="02020603050405020304" pitchFamily="18" charset="0"/>
              </a:rPr>
              <a:t>⑶.</a:t>
            </a:r>
            <a:r>
              <a: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</a:rPr>
              <a:t>试画出若</a:t>
            </a:r>
            <a:r>
              <a:rPr kumimoji="1" lang="en-US" altLang="zh-CN" sz="2400">
                <a:solidFill>
                  <a:srgbClr val="000000"/>
                </a:solidFill>
                <a:latin typeface="Times New Roman" panose="02020603050405020304" pitchFamily="18" charset="0"/>
              </a:rPr>
              <a:t>R</a:t>
            </a:r>
            <a:r>
              <a:rPr kumimoji="1" lang="en-US" altLang="zh-CN" sz="2400" baseline="-25000">
                <a:solidFill>
                  <a:srgbClr val="000000"/>
                </a:solidFill>
                <a:latin typeface="Times New Roman" panose="02020603050405020304" pitchFamily="18" charset="0"/>
              </a:rPr>
              <a:t>2</a:t>
            </a:r>
            <a:r>
              <a: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</a:rPr>
              <a:t>短路时，输出电压</a:t>
            </a:r>
            <a:r>
              <a:rPr kumimoji="1" lang="en-US" altLang="zh-CN" sz="2400">
                <a:solidFill>
                  <a:srgbClr val="000000"/>
                </a:solidFill>
                <a:latin typeface="Times New Roman" panose="02020603050405020304" pitchFamily="18" charset="0"/>
              </a:rPr>
              <a:t>V</a:t>
            </a:r>
            <a:r>
              <a:rPr kumimoji="1" lang="en-US" altLang="zh-CN" sz="2400" baseline="-25000">
                <a:solidFill>
                  <a:srgbClr val="000000"/>
                </a:solidFill>
                <a:latin typeface="Times New Roman" panose="02020603050405020304" pitchFamily="18" charset="0"/>
              </a:rPr>
              <a:t>0</a:t>
            </a:r>
            <a:r>
              <a: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</a:rPr>
              <a:t>的波形；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</a:rPr>
              <a:t>⑷</a:t>
            </a:r>
            <a:r>
              <a:rPr kumimoji="1" lang="en-US" altLang="zh-CN" sz="2400">
                <a:solidFill>
                  <a:srgbClr val="000000"/>
                </a:solidFill>
                <a:latin typeface="Times New Roman" panose="02020603050405020304" pitchFamily="18" charset="0"/>
              </a:rPr>
              <a:t>.</a:t>
            </a:r>
            <a:r>
              <a: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</a:rPr>
              <a:t>试画出若</a:t>
            </a:r>
            <a:r>
              <a:rPr kumimoji="1" lang="en-US" altLang="zh-CN" sz="2400">
                <a:solidFill>
                  <a:srgbClr val="000000"/>
                </a:solidFill>
                <a:latin typeface="Times New Roman" panose="02020603050405020304" pitchFamily="18" charset="0"/>
              </a:rPr>
              <a:t>R</a:t>
            </a:r>
            <a:r>
              <a:rPr kumimoji="1" lang="en-US" altLang="zh-CN" sz="2400" baseline="-25000">
                <a:solidFill>
                  <a:srgbClr val="000000"/>
                </a:solidFill>
                <a:latin typeface="Times New Roman" panose="02020603050405020304" pitchFamily="18" charset="0"/>
              </a:rPr>
              <a:t>2</a:t>
            </a:r>
            <a:r>
              <a: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</a:rPr>
              <a:t>开路时，输出电压</a:t>
            </a:r>
            <a:r>
              <a:rPr kumimoji="1" lang="en-US" altLang="zh-CN" sz="2400">
                <a:solidFill>
                  <a:srgbClr val="000000"/>
                </a:solidFill>
                <a:latin typeface="Times New Roman" panose="02020603050405020304" pitchFamily="18" charset="0"/>
              </a:rPr>
              <a:t>V</a:t>
            </a:r>
            <a:r>
              <a:rPr kumimoji="1" lang="en-US" altLang="zh-CN" sz="2400" baseline="-25000">
                <a:solidFill>
                  <a:srgbClr val="000000"/>
                </a:solidFill>
                <a:latin typeface="Times New Roman" panose="02020603050405020304" pitchFamily="18" charset="0"/>
              </a:rPr>
              <a:t>0</a:t>
            </a:r>
            <a:r>
              <a: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</a:rPr>
              <a:t>的波形；</a:t>
            </a:r>
          </a:p>
        </p:txBody>
      </p:sp>
      <p:sp>
        <p:nvSpPr>
          <p:cNvPr id="38917" name="Text Box 5"/>
          <p:cNvSpPr txBox="1">
            <a:spLocks noChangeArrowheads="1"/>
          </p:cNvSpPr>
          <p:nvPr/>
        </p:nvSpPr>
        <p:spPr bwMode="auto">
          <a:xfrm>
            <a:off x="4419600" y="2209800"/>
            <a:ext cx="121920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 eaLnBrk="1" hangingPunct="1">
              <a:spcBef>
                <a:spcPct val="50000"/>
              </a:spcBef>
              <a:defRPr/>
            </a:pPr>
            <a:r>
              <a:rPr kumimoji="1" lang="zh-CN" altLang="en-US" sz="2800" b="1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解：</a:t>
            </a:r>
            <a:endParaRPr kumimoji="1" lang="zh-CN" altLang="en-US" sz="2400">
              <a:latin typeface="Times New Roman" pitchFamily="18" charset="0"/>
            </a:endParaRPr>
          </a:p>
        </p:txBody>
      </p:sp>
      <p:sp>
        <p:nvSpPr>
          <p:cNvPr id="38918" name="Text Box 6"/>
          <p:cNvSpPr txBox="1">
            <a:spLocks noChangeArrowheads="1"/>
          </p:cNvSpPr>
          <p:nvPr/>
        </p:nvSpPr>
        <p:spPr bwMode="auto">
          <a:xfrm>
            <a:off x="5257800" y="2286000"/>
            <a:ext cx="3581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en-US" altLang="zh-CN" sz="2400">
                <a:solidFill>
                  <a:srgbClr val="000000"/>
                </a:solidFill>
                <a:latin typeface="Times New Roman" panose="02020603050405020304" pitchFamily="18" charset="0"/>
              </a:rPr>
              <a:t>⑴.</a:t>
            </a:r>
            <a:r>
              <a:rPr kumimoji="1" lang="zh-CN" altLang="zh-CN" sz="2400">
                <a:solidFill>
                  <a:srgbClr val="000000"/>
                </a:solidFill>
                <a:latin typeface="Times New Roman" panose="02020603050405020304" pitchFamily="18" charset="0"/>
              </a:rPr>
              <a:t>稳幅原理</a:t>
            </a:r>
            <a:endParaRPr kumimoji="1" lang="zh-CN" altLang="en-US" sz="24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38919" name="Text Box 7"/>
          <p:cNvSpPr txBox="1">
            <a:spLocks noChangeArrowheads="1"/>
          </p:cNvSpPr>
          <p:nvPr/>
        </p:nvSpPr>
        <p:spPr bwMode="auto">
          <a:xfrm>
            <a:off x="4724400" y="2743200"/>
            <a:ext cx="4191000" cy="963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0000"/>
              </a:lnSpc>
              <a:spcBef>
                <a:spcPct val="50000"/>
              </a:spcBef>
              <a:buFontTx/>
              <a:buNone/>
            </a:pPr>
            <a:r>
              <a:rPr kumimoji="1" lang="en-US" altLang="zh-CN" sz="2400">
                <a:latin typeface="Times New Roman" panose="02020603050405020304" pitchFamily="18" charset="0"/>
              </a:rPr>
              <a:t>    </a:t>
            </a:r>
            <a:r>
              <a:rPr kumimoji="1" lang="zh-CN" altLang="en-US" sz="2400">
                <a:latin typeface="Times New Roman" panose="02020603050405020304" pitchFamily="18" charset="0"/>
              </a:rPr>
              <a:t>当</a:t>
            </a:r>
            <a:r>
              <a:rPr kumimoji="1" lang="en-US" altLang="zh-CN" sz="2800">
                <a:latin typeface="华文新魏" panose="02010800040101010101" pitchFamily="2" charset="-122"/>
                <a:ea typeface="华文新魏" panose="02010800040101010101" pitchFamily="2" charset="-122"/>
              </a:rPr>
              <a:t>v</a:t>
            </a:r>
            <a:r>
              <a:rPr kumimoji="1" lang="en-US" altLang="zh-CN" sz="2800" baseline="-25000">
                <a:latin typeface="华文新魏" panose="02010800040101010101" pitchFamily="2" charset="-122"/>
                <a:ea typeface="华文新魏" panose="02010800040101010101" pitchFamily="2" charset="-122"/>
              </a:rPr>
              <a:t>0</a:t>
            </a:r>
            <a:r>
              <a:rPr kumimoji="1" lang="zh-CN" altLang="en-US" sz="2400">
                <a:latin typeface="宋体" panose="02010600030101010101" pitchFamily="2" charset="-122"/>
              </a:rPr>
              <a:t>幅值很小时， </a:t>
            </a:r>
            <a:r>
              <a:rPr kumimoji="1" lang="en-US" altLang="zh-CN" sz="2400">
                <a:latin typeface="Times New Roman" panose="02020603050405020304" pitchFamily="18" charset="0"/>
              </a:rPr>
              <a:t>D</a:t>
            </a:r>
            <a:r>
              <a:rPr kumimoji="1" lang="en-US" altLang="zh-CN" sz="2400" baseline="-25000">
                <a:latin typeface="Times New Roman" panose="02020603050405020304" pitchFamily="18" charset="0"/>
              </a:rPr>
              <a:t>1</a:t>
            </a:r>
            <a:r>
              <a:rPr kumimoji="1" lang="zh-CN" altLang="en-US" sz="2400">
                <a:latin typeface="Times New Roman" panose="02020603050405020304" pitchFamily="18" charset="0"/>
              </a:rPr>
              <a:t>、</a:t>
            </a:r>
            <a:r>
              <a:rPr kumimoji="1" lang="en-US" altLang="zh-CN" sz="2400">
                <a:latin typeface="Times New Roman" panose="02020603050405020304" pitchFamily="18" charset="0"/>
              </a:rPr>
              <a:t>D</a:t>
            </a:r>
            <a:r>
              <a:rPr kumimoji="1" lang="en-US" altLang="zh-CN" sz="2400" baseline="-25000">
                <a:latin typeface="Times New Roman" panose="02020603050405020304" pitchFamily="18" charset="0"/>
              </a:rPr>
              <a:t>2</a:t>
            </a:r>
            <a:r>
              <a:rPr kumimoji="1" lang="zh-CN" altLang="en-US" sz="2400">
                <a:latin typeface="Times New Roman" panose="02020603050405020304" pitchFamily="18" charset="0"/>
              </a:rPr>
              <a:t>接近开路，</a:t>
            </a:r>
            <a:r>
              <a:rPr kumimoji="1" lang="en-US" altLang="zh-CN" sz="2400">
                <a:latin typeface="Times New Roman" panose="02020603050405020304" pitchFamily="18" charset="0"/>
              </a:rPr>
              <a:t>R</a:t>
            </a:r>
            <a:r>
              <a:rPr kumimoji="1" lang="en-US" altLang="zh-CN" sz="2400" baseline="30000">
                <a:latin typeface="Times New Roman" panose="02020603050405020304" pitchFamily="18" charset="0"/>
              </a:rPr>
              <a:t>’</a:t>
            </a:r>
            <a:r>
              <a:rPr kumimoji="1" lang="en-US" altLang="zh-CN" sz="2400" baseline="-25000">
                <a:latin typeface="Times New Roman" panose="02020603050405020304" pitchFamily="18" charset="0"/>
              </a:rPr>
              <a:t>3</a:t>
            </a:r>
            <a:r>
              <a:rPr kumimoji="1" lang="en-US" altLang="zh-CN" sz="2400">
                <a:latin typeface="Times New Roman" panose="02020603050405020304" pitchFamily="18" charset="0"/>
              </a:rPr>
              <a:t>=2.7K</a:t>
            </a:r>
            <a:r>
              <a:rPr kumimoji="1" lang="zh-CN" altLang="en-US" sz="2400">
                <a:latin typeface="Times New Roman" panose="02020603050405020304" pitchFamily="18" charset="0"/>
              </a:rPr>
              <a:t>。</a:t>
            </a:r>
            <a:endParaRPr kumimoji="1" lang="zh-CN" altLang="en-US" sz="2400" baseline="-25000">
              <a:latin typeface="Times New Roman" panose="02020603050405020304" pitchFamily="18" charset="0"/>
            </a:endParaRPr>
          </a:p>
        </p:txBody>
      </p:sp>
      <p:graphicFrame>
        <p:nvGraphicFramePr>
          <p:cNvPr id="38920" name="Object 8"/>
          <p:cNvGraphicFramePr>
            <a:graphicFrameLocks noChangeAspect="1"/>
          </p:cNvGraphicFramePr>
          <p:nvPr/>
        </p:nvGraphicFramePr>
        <p:xfrm>
          <a:off x="2362200" y="2362200"/>
          <a:ext cx="990600" cy="179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988" name="BMP 图象" r:id="rId5" imgW="485586" imgH="876190" progId="Paint.Picture">
                  <p:embed/>
                </p:oleObj>
              </mc:Choice>
              <mc:Fallback>
                <p:oleObj name="BMP 图象" r:id="rId5" imgW="485586" imgH="876190" progId="Paint.Picture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62200" y="2362200"/>
                        <a:ext cx="990600" cy="1790700"/>
                      </a:xfrm>
                      <a:prstGeom prst="rect">
                        <a:avLst/>
                      </a:prstGeom>
                      <a:solidFill>
                        <a:srgbClr val="CCFFCC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12700" cap="sq">
                            <a:solidFill>
                              <a:schemeClr val="tx1"/>
                            </a:solidFill>
                            <a:miter lim="800000"/>
                            <a:headEnd type="none" w="sm" len="sm"/>
                            <a:tailEnd type="none" w="sm" len="sm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921" name="Object 9"/>
          <p:cNvGraphicFramePr>
            <a:graphicFrameLocks noChangeAspect="1"/>
          </p:cNvGraphicFramePr>
          <p:nvPr/>
        </p:nvGraphicFramePr>
        <p:xfrm>
          <a:off x="2362200" y="2362200"/>
          <a:ext cx="1028700" cy="179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989" name="BMP 图象" r:id="rId7" imgW="485586" imgH="876190" progId="Paint.Picture">
                  <p:embed/>
                </p:oleObj>
              </mc:Choice>
              <mc:Fallback>
                <p:oleObj name="BMP 图象" r:id="rId7" imgW="485586" imgH="876190" progId="Paint.Picture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62200" y="2362200"/>
                        <a:ext cx="1028700" cy="1790700"/>
                      </a:xfrm>
                      <a:prstGeom prst="rect">
                        <a:avLst/>
                      </a:prstGeom>
                      <a:solidFill>
                        <a:srgbClr val="CCFFCC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12700" cap="sq">
                            <a:solidFill>
                              <a:schemeClr val="tx1"/>
                            </a:solidFill>
                            <a:miter lim="800000"/>
                            <a:headEnd type="none" w="sm" len="sm"/>
                            <a:tailEnd type="none" w="sm" len="sm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922" name="Object 10"/>
          <p:cNvGraphicFramePr>
            <a:graphicFrameLocks noChangeAspect="1"/>
          </p:cNvGraphicFramePr>
          <p:nvPr/>
        </p:nvGraphicFramePr>
        <p:xfrm>
          <a:off x="4724400" y="3886200"/>
          <a:ext cx="3987800" cy="552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990" name="Equation" r:id="rId9" imgW="1727200" imgH="241300" progId="Equation.3">
                  <p:embed/>
                </p:oleObj>
              </mc:Choice>
              <mc:Fallback>
                <p:oleObj name="Equation" r:id="rId9" imgW="1727200" imgH="241300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24400" y="3886200"/>
                        <a:ext cx="3987800" cy="552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8923" name="Text Box 11"/>
          <p:cNvSpPr txBox="1">
            <a:spLocks noChangeArrowheads="1"/>
          </p:cNvSpPr>
          <p:nvPr/>
        </p:nvSpPr>
        <p:spPr bwMode="auto">
          <a:xfrm>
            <a:off x="4724400" y="4598988"/>
            <a:ext cx="4191000" cy="9636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0000"/>
              </a:lnSpc>
              <a:spcBef>
                <a:spcPct val="50000"/>
              </a:spcBef>
              <a:buFontTx/>
              <a:buNone/>
            </a:pPr>
            <a:r>
              <a:rPr kumimoji="1" lang="en-US" altLang="zh-CN" sz="2400">
                <a:latin typeface="Times New Roman" panose="02020603050405020304" pitchFamily="18" charset="0"/>
              </a:rPr>
              <a:t>    </a:t>
            </a:r>
            <a:r>
              <a:rPr kumimoji="1" lang="zh-CN" altLang="en-US" sz="2400">
                <a:latin typeface="Times New Roman" panose="02020603050405020304" pitchFamily="18" charset="0"/>
              </a:rPr>
              <a:t>当</a:t>
            </a:r>
            <a:r>
              <a:rPr kumimoji="1" lang="en-US" altLang="zh-CN" sz="2800">
                <a:latin typeface="华文新魏" panose="02010800040101010101" pitchFamily="2" charset="-122"/>
                <a:ea typeface="华文新魏" panose="02010800040101010101" pitchFamily="2" charset="-122"/>
              </a:rPr>
              <a:t>v</a:t>
            </a:r>
            <a:r>
              <a:rPr kumimoji="1" lang="en-US" altLang="zh-CN" sz="2800" baseline="-25000">
                <a:latin typeface="华文新魏" panose="02010800040101010101" pitchFamily="2" charset="-122"/>
                <a:ea typeface="华文新魏" panose="02010800040101010101" pitchFamily="2" charset="-122"/>
              </a:rPr>
              <a:t>0</a:t>
            </a:r>
            <a:r>
              <a:rPr kumimoji="1" lang="zh-CN" altLang="en-US" sz="2400">
                <a:latin typeface="宋体" panose="02010600030101010101" pitchFamily="2" charset="-122"/>
              </a:rPr>
              <a:t>幅值较大时， </a:t>
            </a:r>
            <a:r>
              <a:rPr kumimoji="1" lang="en-US" altLang="zh-CN" sz="2400">
                <a:latin typeface="Times New Roman" panose="02020603050405020304" pitchFamily="18" charset="0"/>
              </a:rPr>
              <a:t>D</a:t>
            </a:r>
            <a:r>
              <a:rPr kumimoji="1" lang="en-US" altLang="zh-CN" sz="2400" baseline="-25000">
                <a:latin typeface="Times New Roman" panose="02020603050405020304" pitchFamily="18" charset="0"/>
              </a:rPr>
              <a:t>1</a:t>
            </a:r>
            <a:r>
              <a:rPr kumimoji="1" lang="zh-CN" altLang="en-US" sz="2400">
                <a:latin typeface="Times New Roman" panose="02020603050405020304" pitchFamily="18" charset="0"/>
              </a:rPr>
              <a:t>或</a:t>
            </a:r>
            <a:r>
              <a:rPr kumimoji="1" lang="en-US" altLang="zh-CN" sz="2400">
                <a:latin typeface="Times New Roman" panose="02020603050405020304" pitchFamily="18" charset="0"/>
              </a:rPr>
              <a:t>D</a:t>
            </a:r>
            <a:r>
              <a:rPr kumimoji="1" lang="en-US" altLang="zh-CN" sz="2400" baseline="-25000">
                <a:latin typeface="Times New Roman" panose="02020603050405020304" pitchFamily="18" charset="0"/>
              </a:rPr>
              <a:t>2</a:t>
            </a:r>
            <a:r>
              <a:rPr kumimoji="1" lang="zh-CN" altLang="en-US" sz="2400">
                <a:latin typeface="Times New Roman" panose="02020603050405020304" pitchFamily="18" charset="0"/>
              </a:rPr>
              <a:t>导通，</a:t>
            </a:r>
            <a:r>
              <a:rPr kumimoji="1" lang="en-US" altLang="zh-CN" sz="2400">
                <a:latin typeface="Times New Roman" panose="02020603050405020304" pitchFamily="18" charset="0"/>
              </a:rPr>
              <a:t>R</a:t>
            </a:r>
            <a:r>
              <a:rPr kumimoji="1" lang="en-US" altLang="zh-CN" sz="2400" baseline="30000">
                <a:latin typeface="Times New Roman" panose="02020603050405020304" pitchFamily="18" charset="0"/>
              </a:rPr>
              <a:t>’</a:t>
            </a:r>
            <a:r>
              <a:rPr kumimoji="1" lang="en-US" altLang="zh-CN" sz="2400" baseline="-25000">
                <a:latin typeface="Times New Roman" panose="02020603050405020304" pitchFamily="18" charset="0"/>
              </a:rPr>
              <a:t>3</a:t>
            </a:r>
            <a:r>
              <a:rPr kumimoji="1" lang="zh-CN" altLang="en-US" sz="2400">
                <a:latin typeface="Times New Roman" panose="02020603050405020304" pitchFamily="18" charset="0"/>
              </a:rPr>
              <a:t>减小，</a:t>
            </a:r>
            <a:r>
              <a:rPr kumimoji="1" lang="en-US" altLang="zh-CN" sz="2400">
                <a:latin typeface="Times New Roman" panose="02020603050405020304" pitchFamily="18" charset="0"/>
              </a:rPr>
              <a:t>A</a:t>
            </a:r>
            <a:r>
              <a:rPr kumimoji="1" lang="en-US" altLang="zh-CN" sz="2400" baseline="-25000">
                <a:latin typeface="Times New Roman" panose="02020603050405020304" pitchFamily="18" charset="0"/>
              </a:rPr>
              <a:t>V</a:t>
            </a:r>
            <a:r>
              <a:rPr kumimoji="1" lang="zh-CN" altLang="en-US" sz="2400">
                <a:latin typeface="Times New Roman" panose="02020603050405020304" pitchFamily="18" charset="0"/>
              </a:rPr>
              <a:t>下降。</a:t>
            </a:r>
            <a:endParaRPr kumimoji="1" lang="zh-CN" altLang="en-US" sz="2400" baseline="-25000">
              <a:latin typeface="Times New Roman" panose="02020603050405020304" pitchFamily="18" charset="0"/>
            </a:endParaRPr>
          </a:p>
        </p:txBody>
      </p:sp>
      <p:sp>
        <p:nvSpPr>
          <p:cNvPr id="38924" name="Text Box 12"/>
          <p:cNvSpPr txBox="1">
            <a:spLocks noChangeArrowheads="1"/>
          </p:cNvSpPr>
          <p:nvPr/>
        </p:nvSpPr>
        <p:spPr bwMode="auto">
          <a:xfrm>
            <a:off x="5105400" y="5686425"/>
            <a:ext cx="2895600" cy="561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lnSpc>
                <a:spcPct val="110000"/>
              </a:lnSpc>
              <a:spcBef>
                <a:spcPct val="50000"/>
              </a:spcBef>
              <a:defRPr/>
            </a:pPr>
            <a:r>
              <a:rPr kumimoji="1" lang="en-US" altLang="zh-CN" sz="2800" b="1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华文新魏" pitchFamily="2" charset="-122"/>
                <a:ea typeface="华文新魏" pitchFamily="2" charset="-122"/>
              </a:rPr>
              <a:t>V</a:t>
            </a:r>
            <a:r>
              <a:rPr kumimoji="1" lang="en-US" altLang="zh-CN" sz="2800" b="1" baseline="-2500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华文新魏" pitchFamily="2" charset="-122"/>
                <a:ea typeface="华文新魏" pitchFamily="2" charset="-122"/>
              </a:rPr>
              <a:t>0 </a:t>
            </a:r>
            <a:r>
              <a:rPr kumimoji="1" lang="zh-CN" altLang="en-US" sz="2400" b="1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宋体" pitchFamily="2" charset="-122"/>
              </a:rPr>
              <a:t>幅值趋与稳定</a:t>
            </a:r>
            <a:r>
              <a:rPr kumimoji="1" lang="zh-CN" altLang="en-US" sz="2400" b="1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。</a:t>
            </a:r>
            <a:endParaRPr kumimoji="1" lang="zh-CN" altLang="en-US" sz="2400" b="1" baseline="-25000">
              <a:solidFill>
                <a:srgbClr val="FF0000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Times New Roman" pitchFamily="18" charset="0"/>
            </a:endParaRPr>
          </a:p>
        </p:txBody>
      </p:sp>
      <p:sp>
        <p:nvSpPr>
          <p:cNvPr id="38925" name="AutoShape 13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>
            <a:off x="8001000" y="6400800"/>
            <a:ext cx="457200" cy="304800"/>
          </a:xfrm>
          <a:prstGeom prst="actionButtonBackPrevious">
            <a:avLst/>
          </a:prstGeom>
          <a:gradFill rotWithShape="0">
            <a:gsLst>
              <a:gs pos="0">
                <a:schemeClr val="bg2"/>
              </a:gs>
              <a:gs pos="50000">
                <a:schemeClr val="bg1"/>
              </a:gs>
              <a:gs pos="100000">
                <a:schemeClr val="bg2"/>
              </a:gs>
            </a:gsLst>
            <a:lin ang="5400000" scaled="1"/>
          </a:gradFill>
          <a:ln w="38100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eaLnBrk="1" hangingPunct="1">
              <a:defRPr/>
            </a:pPr>
            <a:endParaRPr lang="zh-CN" altLang="en-US"/>
          </a:p>
        </p:txBody>
      </p:sp>
      <p:sp>
        <p:nvSpPr>
          <p:cNvPr id="38926" name="AutoShape 14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>
            <a:off x="8458200" y="6400800"/>
            <a:ext cx="457200" cy="304800"/>
          </a:xfrm>
          <a:prstGeom prst="actionButtonForwardNext">
            <a:avLst/>
          </a:prstGeom>
          <a:gradFill rotWithShape="0">
            <a:gsLst>
              <a:gs pos="0">
                <a:schemeClr val="bg2"/>
              </a:gs>
              <a:gs pos="50000">
                <a:schemeClr val="bg1"/>
              </a:gs>
              <a:gs pos="100000">
                <a:schemeClr val="bg2"/>
              </a:gs>
            </a:gsLst>
            <a:lin ang="5400000" scaled="1"/>
          </a:gradFill>
          <a:ln w="38100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eaLnBrk="1" hangingPunct="1">
              <a:defRPr/>
            </a:pPr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89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389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89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389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389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389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389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5" presetID="1" presetClass="entr" presetSubtype="0" fill="hold" nodeType="afterEffect">
                                  <p:stCondLst>
                                    <p:cond delay="90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89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89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 nodeType="afterGroup">
                            <p:stCondLst>
                              <p:cond delay="10000"/>
                            </p:stCondLst>
                            <p:childTnLst>
                              <p:par>
                                <p:cTn id="38" presetID="22" presetClass="entr" presetSubtype="8" fill="hold" nodeType="afterEffect">
                                  <p:stCondLst>
                                    <p:cond delay="9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389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389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389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389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914" grpId="0" autoUpdateAnimBg="0"/>
      <p:bldP spid="38916" grpId="0" autoUpdateAnimBg="0"/>
      <p:bldP spid="38917" grpId="0" autoUpdateAnimBg="0"/>
      <p:bldP spid="38918" grpId="0" autoUpdateAnimBg="0"/>
      <p:bldP spid="38919" grpId="0" autoUpdateAnimBg="0"/>
      <p:bldP spid="38923" grpId="0" autoUpdateAnimBg="0"/>
      <p:bldP spid="38924" grpId="0" autoUpdateAnimBg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/>
          <p:cNvSpPr>
            <a:spLocks noGrp="1" noChangeArrowheads="1"/>
          </p:cNvSpPr>
          <p:nvPr>
            <p:ph type="title"/>
          </p:nvPr>
        </p:nvSpPr>
        <p:spPr>
          <a:xfrm>
            <a:off x="1143000" y="-381000"/>
            <a:ext cx="7772400" cy="1295400"/>
          </a:xfrm>
        </p:spPr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zh-CN" sz="2800" smtClean="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宋体" pitchFamily="2" charset="-122"/>
              </a:rPr>
              <a:t>⑵.</a:t>
            </a:r>
            <a:r>
              <a:rPr lang="zh-CN" altLang="en-US" sz="2800" smtClean="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宋体" pitchFamily="2" charset="-122"/>
              </a:rPr>
              <a:t>估算输出电压</a:t>
            </a:r>
            <a:r>
              <a:rPr lang="en-US" altLang="zh-CN" sz="2800" smtClean="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宋体" pitchFamily="2" charset="-122"/>
              </a:rPr>
              <a:t>V</a:t>
            </a:r>
            <a:r>
              <a:rPr lang="en-US" altLang="zh-CN" sz="2800" baseline="-25000" smtClean="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宋体" pitchFamily="2" charset="-122"/>
              </a:rPr>
              <a:t>0m</a:t>
            </a:r>
            <a:r>
              <a:rPr lang="en-US" altLang="zh-CN" sz="2800" smtClean="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宋体" pitchFamily="2" charset="-122"/>
              </a:rPr>
              <a:t> (V</a:t>
            </a:r>
            <a:r>
              <a:rPr lang="en-US" altLang="zh-CN" sz="2800" baseline="-25000" smtClean="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宋体" pitchFamily="2" charset="-122"/>
              </a:rPr>
              <a:t>D</a:t>
            </a:r>
            <a:r>
              <a:rPr lang="en-US" altLang="zh-CN" sz="2800" smtClean="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宋体" pitchFamily="2" charset="-122"/>
              </a:rPr>
              <a:t>=0.6V)</a:t>
            </a:r>
            <a:endParaRPr lang="en-US" altLang="zh-CN" smtClean="0">
              <a:solidFill>
                <a:srgbClr val="000000"/>
              </a:solidFill>
              <a:effectLst>
                <a:outerShdw blurRad="38100" dist="38100" dir="2700000" algn="tl">
                  <a:srgbClr val="FFFFFF"/>
                </a:outerShdw>
              </a:effectLst>
            </a:endParaRPr>
          </a:p>
        </p:txBody>
      </p:sp>
      <p:graphicFrame>
        <p:nvGraphicFramePr>
          <p:cNvPr id="39939" name="Object 3"/>
          <p:cNvGraphicFramePr>
            <a:graphicFrameLocks noChangeAspect="1"/>
          </p:cNvGraphicFramePr>
          <p:nvPr/>
        </p:nvGraphicFramePr>
        <p:xfrm>
          <a:off x="228600" y="1676400"/>
          <a:ext cx="4286250" cy="4057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091" name="BMP 图象" r:id="rId4" imgW="2123810" imgH="2019048" progId="Paint.Picture">
                  <p:embed/>
                </p:oleObj>
              </mc:Choice>
              <mc:Fallback>
                <p:oleObj name="BMP 图象" r:id="rId4" imgW="2123810" imgH="2019048" progId="Paint.Picture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" y="1676400"/>
                        <a:ext cx="4286250" cy="4057650"/>
                      </a:xfrm>
                      <a:prstGeom prst="rect">
                        <a:avLst/>
                      </a:prstGeom>
                      <a:solidFill>
                        <a:srgbClr val="CCFFCC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12700" cap="sq">
                            <a:solidFill>
                              <a:schemeClr val="tx1"/>
                            </a:solidFill>
                            <a:miter lim="800000"/>
                            <a:headEnd type="none" w="sm" len="sm"/>
                            <a:tailEnd type="none" w="sm" len="sm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940" name="Object 4"/>
          <p:cNvGraphicFramePr>
            <a:graphicFrameLocks noChangeAspect="1"/>
          </p:cNvGraphicFramePr>
          <p:nvPr/>
        </p:nvGraphicFramePr>
        <p:xfrm>
          <a:off x="2381250" y="1752600"/>
          <a:ext cx="971550" cy="179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092" name="BMP 图象" r:id="rId6" imgW="485586" imgH="876190" progId="Paint.Picture">
                  <p:embed/>
                </p:oleObj>
              </mc:Choice>
              <mc:Fallback>
                <p:oleObj name="BMP 图象" r:id="rId6" imgW="485586" imgH="876190" progId="Paint.Picture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81250" y="1752600"/>
                        <a:ext cx="971550" cy="1790700"/>
                      </a:xfrm>
                      <a:prstGeom prst="rect">
                        <a:avLst/>
                      </a:prstGeom>
                      <a:solidFill>
                        <a:srgbClr val="CCFFCC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12700" cap="sq">
                            <a:solidFill>
                              <a:schemeClr val="tx1"/>
                            </a:solidFill>
                            <a:miter lim="800000"/>
                            <a:headEnd type="none" w="sm" len="sm"/>
                            <a:tailEnd type="none" w="sm" len="sm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941" name="Object 5"/>
          <p:cNvGraphicFramePr>
            <a:graphicFrameLocks noChangeAspect="1"/>
          </p:cNvGraphicFramePr>
          <p:nvPr/>
        </p:nvGraphicFramePr>
        <p:xfrm>
          <a:off x="1295400" y="914400"/>
          <a:ext cx="6188075" cy="552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093" name="Equation" r:id="rId8" imgW="2679700" imgH="241300" progId="Equation.3">
                  <p:embed/>
                </p:oleObj>
              </mc:Choice>
              <mc:Fallback>
                <p:oleObj name="Equation" r:id="rId8" imgW="2679700" imgH="24130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95400" y="914400"/>
                        <a:ext cx="6188075" cy="552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942" name="Object 6"/>
          <p:cNvGraphicFramePr>
            <a:graphicFrameLocks noChangeAspect="1"/>
          </p:cNvGraphicFramePr>
          <p:nvPr/>
        </p:nvGraphicFramePr>
        <p:xfrm>
          <a:off x="5334000" y="1600200"/>
          <a:ext cx="1730375" cy="552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094" name="Equation" r:id="rId10" imgW="748975" imgH="241195" progId="Equation.3">
                  <p:embed/>
                </p:oleObj>
              </mc:Choice>
              <mc:Fallback>
                <p:oleObj name="Equation" r:id="rId10" imgW="748975" imgH="241195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4000" y="1600200"/>
                        <a:ext cx="1730375" cy="552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7"/>
          <p:cNvGrpSpPr>
            <a:grpSpLocks/>
          </p:cNvGrpSpPr>
          <p:nvPr/>
        </p:nvGrpSpPr>
        <p:grpSpPr bwMode="auto">
          <a:xfrm>
            <a:off x="3048000" y="2286000"/>
            <a:ext cx="533400" cy="457200"/>
            <a:chOff x="1920" y="1440"/>
            <a:chExt cx="336" cy="288"/>
          </a:xfrm>
        </p:grpSpPr>
        <p:sp>
          <p:nvSpPr>
            <p:cNvPr id="4" name="Line 8"/>
            <p:cNvSpPr>
              <a:spLocks noChangeShapeType="1"/>
            </p:cNvSpPr>
            <p:nvPr/>
          </p:nvSpPr>
          <p:spPr bwMode="auto">
            <a:xfrm flipH="1">
              <a:off x="1968" y="1728"/>
              <a:ext cx="192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" name="Text Box 9"/>
            <p:cNvSpPr txBox="1">
              <a:spLocks noChangeArrowheads="1"/>
            </p:cNvSpPr>
            <p:nvPr/>
          </p:nvSpPr>
          <p:spPr bwMode="auto">
            <a:xfrm>
              <a:off x="1920" y="1440"/>
              <a:ext cx="33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kumimoji="1" lang="en-US" altLang="zh-CN" sz="2400" b="1">
                  <a:solidFill>
                    <a:srgbClr val="FF0000"/>
                  </a:solidFill>
                  <a:latin typeface="Times New Roman" panose="02020603050405020304" pitchFamily="18" charset="0"/>
                </a:rPr>
                <a:t>I</a:t>
              </a:r>
            </a:p>
          </p:txBody>
        </p:sp>
      </p:grpSp>
      <p:graphicFrame>
        <p:nvGraphicFramePr>
          <p:cNvPr id="39946" name="Object 10"/>
          <p:cNvGraphicFramePr>
            <a:graphicFrameLocks noChangeAspect="1"/>
          </p:cNvGraphicFramePr>
          <p:nvPr/>
        </p:nvGraphicFramePr>
        <p:xfrm>
          <a:off x="5091113" y="2209800"/>
          <a:ext cx="1449387" cy="950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095" name="Equation" r:id="rId12" imgW="596641" imgH="393529" progId="Equation.3">
                  <p:embed/>
                </p:oleObj>
              </mc:Choice>
              <mc:Fallback>
                <p:oleObj name="Equation" r:id="rId12" imgW="596641" imgH="393529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91113" y="2209800"/>
                        <a:ext cx="1449387" cy="950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947" name="Object 11"/>
          <p:cNvGraphicFramePr>
            <a:graphicFrameLocks noChangeAspect="1"/>
          </p:cNvGraphicFramePr>
          <p:nvPr/>
        </p:nvGraphicFramePr>
        <p:xfrm>
          <a:off x="5029200" y="3124200"/>
          <a:ext cx="3638550" cy="950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096" name="Equation" r:id="rId14" imgW="1497950" imgH="393529" progId="Equation.3">
                  <p:embed/>
                </p:oleObj>
              </mc:Choice>
              <mc:Fallback>
                <p:oleObj name="Equation" r:id="rId14" imgW="1497950" imgH="393529" progId="Equation.3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29200" y="3124200"/>
                        <a:ext cx="3638550" cy="950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948" name="Object 12"/>
          <p:cNvGraphicFramePr>
            <a:graphicFrameLocks noChangeAspect="1"/>
          </p:cNvGraphicFramePr>
          <p:nvPr/>
        </p:nvGraphicFramePr>
        <p:xfrm>
          <a:off x="5186363" y="4916488"/>
          <a:ext cx="3206750" cy="950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097" name="Equation" r:id="rId16" imgW="1320227" imgH="393529" progId="Equation.3">
                  <p:embed/>
                </p:oleObj>
              </mc:Choice>
              <mc:Fallback>
                <p:oleObj name="Equation" r:id="rId16" imgW="1320227" imgH="393529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86363" y="4916488"/>
                        <a:ext cx="3206750" cy="9509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949" name="Object 13"/>
          <p:cNvGraphicFramePr>
            <a:graphicFrameLocks noChangeAspect="1"/>
          </p:cNvGraphicFramePr>
          <p:nvPr/>
        </p:nvGraphicFramePr>
        <p:xfrm>
          <a:off x="5638800" y="6019800"/>
          <a:ext cx="1447800" cy="479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098" name="Equation" r:id="rId18" imgW="532937" imgH="177646" progId="Equation.3">
                  <p:embed/>
                </p:oleObj>
              </mc:Choice>
              <mc:Fallback>
                <p:oleObj name="Equation" r:id="rId18" imgW="532937" imgH="177646" progId="Equation.3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38800" y="6019800"/>
                        <a:ext cx="1447800" cy="479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950" name="Object 14"/>
          <p:cNvGraphicFramePr>
            <a:graphicFrameLocks noChangeAspect="1"/>
          </p:cNvGraphicFramePr>
          <p:nvPr/>
        </p:nvGraphicFramePr>
        <p:xfrm>
          <a:off x="5334000" y="4268788"/>
          <a:ext cx="1219200" cy="531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099" name="Equation" r:id="rId20" imgW="494870" imgH="215713" progId="Equation.3">
                  <p:embed/>
                </p:oleObj>
              </mc:Choice>
              <mc:Fallback>
                <p:oleObj name="Equation" r:id="rId20" imgW="494870" imgH="215713" progId="Equation.3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4000" y="4268788"/>
                        <a:ext cx="1219200" cy="5318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" name="Group 15"/>
          <p:cNvGrpSpPr>
            <a:grpSpLocks/>
          </p:cNvGrpSpPr>
          <p:nvPr/>
        </p:nvGrpSpPr>
        <p:grpSpPr bwMode="auto">
          <a:xfrm>
            <a:off x="2209800" y="2133600"/>
            <a:ext cx="533400" cy="533400"/>
            <a:chOff x="1392" y="1392"/>
            <a:chExt cx="336" cy="336"/>
          </a:xfrm>
        </p:grpSpPr>
        <p:sp>
          <p:nvSpPr>
            <p:cNvPr id="39952" name="Text Box 16"/>
            <p:cNvSpPr txBox="1">
              <a:spLocks noChangeArrowheads="1"/>
            </p:cNvSpPr>
            <p:nvPr/>
          </p:nvSpPr>
          <p:spPr bwMode="auto">
            <a:xfrm>
              <a:off x="1392" y="1392"/>
              <a:ext cx="33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kumimoji="1" lang="en-US" altLang="zh-CN" sz="2400" b="1">
                  <a:solidFill>
                    <a:srgbClr val="FF0000"/>
                  </a:solidFill>
                  <a:latin typeface="Times New Roman" panose="02020603050405020304" pitchFamily="18" charset="0"/>
                </a:rPr>
                <a:t>I</a:t>
              </a:r>
              <a:r>
                <a:rPr kumimoji="1" lang="en-US" altLang="zh-CN" sz="2400" b="1" baseline="-25000">
                  <a:solidFill>
                    <a:srgbClr val="FF0000"/>
                  </a:solidFill>
                  <a:latin typeface="Times New Roman" panose="02020603050405020304" pitchFamily="18" charset="0"/>
                </a:rPr>
                <a:t>1</a:t>
              </a:r>
              <a:endParaRPr kumimoji="1" lang="en-US" altLang="zh-CN" sz="2400" b="1">
                <a:solidFill>
                  <a:srgbClr val="FF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9953" name="Line 17"/>
            <p:cNvSpPr>
              <a:spLocks noChangeShapeType="1"/>
            </p:cNvSpPr>
            <p:nvPr/>
          </p:nvSpPr>
          <p:spPr bwMode="auto">
            <a:xfrm flipH="1">
              <a:off x="1392" y="1728"/>
              <a:ext cx="192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39954" name="AutoShape 18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>
            <a:off x="8001000" y="6400800"/>
            <a:ext cx="457200" cy="304800"/>
          </a:xfrm>
          <a:prstGeom prst="actionButtonBackPrevious">
            <a:avLst/>
          </a:prstGeom>
          <a:gradFill rotWithShape="0">
            <a:gsLst>
              <a:gs pos="0">
                <a:schemeClr val="bg2"/>
              </a:gs>
              <a:gs pos="50000">
                <a:schemeClr val="bg1"/>
              </a:gs>
              <a:gs pos="100000">
                <a:schemeClr val="bg2"/>
              </a:gs>
            </a:gsLst>
            <a:lin ang="5400000" scaled="1"/>
          </a:gradFill>
          <a:ln w="38100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eaLnBrk="1" hangingPunct="1">
              <a:defRPr/>
            </a:pPr>
            <a:endParaRPr lang="zh-CN" altLang="en-US"/>
          </a:p>
        </p:txBody>
      </p:sp>
      <p:sp>
        <p:nvSpPr>
          <p:cNvPr id="39955" name="AutoShape 19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>
            <a:off x="8458200" y="6400800"/>
            <a:ext cx="457200" cy="304800"/>
          </a:xfrm>
          <a:prstGeom prst="actionButtonForwardNext">
            <a:avLst/>
          </a:prstGeom>
          <a:gradFill rotWithShape="0">
            <a:gsLst>
              <a:gs pos="0">
                <a:schemeClr val="bg2"/>
              </a:gs>
              <a:gs pos="50000">
                <a:schemeClr val="bg1"/>
              </a:gs>
              <a:gs pos="100000">
                <a:schemeClr val="bg2"/>
              </a:gs>
            </a:gsLst>
            <a:lin ang="5400000" scaled="1"/>
          </a:gradFill>
          <a:ln w="38100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eaLnBrk="1" hangingPunct="1">
              <a:defRPr/>
            </a:pPr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99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99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99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99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399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399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399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399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399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399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399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 nodeType="clickPar">
                      <p:stCondLst>
                        <p:cond delay="indefinite"/>
                      </p:stCondLst>
                      <p:childTnLst>
                        <p:par>
                          <p:cTn id="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399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938" grpId="0" autoUpdateAnimBg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0" y="-152400"/>
            <a:ext cx="7772400" cy="762000"/>
          </a:xfrm>
        </p:spPr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zh-CN" sz="2800" smtClean="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宋体" pitchFamily="2" charset="-122"/>
              </a:rPr>
              <a:t>⑶.</a:t>
            </a:r>
            <a:r>
              <a:rPr lang="zh-CN" altLang="en-US" sz="2800" smtClean="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宋体" pitchFamily="2" charset="-122"/>
              </a:rPr>
              <a:t>若</a:t>
            </a:r>
            <a:r>
              <a:rPr lang="en-US" altLang="zh-CN" sz="2800" smtClean="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宋体" pitchFamily="2" charset="-122"/>
              </a:rPr>
              <a:t>R</a:t>
            </a:r>
            <a:r>
              <a:rPr lang="en-US" altLang="zh-CN" sz="2800" baseline="-25000" smtClean="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宋体" pitchFamily="2" charset="-122"/>
              </a:rPr>
              <a:t>2</a:t>
            </a:r>
            <a:r>
              <a:rPr lang="zh-CN" altLang="en-US" sz="2800" smtClean="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宋体" pitchFamily="2" charset="-122"/>
              </a:rPr>
              <a:t>短路时</a:t>
            </a:r>
            <a:endParaRPr lang="zh-CN" altLang="en-US" smtClean="0">
              <a:solidFill>
                <a:srgbClr val="000000"/>
              </a:solidFill>
              <a:effectLst>
                <a:outerShdw blurRad="38100" dist="38100" dir="2700000" algn="tl">
                  <a:srgbClr val="FFFFFF"/>
                </a:outerShdw>
              </a:effectLst>
            </a:endParaRPr>
          </a:p>
        </p:txBody>
      </p:sp>
      <p:sp>
        <p:nvSpPr>
          <p:cNvPr id="40963" name="Text Box 3"/>
          <p:cNvSpPr txBox="1">
            <a:spLocks noChangeArrowheads="1"/>
          </p:cNvSpPr>
          <p:nvPr/>
        </p:nvSpPr>
        <p:spPr bwMode="auto">
          <a:xfrm>
            <a:off x="228600" y="5486400"/>
            <a:ext cx="6629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en-US" altLang="zh-CN" sz="2400">
                <a:solidFill>
                  <a:srgbClr val="000000"/>
                </a:solidFill>
                <a:latin typeface="Times New Roman" panose="02020603050405020304" pitchFamily="18" charset="0"/>
              </a:rPr>
              <a:t>(4)</a:t>
            </a:r>
            <a:r>
              <a:rPr kumimoji="1" lang="en-US" altLang="zh-CN" sz="2400" b="1">
                <a:solidFill>
                  <a:srgbClr val="000000"/>
                </a:solidFill>
                <a:latin typeface="Times New Roman" panose="02020603050405020304" pitchFamily="18" charset="0"/>
              </a:rPr>
              <a:t>. </a:t>
            </a:r>
            <a:r>
              <a: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</a:rPr>
              <a:t>若</a:t>
            </a:r>
            <a:r>
              <a:rPr kumimoji="1" lang="en-US" altLang="zh-CN" sz="2400">
                <a:solidFill>
                  <a:srgbClr val="000000"/>
                </a:solidFill>
                <a:latin typeface="Times New Roman" panose="02020603050405020304" pitchFamily="18" charset="0"/>
              </a:rPr>
              <a:t>R</a:t>
            </a:r>
            <a:r>
              <a:rPr kumimoji="1" lang="en-US" altLang="zh-CN" sz="2400" baseline="-25000">
                <a:solidFill>
                  <a:srgbClr val="000000"/>
                </a:solidFill>
                <a:latin typeface="Times New Roman" panose="02020603050405020304" pitchFamily="18" charset="0"/>
              </a:rPr>
              <a:t>2</a:t>
            </a:r>
            <a:r>
              <a: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</a:rPr>
              <a:t>开路时，输出电压</a:t>
            </a:r>
            <a:r>
              <a:rPr kumimoji="1" lang="en-US" altLang="zh-CN" sz="2400">
                <a:solidFill>
                  <a:srgbClr val="000000"/>
                </a:solidFill>
                <a:latin typeface="Times New Roman" panose="02020603050405020304" pitchFamily="18" charset="0"/>
              </a:rPr>
              <a:t>V</a:t>
            </a:r>
            <a:r>
              <a:rPr kumimoji="1" lang="en-US" altLang="zh-CN" sz="2400" baseline="-25000">
                <a:solidFill>
                  <a:srgbClr val="000000"/>
                </a:solidFill>
                <a:latin typeface="Times New Roman" panose="02020603050405020304" pitchFamily="18" charset="0"/>
              </a:rPr>
              <a:t>0</a:t>
            </a:r>
            <a:r>
              <a: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</a:rPr>
              <a:t>的波形</a:t>
            </a:r>
            <a:endParaRPr kumimoji="1" lang="zh-CN" altLang="en-US" sz="2400">
              <a:latin typeface="Times New Roman" panose="02020603050405020304" pitchFamily="18" charset="0"/>
            </a:endParaRPr>
          </a:p>
        </p:txBody>
      </p:sp>
      <p:graphicFrame>
        <p:nvGraphicFramePr>
          <p:cNvPr id="40964" name="Object 4"/>
          <p:cNvGraphicFramePr>
            <a:graphicFrameLocks noChangeAspect="1"/>
          </p:cNvGraphicFramePr>
          <p:nvPr/>
        </p:nvGraphicFramePr>
        <p:xfrm>
          <a:off x="228600" y="685800"/>
          <a:ext cx="4286250" cy="4057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64" name="BMP 图象" r:id="rId4" imgW="2123810" imgH="2019048" progId="Paint.Picture">
                  <p:embed/>
                </p:oleObj>
              </mc:Choice>
              <mc:Fallback>
                <p:oleObj name="BMP 图象" r:id="rId4" imgW="2123810" imgH="2019048" progId="Paint.Picture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" y="685800"/>
                        <a:ext cx="4286250" cy="4057650"/>
                      </a:xfrm>
                      <a:prstGeom prst="rect">
                        <a:avLst/>
                      </a:prstGeom>
                      <a:solidFill>
                        <a:srgbClr val="CCFFCC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12700" cap="sq">
                            <a:solidFill>
                              <a:schemeClr val="tx1"/>
                            </a:solidFill>
                            <a:miter lim="800000"/>
                            <a:headEnd type="none" w="sm" len="sm"/>
                            <a:tailEnd type="none" w="sm" len="sm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965" name="Object 5"/>
          <p:cNvGraphicFramePr>
            <a:graphicFrameLocks noChangeAspect="1"/>
          </p:cNvGraphicFramePr>
          <p:nvPr/>
        </p:nvGraphicFramePr>
        <p:xfrm>
          <a:off x="1600200" y="1295400"/>
          <a:ext cx="762000" cy="836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65" name="BMP 图象" r:id="rId6" imgW="485586" imgH="257007" progId="Paint.Picture">
                  <p:embed/>
                </p:oleObj>
              </mc:Choice>
              <mc:Fallback>
                <p:oleObj name="BMP 图象" r:id="rId6" imgW="485586" imgH="257007" progId="Paint.Picture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00200" y="1295400"/>
                        <a:ext cx="762000" cy="836613"/>
                      </a:xfrm>
                      <a:prstGeom prst="rect">
                        <a:avLst/>
                      </a:prstGeom>
                      <a:solidFill>
                        <a:srgbClr val="CCFFCC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12700" cap="sq">
                            <a:solidFill>
                              <a:schemeClr val="tx1"/>
                            </a:solidFill>
                            <a:miter lim="800000"/>
                            <a:headEnd type="none" w="sm" len="sm"/>
                            <a:tailEnd type="none" w="sm" len="sm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966" name="Object 6"/>
          <p:cNvGraphicFramePr>
            <a:graphicFrameLocks noChangeAspect="1"/>
          </p:cNvGraphicFramePr>
          <p:nvPr/>
        </p:nvGraphicFramePr>
        <p:xfrm>
          <a:off x="5562600" y="1676400"/>
          <a:ext cx="2419350" cy="2438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66" name="BMP 图象" r:id="rId8" imgW="1190476" imgH="1209524" progId="Paint.Picture">
                  <p:embed/>
                </p:oleObj>
              </mc:Choice>
              <mc:Fallback>
                <p:oleObj name="BMP 图象" r:id="rId8" imgW="1190476" imgH="1209524" progId="Paint.Picture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62600" y="1676400"/>
                        <a:ext cx="2419350" cy="2438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 cap="sq">
                            <a:solidFill>
                              <a:schemeClr val="tx1"/>
                            </a:solidFill>
                            <a:miter lim="800000"/>
                            <a:headEnd type="none" w="sm" len="sm"/>
                            <a:tailEnd type="none" w="sm" len="sm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967" name="Object 7"/>
          <p:cNvGraphicFramePr>
            <a:graphicFrameLocks noChangeAspect="1"/>
          </p:cNvGraphicFramePr>
          <p:nvPr/>
        </p:nvGraphicFramePr>
        <p:xfrm>
          <a:off x="5562600" y="1676400"/>
          <a:ext cx="2419350" cy="2438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67" name="BMP 图象" r:id="rId10" imgW="1190476" imgH="1209524" progId="Paint.Picture">
                  <p:embed/>
                </p:oleObj>
              </mc:Choice>
              <mc:Fallback>
                <p:oleObj name="BMP 图象" r:id="rId10" imgW="1190476" imgH="1209524" progId="Paint.Picture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62600" y="1676400"/>
                        <a:ext cx="2419350" cy="2438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 cap="sq">
                            <a:solidFill>
                              <a:schemeClr val="tx1"/>
                            </a:solidFill>
                            <a:miter lim="800000"/>
                            <a:headEnd type="none" w="sm" len="sm"/>
                            <a:tailEnd type="none" w="sm" len="sm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968" name="Object 8"/>
          <p:cNvGraphicFramePr>
            <a:graphicFrameLocks noChangeAspect="1"/>
          </p:cNvGraphicFramePr>
          <p:nvPr/>
        </p:nvGraphicFramePr>
        <p:xfrm>
          <a:off x="5562600" y="4191000"/>
          <a:ext cx="2419350" cy="2438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68" name="BMP 图象" r:id="rId12" imgW="1190476" imgH="1209524" progId="Paint.Picture">
                  <p:embed/>
                </p:oleObj>
              </mc:Choice>
              <mc:Fallback>
                <p:oleObj name="BMP 图象" r:id="rId12" imgW="1190476" imgH="1209524" progId="Paint.Picture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62600" y="4191000"/>
                        <a:ext cx="2419350" cy="2438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 cap="sq">
                            <a:solidFill>
                              <a:schemeClr val="tx1"/>
                            </a:solidFill>
                            <a:miter lim="800000"/>
                            <a:headEnd type="none" w="sm" len="sm"/>
                            <a:tailEnd type="none" w="sm" len="sm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0969" name="Text Box 9"/>
          <p:cNvSpPr txBox="1">
            <a:spLocks noChangeArrowheads="1"/>
          </p:cNvSpPr>
          <p:nvPr/>
        </p:nvSpPr>
        <p:spPr bwMode="auto">
          <a:xfrm>
            <a:off x="5181600" y="595313"/>
            <a:ext cx="4038600" cy="1004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en-US" altLang="zh-CN" sz="2400">
                <a:solidFill>
                  <a:srgbClr val="000000"/>
                </a:solidFill>
                <a:latin typeface="Times New Roman" panose="02020603050405020304" pitchFamily="18" charset="0"/>
              </a:rPr>
              <a:t>A</a:t>
            </a:r>
            <a:r>
              <a:rPr kumimoji="1" lang="en-US" altLang="zh-CN" sz="2400" baseline="-25000">
                <a:solidFill>
                  <a:srgbClr val="000000"/>
                </a:solidFill>
                <a:latin typeface="Times New Roman" panose="02020603050405020304" pitchFamily="18" charset="0"/>
              </a:rPr>
              <a:t>V</a:t>
            </a:r>
            <a:r>
              <a:rPr kumimoji="1" lang="en-US" altLang="zh-CN" sz="2400">
                <a:solidFill>
                  <a:srgbClr val="000000"/>
                </a:solidFill>
                <a:latin typeface="Times New Roman" panose="02020603050405020304" pitchFamily="18" charset="0"/>
              </a:rPr>
              <a:t>&lt;3</a:t>
            </a:r>
            <a:r>
              <a: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</a:rPr>
              <a:t>，</a:t>
            </a:r>
            <a:r>
              <a:rPr kumimoji="1" lang="zh-CN" altLang="zh-CN" sz="2400">
                <a:solidFill>
                  <a:srgbClr val="000000"/>
                </a:solidFill>
                <a:latin typeface="Times New Roman" panose="02020603050405020304" pitchFamily="18" charset="0"/>
              </a:rPr>
              <a:t>电路停振，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400">
                <a:solidFill>
                  <a:srgbClr val="000000"/>
                </a:solidFill>
                <a:latin typeface="宋体" panose="02010600030101010101" pitchFamily="2" charset="-122"/>
              </a:rPr>
              <a:t>输出电压</a:t>
            </a:r>
            <a:r>
              <a:rPr kumimoji="1" lang="en-US" altLang="zh-CN" sz="2400">
                <a:solidFill>
                  <a:srgbClr val="000000"/>
                </a:solidFill>
                <a:latin typeface="宋体" panose="02010600030101010101" pitchFamily="2" charset="-122"/>
              </a:rPr>
              <a:t>V</a:t>
            </a:r>
            <a:r>
              <a:rPr kumimoji="1" lang="en-US" altLang="zh-CN" sz="2400" baseline="-25000">
                <a:solidFill>
                  <a:srgbClr val="000000"/>
                </a:solidFill>
                <a:latin typeface="宋体" panose="02010600030101010101" pitchFamily="2" charset="-122"/>
              </a:rPr>
              <a:t>0</a:t>
            </a:r>
            <a:r>
              <a:rPr kumimoji="1" lang="zh-CN" altLang="en-US" sz="2400">
                <a:solidFill>
                  <a:srgbClr val="000000"/>
                </a:solidFill>
                <a:latin typeface="宋体" panose="02010600030101010101" pitchFamily="2" charset="-122"/>
              </a:rPr>
              <a:t>的波形为</a:t>
            </a:r>
          </a:p>
        </p:txBody>
      </p:sp>
      <p:sp>
        <p:nvSpPr>
          <p:cNvPr id="40970" name="Rectangle 10"/>
          <p:cNvSpPr>
            <a:spLocks noChangeArrowheads="1"/>
          </p:cNvSpPr>
          <p:nvPr/>
        </p:nvSpPr>
        <p:spPr bwMode="auto">
          <a:xfrm>
            <a:off x="1600200" y="1524000"/>
            <a:ext cx="762000" cy="3048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latin typeface="Verdana" panose="020B0604030504040204" pitchFamily="34" charset="0"/>
            </a:endParaRPr>
          </a:p>
        </p:txBody>
      </p:sp>
      <p:graphicFrame>
        <p:nvGraphicFramePr>
          <p:cNvPr id="40971" name="Object 11"/>
          <p:cNvGraphicFramePr>
            <a:graphicFrameLocks noChangeAspect="1"/>
          </p:cNvGraphicFramePr>
          <p:nvPr/>
        </p:nvGraphicFramePr>
        <p:xfrm>
          <a:off x="609600" y="0"/>
          <a:ext cx="3489325" cy="552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69" name="Equation" r:id="rId14" imgW="1511300" imgH="241300" progId="Equation.3">
                  <p:embed/>
                </p:oleObj>
              </mc:Choice>
              <mc:Fallback>
                <p:oleObj name="Equation" r:id="rId14" imgW="1511300" imgH="241300" progId="Equation.3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600" y="0"/>
                        <a:ext cx="3489325" cy="552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0972" name="AutoShape 12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>
            <a:off x="8001000" y="6400800"/>
            <a:ext cx="457200" cy="304800"/>
          </a:xfrm>
          <a:prstGeom prst="actionButtonBackPrevious">
            <a:avLst/>
          </a:prstGeom>
          <a:gradFill rotWithShape="0">
            <a:gsLst>
              <a:gs pos="0">
                <a:schemeClr val="bg2"/>
              </a:gs>
              <a:gs pos="50000">
                <a:schemeClr val="bg1"/>
              </a:gs>
              <a:gs pos="100000">
                <a:schemeClr val="bg2"/>
              </a:gs>
            </a:gsLst>
            <a:lin ang="5400000" scaled="1"/>
          </a:gradFill>
          <a:ln w="38100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eaLnBrk="1" hangingPunct="1">
              <a:defRPr/>
            </a:pPr>
            <a:endParaRPr lang="zh-CN" altLang="en-US"/>
          </a:p>
        </p:txBody>
      </p:sp>
      <p:sp>
        <p:nvSpPr>
          <p:cNvPr id="40973" name="AutoShape 13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>
            <a:off x="8458200" y="6400800"/>
            <a:ext cx="457200" cy="304800"/>
          </a:xfrm>
          <a:prstGeom prst="actionButtonForwardNext">
            <a:avLst/>
          </a:prstGeom>
          <a:gradFill rotWithShape="0">
            <a:gsLst>
              <a:gs pos="0">
                <a:schemeClr val="bg2"/>
              </a:gs>
              <a:gs pos="50000">
                <a:schemeClr val="bg1"/>
              </a:gs>
              <a:gs pos="100000">
                <a:schemeClr val="bg2"/>
              </a:gs>
            </a:gsLst>
            <a:lin ang="5400000" scaled="1"/>
          </a:gradFill>
          <a:ln w="38100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eaLnBrk="1" hangingPunct="1">
              <a:defRPr/>
            </a:pPr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096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096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4096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4096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409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409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409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4096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4096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4096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409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9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409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962" grpId="0" autoUpdateAnimBg="0"/>
      <p:bldP spid="40963" grpId="0" autoUpdateAnimBg="0"/>
      <p:bldP spid="40969" grpId="0" autoUpdateAnimBg="0"/>
      <p:bldP spid="40970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/>
          <p:cNvSpPr>
            <a:spLocks noGrp="1" noChangeArrowheads="1"/>
          </p:cNvSpPr>
          <p:nvPr>
            <p:ph type="title"/>
          </p:nvPr>
        </p:nvSpPr>
        <p:spPr>
          <a:xfrm>
            <a:off x="323850" y="908050"/>
            <a:ext cx="8229600" cy="838200"/>
          </a:xfrm>
        </p:spPr>
        <p:txBody>
          <a:bodyPr/>
          <a:lstStyle/>
          <a:p>
            <a:pPr algn="l" eaLnBrk="1" hangingPunct="1"/>
            <a:r>
              <a:rPr lang="zh-CN" altLang="en-US" sz="3200" smtClean="0">
                <a:ea typeface="华文行楷" panose="02010800040101010101" pitchFamily="2" charset="-122"/>
              </a:rPr>
              <a:t>讨论一</a:t>
            </a:r>
            <a:r>
              <a:rPr lang="zh-CN" altLang="en-US" sz="2400" b="1" smtClean="0">
                <a:ea typeface="隶书" panose="02010509060101010101" pitchFamily="49" charset="-122"/>
              </a:rPr>
              <a:t>：</a:t>
            </a:r>
            <a:r>
              <a:rPr lang="zh-CN" altLang="en-US" sz="2400" b="1" smtClean="0"/>
              <a:t>合理连接电路，组成文氏桥振荡电路</a:t>
            </a:r>
            <a:endParaRPr lang="zh-CN" altLang="en-US" sz="2400" smtClean="0"/>
          </a:p>
        </p:txBody>
      </p:sp>
      <p:graphicFrame>
        <p:nvGraphicFramePr>
          <p:cNvPr id="41987" name="Object 2"/>
          <p:cNvGraphicFramePr>
            <a:graphicFrameLocks noChangeAspect="1"/>
          </p:cNvGraphicFramePr>
          <p:nvPr/>
        </p:nvGraphicFramePr>
        <p:xfrm>
          <a:off x="762000" y="1905000"/>
          <a:ext cx="7239000" cy="3457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112" name="Photo Editor 照片" r:id="rId3" imgW="21114286" imgH="10085714" progId="MSPhotoEd.3">
                  <p:embed/>
                </p:oleObj>
              </mc:Choice>
              <mc:Fallback>
                <p:oleObj name="Photo Editor 照片" r:id="rId3" imgW="21114286" imgH="10085714" progId="MSPhotoEd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2000" y="1905000"/>
                        <a:ext cx="7239000" cy="3457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5236" name="Line 4"/>
          <p:cNvSpPr>
            <a:spLocks noChangeShapeType="1"/>
          </p:cNvSpPr>
          <p:nvPr/>
        </p:nvSpPr>
        <p:spPr bwMode="auto">
          <a:xfrm flipH="1">
            <a:off x="5105400" y="3657600"/>
            <a:ext cx="914400" cy="1295400"/>
          </a:xfrm>
          <a:prstGeom prst="line">
            <a:avLst/>
          </a:prstGeom>
          <a:noFill/>
          <a:ln w="1905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2" name="Group 5"/>
          <p:cNvGrpSpPr>
            <a:grpSpLocks/>
          </p:cNvGrpSpPr>
          <p:nvPr/>
        </p:nvGrpSpPr>
        <p:grpSpPr bwMode="auto">
          <a:xfrm>
            <a:off x="6096000" y="1981200"/>
            <a:ext cx="1219200" cy="2971800"/>
            <a:chOff x="3840" y="1056"/>
            <a:chExt cx="768" cy="1872"/>
          </a:xfrm>
        </p:grpSpPr>
        <p:sp>
          <p:nvSpPr>
            <p:cNvPr id="42005" name="Line 6"/>
            <p:cNvSpPr>
              <a:spLocks noChangeShapeType="1"/>
            </p:cNvSpPr>
            <p:nvPr/>
          </p:nvSpPr>
          <p:spPr bwMode="auto">
            <a:xfrm flipV="1">
              <a:off x="3840" y="1056"/>
              <a:ext cx="768" cy="1008"/>
            </a:xfrm>
            <a:prstGeom prst="line">
              <a:avLst/>
            </a:prstGeom>
            <a:noFill/>
            <a:ln w="19050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006" name="Line 7"/>
            <p:cNvSpPr>
              <a:spLocks noChangeShapeType="1"/>
            </p:cNvSpPr>
            <p:nvPr/>
          </p:nvSpPr>
          <p:spPr bwMode="auto">
            <a:xfrm flipH="1" flipV="1">
              <a:off x="3840" y="2496"/>
              <a:ext cx="768" cy="432"/>
            </a:xfrm>
            <a:prstGeom prst="line">
              <a:avLst/>
            </a:prstGeom>
            <a:noFill/>
            <a:ln w="19050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3" name="Group 8"/>
          <p:cNvGrpSpPr>
            <a:grpSpLocks/>
          </p:cNvGrpSpPr>
          <p:nvPr/>
        </p:nvGrpSpPr>
        <p:grpSpPr bwMode="auto">
          <a:xfrm>
            <a:off x="762000" y="2895600"/>
            <a:ext cx="4648200" cy="838200"/>
            <a:chOff x="480" y="1632"/>
            <a:chExt cx="2928" cy="528"/>
          </a:xfrm>
        </p:grpSpPr>
        <p:graphicFrame>
          <p:nvGraphicFramePr>
            <p:cNvPr id="42002" name="Object 6"/>
            <p:cNvGraphicFramePr>
              <a:graphicFrameLocks noChangeAspect="1"/>
            </p:cNvGraphicFramePr>
            <p:nvPr/>
          </p:nvGraphicFramePr>
          <p:xfrm>
            <a:off x="480" y="1720"/>
            <a:ext cx="144" cy="14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2113" name="Equation" r:id="rId5" imgW="139700" imgH="139700" progId="Equation.3">
                    <p:embed/>
                  </p:oleObj>
                </mc:Choice>
                <mc:Fallback>
                  <p:oleObj name="Equation" r:id="rId5" imgW="139700" imgH="139700" progId="Equation.3">
                    <p:embed/>
                    <p:pic>
                      <p:nvPicPr>
                        <p:cNvPr id="0" name="Object 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80" y="1720"/>
                          <a:ext cx="144" cy="144"/>
                        </a:xfrm>
                        <a:prstGeom prst="rect">
                          <a:avLst/>
                        </a:prstGeom>
                        <a:solidFill>
                          <a:srgbClr val="66FFFF"/>
                        </a:solidFill>
                        <a:ln>
                          <a:noFill/>
                        </a:ln>
                        <a:effectLst/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2003" name="Object 7"/>
            <p:cNvGraphicFramePr>
              <a:graphicFrameLocks noChangeAspect="1"/>
            </p:cNvGraphicFramePr>
            <p:nvPr/>
          </p:nvGraphicFramePr>
          <p:xfrm>
            <a:off x="1440" y="1632"/>
            <a:ext cx="131" cy="7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2114" name="Equation" r:id="rId7" imgW="126670" imgH="76002" progId="Equation.3">
                    <p:embed/>
                  </p:oleObj>
                </mc:Choice>
                <mc:Fallback>
                  <p:oleObj name="Equation" r:id="rId7" imgW="126670" imgH="76002" progId="Equation.3">
                    <p:embed/>
                    <p:pic>
                      <p:nvPicPr>
                        <p:cNvPr id="0" name="Object 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40" y="1632"/>
                          <a:ext cx="131" cy="79"/>
                        </a:xfrm>
                        <a:prstGeom prst="rect">
                          <a:avLst/>
                        </a:prstGeom>
                        <a:solidFill>
                          <a:srgbClr val="66FFFF"/>
                        </a:solidFill>
                        <a:ln>
                          <a:noFill/>
                        </a:ln>
                        <a:effectLst/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2004" name="Object 8"/>
            <p:cNvGraphicFramePr>
              <a:graphicFrameLocks noChangeAspect="1"/>
            </p:cNvGraphicFramePr>
            <p:nvPr/>
          </p:nvGraphicFramePr>
          <p:xfrm>
            <a:off x="3264" y="2016"/>
            <a:ext cx="144" cy="14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2115" name="Equation" r:id="rId9" imgW="139700" imgH="139700" progId="Equation.3">
                    <p:embed/>
                  </p:oleObj>
                </mc:Choice>
                <mc:Fallback>
                  <p:oleObj name="Equation" r:id="rId9" imgW="139700" imgH="139700" progId="Equation.3">
                    <p:embed/>
                    <p:pic>
                      <p:nvPicPr>
                        <p:cNvPr id="0" name="Object 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264" y="2016"/>
                          <a:ext cx="144" cy="144"/>
                        </a:xfrm>
                        <a:prstGeom prst="rect">
                          <a:avLst/>
                        </a:prstGeom>
                        <a:solidFill>
                          <a:srgbClr val="66FFFF"/>
                        </a:solidFill>
                        <a:ln>
                          <a:noFill/>
                        </a:ln>
                        <a:effectLst/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4" name="Group 12"/>
          <p:cNvGrpSpPr>
            <a:grpSpLocks/>
          </p:cNvGrpSpPr>
          <p:nvPr/>
        </p:nvGrpSpPr>
        <p:grpSpPr bwMode="auto">
          <a:xfrm>
            <a:off x="7467600" y="1981200"/>
            <a:ext cx="228600" cy="2944813"/>
            <a:chOff x="4704" y="1056"/>
            <a:chExt cx="144" cy="1855"/>
          </a:xfrm>
        </p:grpSpPr>
        <p:graphicFrame>
          <p:nvGraphicFramePr>
            <p:cNvPr id="41999" name="Object 3"/>
            <p:cNvGraphicFramePr>
              <a:graphicFrameLocks noChangeAspect="1"/>
            </p:cNvGraphicFramePr>
            <p:nvPr/>
          </p:nvGraphicFramePr>
          <p:xfrm>
            <a:off x="4704" y="1776"/>
            <a:ext cx="144" cy="14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2116" name="Equation" r:id="rId11" imgW="139700" imgH="139700" progId="Equation.3">
                    <p:embed/>
                  </p:oleObj>
                </mc:Choice>
                <mc:Fallback>
                  <p:oleObj name="Equation" r:id="rId11" imgW="139700" imgH="139700" progId="Equation.3">
                    <p:embed/>
                    <p:pic>
                      <p:nvPicPr>
                        <p:cNvPr id="0" name="Object 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704" y="1776"/>
                          <a:ext cx="144" cy="144"/>
                        </a:xfrm>
                        <a:prstGeom prst="rect">
                          <a:avLst/>
                        </a:prstGeom>
                        <a:solidFill>
                          <a:srgbClr val="66FFFF"/>
                        </a:solidFill>
                        <a:ln>
                          <a:noFill/>
                        </a:ln>
                        <a:effectLst/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2000" name="Object 4"/>
            <p:cNvGraphicFramePr>
              <a:graphicFrameLocks noChangeAspect="1"/>
            </p:cNvGraphicFramePr>
            <p:nvPr/>
          </p:nvGraphicFramePr>
          <p:xfrm>
            <a:off x="4704" y="1056"/>
            <a:ext cx="144" cy="14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2117" name="Equation" r:id="rId12" imgW="139700" imgH="139700" progId="Equation.3">
                    <p:embed/>
                  </p:oleObj>
                </mc:Choice>
                <mc:Fallback>
                  <p:oleObj name="Equation" r:id="rId12" imgW="139700" imgH="139700" progId="Equation.3">
                    <p:embed/>
                    <p:pic>
                      <p:nvPicPr>
                        <p:cNvPr id="0" name="Object 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704" y="1056"/>
                          <a:ext cx="144" cy="144"/>
                        </a:xfrm>
                        <a:prstGeom prst="rect">
                          <a:avLst/>
                        </a:prstGeom>
                        <a:solidFill>
                          <a:srgbClr val="66FFFF"/>
                        </a:solidFill>
                        <a:ln>
                          <a:noFill/>
                        </a:ln>
                        <a:effectLst/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2001" name="Object 5"/>
            <p:cNvGraphicFramePr>
              <a:graphicFrameLocks noChangeAspect="1"/>
            </p:cNvGraphicFramePr>
            <p:nvPr/>
          </p:nvGraphicFramePr>
          <p:xfrm>
            <a:off x="4704" y="2832"/>
            <a:ext cx="131" cy="7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2118" name="Equation" r:id="rId13" imgW="126670" imgH="76002" progId="Equation.3">
                    <p:embed/>
                  </p:oleObj>
                </mc:Choice>
                <mc:Fallback>
                  <p:oleObj name="Equation" r:id="rId13" imgW="126670" imgH="76002" progId="Equation.3">
                    <p:embed/>
                    <p:pic>
                      <p:nvPicPr>
                        <p:cNvPr id="0" name="Object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704" y="2832"/>
                          <a:ext cx="131" cy="79"/>
                        </a:xfrm>
                        <a:prstGeom prst="rect">
                          <a:avLst/>
                        </a:prstGeom>
                        <a:solidFill>
                          <a:srgbClr val="66FFFF"/>
                        </a:solidFill>
                        <a:ln>
                          <a:noFill/>
                        </a:ln>
                        <a:effectLst/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5" name="Group 16"/>
          <p:cNvGrpSpPr>
            <a:grpSpLocks/>
          </p:cNvGrpSpPr>
          <p:nvPr/>
        </p:nvGrpSpPr>
        <p:grpSpPr bwMode="auto">
          <a:xfrm>
            <a:off x="877888" y="3248025"/>
            <a:ext cx="5827712" cy="2085975"/>
            <a:chOff x="553" y="1854"/>
            <a:chExt cx="3671" cy="1314"/>
          </a:xfrm>
        </p:grpSpPr>
        <p:sp>
          <p:nvSpPr>
            <p:cNvPr id="41995" name="Line 17"/>
            <p:cNvSpPr>
              <a:spLocks noChangeShapeType="1"/>
            </p:cNvSpPr>
            <p:nvPr/>
          </p:nvSpPr>
          <p:spPr bwMode="auto">
            <a:xfrm flipH="1">
              <a:off x="4128" y="1854"/>
              <a:ext cx="96" cy="0"/>
            </a:xfrm>
            <a:prstGeom prst="line">
              <a:avLst/>
            </a:prstGeom>
            <a:noFill/>
            <a:ln w="19050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996" name="Line 18"/>
            <p:cNvSpPr>
              <a:spLocks noChangeShapeType="1"/>
            </p:cNvSpPr>
            <p:nvPr/>
          </p:nvSpPr>
          <p:spPr bwMode="auto">
            <a:xfrm>
              <a:off x="4121" y="1863"/>
              <a:ext cx="7" cy="1305"/>
            </a:xfrm>
            <a:prstGeom prst="line">
              <a:avLst/>
            </a:prstGeom>
            <a:noFill/>
            <a:ln w="19050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997" name="Line 19"/>
            <p:cNvSpPr>
              <a:spLocks noChangeShapeType="1"/>
            </p:cNvSpPr>
            <p:nvPr/>
          </p:nvSpPr>
          <p:spPr bwMode="auto">
            <a:xfrm flipH="1">
              <a:off x="553" y="3168"/>
              <a:ext cx="3575" cy="0"/>
            </a:xfrm>
            <a:prstGeom prst="line">
              <a:avLst/>
            </a:prstGeom>
            <a:noFill/>
            <a:ln w="19050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998" name="Line 20"/>
            <p:cNvSpPr>
              <a:spLocks noChangeShapeType="1"/>
            </p:cNvSpPr>
            <p:nvPr/>
          </p:nvSpPr>
          <p:spPr bwMode="auto">
            <a:xfrm flipV="1">
              <a:off x="553" y="1968"/>
              <a:ext cx="0" cy="1200"/>
            </a:xfrm>
            <a:prstGeom prst="line">
              <a:avLst/>
            </a:prstGeom>
            <a:noFill/>
            <a:ln w="19050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95253" name="Line 21"/>
          <p:cNvSpPr>
            <a:spLocks noChangeShapeType="1"/>
          </p:cNvSpPr>
          <p:nvPr/>
        </p:nvSpPr>
        <p:spPr bwMode="auto">
          <a:xfrm flipV="1">
            <a:off x="3721100" y="3886200"/>
            <a:ext cx="0" cy="1066800"/>
          </a:xfrm>
          <a:prstGeom prst="line">
            <a:avLst/>
          </a:prstGeom>
          <a:noFill/>
          <a:ln w="1905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5254" name="Line 22"/>
          <p:cNvSpPr>
            <a:spLocks noChangeShapeType="1"/>
          </p:cNvSpPr>
          <p:nvPr/>
        </p:nvSpPr>
        <p:spPr bwMode="auto">
          <a:xfrm>
            <a:off x="4572000" y="3352800"/>
            <a:ext cx="1447800" cy="762000"/>
          </a:xfrm>
          <a:prstGeom prst="line">
            <a:avLst/>
          </a:prstGeom>
          <a:noFill/>
          <a:ln w="1905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7" dur="500"/>
                                        <p:tgtEl>
                                          <p:spTgt spid="952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952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952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914400"/>
            <a:ext cx="4572000" cy="533400"/>
          </a:xfrm>
          <a:noFill/>
        </p:spPr>
        <p:txBody>
          <a:bodyPr/>
          <a:lstStyle/>
          <a:p>
            <a:pPr algn="l"/>
            <a:r>
              <a:rPr lang="zh-CN" altLang="en-US" sz="2800" smtClean="0">
                <a:latin typeface="华文行楷" panose="02010800040101010101" pitchFamily="2" charset="-122"/>
                <a:ea typeface="华文行楷" panose="02010800040101010101" pitchFamily="2" charset="-122"/>
              </a:rPr>
              <a:t>频率可调的文氏桥振荡器</a:t>
            </a:r>
          </a:p>
        </p:txBody>
      </p:sp>
      <p:sp>
        <p:nvSpPr>
          <p:cNvPr id="94211" name="Text Box 3"/>
          <p:cNvSpPr txBox="1">
            <a:spLocks noChangeArrowheads="1"/>
          </p:cNvSpPr>
          <p:nvPr/>
        </p:nvSpPr>
        <p:spPr bwMode="auto">
          <a:xfrm>
            <a:off x="4648200" y="2209800"/>
            <a:ext cx="3886200" cy="968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50000"/>
              </a:spcBef>
              <a:buFontTx/>
              <a:buNone/>
            </a:pPr>
            <a:r>
              <a:rPr kumimoji="1" lang="en-US" altLang="zh-CN" sz="2400" b="1">
                <a:solidFill>
                  <a:schemeClr val="tx2"/>
                </a:solidFill>
                <a:latin typeface="Times New Roman" panose="02020603050405020304" pitchFamily="18" charset="0"/>
              </a:rPr>
              <a:t>    </a:t>
            </a:r>
            <a:r>
              <a:rPr kumimoji="1" lang="zh-CN" altLang="en-US" sz="2400" b="1">
                <a:solidFill>
                  <a:schemeClr val="tx2"/>
                </a:solidFill>
                <a:latin typeface="Times New Roman" panose="02020603050405020304" pitchFamily="18" charset="0"/>
              </a:rPr>
              <a:t>改变电容以粗调，改变电位器滑动端以微调。</a:t>
            </a:r>
          </a:p>
        </p:txBody>
      </p:sp>
      <p:graphicFrame>
        <p:nvGraphicFramePr>
          <p:cNvPr id="94212" name="Object 2"/>
          <p:cNvGraphicFramePr>
            <a:graphicFrameLocks noChangeAspect="1"/>
          </p:cNvGraphicFramePr>
          <p:nvPr/>
        </p:nvGraphicFramePr>
        <p:xfrm>
          <a:off x="1908175" y="1676400"/>
          <a:ext cx="1857375" cy="465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052" name="Photo Editor 照片" r:id="rId3" imgW="11019048" imgH="9247619" progId="MSPhotoEd.3">
                  <p:embed/>
                </p:oleObj>
              </mc:Choice>
              <mc:Fallback>
                <p:oleObj name="Photo Editor 照片" r:id="rId3" imgW="11019048" imgH="9247619" progId="MSPhotoEd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37408" t="6891" r="12219" b="78131"/>
                      <a:stretch>
                        <a:fillRect/>
                      </a:stretch>
                    </p:blipFill>
                    <p:spPr bwMode="auto">
                      <a:xfrm>
                        <a:off x="1908175" y="1676400"/>
                        <a:ext cx="1857375" cy="4651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4213" name="Text Box 5"/>
          <p:cNvSpPr txBox="1">
            <a:spLocks noChangeArrowheads="1"/>
          </p:cNvSpPr>
          <p:nvPr/>
        </p:nvSpPr>
        <p:spPr bwMode="auto">
          <a:xfrm>
            <a:off x="4572000" y="3352800"/>
            <a:ext cx="3886200" cy="968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50000"/>
              </a:spcBef>
              <a:buFontTx/>
              <a:buNone/>
            </a:pPr>
            <a:r>
              <a:rPr kumimoji="1" lang="en-US" altLang="zh-CN" sz="2400" b="1">
                <a:solidFill>
                  <a:schemeClr val="tx2"/>
                </a:solidFill>
                <a:latin typeface="Times New Roman" panose="02020603050405020304" pitchFamily="18" charset="0"/>
              </a:rPr>
              <a:t>    </a:t>
            </a:r>
            <a:r>
              <a:rPr kumimoji="1" lang="zh-CN" altLang="en-US" sz="2400" b="1">
                <a:solidFill>
                  <a:schemeClr val="tx2"/>
                </a:solidFill>
                <a:latin typeface="Times New Roman" panose="02020603050405020304" pitchFamily="18" charset="0"/>
              </a:rPr>
              <a:t>加稳压管可以限制输出电压的峰</a:t>
            </a:r>
            <a:r>
              <a:rPr kumimoji="1" lang="en-US" altLang="zh-CN" sz="2400" b="1">
                <a:solidFill>
                  <a:schemeClr val="tx2"/>
                </a:solidFill>
                <a:latin typeface="Times New Roman" panose="02020603050405020304" pitchFamily="18" charset="0"/>
              </a:rPr>
              <a:t>-</a:t>
            </a:r>
            <a:r>
              <a:rPr kumimoji="1" lang="zh-CN" altLang="en-US" sz="2400" b="1">
                <a:solidFill>
                  <a:schemeClr val="tx2"/>
                </a:solidFill>
                <a:latin typeface="Times New Roman" panose="02020603050405020304" pitchFamily="18" charset="0"/>
              </a:rPr>
              <a:t>峰值。</a:t>
            </a:r>
            <a:endParaRPr kumimoji="1" lang="zh-CN" altLang="en-US" sz="2400">
              <a:solidFill>
                <a:schemeClr val="tx2"/>
              </a:solidFill>
              <a:latin typeface="Times New Roman" panose="02020603050405020304" pitchFamily="18" charset="0"/>
            </a:endParaRPr>
          </a:p>
        </p:txBody>
      </p:sp>
      <p:graphicFrame>
        <p:nvGraphicFramePr>
          <p:cNvPr id="43014" name="Object 3"/>
          <p:cNvGraphicFramePr>
            <a:graphicFrameLocks noChangeAspect="1"/>
          </p:cNvGraphicFramePr>
          <p:nvPr/>
        </p:nvGraphicFramePr>
        <p:xfrm>
          <a:off x="990600" y="2133600"/>
          <a:ext cx="3124200" cy="2894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053" name="Photo Editor 照片" r:id="rId5" imgW="12466667" imgH="11552381" progId="MSPhotoEd.3">
                  <p:embed/>
                </p:oleObj>
              </mc:Choice>
              <mc:Fallback>
                <p:oleObj name="Photo Editor 照片" r:id="rId5" imgW="12466667" imgH="11552381" progId="MSPhotoEd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90600" y="2133600"/>
                        <a:ext cx="3124200" cy="28940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7"/>
          <p:cNvGrpSpPr>
            <a:grpSpLocks/>
          </p:cNvGrpSpPr>
          <p:nvPr/>
        </p:nvGrpSpPr>
        <p:grpSpPr bwMode="auto">
          <a:xfrm>
            <a:off x="1524000" y="3683000"/>
            <a:ext cx="1905000" cy="1752600"/>
            <a:chOff x="3936" y="1968"/>
            <a:chExt cx="1008" cy="1104"/>
          </a:xfrm>
        </p:grpSpPr>
        <p:sp>
          <p:nvSpPr>
            <p:cNvPr id="43017" name="Line 8"/>
            <p:cNvSpPr>
              <a:spLocks noChangeShapeType="1"/>
            </p:cNvSpPr>
            <p:nvPr/>
          </p:nvSpPr>
          <p:spPr bwMode="auto">
            <a:xfrm flipV="1">
              <a:off x="3936" y="2352"/>
              <a:ext cx="240" cy="24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3018" name="Line 9"/>
            <p:cNvSpPr>
              <a:spLocks noChangeShapeType="1"/>
            </p:cNvSpPr>
            <p:nvPr/>
          </p:nvSpPr>
          <p:spPr bwMode="auto">
            <a:xfrm flipV="1">
              <a:off x="4704" y="1968"/>
              <a:ext cx="240" cy="288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3019" name="Line 10"/>
            <p:cNvSpPr>
              <a:spLocks noChangeShapeType="1"/>
            </p:cNvSpPr>
            <p:nvPr/>
          </p:nvSpPr>
          <p:spPr bwMode="auto">
            <a:xfrm>
              <a:off x="3936" y="2592"/>
              <a:ext cx="0" cy="48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prstDash val="lg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3020" name="Line 11"/>
            <p:cNvSpPr>
              <a:spLocks noChangeShapeType="1"/>
            </p:cNvSpPr>
            <p:nvPr/>
          </p:nvSpPr>
          <p:spPr bwMode="auto">
            <a:xfrm flipV="1">
              <a:off x="3936" y="2592"/>
              <a:ext cx="768" cy="48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prstDash val="lg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3021" name="Line 12"/>
            <p:cNvSpPr>
              <a:spLocks noChangeShapeType="1"/>
            </p:cNvSpPr>
            <p:nvPr/>
          </p:nvSpPr>
          <p:spPr bwMode="auto">
            <a:xfrm flipV="1">
              <a:off x="4704" y="2256"/>
              <a:ext cx="0" cy="336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prstDash val="lg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94221" name="AutoShape 13"/>
          <p:cNvSpPr>
            <a:spLocks/>
          </p:cNvSpPr>
          <p:nvPr/>
        </p:nvSpPr>
        <p:spPr bwMode="auto">
          <a:xfrm>
            <a:off x="3581400" y="4495800"/>
            <a:ext cx="1066800" cy="762000"/>
          </a:xfrm>
          <a:prstGeom prst="borderCallout1">
            <a:avLst>
              <a:gd name="adj1" fmla="val 15000"/>
              <a:gd name="adj2" fmla="val -7144"/>
              <a:gd name="adj3" fmla="val -5000"/>
              <a:gd name="adj4" fmla="val -55653"/>
            </a:avLst>
          </a:prstGeom>
          <a:solidFill>
            <a:srgbClr val="66FFFF"/>
          </a:solidFill>
          <a:ln w="19050">
            <a:solidFill>
              <a:srgbClr val="FF3300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000" b="1">
                <a:latin typeface="Verdana" panose="020B0604030504040204" pitchFamily="34" charset="0"/>
              </a:rPr>
              <a:t>同轴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000" b="1">
                <a:latin typeface="Verdana" panose="020B0604030504040204" pitchFamily="34" charset="0"/>
              </a:rPr>
              <a:t>电位器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942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4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942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4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4211" grpId="0" build="p" autoUpdateAnimBg="0"/>
      <p:bldP spid="94213" grpId="0" build="p" autoUpdateAnimBg="0"/>
      <p:bldP spid="94221" grpId="0" animBg="1" autoUpdateAnimBg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ChangeArrowheads="1"/>
          </p:cNvSpPr>
          <p:nvPr/>
        </p:nvSpPr>
        <p:spPr bwMode="auto">
          <a:xfrm>
            <a:off x="1043608" y="1556792"/>
            <a:ext cx="7056784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30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8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4pPr>
            <a:lvl5pPr marL="2057400" indent="-228600" eaLnBrk="0" hangingPunct="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0"/>
              </a:spcBef>
              <a:buClrTx/>
              <a:buNone/>
            </a:pPr>
            <a:r>
              <a:rPr lang="en-US" altLang="zh-CN" sz="3200" dirty="0" smtClean="0">
                <a:latin typeface="Times New Roman" panose="02020603050405020304" pitchFamily="18" charset="0"/>
              </a:rPr>
              <a:t>9.8.1  </a:t>
            </a:r>
            <a:r>
              <a:rPr lang="zh-CN" altLang="en-US" sz="3200" dirty="0">
                <a:latin typeface="Times New Roman" panose="02020603050405020304" pitchFamily="18" charset="0"/>
              </a:rPr>
              <a:t>电压比较器</a:t>
            </a: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ClrTx/>
              <a:buNone/>
            </a:pPr>
            <a:r>
              <a:rPr lang="en-US" altLang="zh-CN" sz="3200" dirty="0" smtClean="0">
                <a:latin typeface="Times New Roman" panose="02020603050405020304" pitchFamily="18" charset="0"/>
              </a:rPr>
              <a:t>9.8.2  </a:t>
            </a:r>
            <a:r>
              <a:rPr lang="zh-CN" altLang="en-US" sz="3200" dirty="0" smtClean="0">
                <a:latin typeface="Times New Roman" panose="02020603050405020304" pitchFamily="18" charset="0"/>
              </a:rPr>
              <a:t>方波产生电路</a:t>
            </a:r>
            <a:endParaRPr lang="en-US" altLang="zh-CN" sz="3200" dirty="0">
              <a:latin typeface="Times New Roman" panose="02020603050405020304" pitchFamily="18" charset="0"/>
            </a:endParaRP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ClrTx/>
              <a:buNone/>
            </a:pPr>
            <a:r>
              <a:rPr lang="en-US" altLang="zh-CN" sz="3200" dirty="0" smtClean="0">
                <a:latin typeface="Times New Roman" panose="02020603050405020304" pitchFamily="18" charset="0"/>
              </a:rPr>
              <a:t>9.8.3  </a:t>
            </a:r>
            <a:r>
              <a:rPr lang="zh-CN" altLang="en-US" sz="3200" dirty="0" smtClean="0">
                <a:latin typeface="Times New Roman" panose="02020603050405020304" pitchFamily="18" charset="0"/>
              </a:rPr>
              <a:t>锯齿波产生电路</a:t>
            </a:r>
            <a:endParaRPr lang="zh-CN" altLang="en-US" sz="3200" dirty="0">
              <a:latin typeface="Times New Roman" panose="02020603050405020304" pitchFamily="18" charset="0"/>
            </a:endParaRPr>
          </a:p>
        </p:txBody>
      </p:sp>
      <p:sp>
        <p:nvSpPr>
          <p:cNvPr id="3" name="Rectangle 5"/>
          <p:cNvSpPr>
            <a:spLocks noChangeArrowheads="1"/>
          </p:cNvSpPr>
          <p:nvPr/>
        </p:nvSpPr>
        <p:spPr bwMode="auto">
          <a:xfrm>
            <a:off x="611188" y="43408"/>
            <a:ext cx="7607300" cy="6492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b"/>
          <a:lstStyle>
            <a:lvl1pPr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30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8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4pPr>
            <a:lvl5pPr marL="2057400" indent="-228600" eaLnBrk="0" hangingPunct="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3200" dirty="0" smtClean="0">
                <a:solidFill>
                  <a:srgbClr val="0000CC"/>
                </a:solidFill>
                <a:latin typeface="Times New Roman" panose="02020603050405020304" pitchFamily="18" charset="0"/>
              </a:rPr>
              <a:t>9.8  </a:t>
            </a:r>
            <a:r>
              <a:rPr lang="zh-CN" altLang="en-US" sz="3200" dirty="0">
                <a:solidFill>
                  <a:srgbClr val="0000CC"/>
                </a:solidFill>
                <a:latin typeface="Times New Roman" panose="02020603050405020304" pitchFamily="18" charset="0"/>
              </a:rPr>
              <a:t>非正弦信号产生电路</a:t>
            </a:r>
          </a:p>
        </p:txBody>
      </p:sp>
    </p:spTree>
    <p:extLst>
      <p:ext uri="{BB962C8B-B14F-4D97-AF65-F5344CB8AC3E}">
        <p14:creationId xmlns:p14="http://schemas.microsoft.com/office/powerpoint/2010/main" val="24671162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>
          <a:xfrm>
            <a:off x="250825" y="836613"/>
            <a:ext cx="3744913" cy="576262"/>
          </a:xfrm>
        </p:spPr>
        <p:txBody>
          <a:bodyPr/>
          <a:lstStyle/>
          <a:p>
            <a:pPr algn="l"/>
            <a:r>
              <a:rPr lang="zh-CN" altLang="en-US" sz="3600">
                <a:ea typeface="华文行楷" panose="02010800040101010101" pitchFamily="2" charset="-122"/>
              </a:rPr>
              <a:t>一、概述</a:t>
            </a:r>
            <a:endParaRPr lang="zh-CN" altLang="en-US" sz="3600">
              <a:latin typeface="隶书" panose="02010509060101010101" pitchFamily="49" charset="-122"/>
              <a:ea typeface="华文行楷" panose="02010800040101010101" pitchFamily="2" charset="-122"/>
            </a:endParaRPr>
          </a:p>
        </p:txBody>
      </p:sp>
      <p:sp>
        <p:nvSpPr>
          <p:cNvPr id="21507" name="Text Box 3"/>
          <p:cNvSpPr txBox="1">
            <a:spLocks noChangeArrowheads="1"/>
          </p:cNvSpPr>
          <p:nvPr/>
        </p:nvSpPr>
        <p:spPr bwMode="auto">
          <a:xfrm>
            <a:off x="609600" y="1447800"/>
            <a:ext cx="8210550" cy="2201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10000"/>
              </a:spcBef>
            </a:pPr>
            <a:r>
              <a:rPr kumimoji="1" lang="en-US" altLang="zh-CN" sz="2800">
                <a:solidFill>
                  <a:schemeClr val="tx2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1.  </a:t>
            </a:r>
            <a:r>
              <a:rPr kumimoji="1" lang="zh-CN" altLang="en-US" sz="2800">
                <a:solidFill>
                  <a:schemeClr val="tx2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电压比较器的功能</a:t>
            </a:r>
            <a:r>
              <a:rPr kumimoji="1" lang="zh-CN" altLang="en-US" sz="2400" b="1">
                <a:solidFill>
                  <a:schemeClr val="tx2"/>
                </a:solidFill>
                <a:latin typeface="Times New Roman" panose="02020603050405020304" pitchFamily="18" charset="0"/>
              </a:rPr>
              <a:t>：比较电压的大小。</a:t>
            </a:r>
          </a:p>
          <a:p>
            <a:pPr>
              <a:lnSpc>
                <a:spcPct val="115000"/>
              </a:lnSpc>
            </a:pPr>
            <a:r>
              <a:rPr kumimoji="1" lang="zh-CN" altLang="en-US" sz="2400" b="1">
                <a:solidFill>
                  <a:schemeClr val="tx2"/>
                </a:solidFill>
                <a:latin typeface="Times New Roman" panose="02020603050405020304" pitchFamily="18" charset="0"/>
              </a:rPr>
              <a:t>    输入电压是模拟信号；输出电压表示比较的结果，只有高电平和低电平两种情况，为二值信号。使输出产生跃变的输入电压称为阈值电压。</a:t>
            </a:r>
          </a:p>
          <a:p>
            <a:pPr>
              <a:lnSpc>
                <a:spcPct val="115000"/>
              </a:lnSpc>
            </a:pPr>
            <a:r>
              <a:rPr kumimoji="1" lang="zh-CN" altLang="en-US" sz="2400" b="1">
                <a:solidFill>
                  <a:schemeClr val="tx2"/>
                </a:solidFill>
                <a:latin typeface="Times New Roman" panose="02020603050405020304" pitchFamily="18" charset="0"/>
              </a:rPr>
              <a:t>    广泛用于各种报警电路。</a:t>
            </a:r>
          </a:p>
        </p:txBody>
      </p:sp>
      <p:sp>
        <p:nvSpPr>
          <p:cNvPr id="21508" name="Text Box 4"/>
          <p:cNvSpPr txBox="1">
            <a:spLocks noChangeArrowheads="1"/>
          </p:cNvSpPr>
          <p:nvPr/>
        </p:nvSpPr>
        <p:spPr bwMode="auto">
          <a:xfrm>
            <a:off x="609600" y="3733800"/>
            <a:ext cx="77724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Aft>
                <a:spcPct val="20000"/>
              </a:spcAft>
            </a:pPr>
            <a:r>
              <a:rPr kumimoji="1" lang="en-US" altLang="zh-CN" sz="2800">
                <a:solidFill>
                  <a:schemeClr val="tx2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2.  </a:t>
            </a:r>
            <a:r>
              <a:rPr kumimoji="1" lang="zh-CN" altLang="en-US" sz="2800">
                <a:solidFill>
                  <a:schemeClr val="tx2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电压比较器的描述方法</a:t>
            </a:r>
            <a:r>
              <a:rPr kumimoji="1" lang="zh-CN" altLang="en-US" sz="2400" b="1">
                <a:solidFill>
                  <a:schemeClr val="tx2"/>
                </a:solidFill>
                <a:latin typeface="Times New Roman" panose="02020603050405020304" pitchFamily="18" charset="0"/>
              </a:rPr>
              <a:t> </a:t>
            </a:r>
            <a:r>
              <a:rPr kumimoji="1" lang="en-US" altLang="zh-CN" sz="2400" b="1">
                <a:solidFill>
                  <a:schemeClr val="tx2"/>
                </a:solidFill>
                <a:latin typeface="Times New Roman" panose="02020603050405020304" pitchFamily="18" charset="0"/>
              </a:rPr>
              <a:t>:</a:t>
            </a:r>
            <a:r>
              <a:rPr kumimoji="1" lang="zh-CN" altLang="en-US" sz="2400" b="1">
                <a:solidFill>
                  <a:schemeClr val="tx2"/>
                </a:solidFill>
                <a:latin typeface="Times New Roman" panose="02020603050405020304" pitchFamily="18" charset="0"/>
              </a:rPr>
              <a:t>电压传输特性 </a:t>
            </a:r>
            <a:r>
              <a:rPr kumimoji="1" lang="en-US" altLang="zh-CN" sz="2400" b="1" i="1">
                <a:solidFill>
                  <a:schemeClr val="tx2"/>
                </a:solidFill>
                <a:latin typeface="Times New Roman" panose="02020603050405020304" pitchFamily="18" charset="0"/>
              </a:rPr>
              <a:t>u</a:t>
            </a:r>
            <a:r>
              <a:rPr kumimoji="1" lang="en-US" altLang="zh-CN" sz="2400" b="1" baseline="-25000">
                <a:solidFill>
                  <a:schemeClr val="tx2"/>
                </a:solidFill>
                <a:latin typeface="Times New Roman" panose="02020603050405020304" pitchFamily="18" charset="0"/>
              </a:rPr>
              <a:t>O</a:t>
            </a:r>
            <a:r>
              <a:rPr kumimoji="1" lang="zh-CN" altLang="en-US" sz="2400" b="1">
                <a:solidFill>
                  <a:schemeClr val="tx2"/>
                </a:solidFill>
                <a:latin typeface="Times New Roman" panose="02020603050405020304" pitchFamily="18" charset="0"/>
              </a:rPr>
              <a:t>＝</a:t>
            </a:r>
            <a:r>
              <a:rPr kumimoji="1" lang="en-US" altLang="zh-CN" sz="2400" b="1" i="1">
                <a:solidFill>
                  <a:schemeClr val="tx2"/>
                </a:solidFill>
                <a:latin typeface="Times New Roman" panose="02020603050405020304" pitchFamily="18" charset="0"/>
              </a:rPr>
              <a:t>f</a:t>
            </a:r>
            <a:r>
              <a:rPr kumimoji="1" lang="en-US" altLang="zh-CN" sz="2400" b="1">
                <a:solidFill>
                  <a:schemeClr val="tx2"/>
                </a:solidFill>
                <a:latin typeface="Times New Roman" panose="02020603050405020304" pitchFamily="18" charset="0"/>
              </a:rPr>
              <a:t>(</a:t>
            </a:r>
            <a:r>
              <a:rPr kumimoji="1" lang="en-US" altLang="zh-CN" sz="2400" b="1" i="1">
                <a:solidFill>
                  <a:schemeClr val="tx2"/>
                </a:solidFill>
                <a:latin typeface="Times New Roman" panose="02020603050405020304" pitchFamily="18" charset="0"/>
              </a:rPr>
              <a:t>u</a:t>
            </a:r>
            <a:r>
              <a:rPr kumimoji="1" lang="en-US" altLang="zh-CN" sz="2400" b="1" baseline="-25000">
                <a:solidFill>
                  <a:schemeClr val="tx2"/>
                </a:solidFill>
                <a:latin typeface="Times New Roman" panose="02020603050405020304" pitchFamily="18" charset="0"/>
              </a:rPr>
              <a:t>I</a:t>
            </a:r>
            <a:r>
              <a:rPr kumimoji="1" lang="en-US" altLang="zh-CN" sz="2400" b="1">
                <a:solidFill>
                  <a:schemeClr val="tx2"/>
                </a:solidFill>
                <a:latin typeface="Times New Roman" panose="02020603050405020304" pitchFamily="18" charset="0"/>
              </a:rPr>
              <a:t>)</a:t>
            </a:r>
          </a:p>
        </p:txBody>
      </p:sp>
      <p:sp>
        <p:nvSpPr>
          <p:cNvPr id="21509" name="Text Box 5"/>
          <p:cNvSpPr txBox="1">
            <a:spLocks noChangeArrowheads="1"/>
          </p:cNvSpPr>
          <p:nvPr/>
        </p:nvSpPr>
        <p:spPr bwMode="auto">
          <a:xfrm>
            <a:off x="838200" y="4114800"/>
            <a:ext cx="7467600" cy="1774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lnSpc>
                <a:spcPct val="115000"/>
              </a:lnSpc>
            </a:pPr>
            <a:r>
              <a:rPr kumimoji="1" lang="zh-CN" altLang="en-US" sz="2400" b="1">
                <a:solidFill>
                  <a:srgbClr val="A50021"/>
                </a:solidFill>
                <a:latin typeface="Times New Roman" panose="02020603050405020304" pitchFamily="18" charset="0"/>
              </a:rPr>
              <a:t>电压传输特性的三个要素：</a:t>
            </a:r>
          </a:p>
          <a:p>
            <a:pPr>
              <a:lnSpc>
                <a:spcPct val="115000"/>
              </a:lnSpc>
            </a:pPr>
            <a:r>
              <a:rPr kumimoji="1" lang="zh-CN" altLang="en-US" sz="2400" b="1">
                <a:solidFill>
                  <a:schemeClr val="tx2"/>
                </a:solidFill>
                <a:latin typeface="Times New Roman" panose="02020603050405020304" pitchFamily="18" charset="0"/>
              </a:rPr>
              <a:t>（</a:t>
            </a:r>
            <a:r>
              <a:rPr kumimoji="1" lang="en-US" altLang="zh-CN" sz="2400" b="1">
                <a:solidFill>
                  <a:schemeClr val="tx2"/>
                </a:solidFill>
                <a:latin typeface="Times New Roman" panose="02020603050405020304" pitchFamily="18" charset="0"/>
              </a:rPr>
              <a:t>1</a:t>
            </a:r>
            <a:r>
              <a:rPr kumimoji="1" lang="zh-CN" altLang="en-US" sz="2400" b="1">
                <a:solidFill>
                  <a:schemeClr val="tx2"/>
                </a:solidFill>
                <a:latin typeface="Times New Roman" panose="02020603050405020304" pitchFamily="18" charset="0"/>
              </a:rPr>
              <a:t>）输出高电平</a:t>
            </a:r>
            <a:r>
              <a:rPr kumimoji="1" lang="en-US" altLang="zh-CN" sz="2400" b="1" i="1">
                <a:solidFill>
                  <a:schemeClr val="tx2"/>
                </a:solidFill>
                <a:latin typeface="Times New Roman" panose="02020603050405020304" pitchFamily="18" charset="0"/>
              </a:rPr>
              <a:t>U</a:t>
            </a:r>
            <a:r>
              <a:rPr kumimoji="1" lang="en-US" altLang="zh-CN" sz="2400" b="1" baseline="-25000">
                <a:solidFill>
                  <a:schemeClr val="tx2"/>
                </a:solidFill>
                <a:latin typeface="Times New Roman" panose="02020603050405020304" pitchFamily="18" charset="0"/>
              </a:rPr>
              <a:t>OH</a:t>
            </a:r>
            <a:r>
              <a:rPr kumimoji="1" lang="zh-CN" altLang="en-US" sz="2400" b="1">
                <a:solidFill>
                  <a:schemeClr val="tx2"/>
                </a:solidFill>
                <a:latin typeface="Times New Roman" panose="02020603050405020304" pitchFamily="18" charset="0"/>
              </a:rPr>
              <a:t>和输出低电平</a:t>
            </a:r>
            <a:r>
              <a:rPr kumimoji="1" lang="en-US" altLang="zh-CN" sz="2400" b="1" i="1">
                <a:solidFill>
                  <a:schemeClr val="tx2"/>
                </a:solidFill>
                <a:latin typeface="Times New Roman" panose="02020603050405020304" pitchFamily="18" charset="0"/>
              </a:rPr>
              <a:t>U</a:t>
            </a:r>
            <a:r>
              <a:rPr kumimoji="1" lang="en-US" altLang="zh-CN" sz="2400" b="1" baseline="-25000">
                <a:solidFill>
                  <a:schemeClr val="tx2"/>
                </a:solidFill>
                <a:latin typeface="Times New Roman" panose="02020603050405020304" pitchFamily="18" charset="0"/>
              </a:rPr>
              <a:t>OL</a:t>
            </a:r>
            <a:endParaRPr kumimoji="1" lang="en-US" altLang="zh-CN" sz="2400" b="1">
              <a:solidFill>
                <a:schemeClr val="tx2"/>
              </a:solidFill>
              <a:latin typeface="Times New Roman" panose="02020603050405020304" pitchFamily="18" charset="0"/>
            </a:endParaRPr>
          </a:p>
          <a:p>
            <a:pPr>
              <a:lnSpc>
                <a:spcPct val="115000"/>
              </a:lnSpc>
            </a:pPr>
            <a:r>
              <a:rPr kumimoji="1" lang="zh-CN" altLang="en-US" sz="2400" b="1">
                <a:solidFill>
                  <a:schemeClr val="tx2"/>
                </a:solidFill>
                <a:latin typeface="Times New Roman" panose="02020603050405020304" pitchFamily="18" charset="0"/>
              </a:rPr>
              <a:t>（</a:t>
            </a:r>
            <a:r>
              <a:rPr kumimoji="1" lang="en-US" altLang="zh-CN" sz="2400" b="1">
                <a:solidFill>
                  <a:schemeClr val="tx2"/>
                </a:solidFill>
                <a:latin typeface="Times New Roman" panose="02020603050405020304" pitchFamily="18" charset="0"/>
              </a:rPr>
              <a:t>2</a:t>
            </a:r>
            <a:r>
              <a:rPr kumimoji="1" lang="zh-CN" altLang="en-US" sz="2400" b="1">
                <a:solidFill>
                  <a:schemeClr val="tx2"/>
                </a:solidFill>
                <a:latin typeface="Times New Roman" panose="02020603050405020304" pitchFamily="18" charset="0"/>
              </a:rPr>
              <a:t>）阈值电压</a:t>
            </a:r>
            <a:r>
              <a:rPr kumimoji="1" lang="en-US" altLang="zh-CN" sz="2400" b="1" i="1">
                <a:solidFill>
                  <a:schemeClr val="tx2"/>
                </a:solidFill>
                <a:latin typeface="Times New Roman" panose="02020603050405020304" pitchFamily="18" charset="0"/>
              </a:rPr>
              <a:t>U</a:t>
            </a:r>
            <a:r>
              <a:rPr kumimoji="1" lang="en-US" altLang="zh-CN" sz="2400" b="1" baseline="-25000">
                <a:solidFill>
                  <a:schemeClr val="tx2"/>
                </a:solidFill>
                <a:latin typeface="Times New Roman" panose="02020603050405020304" pitchFamily="18" charset="0"/>
              </a:rPr>
              <a:t>T</a:t>
            </a:r>
            <a:endParaRPr kumimoji="1" lang="en-US" altLang="zh-CN" sz="2400" b="1">
              <a:solidFill>
                <a:schemeClr val="tx2"/>
              </a:solidFill>
              <a:latin typeface="Times New Roman" panose="02020603050405020304" pitchFamily="18" charset="0"/>
            </a:endParaRPr>
          </a:p>
          <a:p>
            <a:pPr>
              <a:lnSpc>
                <a:spcPct val="115000"/>
              </a:lnSpc>
            </a:pPr>
            <a:r>
              <a:rPr kumimoji="1" lang="zh-CN" altLang="en-US" sz="2400" b="1">
                <a:solidFill>
                  <a:schemeClr val="tx2"/>
                </a:solidFill>
                <a:latin typeface="Times New Roman" panose="02020603050405020304" pitchFamily="18" charset="0"/>
              </a:rPr>
              <a:t>（</a:t>
            </a:r>
            <a:r>
              <a:rPr kumimoji="1" lang="en-US" altLang="zh-CN" sz="2400" b="1">
                <a:solidFill>
                  <a:schemeClr val="tx2"/>
                </a:solidFill>
                <a:latin typeface="Times New Roman" panose="02020603050405020304" pitchFamily="18" charset="0"/>
              </a:rPr>
              <a:t>3</a:t>
            </a:r>
            <a:r>
              <a:rPr kumimoji="1" lang="zh-CN" altLang="en-US" sz="2400" b="1">
                <a:solidFill>
                  <a:schemeClr val="tx2"/>
                </a:solidFill>
                <a:latin typeface="Times New Roman" panose="02020603050405020304" pitchFamily="18" charset="0"/>
              </a:rPr>
              <a:t>）输入电压过阈值电压时输出电压跃变的方向</a:t>
            </a:r>
          </a:p>
        </p:txBody>
      </p:sp>
    </p:spTree>
    <p:extLst>
      <p:ext uri="{BB962C8B-B14F-4D97-AF65-F5344CB8AC3E}">
        <p14:creationId xmlns:p14="http://schemas.microsoft.com/office/powerpoint/2010/main" val="31423341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15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15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15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150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150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150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150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150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507" grpId="0" build="p" autoUpdateAnimBg="0"/>
      <p:bldP spid="21508" grpId="0" build="p" autoUpdateAnimBg="0"/>
      <p:bldP spid="21509" grpId="0" build="p" autoUpdateAnimBg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>
          <a:xfrm>
            <a:off x="395288" y="836613"/>
            <a:ext cx="4724400" cy="381000"/>
          </a:xfrm>
        </p:spPr>
        <p:txBody>
          <a:bodyPr/>
          <a:lstStyle/>
          <a:p>
            <a:pPr algn="l"/>
            <a:r>
              <a:rPr lang="en-US" altLang="zh-CN" sz="2800">
                <a:latin typeface="华文行楷" panose="02010800040101010101" pitchFamily="2" charset="-122"/>
                <a:ea typeface="华文行楷" panose="02010800040101010101" pitchFamily="2" charset="-122"/>
              </a:rPr>
              <a:t>3. </a:t>
            </a:r>
            <a:r>
              <a:rPr lang="zh-CN" altLang="en-US" sz="2800">
                <a:latin typeface="华文行楷" panose="02010800040101010101" pitchFamily="2" charset="-122"/>
                <a:ea typeface="华文行楷" panose="02010800040101010101" pitchFamily="2" charset="-122"/>
              </a:rPr>
              <a:t>几种常用的电压比较器</a:t>
            </a:r>
          </a:p>
        </p:txBody>
      </p:sp>
      <p:pic>
        <p:nvPicPr>
          <p:cNvPr id="22531" name="Picture 3" descr="Dz08020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8236" b="10086"/>
          <a:stretch>
            <a:fillRect/>
          </a:stretch>
        </p:blipFill>
        <p:spPr bwMode="auto">
          <a:xfrm>
            <a:off x="1042988" y="3286125"/>
            <a:ext cx="2286000" cy="22018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532" name="Picture 4" descr="Dz08020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5883" t="17291" b="13545"/>
          <a:stretch>
            <a:fillRect/>
          </a:stretch>
        </p:blipFill>
        <p:spPr bwMode="auto">
          <a:xfrm>
            <a:off x="5940425" y="3789363"/>
            <a:ext cx="2590800" cy="17859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533" name="Picture 5" descr="Dz08020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117" r="34119" b="10086"/>
          <a:stretch>
            <a:fillRect/>
          </a:stretch>
        </p:blipFill>
        <p:spPr bwMode="auto">
          <a:xfrm>
            <a:off x="3419475" y="3430588"/>
            <a:ext cx="2362200" cy="22748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2534" name="Text Box 6"/>
          <p:cNvSpPr txBox="1">
            <a:spLocks noChangeArrowheads="1"/>
          </p:cNvSpPr>
          <p:nvPr/>
        </p:nvSpPr>
        <p:spPr bwMode="auto">
          <a:xfrm>
            <a:off x="457200" y="1169988"/>
            <a:ext cx="6400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>
                <a:solidFill>
                  <a:schemeClr val="tx2"/>
                </a:solidFill>
                <a:latin typeface="Times New Roman" panose="02020603050405020304" pitchFamily="18" charset="0"/>
              </a:rPr>
              <a:t>（</a:t>
            </a:r>
            <a:r>
              <a:rPr kumimoji="1" lang="en-US" altLang="zh-CN" sz="2400" b="1">
                <a:solidFill>
                  <a:schemeClr val="tx2"/>
                </a:solidFill>
                <a:latin typeface="Times New Roman" panose="02020603050405020304" pitchFamily="18" charset="0"/>
              </a:rPr>
              <a:t>1</a:t>
            </a:r>
            <a:r>
              <a:rPr kumimoji="1" lang="zh-CN" altLang="en-US" sz="2400" b="1">
                <a:solidFill>
                  <a:schemeClr val="tx2"/>
                </a:solidFill>
                <a:latin typeface="Times New Roman" panose="02020603050405020304" pitchFamily="18" charset="0"/>
              </a:rPr>
              <a:t>）单限比较器：只有一个阈值电压</a:t>
            </a:r>
          </a:p>
        </p:txBody>
      </p:sp>
      <p:sp>
        <p:nvSpPr>
          <p:cNvPr id="22535" name="Text Box 7"/>
          <p:cNvSpPr txBox="1">
            <a:spLocks noChangeArrowheads="1"/>
          </p:cNvSpPr>
          <p:nvPr/>
        </p:nvSpPr>
        <p:spPr bwMode="auto">
          <a:xfrm>
            <a:off x="457200" y="5589588"/>
            <a:ext cx="8686800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kumimoji="1" lang="zh-CN" altLang="en-US" sz="2400" b="1">
                <a:solidFill>
                  <a:schemeClr val="tx2"/>
                </a:solidFill>
                <a:latin typeface="Times New Roman" panose="02020603050405020304" pitchFamily="18" charset="0"/>
              </a:rPr>
              <a:t>（</a:t>
            </a:r>
            <a:r>
              <a:rPr kumimoji="1" lang="en-US" altLang="zh-CN" sz="2400" b="1">
                <a:solidFill>
                  <a:schemeClr val="tx2"/>
                </a:solidFill>
                <a:latin typeface="Times New Roman" panose="02020603050405020304" pitchFamily="18" charset="0"/>
              </a:rPr>
              <a:t>3</a:t>
            </a:r>
            <a:r>
              <a:rPr kumimoji="1" lang="zh-CN" altLang="en-US" sz="2400" b="1">
                <a:solidFill>
                  <a:schemeClr val="tx2"/>
                </a:solidFill>
                <a:latin typeface="Times New Roman" panose="02020603050405020304" pitchFamily="18" charset="0"/>
              </a:rPr>
              <a:t>）窗口比较器：</a:t>
            </a:r>
          </a:p>
          <a:p>
            <a:r>
              <a:rPr kumimoji="1" lang="zh-CN" altLang="en-US" sz="2400" b="1">
                <a:solidFill>
                  <a:schemeClr val="tx2"/>
                </a:solidFill>
                <a:latin typeface="Times New Roman" panose="02020603050405020304" pitchFamily="18" charset="0"/>
              </a:rPr>
              <a:t>    有两个阈值电压，输入电压单调变化时输出电压跃变两次。</a:t>
            </a:r>
          </a:p>
        </p:txBody>
      </p:sp>
      <p:sp>
        <p:nvSpPr>
          <p:cNvPr id="22536" name="Text Box 8"/>
          <p:cNvSpPr txBox="1">
            <a:spLocks noChangeArrowheads="1"/>
          </p:cNvSpPr>
          <p:nvPr/>
        </p:nvSpPr>
        <p:spPr bwMode="auto">
          <a:xfrm>
            <a:off x="468313" y="1558925"/>
            <a:ext cx="8305800" cy="1187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kumimoji="1" lang="zh-CN" altLang="en-US" sz="2400" b="1">
                <a:solidFill>
                  <a:schemeClr val="tx2"/>
                </a:solidFill>
                <a:latin typeface="Times New Roman" panose="02020603050405020304" pitchFamily="18" charset="0"/>
              </a:rPr>
              <a:t>（</a:t>
            </a:r>
            <a:r>
              <a:rPr kumimoji="1" lang="en-US" altLang="zh-CN" sz="2400" b="1">
                <a:solidFill>
                  <a:schemeClr val="tx2"/>
                </a:solidFill>
                <a:latin typeface="Times New Roman" panose="02020603050405020304" pitchFamily="18" charset="0"/>
              </a:rPr>
              <a:t>2</a:t>
            </a:r>
            <a:r>
              <a:rPr kumimoji="1" lang="zh-CN" altLang="en-US" sz="2400" b="1">
                <a:solidFill>
                  <a:schemeClr val="tx2"/>
                </a:solidFill>
                <a:latin typeface="Times New Roman" panose="02020603050405020304" pitchFamily="18" charset="0"/>
              </a:rPr>
              <a:t>）滞回比较器：具有滞回特性</a:t>
            </a:r>
          </a:p>
          <a:p>
            <a:r>
              <a:rPr kumimoji="1" lang="zh-CN" altLang="en-US" sz="2400" b="1">
                <a:solidFill>
                  <a:schemeClr val="tx2"/>
                </a:solidFill>
                <a:latin typeface="Times New Roman" panose="02020603050405020304" pitchFamily="18" charset="0"/>
              </a:rPr>
              <a:t>    输入电压的变化方向不同，阈值电压也不同，但输入电压单调变化使输出电压只跃变一次。</a:t>
            </a:r>
          </a:p>
        </p:txBody>
      </p:sp>
      <p:grpSp>
        <p:nvGrpSpPr>
          <p:cNvPr id="22537" name="Group 9"/>
          <p:cNvGrpSpPr>
            <a:grpSpLocks/>
          </p:cNvGrpSpPr>
          <p:nvPr/>
        </p:nvGrpSpPr>
        <p:grpSpPr bwMode="auto">
          <a:xfrm>
            <a:off x="2124075" y="2781300"/>
            <a:ext cx="3556000" cy="457200"/>
            <a:chOff x="1338" y="1706"/>
            <a:chExt cx="2240" cy="288"/>
          </a:xfrm>
        </p:grpSpPr>
        <p:graphicFrame>
          <p:nvGraphicFramePr>
            <p:cNvPr id="22538" name="Object 10"/>
            <p:cNvGraphicFramePr>
              <a:graphicFrameLocks noChangeAspect="1"/>
            </p:cNvGraphicFramePr>
            <p:nvPr/>
          </p:nvGraphicFramePr>
          <p:xfrm>
            <a:off x="2426" y="1706"/>
            <a:ext cx="1152" cy="28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0668" name="Equation" r:id="rId4" imgW="1041120" imgH="253800" progId="Equation.3">
                    <p:embed/>
                  </p:oleObj>
                </mc:Choice>
                <mc:Fallback>
                  <p:oleObj name="Equation" r:id="rId4" imgW="1041120" imgH="253800" progId="Equation.3">
                    <p:embed/>
                    <p:pic>
                      <p:nvPicPr>
                        <p:cNvPr id="22538" name="Object 1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426" y="1706"/>
                          <a:ext cx="1152" cy="281"/>
                        </a:xfrm>
                        <a:prstGeom prst="rect">
                          <a:avLst/>
                        </a:prstGeom>
                        <a:solidFill>
                          <a:srgbClr val="66FFFF"/>
                        </a:solidFill>
                        <a:ln w="9525">
                          <a:solidFill>
                            <a:srgbClr val="FF3300"/>
                          </a:solidFill>
                          <a:miter lim="800000"/>
                          <a:headEnd/>
                          <a:tailEnd/>
                        </a:ln>
                        <a:effectLst/>
                        <a:extLs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2539" name="Text Box 11"/>
            <p:cNvSpPr txBox="1">
              <a:spLocks noChangeArrowheads="1"/>
            </p:cNvSpPr>
            <p:nvPr/>
          </p:nvSpPr>
          <p:spPr bwMode="auto">
            <a:xfrm>
              <a:off x="1338" y="1706"/>
              <a:ext cx="131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zh-CN" altLang="en-US" sz="2400" b="1">
                  <a:solidFill>
                    <a:schemeClr val="tx2"/>
                  </a:solidFill>
                  <a:latin typeface="Times New Roman" panose="02020603050405020304" pitchFamily="18" charset="0"/>
                </a:rPr>
                <a:t>回差电压：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713387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25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25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25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25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225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225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225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225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225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225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225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534" grpId="0" build="p" autoUpdateAnimBg="0"/>
      <p:bldP spid="22535" grpId="0" build="p" autoUpdateAnimBg="0"/>
      <p:bldP spid="22536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title"/>
          </p:nvPr>
        </p:nvSpPr>
        <p:spPr>
          <a:xfrm>
            <a:off x="323850" y="765175"/>
            <a:ext cx="7073900" cy="465138"/>
          </a:xfrm>
        </p:spPr>
        <p:txBody>
          <a:bodyPr/>
          <a:lstStyle/>
          <a:p>
            <a:pPr algn="l"/>
            <a:r>
              <a:rPr lang="en-US" altLang="zh-CN" sz="2800">
                <a:solidFill>
                  <a:schemeClr val="tx1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4</a:t>
            </a:r>
            <a:r>
              <a:rPr lang="zh-CN" altLang="en-US" sz="2800">
                <a:solidFill>
                  <a:schemeClr val="tx1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、集成运放的非线性工作区</a:t>
            </a:r>
          </a:p>
        </p:txBody>
      </p:sp>
      <p:sp>
        <p:nvSpPr>
          <p:cNvPr id="23555" name="Text Box 3"/>
          <p:cNvSpPr txBox="1">
            <a:spLocks noChangeArrowheads="1"/>
          </p:cNvSpPr>
          <p:nvPr/>
        </p:nvSpPr>
        <p:spPr bwMode="auto">
          <a:xfrm>
            <a:off x="877888" y="1166813"/>
            <a:ext cx="6858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>
                <a:latin typeface="Times New Roman" panose="02020603050405020304" pitchFamily="18" charset="0"/>
              </a:rPr>
              <a:t>电路特征：集成运放处于开环或仅引入正反馈</a:t>
            </a:r>
          </a:p>
        </p:txBody>
      </p:sp>
      <p:sp>
        <p:nvSpPr>
          <p:cNvPr id="23556" name="Text Box 4"/>
          <p:cNvSpPr txBox="1">
            <a:spLocks noChangeArrowheads="1"/>
          </p:cNvSpPr>
          <p:nvPr/>
        </p:nvSpPr>
        <p:spPr bwMode="auto">
          <a:xfrm>
            <a:off x="573088" y="3605213"/>
            <a:ext cx="515143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>
                <a:latin typeface="Times New Roman" panose="02020603050405020304" pitchFamily="18" charset="0"/>
              </a:rPr>
              <a:t>理想运放工作在非线性区的特点：</a:t>
            </a:r>
          </a:p>
        </p:txBody>
      </p:sp>
      <p:sp>
        <p:nvSpPr>
          <p:cNvPr id="23557" name="Text Box 5"/>
          <p:cNvSpPr txBox="1">
            <a:spLocks noChangeArrowheads="1"/>
          </p:cNvSpPr>
          <p:nvPr/>
        </p:nvSpPr>
        <p:spPr bwMode="auto">
          <a:xfrm>
            <a:off x="827088" y="4005263"/>
            <a:ext cx="4191000" cy="1406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lnSpc>
                <a:spcPct val="120000"/>
              </a:lnSpc>
            </a:pPr>
            <a:r>
              <a:rPr kumimoji="1" lang="en-US" altLang="zh-CN" sz="2400" b="1">
                <a:latin typeface="Times New Roman" panose="02020603050405020304" pitchFamily="18" charset="0"/>
              </a:rPr>
              <a:t>1) </a:t>
            </a:r>
            <a:r>
              <a:rPr kumimoji="1" lang="zh-CN" altLang="en-US" sz="2400" b="1">
                <a:latin typeface="Times New Roman" panose="02020603050405020304" pitchFamily="18" charset="0"/>
              </a:rPr>
              <a:t>净输入电流为</a:t>
            </a:r>
            <a:r>
              <a:rPr kumimoji="1" lang="en-US" altLang="zh-CN" sz="2400" b="1">
                <a:latin typeface="Times New Roman" panose="02020603050405020304" pitchFamily="18" charset="0"/>
              </a:rPr>
              <a:t>0</a:t>
            </a:r>
          </a:p>
          <a:p>
            <a:pPr>
              <a:lnSpc>
                <a:spcPct val="120000"/>
              </a:lnSpc>
            </a:pPr>
            <a:r>
              <a:rPr kumimoji="1" lang="en-US" altLang="zh-CN" sz="2400" b="1">
                <a:latin typeface="Times New Roman" panose="02020603050405020304" pitchFamily="18" charset="0"/>
              </a:rPr>
              <a:t>2) </a:t>
            </a:r>
            <a:r>
              <a:rPr kumimoji="1" lang="en-US" altLang="zh-CN" sz="2400" b="1" i="1">
                <a:latin typeface="Times New Roman" panose="02020603050405020304" pitchFamily="18" charset="0"/>
              </a:rPr>
              <a:t>u</a:t>
            </a:r>
            <a:r>
              <a:rPr kumimoji="1" lang="en-US" altLang="zh-CN" sz="2400" b="1" baseline="-25000">
                <a:latin typeface="Times New Roman" panose="02020603050405020304" pitchFamily="18" charset="0"/>
              </a:rPr>
              <a:t>P</a:t>
            </a:r>
            <a:r>
              <a:rPr kumimoji="1" lang="en-US" altLang="zh-CN" sz="2400" b="1">
                <a:latin typeface="Times New Roman" panose="02020603050405020304" pitchFamily="18" charset="0"/>
              </a:rPr>
              <a:t>&gt; </a:t>
            </a:r>
            <a:r>
              <a:rPr kumimoji="1" lang="en-US" altLang="zh-CN" sz="2400" b="1" i="1">
                <a:latin typeface="Times New Roman" panose="02020603050405020304" pitchFamily="18" charset="0"/>
              </a:rPr>
              <a:t>u</a:t>
            </a:r>
            <a:r>
              <a:rPr kumimoji="1" lang="en-US" altLang="zh-CN" sz="2400" b="1" baseline="-25000">
                <a:latin typeface="Times New Roman" panose="02020603050405020304" pitchFamily="18" charset="0"/>
              </a:rPr>
              <a:t>N</a:t>
            </a:r>
            <a:r>
              <a:rPr kumimoji="1" lang="zh-CN" altLang="zh-CN" sz="2400" b="1">
                <a:latin typeface="Times New Roman" panose="02020603050405020304" pitchFamily="18" charset="0"/>
              </a:rPr>
              <a:t>时，</a:t>
            </a:r>
            <a:r>
              <a:rPr kumimoji="1" lang="zh-CN" altLang="en-US" sz="2400" b="1">
                <a:latin typeface="Times New Roman" panose="02020603050405020304" pitchFamily="18" charset="0"/>
              </a:rPr>
              <a:t> </a:t>
            </a:r>
            <a:r>
              <a:rPr kumimoji="1" lang="en-US" altLang="zh-CN" sz="2400" b="1" i="1">
                <a:latin typeface="Times New Roman" panose="02020603050405020304" pitchFamily="18" charset="0"/>
              </a:rPr>
              <a:t>u</a:t>
            </a:r>
            <a:r>
              <a:rPr kumimoji="1" lang="en-US" altLang="zh-CN" sz="2400" b="1" baseline="-25000">
                <a:latin typeface="Times New Roman" panose="02020603050405020304" pitchFamily="18" charset="0"/>
              </a:rPr>
              <a:t>O</a:t>
            </a:r>
            <a:r>
              <a:rPr kumimoji="1" lang="zh-CN" altLang="en-US" sz="2400" b="1">
                <a:latin typeface="Times New Roman" panose="02020603050405020304" pitchFamily="18" charset="0"/>
              </a:rPr>
              <a:t>＝＋</a:t>
            </a:r>
            <a:r>
              <a:rPr kumimoji="1" lang="en-US" altLang="zh-CN" sz="2400" b="1" i="1">
                <a:latin typeface="Times New Roman" panose="02020603050405020304" pitchFamily="18" charset="0"/>
              </a:rPr>
              <a:t>U</a:t>
            </a:r>
            <a:r>
              <a:rPr kumimoji="1" lang="en-US" altLang="zh-CN" sz="2400" b="1" baseline="-25000">
                <a:latin typeface="Times New Roman" panose="02020603050405020304" pitchFamily="18" charset="0"/>
              </a:rPr>
              <a:t>OM                   </a:t>
            </a:r>
            <a:r>
              <a:rPr kumimoji="1" lang="en-US" altLang="zh-CN" sz="2400" b="1" i="1">
                <a:latin typeface="Times New Roman" panose="02020603050405020304" pitchFamily="18" charset="0"/>
              </a:rPr>
              <a:t>u</a:t>
            </a:r>
            <a:r>
              <a:rPr kumimoji="1" lang="en-US" altLang="zh-CN" sz="2400" b="1" baseline="-25000">
                <a:latin typeface="Times New Roman" panose="02020603050405020304" pitchFamily="18" charset="0"/>
              </a:rPr>
              <a:t>P</a:t>
            </a:r>
            <a:r>
              <a:rPr kumimoji="1" lang="en-US" altLang="zh-CN" sz="2400" b="1">
                <a:latin typeface="Times New Roman" panose="02020603050405020304" pitchFamily="18" charset="0"/>
              </a:rPr>
              <a:t>&lt; </a:t>
            </a:r>
            <a:r>
              <a:rPr kumimoji="1" lang="en-US" altLang="zh-CN" sz="2400" b="1" i="1">
                <a:latin typeface="Times New Roman" panose="02020603050405020304" pitchFamily="18" charset="0"/>
              </a:rPr>
              <a:t>u</a:t>
            </a:r>
            <a:r>
              <a:rPr kumimoji="1" lang="en-US" altLang="zh-CN" sz="2400" b="1" baseline="-25000">
                <a:latin typeface="Times New Roman" panose="02020603050405020304" pitchFamily="18" charset="0"/>
              </a:rPr>
              <a:t>N</a:t>
            </a:r>
            <a:r>
              <a:rPr kumimoji="1" lang="zh-CN" altLang="zh-CN" sz="2400" b="1">
                <a:latin typeface="Times New Roman" panose="02020603050405020304" pitchFamily="18" charset="0"/>
              </a:rPr>
              <a:t>时，</a:t>
            </a:r>
            <a:r>
              <a:rPr kumimoji="1" lang="zh-CN" altLang="en-US" sz="2400" b="1">
                <a:latin typeface="Times New Roman" panose="02020603050405020304" pitchFamily="18" charset="0"/>
              </a:rPr>
              <a:t> </a:t>
            </a:r>
            <a:r>
              <a:rPr kumimoji="1" lang="en-US" altLang="zh-CN" sz="2400" b="1" i="1">
                <a:latin typeface="Times New Roman" panose="02020603050405020304" pitchFamily="18" charset="0"/>
              </a:rPr>
              <a:t>u</a:t>
            </a:r>
            <a:r>
              <a:rPr kumimoji="1" lang="en-US" altLang="zh-CN" sz="2400" b="1" baseline="-25000">
                <a:latin typeface="Times New Roman" panose="02020603050405020304" pitchFamily="18" charset="0"/>
              </a:rPr>
              <a:t>O</a:t>
            </a:r>
            <a:r>
              <a:rPr kumimoji="1" lang="zh-CN" altLang="en-US" sz="2400" b="1">
                <a:latin typeface="Times New Roman" panose="02020603050405020304" pitchFamily="18" charset="0"/>
              </a:rPr>
              <a:t>＝－</a:t>
            </a:r>
            <a:r>
              <a:rPr kumimoji="1" lang="en-US" altLang="zh-CN" sz="2400" b="1" i="1">
                <a:latin typeface="Times New Roman" panose="02020603050405020304" pitchFamily="18" charset="0"/>
              </a:rPr>
              <a:t>U</a:t>
            </a:r>
            <a:r>
              <a:rPr kumimoji="1" lang="en-US" altLang="zh-CN" sz="2400" b="1" baseline="-25000">
                <a:latin typeface="Times New Roman" panose="02020603050405020304" pitchFamily="18" charset="0"/>
              </a:rPr>
              <a:t>OM</a:t>
            </a:r>
          </a:p>
        </p:txBody>
      </p:sp>
      <p:graphicFrame>
        <p:nvGraphicFramePr>
          <p:cNvPr id="23558" name="Object 6"/>
          <p:cNvGraphicFramePr>
            <a:graphicFrameLocks noChangeAspect="1"/>
          </p:cNvGraphicFramePr>
          <p:nvPr/>
        </p:nvGraphicFramePr>
        <p:xfrm>
          <a:off x="1258888" y="1700213"/>
          <a:ext cx="5486400" cy="1724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702" name="Photo Editor 照片" r:id="rId3" imgW="19323810" imgH="6066667" progId="MSPhotoEd.3">
                  <p:embed/>
                </p:oleObj>
              </mc:Choice>
              <mc:Fallback>
                <p:oleObj name="Photo Editor 照片" r:id="rId3" imgW="19323810" imgH="6066667" progId="MSPhotoEd.3">
                  <p:embed/>
                  <p:pic>
                    <p:nvPicPr>
                      <p:cNvPr id="23558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58888" y="1700213"/>
                        <a:ext cx="5486400" cy="1724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559" name="Object 7"/>
          <p:cNvGraphicFramePr>
            <a:graphicFrameLocks noChangeAspect="1"/>
          </p:cNvGraphicFramePr>
          <p:nvPr/>
        </p:nvGraphicFramePr>
        <p:xfrm>
          <a:off x="5364163" y="3500438"/>
          <a:ext cx="3124200" cy="2505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703" name="Photo Editor 照片" r:id="rId5" imgW="11933333" imgH="9573961" progId="MSPhotoEd.3">
                  <p:embed/>
                </p:oleObj>
              </mc:Choice>
              <mc:Fallback>
                <p:oleObj name="Photo Editor 照片" r:id="rId5" imgW="11933333" imgH="9573961" progId="MSPhotoEd.3">
                  <p:embed/>
                  <p:pic>
                    <p:nvPicPr>
                      <p:cNvPr id="23559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64163" y="3500438"/>
                        <a:ext cx="3124200" cy="2505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560" name="AutoShape 8"/>
          <p:cNvSpPr>
            <a:spLocks/>
          </p:cNvSpPr>
          <p:nvPr/>
        </p:nvSpPr>
        <p:spPr bwMode="auto">
          <a:xfrm>
            <a:off x="6556375" y="2170113"/>
            <a:ext cx="1579563" cy="473075"/>
          </a:xfrm>
          <a:prstGeom prst="borderCallout1">
            <a:avLst>
              <a:gd name="adj1" fmla="val 24162"/>
              <a:gd name="adj2" fmla="val -4824"/>
              <a:gd name="adj3" fmla="val -21477"/>
              <a:gd name="adj4" fmla="val -54977"/>
            </a:avLst>
          </a:prstGeom>
          <a:solidFill>
            <a:srgbClr val="66FFFF"/>
          </a:solidFill>
          <a:ln w="19050">
            <a:solidFill>
              <a:srgbClr val="FF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ctr"/>
            <a:r>
              <a:rPr kumimoji="1" lang="zh-CN" altLang="en-US" sz="2400" b="1">
                <a:latin typeface="Times New Roman" panose="02020603050405020304" pitchFamily="18" charset="0"/>
              </a:rPr>
              <a:t>无源网络</a:t>
            </a:r>
          </a:p>
        </p:txBody>
      </p:sp>
      <p:sp>
        <p:nvSpPr>
          <p:cNvPr id="23561" name="Text Box 9"/>
          <p:cNvSpPr txBox="1">
            <a:spLocks noChangeArrowheads="1"/>
          </p:cNvSpPr>
          <p:nvPr/>
        </p:nvSpPr>
        <p:spPr bwMode="auto">
          <a:xfrm>
            <a:off x="539750" y="5589588"/>
            <a:ext cx="8064500" cy="8842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457200" indent="-4572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914400" indent="-4572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371600" indent="-4572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828800" indent="-4572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286000" indent="-4572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743200" indent="-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200400" indent="-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657600" indent="-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4114800" indent="-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kumimoji="1" lang="en-US" altLang="zh-CN" sz="2800">
                <a:latin typeface="华文行楷" panose="02010800040101010101" pitchFamily="2" charset="-122"/>
                <a:ea typeface="华文行楷" panose="02010800040101010101" pitchFamily="2" charset="-122"/>
              </a:rPr>
              <a:t>5</a:t>
            </a:r>
            <a:r>
              <a:rPr kumimoji="1" lang="zh-CN" altLang="en-US" sz="2800">
                <a:latin typeface="华文行楷" panose="02010800040101010101" pitchFamily="2" charset="-122"/>
                <a:ea typeface="华文行楷" panose="02010800040101010101" pitchFamily="2" charset="-122"/>
              </a:rPr>
              <a:t>、教学基本要求</a:t>
            </a:r>
          </a:p>
          <a:p>
            <a:r>
              <a:rPr kumimoji="1" lang="zh-CN" altLang="en-US" sz="2400">
                <a:latin typeface="Times New Roman" panose="02020603050405020304" pitchFamily="18" charset="0"/>
              </a:rPr>
              <a:t>   </a:t>
            </a:r>
            <a:r>
              <a:rPr kumimoji="1" lang="en-US" altLang="zh-CN" sz="2400" b="1">
                <a:latin typeface="Times New Roman" panose="02020603050405020304" pitchFamily="18" charset="0"/>
              </a:rPr>
              <a:t>1)</a:t>
            </a:r>
            <a:r>
              <a:rPr kumimoji="1" lang="zh-CN" altLang="en-US" sz="2400" b="1">
                <a:latin typeface="Times New Roman" panose="02020603050405020304" pitchFamily="18" charset="0"/>
              </a:rPr>
              <a:t>电路的识别及选用；</a:t>
            </a:r>
            <a:r>
              <a:rPr kumimoji="1" lang="en-US" altLang="zh-CN" sz="2400" b="1">
                <a:latin typeface="Times New Roman" panose="02020603050405020304" pitchFamily="18" charset="0"/>
              </a:rPr>
              <a:t>2)</a:t>
            </a:r>
            <a:r>
              <a:rPr kumimoji="1" lang="zh-CN" altLang="en-US" sz="2400" b="1">
                <a:latin typeface="Times New Roman" panose="02020603050405020304" pitchFamily="18" charset="0"/>
              </a:rPr>
              <a:t>电压传输特性的分析。</a:t>
            </a:r>
          </a:p>
        </p:txBody>
      </p:sp>
    </p:spTree>
    <p:extLst>
      <p:ext uri="{BB962C8B-B14F-4D97-AF65-F5344CB8AC3E}">
        <p14:creationId xmlns:p14="http://schemas.microsoft.com/office/powerpoint/2010/main" val="12400190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35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35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0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235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235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235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2355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235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555" grpId="0" build="p" autoUpdateAnimBg="0"/>
      <p:bldP spid="23556" grpId="0" build="p" autoUpdateAnimBg="0"/>
      <p:bldP spid="23557" grpId="0" build="p" autoUpdateAnimBg="0"/>
      <p:bldP spid="23560" grpId="0" build="allAtOnce" animBg="1"/>
      <p:bldP spid="23561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" name="对象 16"/>
          <p:cNvGraphicFramePr>
            <a:graphicFrameLocks noChangeAspect="1"/>
          </p:cNvGraphicFramePr>
          <p:nvPr>
            <p:extLst/>
          </p:nvPr>
        </p:nvGraphicFramePr>
        <p:xfrm>
          <a:off x="5757354" y="3501008"/>
          <a:ext cx="2974718" cy="260887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337" name="Picture" r:id="rId3" imgW="1652621" imgH="1449373" progId="Word.Picture.8">
                  <p:embed/>
                </p:oleObj>
              </mc:Choice>
              <mc:Fallback>
                <p:oleObj name="Picture" r:id="rId3" imgW="1652621" imgH="1449373" progId="Word.Picture.8">
                  <p:embed/>
                  <p:pic>
                    <p:nvPicPr>
                      <p:cNvPr id="17" name="对象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57354" y="3501008"/>
                        <a:ext cx="2974718" cy="2608871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3" name="组合 12"/>
          <p:cNvGrpSpPr/>
          <p:nvPr/>
        </p:nvGrpSpPr>
        <p:grpSpPr>
          <a:xfrm>
            <a:off x="6012160" y="764704"/>
            <a:ext cx="2682240" cy="2657250"/>
            <a:chOff x="6012160" y="764704"/>
            <a:chExt cx="2682240" cy="2657250"/>
          </a:xfrm>
        </p:grpSpPr>
        <p:pic>
          <p:nvPicPr>
            <p:cNvPr id="4" name="图片 3" descr="屏幕剪辑"/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012160" y="764704"/>
              <a:ext cx="2682240" cy="2657250"/>
            </a:xfrm>
            <a:prstGeom prst="rect">
              <a:avLst/>
            </a:prstGeom>
          </p:spPr>
        </p:pic>
        <p:sp>
          <p:nvSpPr>
            <p:cNvPr id="5" name="等腰三角形 4"/>
            <p:cNvSpPr/>
            <p:nvPr/>
          </p:nvSpPr>
          <p:spPr>
            <a:xfrm rot="5400000">
              <a:off x="7344072" y="1589611"/>
              <a:ext cx="503717" cy="503717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" name="Rectangle 3"/>
          <p:cNvSpPr>
            <a:spLocks noChangeArrowheads="1"/>
          </p:cNvSpPr>
          <p:nvPr/>
        </p:nvSpPr>
        <p:spPr bwMode="auto">
          <a:xfrm>
            <a:off x="576263" y="792510"/>
            <a:ext cx="6227762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FF00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bIns="0"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30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8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4pPr>
            <a:lvl5pPr marL="2057400" indent="-228600" eaLnBrk="0" hangingPunct="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CN" sz="2800" dirty="0">
                <a:solidFill>
                  <a:schemeClr val="accent2"/>
                </a:solidFill>
                <a:latin typeface="Times New Roman" panose="02020603050405020304" pitchFamily="18" charset="0"/>
              </a:rPr>
              <a:t>1. </a:t>
            </a:r>
            <a:r>
              <a:rPr kumimoji="1" lang="zh-CN" altLang="en-US" sz="2800" dirty="0">
                <a:solidFill>
                  <a:schemeClr val="accent2"/>
                </a:solidFill>
                <a:latin typeface="Times New Roman" panose="02020603050405020304" pitchFamily="18" charset="0"/>
              </a:rPr>
              <a:t>单门限电压比较器</a:t>
            </a:r>
            <a:endParaRPr kumimoji="1" lang="zh-CN" altLang="en-US" sz="2800" dirty="0">
              <a:solidFill>
                <a:schemeClr val="accent2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" name="Rectangle 4"/>
          <p:cNvSpPr>
            <a:spLocks noChangeArrowheads="1"/>
          </p:cNvSpPr>
          <p:nvPr/>
        </p:nvSpPr>
        <p:spPr bwMode="auto">
          <a:xfrm>
            <a:off x="755650" y="116632"/>
            <a:ext cx="7516813" cy="5540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FF00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30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8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4pPr>
            <a:lvl5pPr marL="2057400" indent="-228600" eaLnBrk="0" hangingPunct="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9pPr>
          </a:lstStyle>
          <a:p>
            <a:pPr algn="just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dirty="0" smtClean="0">
                <a:solidFill>
                  <a:srgbClr val="0000CC"/>
                </a:solidFill>
                <a:latin typeface="Times New Roman" panose="02020603050405020304" pitchFamily="18" charset="0"/>
              </a:rPr>
              <a:t>9.8.1  </a:t>
            </a:r>
            <a:r>
              <a:rPr lang="zh-CN" altLang="en-US" dirty="0">
                <a:solidFill>
                  <a:srgbClr val="0000CC"/>
                </a:solidFill>
                <a:latin typeface="Times New Roman" panose="02020603050405020304" pitchFamily="18" charset="0"/>
              </a:rPr>
              <a:t>电压比较器</a:t>
            </a:r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576263" y="1311413"/>
            <a:ext cx="7777163" cy="10525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FF00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30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8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4pPr>
            <a:lvl5pPr marL="2057400" indent="-228600" eaLnBrk="0" hangingPunct="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9pPr>
          </a:lstStyle>
          <a:p>
            <a:pPr eaLnBrk="1" hangingPunct="1">
              <a:lnSpc>
                <a:spcPct val="13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zh-CN" altLang="en-US" sz="2400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工作于开环状态，虚</a:t>
            </a:r>
            <a:r>
              <a:rPr lang="zh-CN" altLang="en-US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短不再</a:t>
            </a:r>
            <a:r>
              <a:rPr lang="zh-CN" altLang="en-US" sz="2400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成立</a:t>
            </a:r>
            <a:endParaRPr lang="zh-CN" altLang="en-US" sz="2400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eaLnBrk="1" hangingPunct="1">
              <a:lnSpc>
                <a:spcPct val="13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zh-CN" altLang="en-US" sz="2400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极大的输入电阻</a:t>
            </a:r>
            <a:r>
              <a:rPr lang="zh-CN" altLang="en-US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使</a:t>
            </a:r>
            <a:r>
              <a:rPr lang="zh-CN" altLang="en-US" sz="2400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输入端电流仍为零</a:t>
            </a:r>
            <a:endParaRPr lang="zh-CN" altLang="en-US" sz="2400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8" name="Rectangle 22"/>
          <p:cNvSpPr>
            <a:spLocks noChangeArrowheads="1"/>
          </p:cNvSpPr>
          <p:nvPr/>
        </p:nvSpPr>
        <p:spPr bwMode="auto">
          <a:xfrm>
            <a:off x="579105" y="2326985"/>
            <a:ext cx="4714752" cy="153272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1pPr>
            <a:lvl2pPr marL="762000" indent="-285750"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30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2pPr>
            <a:lvl3pPr marL="1181100" indent="-228600"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8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4pPr>
            <a:lvl5pPr marL="2057400" indent="-228600" eaLnBrk="0" hangingPunct="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9pPr>
          </a:lstStyle>
          <a:p>
            <a:pPr eaLnBrk="1" hangingPunct="1">
              <a:lnSpc>
                <a:spcPct val="130000"/>
              </a:lnSpc>
              <a:spcBef>
                <a:spcPct val="0"/>
              </a:spcBef>
              <a:buNone/>
            </a:pPr>
            <a:r>
              <a:rPr lang="zh-CN" altLang="en-US" sz="2400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极高的增益使得</a:t>
            </a:r>
            <a:endParaRPr lang="en-US" altLang="zh-CN" sz="2400" dirty="0" smtClean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eaLnBrk="1" hangingPunct="1">
              <a:lnSpc>
                <a:spcPct val="130000"/>
              </a:lnSpc>
              <a:spcBef>
                <a:spcPct val="0"/>
              </a:spcBef>
              <a:buNone/>
            </a:pPr>
            <a:r>
              <a:rPr lang="en-US" altLang="zh-CN" sz="2400" i="1" dirty="0" smtClean="0">
                <a:latin typeface="Book Antiqua" panose="0204060205030503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       </a:t>
            </a:r>
            <a:r>
              <a:rPr lang="en-US" altLang="zh-CN" sz="2400" i="1" dirty="0" err="1" smtClean="0">
                <a:latin typeface="Book Antiqua" panose="0204060205030503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v</a:t>
            </a:r>
            <a:r>
              <a:rPr lang="en-US" altLang="zh-CN" sz="2400" baseline="-25000" dirty="0" err="1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ID</a:t>
            </a:r>
            <a:r>
              <a:rPr lang="en-US" altLang="zh-CN" sz="2400" baseline="-25000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2400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&gt; 0 </a:t>
            </a:r>
            <a:r>
              <a:rPr lang="zh-CN" altLang="en-US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时， </a:t>
            </a:r>
            <a:r>
              <a:rPr lang="en-US" altLang="zh-CN" sz="2400" i="1" dirty="0" err="1" smtClean="0">
                <a:latin typeface="Book Antiqua" panose="0204060205030503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v</a:t>
            </a:r>
            <a:r>
              <a:rPr lang="en-US" altLang="zh-CN" sz="2400" baseline="-25000" dirty="0" err="1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O</a:t>
            </a:r>
            <a:r>
              <a:rPr lang="zh-CN" altLang="en-US" sz="2400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为正饱电压值</a:t>
            </a:r>
            <a:endParaRPr lang="en-US" altLang="zh-CN" sz="2400" dirty="0" smtClean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eaLnBrk="1" hangingPunct="1">
              <a:lnSpc>
                <a:spcPct val="130000"/>
              </a:lnSpc>
              <a:spcBef>
                <a:spcPct val="0"/>
              </a:spcBef>
              <a:buNone/>
            </a:pPr>
            <a:r>
              <a:rPr lang="en-US" altLang="zh-CN" sz="2400" i="1" dirty="0" smtClean="0">
                <a:latin typeface="Book Antiqua" panose="0204060205030503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       </a:t>
            </a:r>
            <a:r>
              <a:rPr lang="en-US" altLang="zh-CN" sz="2400" i="1" dirty="0" err="1">
                <a:latin typeface="Book Antiqua" panose="0204060205030503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v</a:t>
            </a:r>
            <a:r>
              <a:rPr lang="en-US" altLang="zh-CN" sz="2400" baseline="-25000" dirty="0" err="1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ID</a:t>
            </a:r>
            <a:r>
              <a:rPr lang="en-US" altLang="zh-CN" sz="2400" baseline="-250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2400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&lt; 0 </a:t>
            </a:r>
            <a:r>
              <a:rPr lang="zh-CN" altLang="en-US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时， </a:t>
            </a:r>
            <a:r>
              <a:rPr lang="en-US" altLang="zh-CN" sz="2400" i="1" dirty="0" err="1">
                <a:latin typeface="Book Antiqua" panose="0204060205030503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v</a:t>
            </a:r>
            <a:r>
              <a:rPr lang="en-US" altLang="zh-CN" sz="2400" baseline="-25000" dirty="0" err="1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O</a:t>
            </a:r>
            <a:r>
              <a:rPr lang="zh-CN" altLang="en-US" sz="2400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为</a:t>
            </a:r>
            <a:r>
              <a:rPr lang="zh-CN" altLang="en-US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负</a:t>
            </a:r>
            <a:r>
              <a:rPr lang="zh-CN" altLang="en-US" sz="2400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饱</a:t>
            </a:r>
            <a:r>
              <a:rPr lang="zh-CN" altLang="en-US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电压值</a:t>
            </a:r>
            <a:endParaRPr lang="en-US" altLang="zh-CN" sz="2400" baseline="-25000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0" name="Rectangle 22"/>
          <p:cNvSpPr>
            <a:spLocks noChangeArrowheads="1"/>
          </p:cNvSpPr>
          <p:nvPr/>
        </p:nvSpPr>
        <p:spPr bwMode="auto">
          <a:xfrm>
            <a:off x="576263" y="3838123"/>
            <a:ext cx="5072607" cy="153272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1pPr>
            <a:lvl2pPr marL="762000" indent="-285750"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30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2pPr>
            <a:lvl3pPr marL="1181100" indent="-228600"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8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4pPr>
            <a:lvl5pPr marL="2057400" indent="-228600" eaLnBrk="0" hangingPunct="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9pPr>
          </a:lstStyle>
          <a:p>
            <a:pPr eaLnBrk="1" hangingPunct="1">
              <a:lnSpc>
                <a:spcPct val="130000"/>
              </a:lnSpc>
              <a:spcBef>
                <a:spcPct val="0"/>
              </a:spcBef>
              <a:buNone/>
            </a:pPr>
            <a:r>
              <a:rPr lang="zh-CN" altLang="en-US" sz="2400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忽略输出饱和压降时，有</a:t>
            </a:r>
            <a:endParaRPr lang="en-US" altLang="zh-CN" sz="2400" dirty="0" smtClean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eaLnBrk="1" hangingPunct="1">
              <a:lnSpc>
                <a:spcPct val="130000"/>
              </a:lnSpc>
              <a:spcBef>
                <a:spcPct val="0"/>
              </a:spcBef>
              <a:buNone/>
            </a:pPr>
            <a:r>
              <a:rPr lang="en-US" altLang="zh-CN" sz="2400" i="1" dirty="0" smtClean="0">
                <a:latin typeface="Book Antiqua" panose="0204060205030503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       </a:t>
            </a:r>
            <a:r>
              <a:rPr lang="en-US" altLang="zh-CN" sz="2400" i="1" dirty="0" err="1" smtClean="0">
                <a:latin typeface="Book Antiqua" panose="0204060205030503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v</a:t>
            </a:r>
            <a:r>
              <a:rPr lang="en-US" altLang="zh-CN" sz="2400" baseline="-25000" dirty="0" err="1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I</a:t>
            </a:r>
            <a:r>
              <a:rPr lang="en-US" altLang="zh-CN" sz="2400" baseline="-25000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2400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&gt; </a:t>
            </a:r>
            <a:r>
              <a:rPr lang="en-US" altLang="zh-CN" sz="2400" i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V</a:t>
            </a:r>
            <a:r>
              <a:rPr lang="en-US" altLang="zh-CN" sz="2400" baseline="-25000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REF </a:t>
            </a:r>
            <a:r>
              <a:rPr lang="en-US" altLang="zh-CN" sz="2400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zh-CN" altLang="en-US" sz="2400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时，</a:t>
            </a:r>
            <a:r>
              <a:rPr lang="en-US" altLang="zh-CN" sz="2400" i="1" dirty="0" err="1" smtClean="0">
                <a:latin typeface="Book Antiqua" panose="0204060205030503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v</a:t>
            </a:r>
            <a:r>
              <a:rPr lang="en-US" altLang="zh-CN" sz="2400" baseline="-25000" dirty="0" err="1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O</a:t>
            </a:r>
            <a:r>
              <a:rPr lang="en-US" altLang="zh-CN" sz="2400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=</a:t>
            </a:r>
            <a:r>
              <a:rPr lang="en-US" altLang="zh-CN" sz="2400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2400" i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V</a:t>
            </a:r>
            <a:r>
              <a:rPr lang="en-US" altLang="zh-CN" sz="2400" baseline="-25000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OH</a:t>
            </a:r>
            <a:r>
              <a:rPr lang="en-US" altLang="zh-CN" sz="2400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=</a:t>
            </a:r>
            <a:r>
              <a:rPr lang="en-US" altLang="zh-CN" sz="2400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+V</a:t>
            </a:r>
            <a:r>
              <a:rPr lang="en-US" altLang="zh-CN" sz="2400" baseline="-250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CC</a:t>
            </a:r>
            <a:endParaRPr lang="en-US" altLang="zh-CN" sz="2400" dirty="0" smtClean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eaLnBrk="1" hangingPunct="1">
              <a:lnSpc>
                <a:spcPct val="130000"/>
              </a:lnSpc>
              <a:spcBef>
                <a:spcPct val="0"/>
              </a:spcBef>
              <a:buNone/>
            </a:pPr>
            <a:r>
              <a:rPr lang="en-US" altLang="zh-CN" sz="2400" i="1" dirty="0" smtClean="0">
                <a:latin typeface="Book Antiqua" panose="0204060205030503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       </a:t>
            </a:r>
            <a:r>
              <a:rPr lang="en-US" altLang="zh-CN" sz="2400" i="1" dirty="0" err="1" smtClean="0">
                <a:latin typeface="Book Antiqua" panose="0204060205030503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v</a:t>
            </a:r>
            <a:r>
              <a:rPr lang="en-US" altLang="zh-CN" sz="2400" baseline="-25000" dirty="0" err="1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I</a:t>
            </a:r>
            <a:r>
              <a:rPr lang="en-US" altLang="zh-CN" sz="2400" baseline="-25000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2400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&lt; </a:t>
            </a:r>
            <a:r>
              <a:rPr lang="en-US" altLang="zh-CN" sz="2400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V</a:t>
            </a:r>
            <a:r>
              <a:rPr lang="en-US" altLang="zh-CN" sz="2400" baseline="-250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REF</a:t>
            </a:r>
            <a:r>
              <a:rPr lang="en-US" altLang="zh-CN" sz="2400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zh-CN" altLang="en-US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时， </a:t>
            </a:r>
            <a:r>
              <a:rPr lang="en-US" altLang="zh-CN" sz="2400" i="1" dirty="0" err="1" smtClean="0">
                <a:latin typeface="Book Antiqua" panose="0204060205030503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v</a:t>
            </a:r>
            <a:r>
              <a:rPr lang="en-US" altLang="zh-CN" sz="2400" baseline="-25000" dirty="0" err="1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O</a:t>
            </a:r>
            <a:r>
              <a:rPr lang="en-US" altLang="zh-CN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=</a:t>
            </a:r>
            <a:r>
              <a:rPr lang="en-US" altLang="zh-CN" sz="2400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2400" i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V</a:t>
            </a:r>
            <a:r>
              <a:rPr lang="en-US" altLang="zh-CN" sz="2400" baseline="-25000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OL</a:t>
            </a:r>
            <a:r>
              <a:rPr lang="en-US" altLang="zh-CN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=</a:t>
            </a:r>
            <a:r>
              <a:rPr lang="en-US" altLang="zh-CN" sz="2400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2400" i="1" dirty="0" smtClean="0">
                <a:latin typeface="+mn-ea"/>
                <a:ea typeface="+mn-ea"/>
                <a:cs typeface="Times New Roman" panose="02020603050405020304" pitchFamily="18" charset="0"/>
              </a:rPr>
              <a:t>-</a:t>
            </a:r>
            <a:r>
              <a:rPr lang="en-US" altLang="zh-CN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2400" i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V</a:t>
            </a:r>
            <a:r>
              <a:rPr lang="en-US" altLang="zh-CN" sz="2400" baseline="-25000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CC</a:t>
            </a:r>
            <a:endParaRPr lang="en-US" altLang="zh-CN" sz="2400" baseline="-25000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4" name="Rectangle 22"/>
          <p:cNvSpPr>
            <a:spLocks noChangeArrowheads="1"/>
          </p:cNvSpPr>
          <p:nvPr/>
        </p:nvSpPr>
        <p:spPr bwMode="auto">
          <a:xfrm>
            <a:off x="576263" y="5445224"/>
            <a:ext cx="2040943" cy="5724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1pPr>
            <a:lvl2pPr marL="762000" indent="-285750"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30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2pPr>
            <a:lvl3pPr marL="1181100" indent="-228600"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8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4pPr>
            <a:lvl5pPr marL="2057400" indent="-228600" eaLnBrk="0" hangingPunct="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9pPr>
          </a:lstStyle>
          <a:p>
            <a:pPr eaLnBrk="1" hangingPunct="1">
              <a:lnSpc>
                <a:spcPct val="130000"/>
              </a:lnSpc>
              <a:spcBef>
                <a:spcPct val="0"/>
              </a:spcBef>
              <a:buNone/>
            </a:pPr>
            <a:r>
              <a:rPr lang="zh-CN" altLang="en-US" sz="2400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电压传输特性</a:t>
            </a:r>
            <a:endParaRPr lang="en-US" altLang="zh-CN" sz="2400" baseline="-25000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5" name="Rectangle 11"/>
          <p:cNvSpPr>
            <a:spLocks noChangeArrowheads="1"/>
          </p:cNvSpPr>
          <p:nvPr/>
        </p:nvSpPr>
        <p:spPr bwMode="auto">
          <a:xfrm>
            <a:off x="7244713" y="4235154"/>
            <a:ext cx="131799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FF00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30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8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4pPr>
            <a:lvl5pPr marL="2057400" indent="-228600" eaLnBrk="0" hangingPunct="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800" i="1" dirty="0" err="1" smtClean="0">
                <a:solidFill>
                  <a:srgbClr val="0000CC"/>
                </a:solidFill>
                <a:latin typeface="Book Antiqua" panose="0204060205030503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v</a:t>
            </a:r>
            <a:r>
              <a:rPr lang="en-US" altLang="zh-CN" sz="1800" baseline="-25000" dirty="0" err="1" smtClean="0">
                <a:solidFill>
                  <a:srgbClr val="0000CC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O</a:t>
            </a:r>
            <a:r>
              <a:rPr lang="zh-CN" altLang="en-US" sz="1800" dirty="0" smtClean="0">
                <a:solidFill>
                  <a:srgbClr val="0000CC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与</a:t>
            </a:r>
            <a:r>
              <a:rPr lang="en-US" altLang="zh-CN" sz="1800" i="1" dirty="0" err="1">
                <a:solidFill>
                  <a:srgbClr val="0000CC"/>
                </a:solidFill>
                <a:latin typeface="Book Antiqua" panose="0204060205030503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v</a:t>
            </a:r>
            <a:r>
              <a:rPr lang="en-US" altLang="zh-CN" sz="1800" baseline="-25000" dirty="0" err="1">
                <a:solidFill>
                  <a:srgbClr val="0000CC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I</a:t>
            </a:r>
            <a:r>
              <a:rPr lang="zh-CN" altLang="en-US" sz="1800" dirty="0" smtClean="0">
                <a:solidFill>
                  <a:srgbClr val="0000CC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同相</a:t>
            </a:r>
            <a:endParaRPr lang="zh-CN" altLang="en-US" sz="1800" dirty="0">
              <a:solidFill>
                <a:srgbClr val="0000CC"/>
              </a:solidFill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80450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utoUpdateAnimBg="0"/>
      <p:bldP spid="10" grpId="0" autoUpdateAnimBg="0"/>
      <p:bldP spid="14" grpId="0" autoUpdateAnimBg="0"/>
      <p:bldP spid="15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/>
          <p:cNvSpPr>
            <a:spLocks noChangeArrowheads="1"/>
          </p:cNvSpPr>
          <p:nvPr/>
        </p:nvSpPr>
        <p:spPr bwMode="auto">
          <a:xfrm>
            <a:off x="576263" y="792510"/>
            <a:ext cx="6227762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FF00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bIns="0"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30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8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4pPr>
            <a:lvl5pPr marL="2057400" indent="-228600" eaLnBrk="0" hangingPunct="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CN" sz="2800" dirty="0">
                <a:solidFill>
                  <a:schemeClr val="accent2"/>
                </a:solidFill>
                <a:latin typeface="Times New Roman" panose="02020603050405020304" pitchFamily="18" charset="0"/>
              </a:rPr>
              <a:t>1. </a:t>
            </a:r>
            <a:r>
              <a:rPr kumimoji="1" lang="zh-CN" altLang="en-US" sz="2800" dirty="0">
                <a:solidFill>
                  <a:schemeClr val="accent2"/>
                </a:solidFill>
                <a:latin typeface="Times New Roman" panose="02020603050405020304" pitchFamily="18" charset="0"/>
              </a:rPr>
              <a:t>单门限电压比较器</a:t>
            </a:r>
            <a:endParaRPr kumimoji="1" lang="zh-CN" altLang="en-US" sz="2800" dirty="0">
              <a:solidFill>
                <a:schemeClr val="accent2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" name="Rectangle 4"/>
          <p:cNvSpPr>
            <a:spLocks noChangeArrowheads="1"/>
          </p:cNvSpPr>
          <p:nvPr/>
        </p:nvSpPr>
        <p:spPr bwMode="auto">
          <a:xfrm>
            <a:off x="755650" y="116632"/>
            <a:ext cx="7516813" cy="5540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FF00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30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8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4pPr>
            <a:lvl5pPr marL="2057400" indent="-228600" eaLnBrk="0" hangingPunct="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9pPr>
          </a:lstStyle>
          <a:p>
            <a:pPr algn="just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dirty="0" smtClean="0">
                <a:solidFill>
                  <a:srgbClr val="0000CC"/>
                </a:solidFill>
                <a:latin typeface="Times New Roman" panose="02020603050405020304" pitchFamily="18" charset="0"/>
              </a:rPr>
              <a:t>9.8.1  </a:t>
            </a:r>
            <a:r>
              <a:rPr lang="zh-CN" altLang="en-US" dirty="0">
                <a:solidFill>
                  <a:srgbClr val="0000CC"/>
                </a:solidFill>
                <a:latin typeface="Times New Roman" panose="02020603050405020304" pitchFamily="18" charset="0"/>
              </a:rPr>
              <a:t>电压比较器</a:t>
            </a:r>
          </a:p>
        </p:txBody>
      </p:sp>
      <p:grpSp>
        <p:nvGrpSpPr>
          <p:cNvPr id="4" name="组合 3"/>
          <p:cNvGrpSpPr/>
          <p:nvPr/>
        </p:nvGrpSpPr>
        <p:grpSpPr>
          <a:xfrm>
            <a:off x="6012160" y="764704"/>
            <a:ext cx="2682240" cy="2657250"/>
            <a:chOff x="6012160" y="764704"/>
            <a:chExt cx="2682240" cy="2657250"/>
          </a:xfrm>
        </p:grpSpPr>
        <p:pic>
          <p:nvPicPr>
            <p:cNvPr id="5" name="图片 4" descr="屏幕剪辑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012160" y="764704"/>
              <a:ext cx="2682240" cy="2657250"/>
            </a:xfrm>
            <a:prstGeom prst="rect">
              <a:avLst/>
            </a:prstGeom>
          </p:spPr>
        </p:pic>
        <p:sp>
          <p:nvSpPr>
            <p:cNvPr id="6" name="等腰三角形 5"/>
            <p:cNvSpPr/>
            <p:nvPr/>
          </p:nvSpPr>
          <p:spPr>
            <a:xfrm rot="5400000">
              <a:off x="7344072" y="1589611"/>
              <a:ext cx="503717" cy="503717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7" name="Rectangle 22"/>
          <p:cNvSpPr>
            <a:spLocks noChangeArrowheads="1"/>
          </p:cNvSpPr>
          <p:nvPr/>
        </p:nvSpPr>
        <p:spPr bwMode="auto">
          <a:xfrm>
            <a:off x="745387" y="1326964"/>
            <a:ext cx="1983235" cy="5724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1pPr>
            <a:lvl2pPr marL="762000" indent="-285750"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30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2pPr>
            <a:lvl3pPr marL="1181100" indent="-228600"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8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4pPr>
            <a:lvl5pPr marL="2057400" indent="-228600" eaLnBrk="0" hangingPunct="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9pPr>
          </a:lstStyle>
          <a:p>
            <a:pPr eaLnBrk="1" hangingPunct="1">
              <a:lnSpc>
                <a:spcPct val="130000"/>
              </a:lnSpc>
              <a:spcBef>
                <a:spcPct val="0"/>
              </a:spcBef>
              <a:buNone/>
            </a:pPr>
            <a:r>
              <a:rPr lang="en-US" altLang="zh-CN" sz="2400" i="1" dirty="0" err="1">
                <a:latin typeface="Book Antiqua" panose="0204060205030503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v</a:t>
            </a:r>
            <a:r>
              <a:rPr lang="en-US" altLang="zh-CN" sz="2400" baseline="-25000" dirty="0" err="1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I</a:t>
            </a:r>
            <a:r>
              <a:rPr lang="zh-CN" altLang="en-US" sz="2400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为正弦波时</a:t>
            </a:r>
            <a:endParaRPr lang="en-US" altLang="zh-CN" sz="2400" baseline="-25000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8" name="对象 7"/>
          <p:cNvGraphicFramePr>
            <a:graphicFrameLocks noChangeAspect="1"/>
          </p:cNvGraphicFramePr>
          <p:nvPr>
            <p:extLst/>
          </p:nvPr>
        </p:nvGraphicFramePr>
        <p:xfrm>
          <a:off x="5757354" y="3501008"/>
          <a:ext cx="2974718" cy="260887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7376" name="Picture" r:id="rId4" imgW="1652621" imgH="1449373" progId="Word.Picture.8">
                  <p:embed/>
                </p:oleObj>
              </mc:Choice>
              <mc:Fallback>
                <p:oleObj name="Picture" r:id="rId4" imgW="1652621" imgH="1449373" progId="Word.Picture.8">
                  <p:embed/>
                  <p:pic>
                    <p:nvPicPr>
                      <p:cNvPr id="8" name="对象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57354" y="3501008"/>
                        <a:ext cx="2974718" cy="2608871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对象 16"/>
          <p:cNvGraphicFramePr>
            <a:graphicFrameLocks noChangeAspect="1"/>
          </p:cNvGraphicFramePr>
          <p:nvPr>
            <p:extLst/>
          </p:nvPr>
        </p:nvGraphicFramePr>
        <p:xfrm>
          <a:off x="1262395" y="1957632"/>
          <a:ext cx="3597637" cy="313701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7377" name="Picture" r:id="rId6" imgW="2569741" imgH="2240727" progId="Word.Picture.8">
                  <p:embed/>
                </p:oleObj>
              </mc:Choice>
              <mc:Fallback>
                <p:oleObj name="Picture" r:id="rId6" imgW="2569741" imgH="2240727" progId="Word.Picture.8">
                  <p:embed/>
                  <p:pic>
                    <p:nvPicPr>
                      <p:cNvPr id="17" name="对象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62395" y="1957632"/>
                        <a:ext cx="3597637" cy="313701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Rectangle 11"/>
          <p:cNvSpPr>
            <a:spLocks noChangeArrowheads="1"/>
          </p:cNvSpPr>
          <p:nvPr/>
        </p:nvSpPr>
        <p:spPr bwMode="auto">
          <a:xfrm>
            <a:off x="7244713" y="4235154"/>
            <a:ext cx="131799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FF00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30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8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4pPr>
            <a:lvl5pPr marL="2057400" indent="-228600" eaLnBrk="0" hangingPunct="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800" i="1" dirty="0" err="1" smtClean="0">
                <a:solidFill>
                  <a:srgbClr val="0000CC"/>
                </a:solidFill>
                <a:latin typeface="Book Antiqua" panose="0204060205030503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v</a:t>
            </a:r>
            <a:r>
              <a:rPr lang="en-US" altLang="zh-CN" sz="1800" baseline="-25000" dirty="0" err="1" smtClean="0">
                <a:solidFill>
                  <a:srgbClr val="0000CC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O</a:t>
            </a:r>
            <a:r>
              <a:rPr lang="zh-CN" altLang="en-US" sz="1800" dirty="0" smtClean="0">
                <a:solidFill>
                  <a:srgbClr val="0000CC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与</a:t>
            </a:r>
            <a:r>
              <a:rPr lang="en-US" altLang="zh-CN" sz="1800" i="1" dirty="0" err="1">
                <a:solidFill>
                  <a:srgbClr val="0000CC"/>
                </a:solidFill>
                <a:latin typeface="Book Antiqua" panose="0204060205030503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v</a:t>
            </a:r>
            <a:r>
              <a:rPr lang="en-US" altLang="zh-CN" sz="1800" baseline="-25000" dirty="0" err="1">
                <a:solidFill>
                  <a:srgbClr val="0000CC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I</a:t>
            </a:r>
            <a:r>
              <a:rPr lang="zh-CN" altLang="en-US" sz="1800" dirty="0" smtClean="0">
                <a:solidFill>
                  <a:srgbClr val="0000CC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同相</a:t>
            </a:r>
            <a:endParaRPr lang="zh-CN" altLang="en-US" sz="1800" dirty="0">
              <a:solidFill>
                <a:srgbClr val="0000CC"/>
              </a:solidFill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090090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" name="对象 14"/>
          <p:cNvGraphicFramePr>
            <a:graphicFrameLocks noChangeAspect="1"/>
          </p:cNvGraphicFramePr>
          <p:nvPr>
            <p:extLst/>
          </p:nvPr>
        </p:nvGraphicFramePr>
        <p:xfrm>
          <a:off x="1192641" y="1957632"/>
          <a:ext cx="2974718" cy="260887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8400" name="Picture" r:id="rId3" imgW="1652621" imgH="1449373" progId="Word.Picture.8">
                  <p:embed/>
                </p:oleObj>
              </mc:Choice>
              <mc:Fallback>
                <p:oleObj name="Picture" r:id="rId3" imgW="1652621" imgH="1449373" progId="Word.Picture.8">
                  <p:embed/>
                  <p:pic>
                    <p:nvPicPr>
                      <p:cNvPr id="15" name="对象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92641" y="1957632"/>
                        <a:ext cx="2974718" cy="2608871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3"/>
          <p:cNvSpPr>
            <a:spLocks noChangeArrowheads="1"/>
          </p:cNvSpPr>
          <p:nvPr/>
        </p:nvSpPr>
        <p:spPr bwMode="auto">
          <a:xfrm>
            <a:off x="576263" y="792510"/>
            <a:ext cx="6227762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FF00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bIns="0"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30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8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4pPr>
            <a:lvl5pPr marL="2057400" indent="-228600" eaLnBrk="0" hangingPunct="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CN" sz="2800" dirty="0">
                <a:solidFill>
                  <a:schemeClr val="accent2"/>
                </a:solidFill>
                <a:latin typeface="Times New Roman" panose="02020603050405020304" pitchFamily="18" charset="0"/>
              </a:rPr>
              <a:t>1. </a:t>
            </a:r>
            <a:r>
              <a:rPr kumimoji="1" lang="zh-CN" altLang="en-US" sz="2800" dirty="0">
                <a:solidFill>
                  <a:schemeClr val="accent2"/>
                </a:solidFill>
                <a:latin typeface="Times New Roman" panose="02020603050405020304" pitchFamily="18" charset="0"/>
              </a:rPr>
              <a:t>单门限电压比较器</a:t>
            </a:r>
            <a:endParaRPr kumimoji="1" lang="zh-CN" altLang="en-US" sz="2800" dirty="0">
              <a:solidFill>
                <a:schemeClr val="accent2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" name="Rectangle 4"/>
          <p:cNvSpPr>
            <a:spLocks noChangeArrowheads="1"/>
          </p:cNvSpPr>
          <p:nvPr/>
        </p:nvSpPr>
        <p:spPr bwMode="auto">
          <a:xfrm>
            <a:off x="755650" y="116632"/>
            <a:ext cx="7516813" cy="5540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FF00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30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8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4pPr>
            <a:lvl5pPr marL="2057400" indent="-228600" eaLnBrk="0" hangingPunct="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9pPr>
          </a:lstStyle>
          <a:p>
            <a:pPr algn="just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dirty="0" smtClean="0">
                <a:solidFill>
                  <a:srgbClr val="0000CC"/>
                </a:solidFill>
                <a:latin typeface="Times New Roman" panose="02020603050405020304" pitchFamily="18" charset="0"/>
              </a:rPr>
              <a:t>9.8.1  </a:t>
            </a:r>
            <a:r>
              <a:rPr lang="zh-CN" altLang="en-US" dirty="0">
                <a:solidFill>
                  <a:srgbClr val="0000CC"/>
                </a:solidFill>
                <a:latin typeface="Times New Roman" panose="02020603050405020304" pitchFamily="18" charset="0"/>
              </a:rPr>
              <a:t>电压比较器</a:t>
            </a:r>
          </a:p>
        </p:txBody>
      </p:sp>
      <p:grpSp>
        <p:nvGrpSpPr>
          <p:cNvPr id="4" name="组合 3"/>
          <p:cNvGrpSpPr/>
          <p:nvPr/>
        </p:nvGrpSpPr>
        <p:grpSpPr>
          <a:xfrm>
            <a:off x="6012160" y="764704"/>
            <a:ext cx="2682240" cy="2657250"/>
            <a:chOff x="6012160" y="764704"/>
            <a:chExt cx="2682240" cy="2657250"/>
          </a:xfrm>
        </p:grpSpPr>
        <p:pic>
          <p:nvPicPr>
            <p:cNvPr id="5" name="图片 4" descr="屏幕剪辑"/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012160" y="764704"/>
              <a:ext cx="2682240" cy="2657250"/>
            </a:xfrm>
            <a:prstGeom prst="rect">
              <a:avLst/>
            </a:prstGeom>
          </p:spPr>
        </p:pic>
        <p:sp>
          <p:nvSpPr>
            <p:cNvPr id="6" name="等腰三角形 5"/>
            <p:cNvSpPr/>
            <p:nvPr/>
          </p:nvSpPr>
          <p:spPr>
            <a:xfrm rot="5400000">
              <a:off x="7344072" y="1589611"/>
              <a:ext cx="503717" cy="503717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7" name="Rectangle 22"/>
          <p:cNvSpPr>
            <a:spLocks noChangeArrowheads="1"/>
          </p:cNvSpPr>
          <p:nvPr/>
        </p:nvSpPr>
        <p:spPr bwMode="auto">
          <a:xfrm>
            <a:off x="579105" y="1326964"/>
            <a:ext cx="4201791" cy="5724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1pPr>
            <a:lvl2pPr marL="762000" indent="-285750"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30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2pPr>
            <a:lvl3pPr marL="1181100" indent="-228600"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8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4pPr>
            <a:lvl5pPr marL="2057400" indent="-228600" eaLnBrk="0" hangingPunct="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9pPr>
          </a:lstStyle>
          <a:p>
            <a:pPr eaLnBrk="1" hangingPunct="1">
              <a:lnSpc>
                <a:spcPct val="130000"/>
              </a:lnSpc>
              <a:spcBef>
                <a:spcPct val="0"/>
              </a:spcBef>
              <a:buNone/>
            </a:pPr>
            <a:r>
              <a:rPr lang="zh-CN" altLang="en-US" sz="2400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颠倒</a:t>
            </a:r>
            <a:r>
              <a:rPr lang="en-US" altLang="zh-CN" sz="2400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V</a:t>
            </a:r>
            <a:r>
              <a:rPr lang="en-US" altLang="zh-CN" sz="2400" baseline="-250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REF</a:t>
            </a:r>
            <a:r>
              <a:rPr lang="zh-CN" altLang="en-US" sz="2400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的极性，传输特性为</a:t>
            </a:r>
            <a:endParaRPr lang="en-US" altLang="zh-CN" sz="2400" baseline="-25000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0" name="椭圆 9"/>
          <p:cNvSpPr/>
          <p:nvPr/>
        </p:nvSpPr>
        <p:spPr>
          <a:xfrm>
            <a:off x="6228184" y="2492896"/>
            <a:ext cx="1152128" cy="648072"/>
          </a:xfrm>
          <a:prstGeom prst="ellipse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Rectangle 11"/>
          <p:cNvSpPr>
            <a:spLocks noChangeArrowheads="1"/>
          </p:cNvSpPr>
          <p:nvPr/>
        </p:nvSpPr>
        <p:spPr bwMode="auto">
          <a:xfrm>
            <a:off x="7244713" y="4235154"/>
            <a:ext cx="131799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FF00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30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8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4pPr>
            <a:lvl5pPr marL="2057400" indent="-228600" eaLnBrk="0" hangingPunct="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800" i="1" dirty="0" err="1" smtClean="0">
                <a:solidFill>
                  <a:srgbClr val="0000CC"/>
                </a:solidFill>
                <a:latin typeface="Book Antiqua" panose="0204060205030503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v</a:t>
            </a:r>
            <a:r>
              <a:rPr lang="en-US" altLang="zh-CN" sz="1800" baseline="-25000" dirty="0" err="1" smtClean="0">
                <a:solidFill>
                  <a:srgbClr val="0000CC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O</a:t>
            </a:r>
            <a:r>
              <a:rPr lang="zh-CN" altLang="en-US" sz="1800" dirty="0" smtClean="0">
                <a:solidFill>
                  <a:srgbClr val="0000CC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与</a:t>
            </a:r>
            <a:r>
              <a:rPr lang="en-US" altLang="zh-CN" sz="1800" i="1" dirty="0" err="1">
                <a:solidFill>
                  <a:srgbClr val="0000CC"/>
                </a:solidFill>
                <a:latin typeface="Book Antiqua" panose="0204060205030503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v</a:t>
            </a:r>
            <a:r>
              <a:rPr lang="en-US" altLang="zh-CN" sz="1800" baseline="-25000" dirty="0" err="1">
                <a:solidFill>
                  <a:srgbClr val="0000CC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I</a:t>
            </a:r>
            <a:r>
              <a:rPr lang="zh-CN" altLang="en-US" sz="1800" dirty="0" smtClean="0">
                <a:solidFill>
                  <a:srgbClr val="0000CC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同相</a:t>
            </a:r>
            <a:endParaRPr lang="zh-CN" altLang="en-US" sz="1800" dirty="0">
              <a:solidFill>
                <a:srgbClr val="0000CC"/>
              </a:solidFill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16" name="对象 15"/>
          <p:cNvGraphicFramePr>
            <a:graphicFrameLocks noChangeAspect="1"/>
          </p:cNvGraphicFramePr>
          <p:nvPr>
            <p:extLst/>
          </p:nvPr>
        </p:nvGraphicFramePr>
        <p:xfrm>
          <a:off x="5757354" y="3501008"/>
          <a:ext cx="2974718" cy="260887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8401" name="Picture" r:id="rId6" imgW="1652621" imgH="1449373" progId="Word.Picture.8">
                  <p:embed/>
                </p:oleObj>
              </mc:Choice>
              <mc:Fallback>
                <p:oleObj name="Picture" r:id="rId6" imgW="1652621" imgH="1449373" progId="Word.Picture.8">
                  <p:embed/>
                  <p:pic>
                    <p:nvPicPr>
                      <p:cNvPr id="16" name="对象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57354" y="3501008"/>
                        <a:ext cx="2974718" cy="2608871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5673164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8" presetClass="entr" presetSubtype="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utoUpdateAnimBg="0"/>
      <p:bldP spid="10" grpId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组合 15"/>
          <p:cNvGrpSpPr/>
          <p:nvPr/>
        </p:nvGrpSpPr>
        <p:grpSpPr>
          <a:xfrm>
            <a:off x="3185904" y="1491830"/>
            <a:ext cx="2682240" cy="2657250"/>
            <a:chOff x="3075114" y="1419822"/>
            <a:chExt cx="2682240" cy="2657250"/>
          </a:xfrm>
        </p:grpSpPr>
        <p:grpSp>
          <p:nvGrpSpPr>
            <p:cNvPr id="10" name="组合 9"/>
            <p:cNvGrpSpPr/>
            <p:nvPr/>
          </p:nvGrpSpPr>
          <p:grpSpPr>
            <a:xfrm>
              <a:off x="3075114" y="1419822"/>
              <a:ext cx="2682240" cy="2657250"/>
              <a:chOff x="6012160" y="764704"/>
              <a:chExt cx="2682240" cy="2657250"/>
            </a:xfrm>
          </p:grpSpPr>
          <p:pic>
            <p:nvPicPr>
              <p:cNvPr id="11" name="图片 10" descr="屏幕剪辑"/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012160" y="764704"/>
                <a:ext cx="2682240" cy="2657250"/>
              </a:xfrm>
              <a:prstGeom prst="rect">
                <a:avLst/>
              </a:prstGeom>
            </p:spPr>
          </p:pic>
          <p:sp>
            <p:nvSpPr>
              <p:cNvPr id="12" name="等腰三角形 11"/>
              <p:cNvSpPr/>
              <p:nvPr/>
            </p:nvSpPr>
            <p:spPr>
              <a:xfrm rot="5400000">
                <a:off x="7031878" y="1432620"/>
                <a:ext cx="759607" cy="770791"/>
              </a:xfrm>
              <a:prstGeom prst="triangl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14" name="Rectangle 22"/>
            <p:cNvSpPr>
              <a:spLocks noChangeArrowheads="1"/>
            </p:cNvSpPr>
            <p:nvPr/>
          </p:nvSpPr>
          <p:spPr bwMode="auto">
            <a:xfrm>
              <a:off x="4025436" y="2504509"/>
              <a:ext cx="330540" cy="49244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 b="1">
                  <a:solidFill>
                    <a:schemeClr val="tx1"/>
                  </a:solidFill>
                  <a:latin typeface="Arial Narrow" panose="020B0606020202030204" pitchFamily="34" charset="0"/>
                  <a:ea typeface="楷体_GB2312"/>
                  <a:cs typeface="楷体_GB2312"/>
                </a:defRPr>
              </a:lvl1pPr>
              <a:lvl2pPr marL="762000" indent="-285750" eaLnBrk="0" hangingPunct="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3000" b="1">
                  <a:solidFill>
                    <a:schemeClr val="tx1"/>
                  </a:solidFill>
                  <a:latin typeface="Arial Narrow" panose="020B0606020202030204" pitchFamily="34" charset="0"/>
                  <a:ea typeface="楷体_GB2312"/>
                  <a:cs typeface="楷体_GB2312"/>
                </a:defRPr>
              </a:lvl2pPr>
              <a:lvl3pPr marL="1181100" indent="-228600" eaLnBrk="0" hangingPunct="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800" b="1">
                  <a:solidFill>
                    <a:schemeClr val="tx1"/>
                  </a:solidFill>
                  <a:latin typeface="Arial Narrow" panose="020B0606020202030204" pitchFamily="34" charset="0"/>
                  <a:ea typeface="楷体_GB2312"/>
                  <a:cs typeface="楷体_GB231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 Narrow" panose="020B0606020202030204" pitchFamily="34" charset="0"/>
                  <a:ea typeface="楷体_GB2312"/>
                  <a:cs typeface="楷体_GB2312"/>
                </a:defRPr>
              </a:lvl4pPr>
              <a:lvl5pPr marL="2057400" indent="-228600" eaLnBrk="0" hangingPunct="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400" b="1">
                  <a:solidFill>
                    <a:schemeClr val="tx1"/>
                  </a:solidFill>
                  <a:latin typeface="Arial Narrow" panose="020B0606020202030204" pitchFamily="34" charset="0"/>
                  <a:ea typeface="楷体_GB2312"/>
                  <a:cs typeface="楷体_GB231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400" b="1">
                  <a:solidFill>
                    <a:schemeClr val="tx1"/>
                  </a:solidFill>
                  <a:latin typeface="Arial Narrow" panose="020B0606020202030204" pitchFamily="34" charset="0"/>
                  <a:ea typeface="楷体_GB2312"/>
                  <a:cs typeface="楷体_GB231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400" b="1">
                  <a:solidFill>
                    <a:schemeClr val="tx1"/>
                  </a:solidFill>
                  <a:latin typeface="Arial Narrow" panose="020B0606020202030204" pitchFamily="34" charset="0"/>
                  <a:ea typeface="楷体_GB2312"/>
                  <a:cs typeface="楷体_GB231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400" b="1">
                  <a:solidFill>
                    <a:schemeClr val="tx1"/>
                  </a:solidFill>
                  <a:latin typeface="Arial Narrow" panose="020B0606020202030204" pitchFamily="34" charset="0"/>
                  <a:ea typeface="楷体_GB2312"/>
                  <a:cs typeface="楷体_GB231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400" b="1">
                  <a:solidFill>
                    <a:schemeClr val="tx1"/>
                  </a:solidFill>
                  <a:latin typeface="Arial Narrow" panose="020B0606020202030204" pitchFamily="34" charset="0"/>
                  <a:ea typeface="楷体_GB2312"/>
                  <a:cs typeface="楷体_GB2312"/>
                </a:defRPr>
              </a:lvl9pPr>
            </a:lstStyle>
            <a:p>
              <a:pPr eaLnBrk="1" hangingPunct="1">
                <a:lnSpc>
                  <a:spcPct val="130000"/>
                </a:lnSpc>
                <a:spcBef>
                  <a:spcPct val="0"/>
                </a:spcBef>
                <a:buNone/>
              </a:pPr>
              <a:r>
                <a:rPr lang="en-US" altLang="zh-CN" sz="2000" i="1" dirty="0" smtClean="0"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+</a:t>
              </a:r>
              <a:endParaRPr lang="en-US" altLang="zh-CN" sz="2000" baseline="-250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15" name="Rectangle 22"/>
            <p:cNvSpPr>
              <a:spLocks noChangeArrowheads="1"/>
            </p:cNvSpPr>
            <p:nvPr/>
          </p:nvSpPr>
          <p:spPr bwMode="auto">
            <a:xfrm>
              <a:off x="4025436" y="1992705"/>
              <a:ext cx="314510" cy="49244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 b="1">
                  <a:solidFill>
                    <a:schemeClr val="tx1"/>
                  </a:solidFill>
                  <a:latin typeface="Arial Narrow" panose="020B0606020202030204" pitchFamily="34" charset="0"/>
                  <a:ea typeface="楷体_GB2312"/>
                  <a:cs typeface="楷体_GB2312"/>
                </a:defRPr>
              </a:lvl1pPr>
              <a:lvl2pPr marL="762000" indent="-285750" eaLnBrk="0" hangingPunct="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3000" b="1">
                  <a:solidFill>
                    <a:schemeClr val="tx1"/>
                  </a:solidFill>
                  <a:latin typeface="Arial Narrow" panose="020B0606020202030204" pitchFamily="34" charset="0"/>
                  <a:ea typeface="楷体_GB2312"/>
                  <a:cs typeface="楷体_GB2312"/>
                </a:defRPr>
              </a:lvl2pPr>
              <a:lvl3pPr marL="1181100" indent="-228600" eaLnBrk="0" hangingPunct="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800" b="1">
                  <a:solidFill>
                    <a:schemeClr val="tx1"/>
                  </a:solidFill>
                  <a:latin typeface="Arial Narrow" panose="020B0606020202030204" pitchFamily="34" charset="0"/>
                  <a:ea typeface="楷体_GB2312"/>
                  <a:cs typeface="楷体_GB231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 Narrow" panose="020B0606020202030204" pitchFamily="34" charset="0"/>
                  <a:ea typeface="楷体_GB2312"/>
                  <a:cs typeface="楷体_GB2312"/>
                </a:defRPr>
              </a:lvl4pPr>
              <a:lvl5pPr marL="2057400" indent="-228600" eaLnBrk="0" hangingPunct="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400" b="1">
                  <a:solidFill>
                    <a:schemeClr val="tx1"/>
                  </a:solidFill>
                  <a:latin typeface="Arial Narrow" panose="020B0606020202030204" pitchFamily="34" charset="0"/>
                  <a:ea typeface="楷体_GB2312"/>
                  <a:cs typeface="楷体_GB231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400" b="1">
                  <a:solidFill>
                    <a:schemeClr val="tx1"/>
                  </a:solidFill>
                  <a:latin typeface="Arial Narrow" panose="020B0606020202030204" pitchFamily="34" charset="0"/>
                  <a:ea typeface="楷体_GB2312"/>
                  <a:cs typeface="楷体_GB231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400" b="1">
                  <a:solidFill>
                    <a:schemeClr val="tx1"/>
                  </a:solidFill>
                  <a:latin typeface="Arial Narrow" panose="020B0606020202030204" pitchFamily="34" charset="0"/>
                  <a:ea typeface="楷体_GB2312"/>
                  <a:cs typeface="楷体_GB231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400" b="1">
                  <a:solidFill>
                    <a:schemeClr val="tx1"/>
                  </a:solidFill>
                  <a:latin typeface="Arial Narrow" panose="020B0606020202030204" pitchFamily="34" charset="0"/>
                  <a:ea typeface="楷体_GB2312"/>
                  <a:cs typeface="楷体_GB231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400" b="1">
                  <a:solidFill>
                    <a:schemeClr val="tx1"/>
                  </a:solidFill>
                  <a:latin typeface="Arial Narrow" panose="020B0606020202030204" pitchFamily="34" charset="0"/>
                  <a:ea typeface="楷体_GB2312"/>
                  <a:cs typeface="楷体_GB2312"/>
                </a:defRPr>
              </a:lvl9pPr>
            </a:lstStyle>
            <a:p>
              <a:pPr eaLnBrk="1" hangingPunct="1">
                <a:lnSpc>
                  <a:spcPct val="130000"/>
                </a:lnSpc>
                <a:spcBef>
                  <a:spcPct val="0"/>
                </a:spcBef>
                <a:buNone/>
              </a:pPr>
              <a:r>
                <a:rPr lang="en-US" altLang="zh-CN" sz="2000" i="1" dirty="0" smtClean="0">
                  <a:latin typeface="+mn-ea"/>
                  <a:ea typeface="+mn-ea"/>
                  <a:cs typeface="Times New Roman" panose="02020603050405020304" pitchFamily="18" charset="0"/>
                </a:rPr>
                <a:t>-</a:t>
              </a:r>
              <a:endParaRPr lang="en-US" altLang="zh-CN" sz="2000" baseline="-25000" dirty="0">
                <a:latin typeface="+mn-ea"/>
                <a:ea typeface="+mn-ea"/>
                <a:cs typeface="Times New Roman" panose="02020603050405020304" pitchFamily="18" charset="0"/>
              </a:endParaRPr>
            </a:p>
          </p:txBody>
        </p:sp>
      </p:grpSp>
      <p:sp>
        <p:nvSpPr>
          <p:cNvPr id="2" name="Rectangle 3"/>
          <p:cNvSpPr>
            <a:spLocks noChangeArrowheads="1"/>
          </p:cNvSpPr>
          <p:nvPr/>
        </p:nvSpPr>
        <p:spPr bwMode="auto">
          <a:xfrm>
            <a:off x="576263" y="792510"/>
            <a:ext cx="6227762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FF00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bIns="0"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30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8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4pPr>
            <a:lvl5pPr marL="2057400" indent="-228600" eaLnBrk="0" hangingPunct="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CN" sz="2800" dirty="0">
                <a:solidFill>
                  <a:schemeClr val="accent2"/>
                </a:solidFill>
                <a:latin typeface="Times New Roman" panose="02020603050405020304" pitchFamily="18" charset="0"/>
              </a:rPr>
              <a:t>1. </a:t>
            </a:r>
            <a:r>
              <a:rPr kumimoji="1" lang="zh-CN" altLang="en-US" sz="2800" dirty="0">
                <a:solidFill>
                  <a:schemeClr val="accent2"/>
                </a:solidFill>
                <a:latin typeface="Times New Roman" panose="02020603050405020304" pitchFamily="18" charset="0"/>
              </a:rPr>
              <a:t>单门限电压比较器</a:t>
            </a:r>
            <a:endParaRPr kumimoji="1" lang="zh-CN" altLang="en-US" sz="2800" dirty="0">
              <a:solidFill>
                <a:schemeClr val="accent2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" name="Rectangle 4"/>
          <p:cNvSpPr>
            <a:spLocks noChangeArrowheads="1"/>
          </p:cNvSpPr>
          <p:nvPr/>
        </p:nvSpPr>
        <p:spPr bwMode="auto">
          <a:xfrm>
            <a:off x="755650" y="116632"/>
            <a:ext cx="7516813" cy="5540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FF00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30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8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4pPr>
            <a:lvl5pPr marL="2057400" indent="-228600" eaLnBrk="0" hangingPunct="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9pPr>
          </a:lstStyle>
          <a:p>
            <a:pPr algn="just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dirty="0" smtClean="0">
                <a:solidFill>
                  <a:srgbClr val="0000CC"/>
                </a:solidFill>
                <a:latin typeface="Times New Roman" panose="02020603050405020304" pitchFamily="18" charset="0"/>
              </a:rPr>
              <a:t>9.8.1  </a:t>
            </a:r>
            <a:r>
              <a:rPr lang="zh-CN" altLang="en-US" dirty="0">
                <a:solidFill>
                  <a:srgbClr val="0000CC"/>
                </a:solidFill>
                <a:latin typeface="Times New Roman" panose="02020603050405020304" pitchFamily="18" charset="0"/>
              </a:rPr>
              <a:t>电压比较器</a:t>
            </a:r>
          </a:p>
        </p:txBody>
      </p:sp>
      <p:grpSp>
        <p:nvGrpSpPr>
          <p:cNvPr id="4" name="组合 3"/>
          <p:cNvGrpSpPr/>
          <p:nvPr/>
        </p:nvGrpSpPr>
        <p:grpSpPr>
          <a:xfrm>
            <a:off x="6012160" y="764704"/>
            <a:ext cx="2682240" cy="2657250"/>
            <a:chOff x="6012160" y="764704"/>
            <a:chExt cx="2682240" cy="2657250"/>
          </a:xfrm>
        </p:grpSpPr>
        <p:pic>
          <p:nvPicPr>
            <p:cNvPr id="5" name="图片 4" descr="屏幕剪辑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012160" y="764704"/>
              <a:ext cx="2682240" cy="2657250"/>
            </a:xfrm>
            <a:prstGeom prst="rect">
              <a:avLst/>
            </a:prstGeom>
          </p:spPr>
        </p:pic>
        <p:sp>
          <p:nvSpPr>
            <p:cNvPr id="6" name="等腰三角形 5"/>
            <p:cNvSpPr/>
            <p:nvPr/>
          </p:nvSpPr>
          <p:spPr>
            <a:xfrm rot="5400000">
              <a:off x="7344072" y="1589611"/>
              <a:ext cx="503717" cy="503717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7" name="Rectangle 22"/>
          <p:cNvSpPr>
            <a:spLocks noChangeArrowheads="1"/>
          </p:cNvSpPr>
          <p:nvPr/>
        </p:nvSpPr>
        <p:spPr bwMode="auto">
          <a:xfrm>
            <a:off x="579105" y="1326964"/>
            <a:ext cx="2969083" cy="5724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1pPr>
            <a:lvl2pPr marL="762000" indent="-285750"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30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2pPr>
            <a:lvl3pPr marL="1181100" indent="-228600"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8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4pPr>
            <a:lvl5pPr marL="2057400" indent="-228600" eaLnBrk="0" hangingPunct="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9pPr>
          </a:lstStyle>
          <a:p>
            <a:pPr eaLnBrk="1" hangingPunct="1">
              <a:lnSpc>
                <a:spcPct val="130000"/>
              </a:lnSpc>
              <a:spcBef>
                <a:spcPct val="0"/>
              </a:spcBef>
              <a:buNone/>
            </a:pPr>
            <a:r>
              <a:rPr lang="zh-CN" altLang="en-US" sz="2400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互换同相端和反相端</a:t>
            </a:r>
            <a:endParaRPr lang="en-US" altLang="zh-CN" sz="2400" baseline="-25000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8" name="Rectangle 11"/>
          <p:cNvSpPr>
            <a:spLocks noChangeArrowheads="1"/>
          </p:cNvSpPr>
          <p:nvPr/>
        </p:nvSpPr>
        <p:spPr bwMode="auto">
          <a:xfrm>
            <a:off x="7244713" y="4235154"/>
            <a:ext cx="131799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FF00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30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8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4pPr>
            <a:lvl5pPr marL="2057400" indent="-228600" eaLnBrk="0" hangingPunct="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800" i="1" dirty="0" err="1" smtClean="0">
                <a:solidFill>
                  <a:srgbClr val="0000CC"/>
                </a:solidFill>
                <a:latin typeface="Book Antiqua" panose="0204060205030503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v</a:t>
            </a:r>
            <a:r>
              <a:rPr lang="en-US" altLang="zh-CN" sz="1800" baseline="-25000" dirty="0" err="1" smtClean="0">
                <a:solidFill>
                  <a:srgbClr val="0000CC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O</a:t>
            </a:r>
            <a:r>
              <a:rPr lang="zh-CN" altLang="en-US" sz="1800" dirty="0" smtClean="0">
                <a:solidFill>
                  <a:srgbClr val="0000CC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与</a:t>
            </a:r>
            <a:r>
              <a:rPr lang="en-US" altLang="zh-CN" sz="1800" i="1" dirty="0" err="1">
                <a:solidFill>
                  <a:srgbClr val="0000CC"/>
                </a:solidFill>
                <a:latin typeface="Book Antiqua" panose="0204060205030503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v</a:t>
            </a:r>
            <a:r>
              <a:rPr lang="en-US" altLang="zh-CN" sz="1800" baseline="-25000" dirty="0" err="1">
                <a:solidFill>
                  <a:srgbClr val="0000CC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I</a:t>
            </a:r>
            <a:r>
              <a:rPr lang="zh-CN" altLang="en-US" sz="1800" dirty="0" smtClean="0">
                <a:solidFill>
                  <a:srgbClr val="0000CC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同相</a:t>
            </a:r>
            <a:endParaRPr lang="zh-CN" altLang="en-US" sz="1800" dirty="0">
              <a:solidFill>
                <a:srgbClr val="0000CC"/>
              </a:solidFill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9" name="对象 8"/>
          <p:cNvGraphicFramePr>
            <a:graphicFrameLocks noChangeAspect="1"/>
          </p:cNvGraphicFramePr>
          <p:nvPr>
            <p:extLst/>
          </p:nvPr>
        </p:nvGraphicFramePr>
        <p:xfrm>
          <a:off x="5757354" y="3501008"/>
          <a:ext cx="2974718" cy="260887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9424" name="Picture" r:id="rId4" imgW="1652621" imgH="1449373" progId="Word.Picture.8">
                  <p:embed/>
                </p:oleObj>
              </mc:Choice>
              <mc:Fallback>
                <p:oleObj name="Picture" r:id="rId4" imgW="1652621" imgH="1449373" progId="Word.Picture.8">
                  <p:embed/>
                  <p:pic>
                    <p:nvPicPr>
                      <p:cNvPr id="9" name="对象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57354" y="3501008"/>
                        <a:ext cx="2974718" cy="2608871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Rectangle 22"/>
          <p:cNvSpPr>
            <a:spLocks noChangeArrowheads="1"/>
          </p:cNvSpPr>
          <p:nvPr/>
        </p:nvSpPr>
        <p:spPr bwMode="auto">
          <a:xfrm>
            <a:off x="576263" y="3356992"/>
            <a:ext cx="1422184" cy="5043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1pPr>
            <a:lvl2pPr marL="762000" indent="-285750"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30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2pPr>
            <a:lvl3pPr marL="1181100" indent="-228600"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8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4pPr>
            <a:lvl5pPr marL="2057400" indent="-228600" eaLnBrk="0" hangingPunct="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9pPr>
          </a:lstStyle>
          <a:p>
            <a:pPr eaLnBrk="1" hangingPunct="1">
              <a:lnSpc>
                <a:spcPct val="130000"/>
              </a:lnSpc>
              <a:spcBef>
                <a:spcPct val="0"/>
              </a:spcBef>
              <a:buNone/>
            </a:pPr>
            <a:r>
              <a:rPr lang="zh-CN" altLang="en-US" sz="2400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传输特性</a:t>
            </a:r>
            <a:endParaRPr lang="en-US" altLang="zh-CN" sz="2400" baseline="-25000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20" name="对象 19"/>
          <p:cNvGraphicFramePr>
            <a:graphicFrameLocks noChangeAspect="1"/>
          </p:cNvGraphicFramePr>
          <p:nvPr>
            <p:extLst/>
          </p:nvPr>
        </p:nvGraphicFramePr>
        <p:xfrm>
          <a:off x="1625634" y="3508054"/>
          <a:ext cx="2974718" cy="260887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9425" name="Picture" r:id="rId6" imgW="1652621" imgH="1449373" progId="Word.Picture.8">
                  <p:embed/>
                </p:oleObj>
              </mc:Choice>
              <mc:Fallback>
                <p:oleObj name="Picture" r:id="rId6" imgW="1652621" imgH="1449373" progId="Word.Picture.8">
                  <p:embed/>
                  <p:pic>
                    <p:nvPicPr>
                      <p:cNvPr id="20" name="对象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25634" y="3508054"/>
                        <a:ext cx="2974718" cy="2608871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" name="Rectangle 11"/>
          <p:cNvSpPr>
            <a:spLocks noChangeArrowheads="1"/>
          </p:cNvSpPr>
          <p:nvPr/>
        </p:nvSpPr>
        <p:spPr bwMode="auto">
          <a:xfrm>
            <a:off x="966639" y="4328143"/>
            <a:ext cx="131799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FF00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30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8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4pPr>
            <a:lvl5pPr marL="2057400" indent="-228600" eaLnBrk="0" hangingPunct="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800" i="1" dirty="0" err="1" smtClean="0">
                <a:solidFill>
                  <a:srgbClr val="0000CC"/>
                </a:solidFill>
                <a:latin typeface="Book Antiqua" panose="0204060205030503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v</a:t>
            </a:r>
            <a:r>
              <a:rPr lang="en-US" altLang="zh-CN" sz="1800" baseline="-25000" dirty="0" err="1" smtClean="0">
                <a:solidFill>
                  <a:srgbClr val="0000CC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O</a:t>
            </a:r>
            <a:r>
              <a:rPr lang="zh-CN" altLang="en-US" sz="1800" dirty="0" smtClean="0">
                <a:solidFill>
                  <a:srgbClr val="0000CC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与</a:t>
            </a:r>
            <a:r>
              <a:rPr lang="en-US" altLang="zh-CN" sz="1800" i="1" dirty="0" err="1" smtClean="0">
                <a:solidFill>
                  <a:srgbClr val="0000CC"/>
                </a:solidFill>
                <a:latin typeface="Book Antiqua" panose="0204060205030503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v</a:t>
            </a:r>
            <a:r>
              <a:rPr lang="en-US" altLang="zh-CN" sz="1800" baseline="-25000" dirty="0" err="1" smtClean="0">
                <a:solidFill>
                  <a:srgbClr val="0000CC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I</a:t>
            </a:r>
            <a:r>
              <a:rPr lang="zh-CN" altLang="en-US" sz="1800" dirty="0" smtClean="0">
                <a:solidFill>
                  <a:srgbClr val="0000CC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反相</a:t>
            </a:r>
            <a:endParaRPr lang="zh-CN" altLang="en-US" sz="1800" dirty="0">
              <a:solidFill>
                <a:srgbClr val="0000CC"/>
              </a:solidFill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9010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utoUpdateAnimBg="0"/>
      <p:bldP spid="13" grpId="0" autoUpdateAnimBg="0"/>
      <p:bldP spid="21" grpId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对象 2"/>
          <p:cNvGraphicFramePr>
            <a:graphicFrameLocks noChangeAspect="1"/>
          </p:cNvGraphicFramePr>
          <p:nvPr>
            <p:extLst/>
          </p:nvPr>
        </p:nvGraphicFramePr>
        <p:xfrm>
          <a:off x="1043608" y="1916832"/>
          <a:ext cx="3597637" cy="313701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0463" name="Picture" r:id="rId3" imgW="2569741" imgH="2240727" progId="Word.Picture.8">
                  <p:embed/>
                </p:oleObj>
              </mc:Choice>
              <mc:Fallback>
                <p:oleObj name="Picture" r:id="rId3" imgW="2569741" imgH="2240727" progId="Word.Picture.8">
                  <p:embed/>
                  <p:pic>
                    <p:nvPicPr>
                      <p:cNvPr id="3" name="对象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43608" y="1916832"/>
                        <a:ext cx="3597637" cy="313701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/>
          <p:cNvGraphicFramePr>
            <a:graphicFrameLocks noChangeAspect="1"/>
          </p:cNvGraphicFramePr>
          <p:nvPr>
            <p:extLst/>
          </p:nvPr>
        </p:nvGraphicFramePr>
        <p:xfrm>
          <a:off x="1043608" y="1916832"/>
          <a:ext cx="3597637" cy="313701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0464" name="Picture" r:id="rId5" imgW="2569741" imgH="2240727" progId="Word.Picture.8">
                  <p:embed/>
                </p:oleObj>
              </mc:Choice>
              <mc:Fallback>
                <p:oleObj name="Picture" r:id="rId5" imgW="2569741" imgH="2240727" progId="Word.Picture.8">
                  <p:embed/>
                  <p:pic>
                    <p:nvPicPr>
                      <p:cNvPr id="11" name="对象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43608" y="1916832"/>
                        <a:ext cx="3597637" cy="313701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Rectangle 14"/>
          <p:cNvSpPr>
            <a:spLocks noChangeArrowheads="1"/>
          </p:cNvSpPr>
          <p:nvPr/>
        </p:nvSpPr>
        <p:spPr bwMode="auto">
          <a:xfrm>
            <a:off x="5127825" y="4293096"/>
            <a:ext cx="3232634" cy="9732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>
            <a:lvl1pPr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1pPr>
            <a:lvl2pPr marL="762000" indent="-285750"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30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2pPr>
            <a:lvl3pPr marL="1181100" indent="-228600"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8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4pPr>
            <a:lvl5pPr marL="2057400" indent="-228600" eaLnBrk="0" hangingPunct="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9pPr>
          </a:lstStyle>
          <a:p>
            <a:pPr algn="just" eaLnBrk="1" hangingPunct="1">
              <a:lnSpc>
                <a:spcPct val="14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zh-CN" altLang="en-US" sz="2400" dirty="0" smtClean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电路可以产生脉冲宽度调制波形（</a:t>
            </a:r>
            <a:r>
              <a:rPr lang="en-US" altLang="zh-CN" sz="2400" dirty="0" smtClean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PWM</a:t>
            </a:r>
            <a:r>
              <a:rPr lang="zh-CN" altLang="en-US" sz="2400" dirty="0" smtClean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波形）</a:t>
            </a:r>
            <a:endParaRPr lang="zh-CN" altLang="en-US" sz="2400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20" name="Rectangle 3"/>
          <p:cNvSpPr>
            <a:spLocks noChangeArrowheads="1"/>
          </p:cNvSpPr>
          <p:nvPr/>
        </p:nvSpPr>
        <p:spPr bwMode="auto">
          <a:xfrm>
            <a:off x="576263" y="792510"/>
            <a:ext cx="6227762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FF00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bIns="0"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30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8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4pPr>
            <a:lvl5pPr marL="2057400" indent="-228600" eaLnBrk="0" hangingPunct="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CN" sz="2800" dirty="0">
                <a:solidFill>
                  <a:schemeClr val="accent2"/>
                </a:solidFill>
                <a:latin typeface="Times New Roman" panose="02020603050405020304" pitchFamily="18" charset="0"/>
              </a:rPr>
              <a:t>1. </a:t>
            </a:r>
            <a:r>
              <a:rPr kumimoji="1" lang="zh-CN" altLang="en-US" sz="2800" dirty="0">
                <a:solidFill>
                  <a:schemeClr val="accent2"/>
                </a:solidFill>
                <a:latin typeface="Times New Roman" panose="02020603050405020304" pitchFamily="18" charset="0"/>
              </a:rPr>
              <a:t>单门限电压比较器</a:t>
            </a:r>
            <a:endParaRPr kumimoji="1" lang="zh-CN" altLang="en-US" sz="2800" dirty="0">
              <a:solidFill>
                <a:schemeClr val="accent2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1" name="Rectangle 4"/>
          <p:cNvSpPr>
            <a:spLocks noChangeArrowheads="1"/>
          </p:cNvSpPr>
          <p:nvPr/>
        </p:nvSpPr>
        <p:spPr bwMode="auto">
          <a:xfrm>
            <a:off x="755650" y="116632"/>
            <a:ext cx="7516813" cy="5540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FF00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30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8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4pPr>
            <a:lvl5pPr marL="2057400" indent="-228600" eaLnBrk="0" hangingPunct="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9pPr>
          </a:lstStyle>
          <a:p>
            <a:pPr algn="just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dirty="0" smtClean="0">
                <a:solidFill>
                  <a:srgbClr val="0000CC"/>
                </a:solidFill>
                <a:latin typeface="Times New Roman" panose="02020603050405020304" pitchFamily="18" charset="0"/>
              </a:rPr>
              <a:t>9.8.1  </a:t>
            </a:r>
            <a:r>
              <a:rPr lang="zh-CN" altLang="en-US" dirty="0">
                <a:solidFill>
                  <a:srgbClr val="0000CC"/>
                </a:solidFill>
                <a:latin typeface="Times New Roman" panose="02020603050405020304" pitchFamily="18" charset="0"/>
              </a:rPr>
              <a:t>电压比较器</a:t>
            </a:r>
          </a:p>
        </p:txBody>
      </p:sp>
      <p:sp>
        <p:nvSpPr>
          <p:cNvPr id="22" name="Rectangle 22"/>
          <p:cNvSpPr>
            <a:spLocks noChangeArrowheads="1"/>
          </p:cNvSpPr>
          <p:nvPr/>
        </p:nvSpPr>
        <p:spPr bwMode="auto">
          <a:xfrm>
            <a:off x="579105" y="1326964"/>
            <a:ext cx="4762842" cy="5724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1pPr>
            <a:lvl2pPr marL="762000" indent="-285750"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30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2pPr>
            <a:lvl3pPr marL="1181100" indent="-228600"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8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4pPr>
            <a:lvl5pPr marL="2057400" indent="-228600" eaLnBrk="0" hangingPunct="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9pPr>
          </a:lstStyle>
          <a:p>
            <a:pPr eaLnBrk="1" hangingPunct="1">
              <a:lnSpc>
                <a:spcPct val="130000"/>
              </a:lnSpc>
              <a:spcBef>
                <a:spcPct val="0"/>
              </a:spcBef>
              <a:buNone/>
            </a:pPr>
            <a:r>
              <a:rPr lang="zh-CN" altLang="en-US" sz="2400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当</a:t>
            </a:r>
            <a:r>
              <a:rPr lang="en-US" altLang="zh-CN" sz="2400" i="1" dirty="0" err="1">
                <a:latin typeface="Book Antiqua" panose="0204060205030503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v</a:t>
            </a:r>
            <a:r>
              <a:rPr lang="en-US" altLang="zh-CN" sz="2400" baseline="-25000" dirty="0" err="1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I</a:t>
            </a:r>
            <a:r>
              <a:rPr lang="zh-CN" altLang="en-US" sz="2400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为三角波，且门限</a:t>
            </a:r>
            <a:r>
              <a:rPr lang="en-US" altLang="zh-CN" sz="2400" i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V</a:t>
            </a:r>
            <a:r>
              <a:rPr lang="en-US" altLang="zh-CN" sz="2400" baseline="-25000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REF</a:t>
            </a:r>
            <a:r>
              <a:rPr lang="zh-CN" altLang="en-US" sz="2400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变化时</a:t>
            </a:r>
            <a:endParaRPr lang="en-US" altLang="zh-CN" sz="2400" baseline="-25000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pic>
        <p:nvPicPr>
          <p:cNvPr id="24" name="图片 23" descr="屏幕剪辑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12160" y="764704"/>
            <a:ext cx="2682240" cy="2657250"/>
          </a:xfrm>
          <a:prstGeom prst="rect">
            <a:avLst/>
          </a:prstGeom>
        </p:spPr>
      </p:pic>
      <p:graphicFrame>
        <p:nvGraphicFramePr>
          <p:cNvPr id="7" name="对象 6"/>
          <p:cNvGraphicFramePr>
            <a:graphicFrameLocks noChangeAspect="1"/>
          </p:cNvGraphicFramePr>
          <p:nvPr>
            <p:extLst/>
          </p:nvPr>
        </p:nvGraphicFramePr>
        <p:xfrm>
          <a:off x="1043608" y="2996952"/>
          <a:ext cx="3597637" cy="313701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0465" name="Picture" r:id="rId8" imgW="2569741" imgH="2240727" progId="Word.Picture.8">
                  <p:embed/>
                </p:oleObj>
              </mc:Choice>
              <mc:Fallback>
                <p:oleObj name="Picture" r:id="rId8" imgW="2569741" imgH="2240727" progId="Word.Picture.8">
                  <p:embed/>
                  <p:pic>
                    <p:nvPicPr>
                      <p:cNvPr id="7" name="对象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43608" y="2996952"/>
                        <a:ext cx="3597637" cy="313701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3" name="Rectangle 22"/>
          <p:cNvSpPr>
            <a:spLocks noChangeArrowheads="1"/>
          </p:cNvSpPr>
          <p:nvPr/>
        </p:nvSpPr>
        <p:spPr bwMode="auto">
          <a:xfrm>
            <a:off x="4786715" y="3515989"/>
            <a:ext cx="3914854" cy="5724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1pPr>
            <a:lvl2pPr marL="762000" indent="-285750"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30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2pPr>
            <a:lvl3pPr marL="1181100" indent="-228600"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8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4pPr>
            <a:lvl5pPr marL="2057400" indent="-228600" eaLnBrk="0" hangingPunct="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9pPr>
          </a:lstStyle>
          <a:p>
            <a:pPr eaLnBrk="1" hangingPunct="1">
              <a:lnSpc>
                <a:spcPct val="130000"/>
              </a:lnSpc>
              <a:spcBef>
                <a:spcPct val="0"/>
              </a:spcBef>
              <a:buNone/>
            </a:pPr>
            <a:r>
              <a:rPr lang="en-US" altLang="zh-CN" sz="2400" i="1" dirty="0" err="1" smtClean="0">
                <a:latin typeface="Book Antiqua" panose="0204060205030503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v</a:t>
            </a:r>
            <a:r>
              <a:rPr lang="en-US" altLang="zh-CN" sz="2400" baseline="-25000" dirty="0" err="1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O</a:t>
            </a:r>
            <a:r>
              <a:rPr lang="zh-CN" altLang="en-US" sz="2400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的脉冲宽度受</a:t>
            </a:r>
            <a:r>
              <a:rPr lang="en-US" altLang="zh-CN" sz="2400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V</a:t>
            </a:r>
            <a:r>
              <a:rPr lang="en-US" altLang="zh-CN" sz="2400" baseline="-25000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REF</a:t>
            </a:r>
            <a:r>
              <a:rPr lang="zh-CN" altLang="en-US" sz="2400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的控制</a:t>
            </a:r>
            <a:endParaRPr lang="en-US" altLang="zh-CN" sz="2400" baseline="-25000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087674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utoUpdateAnimBg="0"/>
      <p:bldP spid="33" grpId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屏幕剪辑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92080" y="3303946"/>
            <a:ext cx="3215136" cy="2825033"/>
          </a:xfrm>
          <a:prstGeom prst="rect">
            <a:avLst/>
          </a:prstGeom>
        </p:spPr>
      </p:pic>
      <p:pic>
        <p:nvPicPr>
          <p:cNvPr id="2" name="图片 1" descr="屏幕剪辑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76826" y="1124744"/>
            <a:ext cx="3944567" cy="2184959"/>
          </a:xfrm>
          <a:prstGeom prst="rect">
            <a:avLst/>
          </a:prstGeom>
        </p:spPr>
      </p:pic>
      <p:sp>
        <p:nvSpPr>
          <p:cNvPr id="52226" name="Rectangle 15"/>
          <p:cNvSpPr>
            <a:spLocks noChangeArrowheads="1"/>
          </p:cNvSpPr>
          <p:nvPr/>
        </p:nvSpPr>
        <p:spPr bwMode="auto">
          <a:xfrm>
            <a:off x="250825" y="404813"/>
            <a:ext cx="8713788" cy="4318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30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8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4pPr>
            <a:lvl5pPr marL="2057400" indent="-228600" eaLnBrk="0" hangingPunct="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zh-CN" altLang="en-US" sz="2400">
              <a:latin typeface="Times New Roman" panose="02020603050405020304" pitchFamily="18" charset="0"/>
            </a:endParaRPr>
          </a:p>
        </p:txBody>
      </p:sp>
      <p:sp>
        <p:nvSpPr>
          <p:cNvPr id="52227" name="Rectangle 3"/>
          <p:cNvSpPr>
            <a:spLocks noChangeArrowheads="1"/>
          </p:cNvSpPr>
          <p:nvPr/>
        </p:nvSpPr>
        <p:spPr bwMode="auto">
          <a:xfrm>
            <a:off x="104775" y="1566863"/>
            <a:ext cx="1069975" cy="5667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1pPr>
            <a:lvl2pPr marL="762000" indent="-285750"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30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2pPr>
            <a:lvl3pPr marL="1181100" indent="-228600"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8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4pPr>
            <a:lvl5pPr marL="2057400" indent="-228600" eaLnBrk="0" hangingPunct="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9pPr>
          </a:lstStyle>
          <a:p>
            <a:pPr algn="just" eaLnBrk="1" hangingPunct="1">
              <a:lnSpc>
                <a:spcPct val="13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zh-CN" altLang="en-US" sz="2400">
                <a:solidFill>
                  <a:srgbClr val="FF0000"/>
                </a:solidFill>
              </a:rPr>
              <a:t>解：</a:t>
            </a:r>
            <a:endParaRPr lang="zh-CN" altLang="en-US" sz="2400">
              <a:solidFill>
                <a:srgbClr val="FF0000"/>
              </a:solidFill>
              <a:ea typeface="黑体" panose="02010609060101010101" pitchFamily="49" charset="-122"/>
            </a:endParaRPr>
          </a:p>
        </p:txBody>
      </p:sp>
      <p:sp>
        <p:nvSpPr>
          <p:cNvPr id="52228" name="Text Box 4"/>
          <p:cNvSpPr txBox="1">
            <a:spLocks noChangeArrowheads="1"/>
          </p:cNvSpPr>
          <p:nvPr/>
        </p:nvSpPr>
        <p:spPr bwMode="auto">
          <a:xfrm>
            <a:off x="195263" y="174625"/>
            <a:ext cx="725487" cy="701675"/>
          </a:xfrm>
          <a:prstGeom prst="rect">
            <a:avLst/>
          </a:prstGeom>
          <a:solidFill>
            <a:srgbClr val="FFCC9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30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8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4pPr>
            <a:lvl5pPr marL="2057400" indent="-228600" eaLnBrk="0" hangingPunct="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kumimoji="1" lang="zh-CN" altLang="en-US" sz="4000">
                <a:solidFill>
                  <a:schemeClr val="accent2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例</a:t>
            </a:r>
            <a:endParaRPr kumimoji="1" lang="zh-CN" altLang="en-US" sz="4000">
              <a:solidFill>
                <a:srgbClr val="800000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52229" name="Rectangle 5"/>
          <p:cNvSpPr>
            <a:spLocks noChangeArrowheads="1"/>
          </p:cNvSpPr>
          <p:nvPr/>
        </p:nvSpPr>
        <p:spPr bwMode="auto">
          <a:xfrm>
            <a:off x="1125538" y="76200"/>
            <a:ext cx="7637462" cy="137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1pPr>
            <a:lvl2pPr marL="762000" indent="-285750"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30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2pPr>
            <a:lvl3pPr marL="1181100" indent="-228600"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8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4pPr>
            <a:lvl5pPr marL="2057400" indent="-228600" eaLnBrk="0" hangingPunct="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9pPr>
          </a:lstStyle>
          <a:p>
            <a:pPr algn="just" eaLnBrk="1" hangingPunct="1">
              <a:lnSpc>
                <a:spcPct val="125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zh-CN" altLang="en-US" sz="240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图示为另一种形式的单门限电压比较器，试求出其门限电压</a:t>
            </a:r>
            <a:r>
              <a:rPr lang="en-US" altLang="zh-CN" sz="240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(</a:t>
            </a:r>
            <a:r>
              <a:rPr lang="zh-CN" altLang="en-US" sz="240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阈值电压</a:t>
            </a:r>
            <a:r>
              <a:rPr lang="en-US" altLang="zh-CN" sz="240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)</a:t>
            </a:r>
            <a:r>
              <a:rPr lang="en-US" altLang="zh-CN" sz="2400" i="1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V</a:t>
            </a:r>
            <a:r>
              <a:rPr lang="en-US" altLang="zh-CN" sz="2400" baseline="-3000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T</a:t>
            </a:r>
            <a:r>
              <a:rPr lang="zh-CN" altLang="en-US" sz="240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，画出其电压传输特性。设运放输出的高、低电平分别为</a:t>
            </a:r>
            <a:r>
              <a:rPr lang="en-US" altLang="zh-CN" sz="2400" i="1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V</a:t>
            </a:r>
            <a:r>
              <a:rPr lang="en-US" altLang="zh-CN" sz="2400" baseline="-3000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OH</a:t>
            </a:r>
            <a:r>
              <a:rPr lang="zh-CN" altLang="en-US" sz="240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和</a:t>
            </a:r>
            <a:r>
              <a:rPr lang="en-US" altLang="zh-CN" sz="2400" i="1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V</a:t>
            </a:r>
            <a:r>
              <a:rPr lang="en-US" altLang="zh-CN" sz="2400" baseline="-3000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OL</a:t>
            </a:r>
            <a:r>
              <a:rPr lang="zh-CN" altLang="en-US" sz="240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。 </a:t>
            </a:r>
          </a:p>
        </p:txBody>
      </p:sp>
      <p:sp>
        <p:nvSpPr>
          <p:cNvPr id="8" name="Rectangle 9"/>
          <p:cNvSpPr>
            <a:spLocks noChangeArrowheads="1"/>
          </p:cNvSpPr>
          <p:nvPr/>
        </p:nvSpPr>
        <p:spPr bwMode="auto">
          <a:xfrm>
            <a:off x="762000" y="1676400"/>
            <a:ext cx="3505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30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8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4pPr>
            <a:lvl5pPr marL="2057400" indent="-228600" eaLnBrk="0" hangingPunct="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zh-CN" altLang="en-US" sz="240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利用叠加原理可得</a:t>
            </a:r>
          </a:p>
        </p:txBody>
      </p:sp>
      <p:graphicFrame>
        <p:nvGraphicFramePr>
          <p:cNvPr id="9" name="Object 10"/>
          <p:cNvGraphicFramePr>
            <a:graphicFrameLocks noChangeAspect="1"/>
          </p:cNvGraphicFramePr>
          <p:nvPr/>
        </p:nvGraphicFramePr>
        <p:xfrm>
          <a:off x="914400" y="2133600"/>
          <a:ext cx="3986213" cy="893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487" name="Equation" r:id="rId5" imgW="1815312" imgH="406224" progId="Equation.3">
                  <p:embed/>
                </p:oleObj>
              </mc:Choice>
              <mc:Fallback>
                <p:oleObj name="Equation" r:id="rId5" imgW="1815312" imgH="406224" progId="Equation.3">
                  <p:embed/>
                  <p:pic>
                    <p:nvPicPr>
                      <p:cNvPr id="9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4400" y="2133600"/>
                        <a:ext cx="3986213" cy="8937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Rectangle 11"/>
          <p:cNvSpPr>
            <a:spLocks noChangeArrowheads="1"/>
          </p:cNvSpPr>
          <p:nvPr/>
        </p:nvSpPr>
        <p:spPr bwMode="auto">
          <a:xfrm>
            <a:off x="228600" y="3048000"/>
            <a:ext cx="4876800" cy="11264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indent="269875"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1pPr>
            <a:lvl2pPr marL="908050" indent="-436563"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30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2pPr>
            <a:lvl3pPr marL="1304925" indent="-395288"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8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3pPr>
            <a:lvl4pPr marL="1693863" indent="-387350"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4pPr>
            <a:lvl5pPr marL="2093913" indent="-398463" eaLnBrk="0" hangingPunct="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5pPr>
            <a:lvl6pPr marL="2551113" indent="-398463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6pPr>
            <a:lvl7pPr marL="3008313" indent="-398463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7pPr>
            <a:lvl8pPr marL="3465513" indent="-398463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8pPr>
            <a:lvl9pPr marL="3922713" indent="-398463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9pPr>
          </a:lstStyle>
          <a:p>
            <a:pPr eaLnBrk="1" hangingPunct="1">
              <a:lnSpc>
                <a:spcPct val="140000"/>
              </a:lnSpc>
              <a:spcBef>
                <a:spcPct val="0"/>
              </a:spcBef>
              <a:buClrTx/>
              <a:buFontTx/>
              <a:buNone/>
            </a:pPr>
            <a:r>
              <a:rPr kumimoji="1" lang="zh-CN" altLang="en-US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理想情况下，输出电压发生跳变时对应的</a:t>
            </a:r>
            <a:r>
              <a:rPr kumimoji="1" lang="en-US" altLang="zh-CN" sz="2400" i="1" dirty="0" err="1">
                <a:latin typeface="Book Antiqua" panose="0204060205030503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v</a:t>
            </a:r>
            <a:r>
              <a:rPr kumimoji="1" lang="en-US" altLang="zh-CN" sz="2400" baseline="-30000" dirty="0" err="1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P</a:t>
            </a:r>
            <a:r>
              <a:rPr kumimoji="1" lang="zh-CN" altLang="en-US" sz="2400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＝</a:t>
            </a:r>
            <a:r>
              <a:rPr lang="en-US" altLang="zh-CN" sz="2400" i="1" dirty="0">
                <a:latin typeface="Book Antiqua" panose="0204060205030503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2400" i="1" dirty="0" err="1" smtClean="0">
                <a:latin typeface="Book Antiqua" panose="0204060205030503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v</a:t>
            </a:r>
            <a:r>
              <a:rPr kumimoji="1" lang="en-US" altLang="zh-CN" sz="2400" baseline="-30000" dirty="0" err="1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N</a:t>
            </a:r>
            <a:r>
              <a:rPr kumimoji="1" lang="zh-CN" altLang="en-US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＝</a:t>
            </a:r>
            <a:r>
              <a:rPr kumimoji="1" lang="en-US" altLang="zh-CN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0</a:t>
            </a:r>
            <a:r>
              <a:rPr kumimoji="1" lang="zh-CN" altLang="en-US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，即</a:t>
            </a:r>
          </a:p>
        </p:txBody>
      </p:sp>
      <p:graphicFrame>
        <p:nvGraphicFramePr>
          <p:cNvPr id="11" name="Object 12"/>
          <p:cNvGraphicFramePr>
            <a:graphicFrameLocks noChangeAspect="1"/>
          </p:cNvGraphicFramePr>
          <p:nvPr/>
        </p:nvGraphicFramePr>
        <p:xfrm>
          <a:off x="1066800" y="4267200"/>
          <a:ext cx="2419350" cy="449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488" name="Equation" r:id="rId7" imgW="1079032" imgH="203112" progId="Equation.3">
                  <p:embed/>
                </p:oleObj>
              </mc:Choice>
              <mc:Fallback>
                <p:oleObj name="Equation" r:id="rId7" imgW="1079032" imgH="203112" progId="Equation.3">
                  <p:embed/>
                  <p:pic>
                    <p:nvPicPr>
                      <p:cNvPr id="11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66800" y="4267200"/>
                        <a:ext cx="2419350" cy="4492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Rectangle 13"/>
          <p:cNvSpPr>
            <a:spLocks noChangeArrowheads="1"/>
          </p:cNvSpPr>
          <p:nvPr/>
        </p:nvSpPr>
        <p:spPr bwMode="auto">
          <a:xfrm>
            <a:off x="304800" y="4899025"/>
            <a:ext cx="2286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tabLst>
                <a:tab pos="3060700" algn="ctr"/>
              </a:tabLst>
              <a:defRPr sz="30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1pPr>
            <a:lvl2pPr marL="908050" indent="-436563"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tabLst>
                <a:tab pos="3060700" algn="ctr"/>
              </a:tabLst>
              <a:defRPr sz="30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2pPr>
            <a:lvl3pPr marL="1304925" indent="-395288"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tabLst>
                <a:tab pos="3060700" algn="ctr"/>
              </a:tabLst>
              <a:defRPr sz="28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3pPr>
            <a:lvl4pPr marL="1693863" indent="-387350"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tabLst>
                <a:tab pos="3060700" algn="ctr"/>
              </a:tabLst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4pPr>
            <a:lvl5pPr marL="2093913" indent="-398463" eaLnBrk="0" hangingPunct="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tabLst>
                <a:tab pos="3060700" algn="ctr"/>
              </a:tabLst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5pPr>
            <a:lvl6pPr marL="2551113" indent="-398463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tabLst>
                <a:tab pos="3060700" algn="ctr"/>
              </a:tabLst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6pPr>
            <a:lvl7pPr marL="3008313" indent="-398463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tabLst>
                <a:tab pos="3060700" algn="ctr"/>
              </a:tabLst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7pPr>
            <a:lvl8pPr marL="3465513" indent="-398463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tabLst>
                <a:tab pos="3060700" algn="ctr"/>
              </a:tabLst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8pPr>
            <a:lvl9pPr marL="3922713" indent="-398463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tabLst>
                <a:tab pos="3060700" algn="ctr"/>
              </a:tabLst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9pPr>
          </a:lstStyle>
          <a:p>
            <a:pPr algn="just" eaLnBrk="1" hangingPunct="1">
              <a:spcBef>
                <a:spcPct val="0"/>
              </a:spcBef>
              <a:buClrTx/>
              <a:buFontTx/>
              <a:buNone/>
            </a:pPr>
            <a:r>
              <a:rPr kumimoji="1" lang="zh-CN" altLang="en-US" sz="240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门限电压</a:t>
            </a:r>
          </a:p>
        </p:txBody>
      </p:sp>
      <p:graphicFrame>
        <p:nvGraphicFramePr>
          <p:cNvPr id="13" name="Object 14"/>
          <p:cNvGraphicFramePr>
            <a:graphicFrameLocks noChangeAspect="1"/>
          </p:cNvGraphicFramePr>
          <p:nvPr/>
        </p:nvGraphicFramePr>
        <p:xfrm>
          <a:off x="1905000" y="4746625"/>
          <a:ext cx="2781300" cy="892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489" name="Equation" r:id="rId9" imgW="1269449" imgH="406224" progId="Equation.3">
                  <p:embed/>
                </p:oleObj>
              </mc:Choice>
              <mc:Fallback>
                <p:oleObj name="Equation" r:id="rId9" imgW="1269449" imgH="406224" progId="Equation.3">
                  <p:embed/>
                  <p:pic>
                    <p:nvPicPr>
                      <p:cNvPr id="13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5000" y="4746625"/>
                        <a:ext cx="2781300" cy="892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378824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utoUpdateAnimBg="0"/>
      <p:bldP spid="10" grpId="0" autoUpdateAnimBg="0"/>
      <p:bldP spid="12" grpId="0" autoUpdateAnimBg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title"/>
          </p:nvPr>
        </p:nvSpPr>
        <p:spPr>
          <a:xfrm>
            <a:off x="323850" y="981075"/>
            <a:ext cx="3276600" cy="609600"/>
          </a:xfrm>
        </p:spPr>
        <p:txBody>
          <a:bodyPr/>
          <a:lstStyle/>
          <a:p>
            <a:pPr algn="l"/>
            <a:r>
              <a:rPr lang="zh-CN" altLang="en-US" sz="2800">
                <a:solidFill>
                  <a:schemeClr val="tx1"/>
                </a:solidFill>
                <a:ea typeface="华文行楷" panose="02010800040101010101" pitchFamily="2" charset="-122"/>
              </a:rPr>
              <a:t>输出限幅电路</a:t>
            </a:r>
            <a:endParaRPr lang="zh-CN" altLang="en-US" sz="2800">
              <a:solidFill>
                <a:schemeClr val="tx1"/>
              </a:solidFill>
              <a:latin typeface="宋体" panose="02010600030101010101" pitchFamily="2" charset="-122"/>
              <a:ea typeface="华文行楷" panose="02010800040101010101" pitchFamily="2" charset="-122"/>
            </a:endParaRPr>
          </a:p>
        </p:txBody>
      </p:sp>
      <p:sp>
        <p:nvSpPr>
          <p:cNvPr id="26627" name="Text Box 3"/>
          <p:cNvSpPr txBox="1">
            <a:spLocks noChangeArrowheads="1"/>
          </p:cNvSpPr>
          <p:nvPr/>
        </p:nvSpPr>
        <p:spPr bwMode="auto">
          <a:xfrm>
            <a:off x="4419600" y="1951038"/>
            <a:ext cx="1828800" cy="466725"/>
          </a:xfrm>
          <a:prstGeom prst="rect">
            <a:avLst/>
          </a:prstGeom>
          <a:solidFill>
            <a:srgbClr val="66FFFF"/>
          </a:solidFill>
          <a:ln w="9525">
            <a:solidFill>
              <a:srgbClr val="FF3300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400" b="1" i="1">
                <a:latin typeface="Times New Roman" panose="02020603050405020304" pitchFamily="18" charset="0"/>
              </a:rPr>
              <a:t>u</a:t>
            </a:r>
            <a:r>
              <a:rPr kumimoji="1" lang="en-US" altLang="zh-CN" sz="2400" b="1" baseline="-25000">
                <a:latin typeface="Times New Roman" panose="02020603050405020304" pitchFamily="18" charset="0"/>
              </a:rPr>
              <a:t>O</a:t>
            </a:r>
            <a:r>
              <a:rPr kumimoji="1" lang="zh-CN" altLang="en-US" sz="2400" b="1">
                <a:latin typeface="Times New Roman" panose="02020603050405020304" pitchFamily="18" charset="0"/>
              </a:rPr>
              <a:t>＝</a:t>
            </a:r>
            <a:r>
              <a:rPr kumimoji="1" lang="en-US" altLang="zh-CN" sz="2400" b="1">
                <a:latin typeface="Times New Roman" panose="02020603050405020304" pitchFamily="18" charset="0"/>
              </a:rPr>
              <a:t>± </a:t>
            </a:r>
            <a:r>
              <a:rPr kumimoji="1" lang="en-US" altLang="zh-CN" sz="2400" b="1" i="1">
                <a:latin typeface="Times New Roman" panose="02020603050405020304" pitchFamily="18" charset="0"/>
              </a:rPr>
              <a:t>U</a:t>
            </a:r>
            <a:r>
              <a:rPr kumimoji="1" lang="en-US" altLang="zh-CN" sz="2400" b="1" baseline="-25000">
                <a:latin typeface="Times New Roman" panose="02020603050405020304" pitchFamily="18" charset="0"/>
              </a:rPr>
              <a:t>Z</a:t>
            </a:r>
          </a:p>
        </p:txBody>
      </p:sp>
      <p:sp>
        <p:nvSpPr>
          <p:cNvPr id="26628" name="Text Box 4"/>
          <p:cNvSpPr txBox="1">
            <a:spLocks noChangeArrowheads="1"/>
          </p:cNvSpPr>
          <p:nvPr/>
        </p:nvSpPr>
        <p:spPr bwMode="auto">
          <a:xfrm>
            <a:off x="4038600" y="2543175"/>
            <a:ext cx="4876800" cy="822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kumimoji="1" lang="zh-CN" altLang="en-US" sz="2400" b="1">
                <a:latin typeface="Times New Roman" panose="02020603050405020304" pitchFamily="18" charset="0"/>
              </a:rPr>
              <a:t>（</a:t>
            </a:r>
            <a:r>
              <a:rPr kumimoji="1" lang="en-US" altLang="zh-CN" sz="2400" b="1">
                <a:latin typeface="Times New Roman" panose="02020603050405020304" pitchFamily="18" charset="0"/>
              </a:rPr>
              <a:t>1</a:t>
            </a:r>
            <a:r>
              <a:rPr kumimoji="1" lang="zh-CN" altLang="en-US" sz="2400" b="1">
                <a:latin typeface="Times New Roman" panose="02020603050405020304" pitchFamily="18" charset="0"/>
              </a:rPr>
              <a:t>）保护输入端</a:t>
            </a:r>
          </a:p>
          <a:p>
            <a:r>
              <a:rPr kumimoji="1" lang="zh-CN" altLang="en-US" sz="2400" b="1">
                <a:latin typeface="Times New Roman" panose="02020603050405020304" pitchFamily="18" charset="0"/>
              </a:rPr>
              <a:t>（</a:t>
            </a:r>
            <a:r>
              <a:rPr kumimoji="1" lang="en-US" altLang="zh-CN" sz="2400" b="1">
                <a:latin typeface="Times New Roman" panose="02020603050405020304" pitchFamily="18" charset="0"/>
              </a:rPr>
              <a:t>2</a:t>
            </a:r>
            <a:r>
              <a:rPr kumimoji="1" lang="zh-CN" altLang="en-US" sz="2400" b="1">
                <a:latin typeface="Times New Roman" panose="02020603050405020304" pitchFamily="18" charset="0"/>
              </a:rPr>
              <a:t>）加速集成运放状态的转换</a:t>
            </a:r>
            <a:endParaRPr kumimoji="1" lang="zh-CN" altLang="en-US" sz="2400">
              <a:latin typeface="Times New Roman" panose="02020603050405020304" pitchFamily="18" charset="0"/>
            </a:endParaRPr>
          </a:p>
        </p:txBody>
      </p:sp>
      <p:sp>
        <p:nvSpPr>
          <p:cNvPr id="26629" name="Text Box 5"/>
          <p:cNvSpPr txBox="1">
            <a:spLocks noChangeArrowheads="1"/>
          </p:cNvSpPr>
          <p:nvPr/>
        </p:nvSpPr>
        <p:spPr bwMode="auto">
          <a:xfrm>
            <a:off x="381000" y="3838575"/>
            <a:ext cx="8763000" cy="21986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>
                <a:latin typeface="Times New Roman" panose="02020603050405020304" pitchFamily="18" charset="0"/>
                <a:ea typeface="华文行楷" panose="02010800040101010101" pitchFamily="2" charset="-122"/>
              </a:rPr>
              <a:t>电压比较器的分析方法</a:t>
            </a:r>
            <a:r>
              <a:rPr kumimoji="1" lang="zh-CN" altLang="en-US" sz="2800">
                <a:latin typeface="Times New Roman" panose="02020603050405020304" pitchFamily="18" charset="0"/>
                <a:ea typeface="隶书" panose="02010509060101010101" pitchFamily="49" charset="-122"/>
              </a:rPr>
              <a:t>：</a:t>
            </a:r>
          </a:p>
          <a:p>
            <a:pPr>
              <a:spcBef>
                <a:spcPct val="20000"/>
              </a:spcBef>
            </a:pPr>
            <a:r>
              <a:rPr kumimoji="1" lang="zh-CN" altLang="en-US" sz="2400" b="1">
                <a:latin typeface="宋体" panose="02010600030101010101" pitchFamily="2" charset="-122"/>
              </a:rPr>
              <a:t>（</a:t>
            </a:r>
            <a:r>
              <a:rPr kumimoji="1" lang="en-US" altLang="zh-CN" sz="2400" b="1">
                <a:latin typeface="宋体" panose="02010600030101010101" pitchFamily="2" charset="-122"/>
              </a:rPr>
              <a:t>1</a:t>
            </a:r>
            <a:r>
              <a:rPr kumimoji="1" lang="zh-CN" altLang="en-US" sz="2400" b="1">
                <a:latin typeface="宋体" panose="02010600030101010101" pitchFamily="2" charset="-122"/>
              </a:rPr>
              <a:t>）</a:t>
            </a:r>
            <a:r>
              <a:rPr kumimoji="1" lang="zh-CN" altLang="en-US" sz="2400" b="1">
                <a:latin typeface="Times New Roman" panose="02020603050405020304" pitchFamily="18" charset="0"/>
              </a:rPr>
              <a:t>写出 </a:t>
            </a:r>
            <a:r>
              <a:rPr kumimoji="1" lang="en-US" altLang="zh-CN" sz="2400" b="1" i="1">
                <a:latin typeface="Times New Roman" panose="02020603050405020304" pitchFamily="18" charset="0"/>
              </a:rPr>
              <a:t>u</a:t>
            </a:r>
            <a:r>
              <a:rPr kumimoji="1" lang="en-US" altLang="zh-CN" sz="2400" b="1" baseline="-25000">
                <a:latin typeface="Times New Roman" panose="02020603050405020304" pitchFamily="18" charset="0"/>
              </a:rPr>
              <a:t>P</a:t>
            </a:r>
            <a:r>
              <a:rPr kumimoji="1" lang="zh-CN" altLang="en-US" sz="2400" b="1">
                <a:latin typeface="Times New Roman" panose="02020603050405020304" pitchFamily="18" charset="0"/>
              </a:rPr>
              <a:t>、</a:t>
            </a:r>
            <a:r>
              <a:rPr kumimoji="1" lang="en-US" altLang="zh-CN" sz="2400" b="1" i="1">
                <a:latin typeface="Times New Roman" panose="02020603050405020304" pitchFamily="18" charset="0"/>
              </a:rPr>
              <a:t>u</a:t>
            </a:r>
            <a:r>
              <a:rPr kumimoji="1" lang="en-US" altLang="zh-CN" sz="2400" b="1" baseline="-25000">
                <a:latin typeface="Times New Roman" panose="02020603050405020304" pitchFamily="18" charset="0"/>
              </a:rPr>
              <a:t>N</a:t>
            </a:r>
            <a:r>
              <a:rPr kumimoji="1" lang="zh-CN" altLang="zh-CN" sz="2400" b="1">
                <a:latin typeface="Times New Roman" panose="02020603050405020304" pitchFamily="18" charset="0"/>
              </a:rPr>
              <a:t>的表达式，</a:t>
            </a:r>
            <a:r>
              <a:rPr kumimoji="1" lang="zh-CN" altLang="en-US" sz="2400" b="1">
                <a:latin typeface="Times New Roman" panose="02020603050405020304" pitchFamily="18" charset="0"/>
              </a:rPr>
              <a:t>令</a:t>
            </a:r>
            <a:r>
              <a:rPr kumimoji="1" lang="en-US" altLang="zh-CN" sz="2400" b="1" i="1">
                <a:latin typeface="Times New Roman" panose="02020603050405020304" pitchFamily="18" charset="0"/>
              </a:rPr>
              <a:t>u</a:t>
            </a:r>
            <a:r>
              <a:rPr kumimoji="1" lang="en-US" altLang="zh-CN" sz="2400" b="1" baseline="-25000">
                <a:latin typeface="Times New Roman" panose="02020603050405020304" pitchFamily="18" charset="0"/>
              </a:rPr>
              <a:t>P</a:t>
            </a:r>
            <a:r>
              <a:rPr kumimoji="1" lang="zh-CN" altLang="en-US" sz="2400" b="1">
                <a:latin typeface="Times New Roman" panose="02020603050405020304" pitchFamily="18" charset="0"/>
              </a:rPr>
              <a:t>＝ </a:t>
            </a:r>
            <a:r>
              <a:rPr kumimoji="1" lang="en-US" altLang="zh-CN" sz="2400" b="1" i="1">
                <a:latin typeface="Times New Roman" panose="02020603050405020304" pitchFamily="18" charset="0"/>
              </a:rPr>
              <a:t>u</a:t>
            </a:r>
            <a:r>
              <a:rPr kumimoji="1" lang="en-US" altLang="zh-CN" sz="2400" b="1" baseline="-25000">
                <a:latin typeface="Times New Roman" panose="02020603050405020304" pitchFamily="18" charset="0"/>
              </a:rPr>
              <a:t>N</a:t>
            </a:r>
            <a:r>
              <a:rPr kumimoji="1" lang="zh-CN" altLang="en-US" sz="2400" b="1">
                <a:latin typeface="Times New Roman" panose="02020603050405020304" pitchFamily="18" charset="0"/>
              </a:rPr>
              <a:t>，</a:t>
            </a:r>
            <a:r>
              <a:rPr kumimoji="1" lang="zh-CN" altLang="zh-CN" sz="2400" b="1">
                <a:latin typeface="Times New Roman" panose="02020603050405020304" pitchFamily="18" charset="0"/>
              </a:rPr>
              <a:t>求解出的 </a:t>
            </a:r>
            <a:r>
              <a:rPr kumimoji="1" lang="en-US" altLang="zh-CN" sz="2400" b="1" i="1">
                <a:latin typeface="Times New Roman" panose="02020603050405020304" pitchFamily="18" charset="0"/>
              </a:rPr>
              <a:t>u</a:t>
            </a:r>
            <a:r>
              <a:rPr kumimoji="1" lang="en-US" altLang="zh-CN" sz="2400" b="1" baseline="-25000">
                <a:latin typeface="Times New Roman" panose="02020603050405020304" pitchFamily="18" charset="0"/>
              </a:rPr>
              <a:t>I</a:t>
            </a:r>
            <a:r>
              <a:rPr kumimoji="1" lang="zh-CN" altLang="zh-CN" sz="2400" b="1">
                <a:latin typeface="Times New Roman" panose="02020603050405020304" pitchFamily="18" charset="0"/>
              </a:rPr>
              <a:t>即为</a:t>
            </a:r>
            <a:r>
              <a:rPr kumimoji="1" lang="en-US" altLang="zh-CN" sz="2400" b="1" i="1">
                <a:latin typeface="Times New Roman" panose="02020603050405020304" pitchFamily="18" charset="0"/>
              </a:rPr>
              <a:t>U</a:t>
            </a:r>
            <a:r>
              <a:rPr kumimoji="1" lang="en-US" altLang="zh-CN" sz="2400" b="1" baseline="-25000">
                <a:latin typeface="Times New Roman" panose="02020603050405020304" pitchFamily="18" charset="0"/>
              </a:rPr>
              <a:t>T</a:t>
            </a:r>
            <a:r>
              <a:rPr kumimoji="1" lang="zh-CN" altLang="en-US" sz="2400" b="1">
                <a:latin typeface="Times New Roman" panose="02020603050405020304" pitchFamily="18" charset="0"/>
              </a:rPr>
              <a:t>；</a:t>
            </a:r>
          </a:p>
          <a:p>
            <a:pPr>
              <a:spcBef>
                <a:spcPct val="20000"/>
              </a:spcBef>
            </a:pPr>
            <a:r>
              <a:rPr kumimoji="1" lang="zh-CN" altLang="en-US" sz="2400" b="1">
                <a:latin typeface="宋体" panose="02010600030101010101" pitchFamily="2" charset="-122"/>
              </a:rPr>
              <a:t>（</a:t>
            </a:r>
            <a:r>
              <a:rPr kumimoji="1" lang="en-US" altLang="zh-CN" sz="2400" b="1">
                <a:latin typeface="宋体" panose="02010600030101010101" pitchFamily="2" charset="-122"/>
              </a:rPr>
              <a:t>2</a:t>
            </a:r>
            <a:r>
              <a:rPr kumimoji="1" lang="zh-CN" altLang="en-US" sz="2400" b="1">
                <a:latin typeface="宋体" panose="02010600030101010101" pitchFamily="2" charset="-122"/>
              </a:rPr>
              <a:t>）</a:t>
            </a:r>
            <a:r>
              <a:rPr kumimoji="1" lang="zh-CN" altLang="zh-CN" sz="2400" b="1">
                <a:latin typeface="宋体" panose="02010600030101010101" pitchFamily="2" charset="-122"/>
              </a:rPr>
              <a:t>根据输出端限幅电路决定输出的高、低电平；</a:t>
            </a:r>
          </a:p>
          <a:p>
            <a:pPr>
              <a:spcBef>
                <a:spcPct val="20000"/>
              </a:spcBef>
            </a:pPr>
            <a:r>
              <a:rPr kumimoji="1" lang="zh-CN" altLang="zh-CN" sz="2400" b="1">
                <a:latin typeface="宋体" panose="02010600030101010101" pitchFamily="2" charset="-122"/>
              </a:rPr>
              <a:t>（3）根据输入电压作用于同相输入端还是反相输入端决定</a:t>
            </a:r>
            <a:r>
              <a:rPr kumimoji="1" lang="zh-CN" altLang="en-US" sz="2400" b="1">
                <a:latin typeface="宋体" panose="02010600030101010101" pitchFamily="2" charset="-122"/>
              </a:rPr>
              <a:t>输出电压</a:t>
            </a:r>
            <a:r>
              <a:rPr kumimoji="1" lang="zh-CN" altLang="zh-CN" sz="2400" b="1">
                <a:latin typeface="宋体" panose="02010600030101010101" pitchFamily="2" charset="-122"/>
              </a:rPr>
              <a:t>的跃变方向。</a:t>
            </a:r>
            <a:endParaRPr kumimoji="1" lang="zh-CN" altLang="en-US" sz="3200" b="1"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  <p:graphicFrame>
        <p:nvGraphicFramePr>
          <p:cNvPr id="26630" name="Object 6"/>
          <p:cNvGraphicFramePr>
            <a:graphicFrameLocks noChangeAspect="1"/>
          </p:cNvGraphicFramePr>
          <p:nvPr/>
        </p:nvGraphicFramePr>
        <p:xfrm>
          <a:off x="685800" y="1628775"/>
          <a:ext cx="3276600" cy="20018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712" name="Photo Editor 照片" r:id="rId3" imgW="11057143" imgH="6752381" progId="MSPhotoEd.3">
                  <p:embed/>
                </p:oleObj>
              </mc:Choice>
              <mc:Fallback>
                <p:oleObj name="Photo Editor 照片" r:id="rId3" imgW="11057143" imgH="6752381" progId="MSPhotoEd.3">
                  <p:embed/>
                  <p:pic>
                    <p:nvPicPr>
                      <p:cNvPr id="2663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5800" y="1628775"/>
                        <a:ext cx="3276600" cy="20018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0095281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66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66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662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66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662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662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662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627" grpId="0" animBg="1" autoUpdateAnimBg="0"/>
      <p:bldP spid="26628" grpId="0" build="p" autoUpdateAnimBg="0"/>
      <p:bldP spid="26629" grpId="0" build="p" autoUpdateAnimBg="0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屏幕剪辑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75008" y="1268760"/>
            <a:ext cx="4657232" cy="4807272"/>
          </a:xfrm>
          <a:prstGeom prst="rect">
            <a:avLst/>
          </a:prstGeom>
        </p:spPr>
      </p:pic>
      <p:sp>
        <p:nvSpPr>
          <p:cNvPr id="53250" name="Rectangle 4"/>
          <p:cNvSpPr>
            <a:spLocks noChangeArrowheads="1"/>
          </p:cNvSpPr>
          <p:nvPr/>
        </p:nvSpPr>
        <p:spPr bwMode="auto">
          <a:xfrm>
            <a:off x="573088" y="836712"/>
            <a:ext cx="5378450" cy="3566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1pPr>
            <a:lvl2pPr marL="762000" indent="-285750"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30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2pPr>
            <a:lvl3pPr marL="1181100" indent="-228600"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8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4pPr>
            <a:lvl5pPr marL="2057400" indent="-228600" eaLnBrk="0" hangingPunct="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9pPr>
          </a:lstStyle>
          <a:p>
            <a:pPr algn="just" eaLnBrk="1" hangingPunct="1">
              <a:lnSpc>
                <a:spcPct val="110000"/>
              </a:lnSpc>
              <a:buFont typeface="Wingdings" panose="05000000000000000000" pitchFamily="2" charset="2"/>
              <a:buNone/>
            </a:pP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单门限比较器的抗干扰能力</a:t>
            </a:r>
          </a:p>
        </p:txBody>
      </p:sp>
      <p:grpSp>
        <p:nvGrpSpPr>
          <p:cNvPr id="6" name="Group 7"/>
          <p:cNvGrpSpPr>
            <a:grpSpLocks/>
          </p:cNvGrpSpPr>
          <p:nvPr/>
        </p:nvGrpSpPr>
        <p:grpSpPr bwMode="auto">
          <a:xfrm>
            <a:off x="3695700" y="644525"/>
            <a:ext cx="4851400" cy="1681163"/>
            <a:chOff x="2328" y="340"/>
            <a:chExt cx="3056" cy="1059"/>
          </a:xfrm>
        </p:grpSpPr>
        <p:sp>
          <p:nvSpPr>
            <p:cNvPr id="53258" name="Oval 8"/>
            <p:cNvSpPr>
              <a:spLocks noChangeArrowheads="1"/>
            </p:cNvSpPr>
            <p:nvPr/>
          </p:nvSpPr>
          <p:spPr bwMode="auto">
            <a:xfrm>
              <a:off x="2328" y="894"/>
              <a:ext cx="1716" cy="505"/>
            </a:xfrm>
            <a:prstGeom prst="ellipse">
              <a:avLst/>
            </a:prstGeom>
            <a:noFill/>
            <a:ln w="22225">
              <a:solidFill>
                <a:srgbClr val="FF0000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 b="1">
                  <a:solidFill>
                    <a:schemeClr val="tx1"/>
                  </a:solidFill>
                  <a:latin typeface="Arial Narrow" panose="020B0606020202030204" pitchFamily="34" charset="0"/>
                  <a:ea typeface="楷体_GB2312"/>
                  <a:cs typeface="楷体_GB231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3000" b="1">
                  <a:solidFill>
                    <a:schemeClr val="tx1"/>
                  </a:solidFill>
                  <a:latin typeface="Arial Narrow" panose="020B0606020202030204" pitchFamily="34" charset="0"/>
                  <a:ea typeface="楷体_GB2312"/>
                  <a:cs typeface="楷体_GB231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800" b="1">
                  <a:solidFill>
                    <a:schemeClr val="tx1"/>
                  </a:solidFill>
                  <a:latin typeface="Arial Narrow" panose="020B0606020202030204" pitchFamily="34" charset="0"/>
                  <a:ea typeface="楷体_GB2312"/>
                  <a:cs typeface="楷体_GB231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 Narrow" panose="020B0606020202030204" pitchFamily="34" charset="0"/>
                  <a:ea typeface="楷体_GB2312"/>
                  <a:cs typeface="楷体_GB2312"/>
                </a:defRPr>
              </a:lvl4pPr>
              <a:lvl5pPr marL="2057400" indent="-228600" eaLnBrk="0" hangingPunct="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400" b="1">
                  <a:solidFill>
                    <a:schemeClr val="tx1"/>
                  </a:solidFill>
                  <a:latin typeface="Arial Narrow" panose="020B0606020202030204" pitchFamily="34" charset="0"/>
                  <a:ea typeface="楷体_GB2312"/>
                  <a:cs typeface="楷体_GB231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400" b="1">
                  <a:solidFill>
                    <a:schemeClr val="tx1"/>
                  </a:solidFill>
                  <a:latin typeface="Arial Narrow" panose="020B0606020202030204" pitchFamily="34" charset="0"/>
                  <a:ea typeface="楷体_GB2312"/>
                  <a:cs typeface="楷体_GB231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400" b="1">
                  <a:solidFill>
                    <a:schemeClr val="tx1"/>
                  </a:solidFill>
                  <a:latin typeface="Arial Narrow" panose="020B0606020202030204" pitchFamily="34" charset="0"/>
                  <a:ea typeface="楷体_GB2312"/>
                  <a:cs typeface="楷体_GB231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400" b="1">
                  <a:solidFill>
                    <a:schemeClr val="tx1"/>
                  </a:solidFill>
                  <a:latin typeface="Arial Narrow" panose="020B0606020202030204" pitchFamily="34" charset="0"/>
                  <a:ea typeface="楷体_GB2312"/>
                  <a:cs typeface="楷体_GB231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400" b="1">
                  <a:solidFill>
                    <a:schemeClr val="tx1"/>
                  </a:solidFill>
                  <a:latin typeface="Arial Narrow" panose="020B0606020202030204" pitchFamily="34" charset="0"/>
                  <a:ea typeface="楷体_GB2312"/>
                  <a:cs typeface="楷体_GB231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53259" name="AutoShape 9"/>
            <p:cNvSpPr>
              <a:spLocks noChangeArrowheads="1"/>
            </p:cNvSpPr>
            <p:nvPr/>
          </p:nvSpPr>
          <p:spPr bwMode="auto">
            <a:xfrm>
              <a:off x="4091" y="340"/>
              <a:ext cx="1293" cy="354"/>
            </a:xfrm>
            <a:prstGeom prst="wedgeRoundRectCallout">
              <a:avLst>
                <a:gd name="adj1" fmla="val -86889"/>
                <a:gd name="adj2" fmla="val 145764"/>
                <a:gd name="adj3" fmla="val 16667"/>
              </a:avLst>
            </a:prstGeom>
            <a:solidFill>
              <a:srgbClr val="CCFF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 b="1">
                  <a:solidFill>
                    <a:schemeClr val="tx1"/>
                  </a:solidFill>
                  <a:latin typeface="Arial Narrow" panose="020B0606020202030204" pitchFamily="34" charset="0"/>
                  <a:ea typeface="楷体_GB2312"/>
                  <a:cs typeface="楷体_GB231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3000" b="1">
                  <a:solidFill>
                    <a:schemeClr val="tx1"/>
                  </a:solidFill>
                  <a:latin typeface="Arial Narrow" panose="020B0606020202030204" pitchFamily="34" charset="0"/>
                  <a:ea typeface="楷体_GB2312"/>
                  <a:cs typeface="楷体_GB231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800" b="1">
                  <a:solidFill>
                    <a:schemeClr val="tx1"/>
                  </a:solidFill>
                  <a:latin typeface="Arial Narrow" panose="020B0606020202030204" pitchFamily="34" charset="0"/>
                  <a:ea typeface="楷体_GB2312"/>
                  <a:cs typeface="楷体_GB231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 Narrow" panose="020B0606020202030204" pitchFamily="34" charset="0"/>
                  <a:ea typeface="楷体_GB2312"/>
                  <a:cs typeface="楷体_GB2312"/>
                </a:defRPr>
              </a:lvl4pPr>
              <a:lvl5pPr marL="2057400" indent="-228600" eaLnBrk="0" hangingPunct="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400" b="1">
                  <a:solidFill>
                    <a:schemeClr val="tx1"/>
                  </a:solidFill>
                  <a:latin typeface="Arial Narrow" panose="020B0606020202030204" pitchFamily="34" charset="0"/>
                  <a:ea typeface="楷体_GB2312"/>
                  <a:cs typeface="楷体_GB231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400" b="1">
                  <a:solidFill>
                    <a:schemeClr val="tx1"/>
                  </a:solidFill>
                  <a:latin typeface="Arial Narrow" panose="020B0606020202030204" pitchFamily="34" charset="0"/>
                  <a:ea typeface="楷体_GB2312"/>
                  <a:cs typeface="楷体_GB231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400" b="1">
                  <a:solidFill>
                    <a:schemeClr val="tx1"/>
                  </a:solidFill>
                  <a:latin typeface="Arial Narrow" panose="020B0606020202030204" pitchFamily="34" charset="0"/>
                  <a:ea typeface="楷体_GB2312"/>
                  <a:cs typeface="楷体_GB231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400" b="1">
                  <a:solidFill>
                    <a:schemeClr val="tx1"/>
                  </a:solidFill>
                  <a:latin typeface="Arial Narrow" panose="020B0606020202030204" pitchFamily="34" charset="0"/>
                  <a:ea typeface="楷体_GB2312"/>
                  <a:cs typeface="楷体_GB231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400" b="1">
                  <a:solidFill>
                    <a:schemeClr val="tx1"/>
                  </a:solidFill>
                  <a:latin typeface="Arial Narrow" panose="020B0606020202030204" pitchFamily="34" charset="0"/>
                  <a:ea typeface="楷体_GB2312"/>
                  <a:cs typeface="楷体_GB231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kumimoji="1" lang="zh-CN" altLang="en-US" sz="2400">
                  <a:solidFill>
                    <a:srgbClr val="FF0000"/>
                  </a:solidFill>
                  <a:latin typeface="Times New Roman" panose="02020603050405020304" pitchFamily="18" charset="0"/>
                </a:rPr>
                <a:t>应为高电平</a:t>
              </a:r>
            </a:p>
          </p:txBody>
        </p:sp>
      </p:grpSp>
      <p:grpSp>
        <p:nvGrpSpPr>
          <p:cNvPr id="9" name="Group 10"/>
          <p:cNvGrpSpPr>
            <a:grpSpLocks/>
          </p:cNvGrpSpPr>
          <p:nvPr/>
        </p:nvGrpSpPr>
        <p:grpSpPr bwMode="auto">
          <a:xfrm>
            <a:off x="3657600" y="3592513"/>
            <a:ext cx="4776788" cy="1008062"/>
            <a:chOff x="2304" y="2197"/>
            <a:chExt cx="3009" cy="635"/>
          </a:xfrm>
        </p:grpSpPr>
        <p:sp>
          <p:nvSpPr>
            <p:cNvPr id="53256" name="Oval 11"/>
            <p:cNvSpPr>
              <a:spLocks noChangeArrowheads="1"/>
            </p:cNvSpPr>
            <p:nvPr/>
          </p:nvSpPr>
          <p:spPr bwMode="auto">
            <a:xfrm>
              <a:off x="2304" y="2492"/>
              <a:ext cx="1434" cy="340"/>
            </a:xfrm>
            <a:prstGeom prst="ellipse">
              <a:avLst/>
            </a:prstGeom>
            <a:noFill/>
            <a:ln w="22225">
              <a:solidFill>
                <a:srgbClr val="FF0000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 b="1">
                  <a:solidFill>
                    <a:schemeClr val="tx1"/>
                  </a:solidFill>
                  <a:latin typeface="Arial Narrow" panose="020B0606020202030204" pitchFamily="34" charset="0"/>
                  <a:ea typeface="楷体_GB2312"/>
                  <a:cs typeface="楷体_GB231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3000" b="1">
                  <a:solidFill>
                    <a:schemeClr val="tx1"/>
                  </a:solidFill>
                  <a:latin typeface="Arial Narrow" panose="020B0606020202030204" pitchFamily="34" charset="0"/>
                  <a:ea typeface="楷体_GB2312"/>
                  <a:cs typeface="楷体_GB231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800" b="1">
                  <a:solidFill>
                    <a:schemeClr val="tx1"/>
                  </a:solidFill>
                  <a:latin typeface="Arial Narrow" panose="020B0606020202030204" pitchFamily="34" charset="0"/>
                  <a:ea typeface="楷体_GB2312"/>
                  <a:cs typeface="楷体_GB231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 Narrow" panose="020B0606020202030204" pitchFamily="34" charset="0"/>
                  <a:ea typeface="楷体_GB2312"/>
                  <a:cs typeface="楷体_GB2312"/>
                </a:defRPr>
              </a:lvl4pPr>
              <a:lvl5pPr marL="2057400" indent="-228600" eaLnBrk="0" hangingPunct="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400" b="1">
                  <a:solidFill>
                    <a:schemeClr val="tx1"/>
                  </a:solidFill>
                  <a:latin typeface="Arial Narrow" panose="020B0606020202030204" pitchFamily="34" charset="0"/>
                  <a:ea typeface="楷体_GB2312"/>
                  <a:cs typeface="楷体_GB231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400" b="1">
                  <a:solidFill>
                    <a:schemeClr val="tx1"/>
                  </a:solidFill>
                  <a:latin typeface="Arial Narrow" panose="020B0606020202030204" pitchFamily="34" charset="0"/>
                  <a:ea typeface="楷体_GB2312"/>
                  <a:cs typeface="楷体_GB231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400" b="1">
                  <a:solidFill>
                    <a:schemeClr val="tx1"/>
                  </a:solidFill>
                  <a:latin typeface="Arial Narrow" panose="020B0606020202030204" pitchFamily="34" charset="0"/>
                  <a:ea typeface="楷体_GB2312"/>
                  <a:cs typeface="楷体_GB231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400" b="1">
                  <a:solidFill>
                    <a:schemeClr val="tx1"/>
                  </a:solidFill>
                  <a:latin typeface="Arial Narrow" panose="020B0606020202030204" pitchFamily="34" charset="0"/>
                  <a:ea typeface="楷体_GB2312"/>
                  <a:cs typeface="楷体_GB231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400" b="1">
                  <a:solidFill>
                    <a:schemeClr val="tx1"/>
                  </a:solidFill>
                  <a:latin typeface="Arial Narrow" panose="020B0606020202030204" pitchFamily="34" charset="0"/>
                  <a:ea typeface="楷体_GB2312"/>
                  <a:cs typeface="楷体_GB231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53257" name="AutoShape 12"/>
            <p:cNvSpPr>
              <a:spLocks noChangeArrowheads="1"/>
            </p:cNvSpPr>
            <p:nvPr/>
          </p:nvSpPr>
          <p:spPr bwMode="auto">
            <a:xfrm>
              <a:off x="4020" y="2197"/>
              <a:ext cx="1293" cy="354"/>
            </a:xfrm>
            <a:prstGeom prst="wedgeRoundRectCallout">
              <a:avLst>
                <a:gd name="adj1" fmla="val -85963"/>
                <a:gd name="adj2" fmla="val 79380"/>
                <a:gd name="adj3" fmla="val 16667"/>
              </a:avLst>
            </a:prstGeom>
            <a:solidFill>
              <a:srgbClr val="CCFF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 b="1">
                  <a:solidFill>
                    <a:schemeClr val="tx1"/>
                  </a:solidFill>
                  <a:latin typeface="Arial Narrow" panose="020B0606020202030204" pitchFamily="34" charset="0"/>
                  <a:ea typeface="楷体_GB2312"/>
                  <a:cs typeface="楷体_GB231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3000" b="1">
                  <a:solidFill>
                    <a:schemeClr val="tx1"/>
                  </a:solidFill>
                  <a:latin typeface="Arial Narrow" panose="020B0606020202030204" pitchFamily="34" charset="0"/>
                  <a:ea typeface="楷体_GB2312"/>
                  <a:cs typeface="楷体_GB231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800" b="1">
                  <a:solidFill>
                    <a:schemeClr val="tx1"/>
                  </a:solidFill>
                  <a:latin typeface="Arial Narrow" panose="020B0606020202030204" pitchFamily="34" charset="0"/>
                  <a:ea typeface="楷体_GB2312"/>
                  <a:cs typeface="楷体_GB231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 Narrow" panose="020B0606020202030204" pitchFamily="34" charset="0"/>
                  <a:ea typeface="楷体_GB2312"/>
                  <a:cs typeface="楷体_GB2312"/>
                </a:defRPr>
              </a:lvl4pPr>
              <a:lvl5pPr marL="2057400" indent="-228600" eaLnBrk="0" hangingPunct="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400" b="1">
                  <a:solidFill>
                    <a:schemeClr val="tx1"/>
                  </a:solidFill>
                  <a:latin typeface="Arial Narrow" panose="020B0606020202030204" pitchFamily="34" charset="0"/>
                  <a:ea typeface="楷体_GB2312"/>
                  <a:cs typeface="楷体_GB231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400" b="1">
                  <a:solidFill>
                    <a:schemeClr val="tx1"/>
                  </a:solidFill>
                  <a:latin typeface="Arial Narrow" panose="020B0606020202030204" pitchFamily="34" charset="0"/>
                  <a:ea typeface="楷体_GB2312"/>
                  <a:cs typeface="楷体_GB231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400" b="1">
                  <a:solidFill>
                    <a:schemeClr val="tx1"/>
                  </a:solidFill>
                  <a:latin typeface="Arial Narrow" panose="020B0606020202030204" pitchFamily="34" charset="0"/>
                  <a:ea typeface="楷体_GB2312"/>
                  <a:cs typeface="楷体_GB231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400" b="1">
                  <a:solidFill>
                    <a:schemeClr val="tx1"/>
                  </a:solidFill>
                  <a:latin typeface="Arial Narrow" panose="020B0606020202030204" pitchFamily="34" charset="0"/>
                  <a:ea typeface="楷体_GB2312"/>
                  <a:cs typeface="楷体_GB231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400" b="1">
                  <a:solidFill>
                    <a:schemeClr val="tx1"/>
                  </a:solidFill>
                  <a:latin typeface="Arial Narrow" panose="020B0606020202030204" pitchFamily="34" charset="0"/>
                  <a:ea typeface="楷体_GB2312"/>
                  <a:cs typeface="楷体_GB231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kumimoji="1" lang="zh-CN" altLang="en-US" sz="2400">
                  <a:solidFill>
                    <a:srgbClr val="FF0000"/>
                  </a:solidFill>
                  <a:latin typeface="Times New Roman" panose="02020603050405020304" pitchFamily="18" charset="0"/>
                </a:rPr>
                <a:t>错误电平</a:t>
              </a:r>
            </a:p>
          </p:txBody>
        </p:sp>
      </p:grpSp>
      <p:sp>
        <p:nvSpPr>
          <p:cNvPr id="12" name="Rectangle 4"/>
          <p:cNvSpPr>
            <a:spLocks noChangeArrowheads="1"/>
          </p:cNvSpPr>
          <p:nvPr/>
        </p:nvSpPr>
        <p:spPr bwMode="auto">
          <a:xfrm>
            <a:off x="755650" y="116632"/>
            <a:ext cx="7516813" cy="5540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FF00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30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8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4pPr>
            <a:lvl5pPr marL="2057400" indent="-228600" eaLnBrk="0" hangingPunct="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9pPr>
          </a:lstStyle>
          <a:p>
            <a:pPr algn="just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dirty="0" smtClean="0">
                <a:solidFill>
                  <a:srgbClr val="0000CC"/>
                </a:solidFill>
                <a:latin typeface="Times New Roman" panose="02020603050405020304" pitchFamily="18" charset="0"/>
              </a:rPr>
              <a:t>9.8.1  </a:t>
            </a:r>
            <a:r>
              <a:rPr lang="zh-CN" altLang="en-US" dirty="0">
                <a:solidFill>
                  <a:srgbClr val="0000CC"/>
                </a:solidFill>
                <a:latin typeface="Times New Roman" panose="02020603050405020304" pitchFamily="18" charset="0"/>
              </a:rPr>
              <a:t>电压比较器</a:t>
            </a:r>
          </a:p>
        </p:txBody>
      </p:sp>
      <p:sp>
        <p:nvSpPr>
          <p:cNvPr id="13" name="Rectangle 10"/>
          <p:cNvSpPr>
            <a:spLocks noChangeArrowheads="1"/>
          </p:cNvSpPr>
          <p:nvPr/>
        </p:nvSpPr>
        <p:spPr bwMode="auto">
          <a:xfrm>
            <a:off x="539552" y="2433106"/>
            <a:ext cx="1895496" cy="144039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>
            <a:lvl1pPr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1pPr>
            <a:lvl2pPr marL="762000" indent="-285750"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30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2pPr>
            <a:lvl3pPr marL="1181100" indent="-228600"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8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4pPr>
            <a:lvl5pPr marL="2057400" indent="-228600" eaLnBrk="0" hangingPunct="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9pPr>
          </a:lstStyle>
          <a:p>
            <a:pPr algn="just" eaLnBrk="1" hangingPunct="1">
              <a:lnSpc>
                <a:spcPct val="13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zh-CN" altLang="en-US" sz="2400" dirty="0" smtClean="0">
                <a:solidFill>
                  <a:srgbClr val="C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门限电压能否跟随输出电压跳变而跳变？</a:t>
            </a:r>
            <a:endParaRPr lang="zh-CN" altLang="en-US" sz="2400" dirty="0">
              <a:solidFill>
                <a:srgbClr val="C00000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553971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utoUpdateAnimBg="0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屏幕剪辑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60032" y="448377"/>
            <a:ext cx="3453295" cy="1900503"/>
          </a:xfrm>
          <a:prstGeom prst="rect">
            <a:avLst/>
          </a:prstGeom>
        </p:spPr>
      </p:pic>
      <p:sp>
        <p:nvSpPr>
          <p:cNvPr id="54274" name="Rectangle 3"/>
          <p:cNvSpPr>
            <a:spLocks noChangeArrowheads="1"/>
          </p:cNvSpPr>
          <p:nvPr/>
        </p:nvSpPr>
        <p:spPr bwMode="auto">
          <a:xfrm>
            <a:off x="576263" y="792510"/>
            <a:ext cx="6227762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FF00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bIns="0"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30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8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4pPr>
            <a:lvl5pPr marL="2057400" indent="-228600" eaLnBrk="0" hangingPunct="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CN" sz="2800" dirty="0">
                <a:solidFill>
                  <a:schemeClr val="accent2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2. </a:t>
            </a:r>
            <a:r>
              <a:rPr kumimoji="1" lang="zh-CN" altLang="en-US" sz="2800" dirty="0">
                <a:solidFill>
                  <a:schemeClr val="accent2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迟滞比较器</a:t>
            </a:r>
          </a:p>
        </p:txBody>
      </p:sp>
      <p:sp>
        <p:nvSpPr>
          <p:cNvPr id="4" name="Rectangle 6"/>
          <p:cNvSpPr>
            <a:spLocks noChangeArrowheads="1"/>
          </p:cNvSpPr>
          <p:nvPr/>
        </p:nvSpPr>
        <p:spPr bwMode="auto">
          <a:xfrm>
            <a:off x="458788" y="1295400"/>
            <a:ext cx="4418012" cy="4801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1pPr>
            <a:lvl2pPr marL="762000" indent="-285750"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30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2pPr>
            <a:lvl3pPr marL="1181100" indent="-228600"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8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4pPr>
            <a:lvl5pPr marL="2057400" indent="-228600" eaLnBrk="0" hangingPunct="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9pPr>
          </a:lstStyle>
          <a:p>
            <a:pPr algn="just" eaLnBrk="1" hangingPunct="1">
              <a:lnSpc>
                <a:spcPct val="13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zh-CN" alt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（</a:t>
            </a:r>
            <a:r>
              <a:rPr lang="en-US" altLang="zh-CN" sz="24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1</a:t>
            </a:r>
            <a:r>
              <a:rPr lang="zh-CN" alt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）</a:t>
            </a:r>
            <a:r>
              <a:rPr lang="zh-CN" altLang="en-US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电路组成（反相输入）</a:t>
            </a:r>
            <a:endParaRPr lang="zh-CN" altLang="en-US" sz="2400" dirty="0">
              <a:solidFill>
                <a:srgbClr val="000000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8" name="Rectangle 10"/>
          <p:cNvSpPr>
            <a:spLocks noChangeArrowheads="1"/>
          </p:cNvSpPr>
          <p:nvPr/>
        </p:nvSpPr>
        <p:spPr bwMode="auto">
          <a:xfrm>
            <a:off x="439738" y="1787525"/>
            <a:ext cx="2552700" cy="4801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1pPr>
            <a:lvl2pPr marL="762000" indent="-285750"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30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2pPr>
            <a:lvl3pPr marL="1181100" indent="-228600"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8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4pPr>
            <a:lvl5pPr marL="2057400" indent="-228600" eaLnBrk="0" hangingPunct="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9pPr>
          </a:lstStyle>
          <a:p>
            <a:pPr algn="just" eaLnBrk="1" hangingPunct="1">
              <a:lnSpc>
                <a:spcPct val="13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zh-CN" alt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（</a:t>
            </a:r>
            <a:r>
              <a:rPr lang="en-US" altLang="zh-CN" sz="24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2</a:t>
            </a:r>
            <a:r>
              <a:rPr lang="zh-CN" alt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）</a:t>
            </a:r>
            <a:r>
              <a:rPr lang="zh-CN" altLang="en-US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门限电压</a:t>
            </a:r>
            <a:endParaRPr lang="zh-CN" altLang="en-US" sz="2400" dirty="0">
              <a:solidFill>
                <a:srgbClr val="000000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15" name="Object 17"/>
          <p:cNvGraphicFramePr>
            <a:graphicFrameLocks noChangeAspect="1"/>
          </p:cNvGraphicFramePr>
          <p:nvPr>
            <p:extLst/>
          </p:nvPr>
        </p:nvGraphicFramePr>
        <p:xfrm>
          <a:off x="658813" y="3213100"/>
          <a:ext cx="3179762" cy="800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526" name="Equation" r:id="rId4" imgW="1765080" imgH="444240" progId="Equation.DSMT4">
                  <p:embed/>
                </p:oleObj>
              </mc:Choice>
              <mc:Fallback>
                <p:oleObj name="Equation" r:id="rId4" imgW="1765080" imgH="444240" progId="Equation.DSMT4">
                  <p:embed/>
                  <p:pic>
                    <p:nvPicPr>
                      <p:cNvPr id="15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8813" y="3213100"/>
                        <a:ext cx="3179762" cy="800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Object 18"/>
          <p:cNvGraphicFramePr>
            <a:graphicFrameLocks noChangeAspect="1"/>
          </p:cNvGraphicFramePr>
          <p:nvPr>
            <p:extLst/>
          </p:nvPr>
        </p:nvGraphicFramePr>
        <p:xfrm>
          <a:off x="1352242" y="4861495"/>
          <a:ext cx="2787710" cy="79975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527" name="Equation" r:id="rId6" imgW="1548728" imgH="444307" progId="Equation.3">
                  <p:embed/>
                </p:oleObj>
              </mc:Choice>
              <mc:Fallback>
                <p:oleObj name="Equation" r:id="rId6" imgW="1548728" imgH="444307" progId="Equation.3">
                  <p:embed/>
                  <p:pic>
                    <p:nvPicPr>
                      <p:cNvPr id="16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52242" y="4861495"/>
                        <a:ext cx="2787710" cy="79975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AutoShape 19"/>
          <p:cNvSpPr>
            <a:spLocks/>
          </p:cNvSpPr>
          <p:nvPr/>
        </p:nvSpPr>
        <p:spPr bwMode="auto">
          <a:xfrm>
            <a:off x="1148423" y="4257232"/>
            <a:ext cx="88900" cy="1260000"/>
          </a:xfrm>
          <a:prstGeom prst="leftBrace">
            <a:avLst>
              <a:gd name="adj1" fmla="val 131250"/>
              <a:gd name="adj2" fmla="val 50000"/>
            </a:avLst>
          </a:prstGeom>
          <a:noFill/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30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8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4pPr>
            <a:lvl5pPr marL="2057400" indent="-228600" eaLnBrk="0" hangingPunct="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zh-CN" altLang="en-US" sz="2400">
              <a:latin typeface="Times New Roman" panose="02020603050405020304" pitchFamily="18" charset="0"/>
            </a:endParaRPr>
          </a:p>
        </p:txBody>
      </p:sp>
      <p:sp>
        <p:nvSpPr>
          <p:cNvPr id="18" name="Rectangle 20"/>
          <p:cNvSpPr>
            <a:spLocks noChangeArrowheads="1"/>
          </p:cNvSpPr>
          <p:nvPr/>
        </p:nvSpPr>
        <p:spPr bwMode="auto">
          <a:xfrm>
            <a:off x="4427984" y="4229218"/>
            <a:ext cx="2047875" cy="4801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1pPr>
            <a:lvl2pPr marL="762000" indent="-285750"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30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2pPr>
            <a:lvl3pPr marL="1181100" indent="-228600"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8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4pPr>
            <a:lvl5pPr marL="2057400" indent="-228600" eaLnBrk="0" hangingPunct="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9pPr>
          </a:lstStyle>
          <a:p>
            <a:pPr algn="just" eaLnBrk="1" hangingPunct="1">
              <a:lnSpc>
                <a:spcPct val="13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zh-CN" altLang="en-US" sz="2400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上门限电压</a:t>
            </a:r>
          </a:p>
        </p:txBody>
      </p:sp>
      <p:sp>
        <p:nvSpPr>
          <p:cNvPr id="19" name="Rectangle 21"/>
          <p:cNvSpPr>
            <a:spLocks noChangeArrowheads="1"/>
          </p:cNvSpPr>
          <p:nvPr/>
        </p:nvSpPr>
        <p:spPr bwMode="auto">
          <a:xfrm>
            <a:off x="4429571" y="5021306"/>
            <a:ext cx="2047875" cy="4801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1pPr>
            <a:lvl2pPr marL="762000" indent="-285750"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30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2pPr>
            <a:lvl3pPr marL="1181100" indent="-228600"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8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4pPr>
            <a:lvl5pPr marL="2057400" indent="-228600" eaLnBrk="0" hangingPunct="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9pPr>
          </a:lstStyle>
          <a:p>
            <a:pPr algn="just" eaLnBrk="1" hangingPunct="1">
              <a:lnSpc>
                <a:spcPct val="13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zh-CN" altLang="en-US" sz="2400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下门限电压</a:t>
            </a:r>
          </a:p>
        </p:txBody>
      </p:sp>
      <p:sp>
        <p:nvSpPr>
          <p:cNvPr id="20" name="Rectangle 22"/>
          <p:cNvSpPr>
            <a:spLocks noChangeArrowheads="1"/>
          </p:cNvSpPr>
          <p:nvPr/>
        </p:nvSpPr>
        <p:spPr bwMode="auto">
          <a:xfrm>
            <a:off x="1746880" y="5718988"/>
            <a:ext cx="2047875" cy="4801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1pPr>
            <a:lvl2pPr marL="762000" indent="-285750"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30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2pPr>
            <a:lvl3pPr marL="1181100" indent="-228600"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8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4pPr>
            <a:lvl5pPr marL="2057400" indent="-228600" eaLnBrk="0" hangingPunct="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9pPr>
          </a:lstStyle>
          <a:p>
            <a:pPr algn="just" eaLnBrk="1" hangingPunct="1">
              <a:lnSpc>
                <a:spcPct val="13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zh-CN" altLang="en-US" sz="240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回差电压</a:t>
            </a:r>
          </a:p>
        </p:txBody>
      </p:sp>
      <p:graphicFrame>
        <p:nvGraphicFramePr>
          <p:cNvPr id="21" name="Object 23"/>
          <p:cNvGraphicFramePr>
            <a:graphicFrameLocks noChangeAspect="1"/>
          </p:cNvGraphicFramePr>
          <p:nvPr>
            <p:extLst/>
          </p:nvPr>
        </p:nvGraphicFramePr>
        <p:xfrm>
          <a:off x="3278594" y="5536778"/>
          <a:ext cx="4029710" cy="844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528" name="Equation" r:id="rId8" imgW="2120900" imgH="444500" progId="Equation.3">
                  <p:embed/>
                </p:oleObj>
              </mc:Choice>
              <mc:Fallback>
                <p:oleObj name="Equation" r:id="rId8" imgW="2120900" imgH="444500" progId="Equation.3">
                  <p:embed/>
                  <p:pic>
                    <p:nvPicPr>
                      <p:cNvPr id="21" name="Objec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78594" y="5536778"/>
                        <a:ext cx="4029710" cy="844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" name="AutoShape 12"/>
          <p:cNvSpPr>
            <a:spLocks noChangeArrowheads="1"/>
          </p:cNvSpPr>
          <p:nvPr/>
        </p:nvSpPr>
        <p:spPr bwMode="auto">
          <a:xfrm>
            <a:off x="8025023" y="1258134"/>
            <a:ext cx="996012" cy="442674"/>
          </a:xfrm>
          <a:prstGeom prst="wedgeRoundRectCallout">
            <a:avLst>
              <a:gd name="adj1" fmla="val -95894"/>
              <a:gd name="adj2" fmla="val 101255"/>
              <a:gd name="adj3" fmla="val 16667"/>
            </a:avLst>
          </a:prstGeom>
          <a:solidFill>
            <a:srgbClr val="CCFFCC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30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8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4pPr>
            <a:lvl5pPr marL="2057400" indent="-228600" eaLnBrk="0" hangingPunct="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kumimoji="1" lang="zh-CN" altLang="en-US" sz="2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正反馈</a:t>
            </a:r>
          </a:p>
        </p:txBody>
      </p:sp>
      <p:sp>
        <p:nvSpPr>
          <p:cNvPr id="23" name="Rectangle 4"/>
          <p:cNvSpPr>
            <a:spLocks noChangeArrowheads="1"/>
          </p:cNvSpPr>
          <p:nvPr/>
        </p:nvSpPr>
        <p:spPr bwMode="auto">
          <a:xfrm>
            <a:off x="755650" y="116632"/>
            <a:ext cx="7516813" cy="5540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FF00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30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8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4pPr>
            <a:lvl5pPr marL="2057400" indent="-228600" eaLnBrk="0" hangingPunct="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9pPr>
          </a:lstStyle>
          <a:p>
            <a:pPr algn="just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dirty="0" smtClean="0">
                <a:solidFill>
                  <a:srgbClr val="0000CC"/>
                </a:solidFill>
                <a:latin typeface="Times New Roman" panose="02020603050405020304" pitchFamily="18" charset="0"/>
              </a:rPr>
              <a:t>9.8.1  </a:t>
            </a:r>
            <a:r>
              <a:rPr lang="zh-CN" altLang="en-US" dirty="0">
                <a:solidFill>
                  <a:srgbClr val="0000CC"/>
                </a:solidFill>
                <a:latin typeface="Times New Roman" panose="02020603050405020304" pitchFamily="18" charset="0"/>
              </a:rPr>
              <a:t>电压比较器</a:t>
            </a:r>
          </a:p>
        </p:txBody>
      </p:sp>
      <p:graphicFrame>
        <p:nvGraphicFramePr>
          <p:cNvPr id="24" name="Object 17"/>
          <p:cNvGraphicFramePr>
            <a:graphicFrameLocks noChangeAspect="1"/>
          </p:cNvGraphicFramePr>
          <p:nvPr>
            <p:extLst/>
          </p:nvPr>
        </p:nvGraphicFramePr>
        <p:xfrm>
          <a:off x="1337954" y="4069407"/>
          <a:ext cx="2787710" cy="79975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529" name="Equation" r:id="rId10" imgW="1548728" imgH="444307" progId="Equation.3">
                  <p:embed/>
                </p:oleObj>
              </mc:Choice>
              <mc:Fallback>
                <p:oleObj name="Equation" r:id="rId10" imgW="1548728" imgH="444307" progId="Equation.3">
                  <p:embed/>
                  <p:pic>
                    <p:nvPicPr>
                      <p:cNvPr id="24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37954" y="4069407"/>
                        <a:ext cx="2787710" cy="79975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" name="Rectangle 10"/>
          <p:cNvSpPr>
            <a:spLocks noChangeArrowheads="1"/>
          </p:cNvSpPr>
          <p:nvPr/>
        </p:nvSpPr>
        <p:spPr bwMode="auto">
          <a:xfrm>
            <a:off x="3995936" y="3372961"/>
            <a:ext cx="4832092" cy="4801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1pPr>
            <a:lvl2pPr marL="762000" indent="-285750"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30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2pPr>
            <a:lvl3pPr marL="1181100" indent="-228600"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8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4pPr>
            <a:lvl5pPr marL="2057400" indent="-228600" eaLnBrk="0" hangingPunct="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9pPr>
          </a:lstStyle>
          <a:p>
            <a:pPr algn="just" eaLnBrk="1" hangingPunct="1">
              <a:lnSpc>
                <a:spcPct val="130000"/>
              </a:lnSpc>
              <a:spcBef>
                <a:spcPct val="0"/>
              </a:spcBef>
              <a:buNone/>
            </a:pPr>
            <a:r>
              <a:rPr lang="zh-CN" altLang="en-US" sz="2400" dirty="0" smtClean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对应</a:t>
            </a:r>
            <a:r>
              <a:rPr lang="en-US" altLang="zh-CN" sz="2400" i="1" dirty="0" err="1" smtClean="0">
                <a:solidFill>
                  <a:srgbClr val="000000"/>
                </a:solidFill>
                <a:latin typeface="Book Antiqua" panose="0204060205030503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v</a:t>
            </a:r>
            <a:r>
              <a:rPr lang="en-US" altLang="zh-CN" sz="2400" baseline="-25000" dirty="0" err="1" smtClean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O</a:t>
            </a:r>
            <a:r>
              <a:rPr lang="zh-CN" altLang="en-US" sz="2400" dirty="0" smtClean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的</a:t>
            </a:r>
            <a:r>
              <a:rPr lang="en-US" altLang="zh-CN" sz="24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2</a:t>
            </a:r>
            <a:r>
              <a:rPr lang="zh-CN" altLang="en-US" sz="2400" dirty="0" smtClean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个电压值有</a:t>
            </a:r>
            <a:r>
              <a:rPr lang="en-US" altLang="zh-CN" sz="2400" dirty="0" smtClean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2</a:t>
            </a:r>
            <a:r>
              <a:rPr lang="zh-CN" altLang="en-US" sz="2400" dirty="0" smtClean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个</a:t>
            </a:r>
            <a:r>
              <a:rPr lang="zh-CN" altLang="en-US" sz="2400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门限</a:t>
            </a:r>
            <a:r>
              <a:rPr lang="zh-CN" altLang="en-US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电压</a:t>
            </a:r>
            <a:endParaRPr lang="zh-CN" altLang="en-US" sz="2400" dirty="0">
              <a:solidFill>
                <a:srgbClr val="000000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25" name="Rectangle 11"/>
          <p:cNvSpPr>
            <a:spLocks noChangeArrowheads="1"/>
          </p:cNvSpPr>
          <p:nvPr/>
        </p:nvSpPr>
        <p:spPr bwMode="auto">
          <a:xfrm>
            <a:off x="1142536" y="2251966"/>
            <a:ext cx="5466561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indent="269875"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1pPr>
            <a:lvl2pPr marL="908050" indent="-436563"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30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2pPr>
            <a:lvl3pPr marL="1304925" indent="-395288"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8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3pPr>
            <a:lvl4pPr marL="1693863" indent="-387350"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4pPr>
            <a:lvl5pPr marL="2093913" indent="-398463" eaLnBrk="0" hangingPunct="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5pPr>
            <a:lvl6pPr marL="2551113" indent="-398463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6pPr>
            <a:lvl7pPr marL="3008313" indent="-398463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7pPr>
            <a:lvl8pPr marL="3465513" indent="-398463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8pPr>
            <a:lvl9pPr marL="3922713" indent="-398463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9pPr>
          </a:lstStyle>
          <a:p>
            <a:pPr indent="0"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CN" sz="2400" i="1" dirty="0" err="1" smtClean="0">
                <a:solidFill>
                  <a:srgbClr val="0000CC"/>
                </a:solidFill>
                <a:latin typeface="Book Antiqua" panose="0204060205030503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v</a:t>
            </a:r>
            <a:r>
              <a:rPr kumimoji="1" lang="en-US" altLang="zh-CN" sz="2400" baseline="-30000" dirty="0" err="1" smtClean="0">
                <a:solidFill>
                  <a:srgbClr val="0000CC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O</a:t>
            </a:r>
            <a:r>
              <a:rPr kumimoji="1" lang="zh-CN" altLang="en-US" sz="2400" dirty="0" smtClean="0">
                <a:solidFill>
                  <a:srgbClr val="0000CC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跳变时对应的输入电压即为门限电压</a:t>
            </a:r>
            <a:endParaRPr kumimoji="1" lang="zh-CN" altLang="en-US" sz="2400" dirty="0">
              <a:solidFill>
                <a:srgbClr val="0000CC"/>
              </a:solidFill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26" name="Rectangle 11"/>
          <p:cNvSpPr>
            <a:spLocks noChangeArrowheads="1"/>
          </p:cNvSpPr>
          <p:nvPr/>
        </p:nvSpPr>
        <p:spPr bwMode="auto">
          <a:xfrm>
            <a:off x="1109545" y="2720925"/>
            <a:ext cx="3937168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indent="269875"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1pPr>
            <a:lvl2pPr marL="908050" indent="-436563"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30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2pPr>
            <a:lvl3pPr marL="1304925" indent="-395288"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8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3pPr>
            <a:lvl4pPr marL="1693863" indent="-387350"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4pPr>
            <a:lvl5pPr marL="2093913" indent="-398463" eaLnBrk="0" hangingPunct="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5pPr>
            <a:lvl6pPr marL="2551113" indent="-398463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6pPr>
            <a:lvl7pPr marL="3008313" indent="-398463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7pPr>
            <a:lvl8pPr marL="3465513" indent="-398463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8pPr>
            <a:lvl9pPr marL="3922713" indent="-398463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9pPr>
          </a:lstStyle>
          <a:p>
            <a:pPr indent="0"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CN" sz="2400" i="1" dirty="0" err="1" smtClean="0">
                <a:latin typeface="Book Antiqua" panose="0204060205030503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v</a:t>
            </a:r>
            <a:r>
              <a:rPr kumimoji="1" lang="en-US" altLang="zh-CN" sz="2400" baseline="-30000" dirty="0" err="1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O</a:t>
            </a:r>
            <a:r>
              <a:rPr kumimoji="1" lang="zh-CN" altLang="en-US" sz="2400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跳变瞬间有</a:t>
            </a:r>
            <a:r>
              <a:rPr kumimoji="1" lang="en-US" altLang="zh-CN" sz="2400" i="1" dirty="0" err="1" smtClean="0">
                <a:latin typeface="Book Antiqua" panose="0204060205030503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v</a:t>
            </a:r>
            <a:r>
              <a:rPr kumimoji="1" lang="en-US" altLang="zh-CN" sz="2400" baseline="-30000" dirty="0" err="1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I</a:t>
            </a:r>
            <a:r>
              <a:rPr kumimoji="1" lang="en-US" altLang="zh-CN" sz="2400" baseline="-30000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kumimoji="1" lang="en-US" altLang="zh-CN" sz="2400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=</a:t>
            </a:r>
            <a:r>
              <a:rPr kumimoji="1" lang="en-US" altLang="zh-CN" sz="2400" i="1" dirty="0" smtClean="0">
                <a:latin typeface="Book Antiqua" panose="0204060205030503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kumimoji="1" lang="en-US" altLang="zh-CN" sz="2400" i="1" dirty="0" err="1" smtClean="0">
                <a:latin typeface="Book Antiqua" panose="0204060205030503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v</a:t>
            </a:r>
            <a:r>
              <a:rPr kumimoji="1" lang="en-US" altLang="zh-CN" sz="2400" baseline="-30000" dirty="0" err="1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N</a:t>
            </a:r>
            <a:r>
              <a:rPr kumimoji="1" lang="en-US" altLang="zh-CN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=</a:t>
            </a:r>
            <a:r>
              <a:rPr kumimoji="1" lang="en-US" altLang="zh-CN" sz="2400" i="1" dirty="0">
                <a:latin typeface="Book Antiqua" panose="0204060205030503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kumimoji="1" lang="en-US" altLang="zh-CN" sz="2400" i="1" dirty="0" err="1" smtClean="0">
                <a:latin typeface="Book Antiqua" panose="0204060205030503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v</a:t>
            </a:r>
            <a:r>
              <a:rPr kumimoji="1" lang="en-US" altLang="zh-CN" sz="2400" baseline="-30000" dirty="0" err="1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P</a:t>
            </a:r>
            <a:r>
              <a:rPr kumimoji="1" lang="zh-CN" altLang="en-US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，</a:t>
            </a:r>
          </a:p>
        </p:txBody>
      </p:sp>
      <p:sp>
        <p:nvSpPr>
          <p:cNvPr id="27" name="Rectangle 11"/>
          <p:cNvSpPr>
            <a:spLocks noChangeArrowheads="1"/>
          </p:cNvSpPr>
          <p:nvPr/>
        </p:nvSpPr>
        <p:spPr bwMode="auto">
          <a:xfrm>
            <a:off x="4860032" y="2720925"/>
            <a:ext cx="3283271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indent="269875"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1pPr>
            <a:lvl2pPr marL="908050" indent="-436563"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30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2pPr>
            <a:lvl3pPr marL="1304925" indent="-395288"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8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3pPr>
            <a:lvl4pPr marL="1693863" indent="-387350"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4pPr>
            <a:lvl5pPr marL="2093913" indent="-398463" eaLnBrk="0" hangingPunct="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5pPr>
            <a:lvl6pPr marL="2551113" indent="-398463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6pPr>
            <a:lvl7pPr marL="3008313" indent="-398463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7pPr>
            <a:lvl8pPr marL="3465513" indent="-398463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8pPr>
            <a:lvl9pPr marL="3922713" indent="-398463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9pPr>
          </a:lstStyle>
          <a:p>
            <a:pPr indent="0"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CN" sz="2400" i="1" dirty="0" err="1" smtClean="0">
                <a:latin typeface="Book Antiqua" panose="0204060205030503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v</a:t>
            </a:r>
            <a:r>
              <a:rPr kumimoji="1" lang="en-US" altLang="zh-CN" sz="2400" baseline="-30000" dirty="0" err="1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P</a:t>
            </a:r>
            <a:r>
              <a:rPr kumimoji="1" lang="zh-CN" altLang="en-US" sz="2400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同时与</a:t>
            </a:r>
            <a:r>
              <a:rPr kumimoji="1" lang="en-US" altLang="zh-CN" sz="2400" i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V</a:t>
            </a:r>
            <a:r>
              <a:rPr kumimoji="1" lang="en-US" altLang="zh-CN" sz="2400" baseline="-30000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REF</a:t>
            </a:r>
            <a:r>
              <a:rPr kumimoji="1" lang="zh-CN" altLang="en-US" sz="2400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和</a:t>
            </a:r>
            <a:r>
              <a:rPr kumimoji="1" lang="en-US" altLang="zh-CN" sz="2400" i="1" dirty="0" err="1">
                <a:latin typeface="Book Antiqua" panose="0204060205030503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v</a:t>
            </a:r>
            <a:r>
              <a:rPr kumimoji="1" lang="en-US" altLang="zh-CN" sz="2400" baseline="-30000" dirty="0" err="1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O</a:t>
            </a:r>
            <a:r>
              <a:rPr kumimoji="1" lang="zh-CN" altLang="en-US" sz="2400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有关</a:t>
            </a:r>
            <a:endParaRPr kumimoji="1" lang="zh-CN" altLang="en-US" sz="2400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107567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4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4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5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500"/>
                            </p:stCondLst>
                            <p:childTnLst>
                              <p:par>
                                <p:cTn id="53" presetID="18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5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1000"/>
                            </p:stCondLst>
                            <p:childTnLst>
                              <p:par>
                                <p:cTn id="57" presetID="18" presetClass="entr" presetSubtype="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5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6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500"/>
                            </p:stCondLst>
                            <p:childTnLst>
                              <p:par>
                                <p:cTn id="66" presetID="18" presetClass="entr" presetSubtype="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6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500"/>
                            </p:stCondLst>
                            <p:childTnLst>
                              <p:par>
                                <p:cTn id="75" presetID="18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utoUpdateAnimBg="0"/>
      <p:bldP spid="8" grpId="0" autoUpdateAnimBg="0"/>
      <p:bldP spid="17" grpId="0" animBg="1"/>
      <p:bldP spid="18" grpId="0" autoUpdateAnimBg="0"/>
      <p:bldP spid="19" grpId="0" autoUpdateAnimBg="0"/>
      <p:bldP spid="20" grpId="0" autoUpdateAnimBg="0"/>
      <p:bldP spid="22" grpId="0" animBg="1"/>
      <p:bldP spid="28" grpId="0" autoUpdateAnimBg="0"/>
      <p:bldP spid="25" grpId="0" autoUpdateAnimBg="0"/>
      <p:bldP spid="26" grpId="0" autoUpdateAnimBg="0"/>
      <p:bldP spid="27" grpId="0" autoUpdateAnimBg="0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图片 19" descr="屏幕剪辑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92080" y="116632"/>
            <a:ext cx="2762636" cy="1520402"/>
          </a:xfrm>
          <a:prstGeom prst="rect">
            <a:avLst/>
          </a:prstGeom>
        </p:spPr>
      </p:pic>
      <p:sp>
        <p:nvSpPr>
          <p:cNvPr id="55302" name="Rectangle 12"/>
          <p:cNvSpPr>
            <a:spLocks noChangeArrowheads="1"/>
          </p:cNvSpPr>
          <p:nvPr/>
        </p:nvSpPr>
        <p:spPr bwMode="auto">
          <a:xfrm>
            <a:off x="436563" y="1289638"/>
            <a:ext cx="2478087" cy="4801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1pPr>
            <a:lvl2pPr marL="762000" indent="-285750"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30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2pPr>
            <a:lvl3pPr marL="1181100" indent="-228600"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8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4pPr>
            <a:lvl5pPr marL="2057400" indent="-228600" eaLnBrk="0" hangingPunct="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9pPr>
          </a:lstStyle>
          <a:p>
            <a:pPr algn="just" eaLnBrk="1" hangingPunct="1">
              <a:lnSpc>
                <a:spcPct val="13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zh-CN" alt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（</a:t>
            </a:r>
            <a:r>
              <a:rPr lang="en-US" altLang="zh-CN" sz="24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3</a:t>
            </a:r>
            <a:r>
              <a:rPr lang="zh-CN" alt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）</a:t>
            </a:r>
            <a:r>
              <a:rPr lang="zh-CN" altLang="en-US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传输特性</a:t>
            </a:r>
            <a:endParaRPr lang="zh-CN" altLang="en-US" sz="2400" dirty="0">
              <a:solidFill>
                <a:srgbClr val="000000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55305" name="Object 15"/>
          <p:cNvGraphicFramePr>
            <a:graphicFrameLocks noChangeAspect="1"/>
          </p:cNvGraphicFramePr>
          <p:nvPr>
            <p:extLst/>
          </p:nvPr>
        </p:nvGraphicFramePr>
        <p:xfrm>
          <a:off x="1950019" y="1700808"/>
          <a:ext cx="2477965" cy="71089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520" name="Equation" r:id="rId4" imgW="1548728" imgH="444307" progId="Equation.3">
                  <p:embed/>
                </p:oleObj>
              </mc:Choice>
              <mc:Fallback>
                <p:oleObj name="Equation" r:id="rId4" imgW="1548728" imgH="444307" progId="Equation.3">
                  <p:embed/>
                  <p:pic>
                    <p:nvPicPr>
                      <p:cNvPr id="55305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50019" y="1700808"/>
                        <a:ext cx="2477965" cy="71089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5306" name="Object 16"/>
          <p:cNvGraphicFramePr>
            <a:graphicFrameLocks noChangeAspect="1"/>
          </p:cNvGraphicFramePr>
          <p:nvPr>
            <p:extLst/>
          </p:nvPr>
        </p:nvGraphicFramePr>
        <p:xfrm>
          <a:off x="1950019" y="2420888"/>
          <a:ext cx="2477965" cy="71089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521" name="Equation" r:id="rId6" imgW="1548728" imgH="444307" progId="Equation.3">
                  <p:embed/>
                </p:oleObj>
              </mc:Choice>
              <mc:Fallback>
                <p:oleObj name="Equation" r:id="rId6" imgW="1548728" imgH="444307" progId="Equation.3">
                  <p:embed/>
                  <p:pic>
                    <p:nvPicPr>
                      <p:cNvPr id="55306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50019" y="2420888"/>
                        <a:ext cx="2477965" cy="71089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Rectangle 17"/>
          <p:cNvSpPr>
            <a:spLocks noChangeArrowheads="1"/>
          </p:cNvSpPr>
          <p:nvPr/>
        </p:nvSpPr>
        <p:spPr bwMode="auto">
          <a:xfrm>
            <a:off x="436563" y="3092885"/>
            <a:ext cx="2478087" cy="4801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1pPr>
            <a:lvl2pPr marL="762000" indent="-285750"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30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2pPr>
            <a:lvl3pPr marL="1181100" indent="-228600"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8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4pPr>
            <a:lvl5pPr marL="2057400" indent="-228600" eaLnBrk="0" hangingPunct="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9pPr>
          </a:lstStyle>
          <a:p>
            <a:pPr algn="just" eaLnBrk="1" hangingPunct="1">
              <a:lnSpc>
                <a:spcPct val="13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zh-CN" alt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（</a:t>
            </a:r>
            <a:r>
              <a:rPr lang="en-US" altLang="zh-CN" sz="24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4</a:t>
            </a:r>
            <a:r>
              <a:rPr lang="zh-CN" altLang="en-US" sz="2400" dirty="0" smtClean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）特点</a:t>
            </a:r>
            <a:endParaRPr lang="zh-CN" altLang="en-US" sz="2400" dirty="0">
              <a:solidFill>
                <a:srgbClr val="000000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9" name="Rectangle 4"/>
          <p:cNvSpPr>
            <a:spLocks noChangeArrowheads="1"/>
          </p:cNvSpPr>
          <p:nvPr/>
        </p:nvSpPr>
        <p:spPr bwMode="auto">
          <a:xfrm>
            <a:off x="755650" y="116632"/>
            <a:ext cx="7516813" cy="5540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FF00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30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8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4pPr>
            <a:lvl5pPr marL="2057400" indent="-228600" eaLnBrk="0" hangingPunct="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9pPr>
          </a:lstStyle>
          <a:p>
            <a:pPr algn="just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dirty="0" smtClean="0">
                <a:solidFill>
                  <a:srgbClr val="0000CC"/>
                </a:solidFill>
                <a:latin typeface="Times New Roman" panose="02020603050405020304" pitchFamily="18" charset="0"/>
              </a:rPr>
              <a:t>9.8.1  </a:t>
            </a:r>
            <a:r>
              <a:rPr lang="zh-CN" altLang="en-US" dirty="0">
                <a:solidFill>
                  <a:srgbClr val="0000CC"/>
                </a:solidFill>
                <a:latin typeface="Times New Roman" panose="02020603050405020304" pitchFamily="18" charset="0"/>
              </a:rPr>
              <a:t>电压比较器</a:t>
            </a:r>
          </a:p>
        </p:txBody>
      </p:sp>
      <p:sp>
        <p:nvSpPr>
          <p:cNvPr id="16" name="Rectangle 18"/>
          <p:cNvSpPr>
            <a:spLocks noChangeArrowheads="1"/>
          </p:cNvSpPr>
          <p:nvPr/>
        </p:nvSpPr>
        <p:spPr bwMode="auto">
          <a:xfrm>
            <a:off x="827088" y="3573016"/>
            <a:ext cx="4608512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1pPr>
            <a:lvl2pPr marL="762000" indent="-285750"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30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2pPr>
            <a:lvl3pPr marL="1181100" indent="-228600"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8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4pPr>
            <a:lvl5pPr marL="2057400" indent="-228600" eaLnBrk="0" hangingPunct="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9pPr>
          </a:lstStyle>
          <a:p>
            <a:pPr algn="just" eaLnBrk="1" hangingPunct="1">
              <a:lnSpc>
                <a:spcPct val="130000"/>
              </a:lnSpc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en-US" altLang="zh-CN" sz="20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zh-CN" alt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门限电压随输出电压变化</a:t>
            </a:r>
          </a:p>
        </p:txBody>
      </p:sp>
      <p:sp>
        <p:nvSpPr>
          <p:cNvPr id="17" name="Rectangle 19"/>
          <p:cNvSpPr>
            <a:spLocks noChangeArrowheads="1"/>
          </p:cNvSpPr>
          <p:nvPr/>
        </p:nvSpPr>
        <p:spPr bwMode="auto">
          <a:xfrm>
            <a:off x="827088" y="3983649"/>
            <a:ext cx="4608512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1pPr>
            <a:lvl2pPr marL="762000" indent="-285750"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30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2pPr>
            <a:lvl3pPr marL="1181100" indent="-228600"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8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4pPr>
            <a:lvl5pPr marL="2057400" indent="-228600" eaLnBrk="0" hangingPunct="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9pPr>
          </a:lstStyle>
          <a:p>
            <a:pPr algn="just" eaLnBrk="1" hangingPunct="1">
              <a:lnSpc>
                <a:spcPct val="130000"/>
              </a:lnSpc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en-US" altLang="zh-CN" sz="20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zh-CN" alt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任何时刻只有一个有效的门限电压</a:t>
            </a:r>
          </a:p>
        </p:txBody>
      </p:sp>
      <p:sp>
        <p:nvSpPr>
          <p:cNvPr id="18" name="Rectangle 20"/>
          <p:cNvSpPr>
            <a:spLocks noChangeArrowheads="1"/>
          </p:cNvSpPr>
          <p:nvPr/>
        </p:nvSpPr>
        <p:spPr bwMode="auto">
          <a:xfrm>
            <a:off x="827088" y="5888604"/>
            <a:ext cx="465512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1pPr>
            <a:lvl2pPr marL="762000" indent="-285750"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30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2pPr>
            <a:lvl3pPr marL="1181100" indent="-228600"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8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4pPr>
            <a:lvl5pPr marL="2057400" indent="-228600" eaLnBrk="0" hangingPunct="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en-US" altLang="zh-CN" sz="20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zh-CN" alt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当</a:t>
            </a:r>
            <a:r>
              <a:rPr lang="zh-CN" altLang="en-US" sz="2000" dirty="0" smtClean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输入介于两</a:t>
            </a:r>
            <a:r>
              <a:rPr lang="zh-CN" alt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门限</a:t>
            </a:r>
            <a:r>
              <a:rPr lang="zh-CN" altLang="en-US" sz="2000" dirty="0" smtClean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之间变化时</a:t>
            </a:r>
            <a:r>
              <a:rPr lang="zh-CN" alt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输出</a:t>
            </a:r>
            <a:r>
              <a:rPr lang="zh-CN" altLang="en-US" sz="2000" dirty="0" smtClean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不变</a:t>
            </a:r>
            <a:endParaRPr lang="zh-CN" altLang="en-US" sz="2000" dirty="0">
              <a:solidFill>
                <a:srgbClr val="000000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21" name="Rectangle 3"/>
          <p:cNvSpPr>
            <a:spLocks noChangeArrowheads="1"/>
          </p:cNvSpPr>
          <p:nvPr/>
        </p:nvSpPr>
        <p:spPr bwMode="auto">
          <a:xfrm>
            <a:off x="576263" y="792510"/>
            <a:ext cx="6227762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FF00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bIns="0"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30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8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4pPr>
            <a:lvl5pPr marL="2057400" indent="-228600" eaLnBrk="0" hangingPunct="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CN" sz="2800" dirty="0">
                <a:solidFill>
                  <a:schemeClr val="accent2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2. </a:t>
            </a:r>
            <a:r>
              <a:rPr kumimoji="1" lang="zh-CN" altLang="en-US" sz="2800" dirty="0">
                <a:solidFill>
                  <a:schemeClr val="accent2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迟滞比较器</a:t>
            </a:r>
          </a:p>
        </p:txBody>
      </p:sp>
      <p:pic>
        <p:nvPicPr>
          <p:cNvPr id="2" name="图片 1" descr="屏幕剪辑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21603" y="1585983"/>
            <a:ext cx="2322805" cy="1589659"/>
          </a:xfrm>
          <a:prstGeom prst="rect">
            <a:avLst/>
          </a:prstGeom>
        </p:spPr>
      </p:pic>
      <p:pic>
        <p:nvPicPr>
          <p:cNvPr id="3" name="图片 2" descr="屏幕剪辑"/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28652" y="3052719"/>
            <a:ext cx="2322805" cy="1691876"/>
          </a:xfrm>
          <a:prstGeom prst="rect">
            <a:avLst/>
          </a:prstGeom>
        </p:spPr>
      </p:pic>
      <p:pic>
        <p:nvPicPr>
          <p:cNvPr id="4" name="图片 3" descr="屏幕剪辑"/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32828" y="4611186"/>
            <a:ext cx="2308706" cy="1536788"/>
          </a:xfrm>
          <a:prstGeom prst="rect">
            <a:avLst/>
          </a:prstGeom>
        </p:spPr>
      </p:pic>
      <p:sp>
        <p:nvSpPr>
          <p:cNvPr id="24" name="Rectangle 20"/>
          <p:cNvSpPr>
            <a:spLocks noChangeArrowheads="1"/>
          </p:cNvSpPr>
          <p:nvPr/>
        </p:nvSpPr>
        <p:spPr bwMode="auto">
          <a:xfrm>
            <a:off x="827088" y="4397517"/>
            <a:ext cx="4753024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>
            <a:lvl1pPr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1pPr>
            <a:lvl2pPr marL="762000" indent="-285750"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30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2pPr>
            <a:lvl3pPr marL="1181100" indent="-228600"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8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4pPr>
            <a:lvl5pPr marL="2057400" indent="-228600" eaLnBrk="0" hangingPunct="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9pPr>
          </a:lstStyle>
          <a:p>
            <a:pPr marL="252000" indent="-252000" algn="just" eaLnBrk="1" hangingPunct="1">
              <a:lnSpc>
                <a:spcPct val="120000"/>
              </a:lnSpc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zh-CN" altLang="en-US" sz="2000" dirty="0" smtClean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只有</a:t>
            </a:r>
            <a:r>
              <a:rPr lang="zh-CN" alt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当</a:t>
            </a:r>
            <a:r>
              <a:rPr lang="zh-CN" altLang="en-US" sz="2000" dirty="0" smtClean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输入从低于下门限增加到超过上</a:t>
            </a:r>
            <a:r>
              <a:rPr lang="zh-CN" alt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门限或</a:t>
            </a:r>
            <a:r>
              <a:rPr lang="zh-CN" altLang="en-US" sz="2000" dirty="0" smtClean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从高于上门限下降到低于下门限时，输出必定翻转</a:t>
            </a:r>
            <a:r>
              <a:rPr lang="zh-CN" alt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。翻转方向取决于输入输出的相位关系。</a:t>
            </a:r>
          </a:p>
        </p:txBody>
      </p:sp>
      <p:sp>
        <p:nvSpPr>
          <p:cNvPr id="25" name="Rectangle 11"/>
          <p:cNvSpPr>
            <a:spLocks noChangeArrowheads="1"/>
          </p:cNvSpPr>
          <p:nvPr/>
        </p:nvSpPr>
        <p:spPr bwMode="auto">
          <a:xfrm>
            <a:off x="7551930" y="4948971"/>
            <a:ext cx="1061509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FF00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30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8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4pPr>
            <a:lvl5pPr marL="2057400" indent="-228600" eaLnBrk="0" hangingPunct="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400" i="1" dirty="0" err="1" smtClean="0">
                <a:solidFill>
                  <a:srgbClr val="00B0F0"/>
                </a:solidFill>
                <a:latin typeface="Book Antiqua" panose="0204060205030503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v</a:t>
            </a:r>
            <a:r>
              <a:rPr lang="en-US" altLang="zh-CN" sz="1400" baseline="-25000" dirty="0" err="1" smtClean="0">
                <a:solidFill>
                  <a:srgbClr val="00B0F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O</a:t>
            </a:r>
            <a:r>
              <a:rPr lang="zh-CN" altLang="en-US" sz="1400" dirty="0" smtClean="0">
                <a:solidFill>
                  <a:srgbClr val="00B0F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与</a:t>
            </a:r>
            <a:r>
              <a:rPr lang="en-US" altLang="zh-CN" sz="1400" i="1" dirty="0" err="1" smtClean="0">
                <a:solidFill>
                  <a:srgbClr val="00B0F0"/>
                </a:solidFill>
                <a:latin typeface="Book Antiqua" panose="0204060205030503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v</a:t>
            </a:r>
            <a:r>
              <a:rPr lang="en-US" altLang="zh-CN" sz="1400" baseline="-25000" dirty="0" err="1" smtClean="0">
                <a:solidFill>
                  <a:srgbClr val="00B0F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I</a:t>
            </a:r>
            <a:r>
              <a:rPr lang="zh-CN" altLang="en-US" sz="1400" dirty="0" smtClean="0">
                <a:solidFill>
                  <a:srgbClr val="00B0F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反相</a:t>
            </a:r>
            <a:endParaRPr lang="zh-CN" altLang="en-US" sz="1400" dirty="0">
              <a:solidFill>
                <a:srgbClr val="00B0F0"/>
              </a:solidFill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246534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4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4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utoUpdateAnimBg="0"/>
      <p:bldP spid="16" grpId="0" autoUpdateAnimBg="0"/>
      <p:bldP spid="17" grpId="0" autoUpdateAnimBg="0"/>
      <p:bldP spid="18" grpId="0" autoUpdateAnimBg="0"/>
      <p:bldP spid="24" grpId="0" autoUpdateAnimBg="0"/>
      <p:bldP spid="25" grpId="0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4"/>
          <p:cNvSpPr>
            <a:spLocks noChangeArrowheads="1"/>
          </p:cNvSpPr>
          <p:nvPr/>
        </p:nvSpPr>
        <p:spPr bwMode="auto">
          <a:xfrm>
            <a:off x="250825" y="441325"/>
            <a:ext cx="8713788" cy="4318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30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8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4pPr>
            <a:lvl5pPr marL="2057400" indent="-228600" eaLnBrk="0" hangingPunct="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zh-CN" altLang="en-US" sz="2400">
              <a:latin typeface="Times New Roman" panose="02020603050405020304" pitchFamily="18" charset="0"/>
            </a:endParaRPr>
          </a:p>
        </p:txBody>
      </p:sp>
      <p:pic>
        <p:nvPicPr>
          <p:cNvPr id="3" name="图片 2" descr="屏幕剪辑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82552" y="476673"/>
            <a:ext cx="2570680" cy="2070548"/>
          </a:xfrm>
          <a:prstGeom prst="rect">
            <a:avLst/>
          </a:prstGeom>
        </p:spPr>
      </p:pic>
      <p:pic>
        <p:nvPicPr>
          <p:cNvPr id="4" name="图片 3" descr="屏幕剪辑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08104" y="2374385"/>
            <a:ext cx="3235713" cy="3940185"/>
          </a:xfrm>
          <a:prstGeom prst="rect">
            <a:avLst/>
          </a:prstGeom>
        </p:spPr>
      </p:pic>
      <p:pic>
        <p:nvPicPr>
          <p:cNvPr id="2" name="图片 1" descr="屏幕剪辑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55514" y="933180"/>
            <a:ext cx="3608574" cy="2130087"/>
          </a:xfrm>
          <a:prstGeom prst="rect">
            <a:avLst/>
          </a:prstGeom>
        </p:spPr>
      </p:pic>
      <p:sp>
        <p:nvSpPr>
          <p:cNvPr id="56324" name="Rectangle 7"/>
          <p:cNvSpPr>
            <a:spLocks noChangeArrowheads="1"/>
          </p:cNvSpPr>
          <p:nvPr/>
        </p:nvSpPr>
        <p:spPr bwMode="auto">
          <a:xfrm>
            <a:off x="38100" y="2636912"/>
            <a:ext cx="1069975" cy="5667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1pPr>
            <a:lvl2pPr marL="762000" indent="-285750"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30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2pPr>
            <a:lvl3pPr marL="1181100" indent="-228600"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8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4pPr>
            <a:lvl5pPr marL="2057400" indent="-228600" eaLnBrk="0" hangingPunct="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9pPr>
          </a:lstStyle>
          <a:p>
            <a:pPr algn="just" eaLnBrk="1" hangingPunct="1">
              <a:lnSpc>
                <a:spcPct val="13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zh-CN" altLang="en-US" sz="2400" dirty="0">
                <a:solidFill>
                  <a:srgbClr val="FF0000"/>
                </a:solidFill>
              </a:rPr>
              <a:t>解：</a:t>
            </a:r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466725" y="2735337"/>
            <a:ext cx="2625725" cy="4801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1pPr>
            <a:lvl2pPr marL="762000" indent="-285750"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30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2pPr>
            <a:lvl3pPr marL="1181100" indent="-228600"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8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4pPr>
            <a:lvl5pPr marL="2057400" indent="-228600" eaLnBrk="0" hangingPunct="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9pPr>
          </a:lstStyle>
          <a:p>
            <a:pPr algn="just" eaLnBrk="1" hangingPunct="1">
              <a:lnSpc>
                <a:spcPct val="13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zh-CN" alt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（</a:t>
            </a:r>
            <a:r>
              <a:rPr lang="en-US" altLang="zh-CN" sz="24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1</a:t>
            </a:r>
            <a:r>
              <a:rPr lang="zh-CN" alt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）门限电压</a:t>
            </a:r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auto">
          <a:xfrm>
            <a:off x="555625" y="5691188"/>
            <a:ext cx="3173413" cy="4801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1pPr>
            <a:lvl2pPr marL="762000" indent="-285750"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30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2pPr>
            <a:lvl3pPr marL="1181100" indent="-228600"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8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4pPr>
            <a:lvl5pPr marL="2057400" indent="-228600" eaLnBrk="0" hangingPunct="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9pPr>
          </a:lstStyle>
          <a:p>
            <a:pPr algn="just" eaLnBrk="1" hangingPunct="1">
              <a:lnSpc>
                <a:spcPct val="13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（</a:t>
            </a:r>
            <a:r>
              <a:rPr lang="en-US" altLang="zh-CN" sz="240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3</a:t>
            </a:r>
            <a:r>
              <a:rPr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）</a:t>
            </a:r>
            <a:r>
              <a:rPr lang="zh-CN" altLang="en-US" sz="240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输出电压波形</a:t>
            </a:r>
          </a:p>
        </p:txBody>
      </p:sp>
      <p:sp>
        <p:nvSpPr>
          <p:cNvPr id="56327" name="Text Box 10"/>
          <p:cNvSpPr txBox="1">
            <a:spLocks noChangeArrowheads="1"/>
          </p:cNvSpPr>
          <p:nvPr/>
        </p:nvSpPr>
        <p:spPr bwMode="auto">
          <a:xfrm>
            <a:off x="84138" y="130175"/>
            <a:ext cx="725487" cy="701675"/>
          </a:xfrm>
          <a:prstGeom prst="rect">
            <a:avLst/>
          </a:prstGeom>
          <a:solidFill>
            <a:srgbClr val="FFCC9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30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8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4pPr>
            <a:lvl5pPr marL="2057400" indent="-228600" eaLnBrk="0" hangingPunct="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kumimoji="1" lang="zh-CN" altLang="en-US" sz="4000">
                <a:solidFill>
                  <a:schemeClr val="accent2"/>
                </a:solidFill>
                <a:latin typeface="Times New Roman" panose="02020603050405020304" pitchFamily="18" charset="0"/>
              </a:rPr>
              <a:t>例</a:t>
            </a:r>
            <a:endParaRPr kumimoji="1" lang="zh-CN" altLang="en-US" sz="4000">
              <a:solidFill>
                <a:srgbClr val="8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56328" name="Rectangle 11"/>
          <p:cNvSpPr>
            <a:spLocks noChangeArrowheads="1"/>
          </p:cNvSpPr>
          <p:nvPr/>
        </p:nvSpPr>
        <p:spPr bwMode="auto">
          <a:xfrm>
            <a:off x="920750" y="114300"/>
            <a:ext cx="7179642" cy="8125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>
            <a:lvl1pPr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1pPr>
            <a:lvl2pPr marL="762000" indent="-285750"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30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2pPr>
            <a:lvl3pPr marL="1181100" indent="-228600"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8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4pPr>
            <a:lvl5pPr marL="2057400" indent="-228600" eaLnBrk="0" hangingPunct="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9pPr>
          </a:lstStyle>
          <a:p>
            <a:pPr algn="just" eaLnBrk="1" hangingPunct="1">
              <a:lnSpc>
                <a:spcPct val="110000"/>
              </a:lnSpc>
              <a:buFont typeface="Wingdings" panose="05000000000000000000" pitchFamily="2" charset="2"/>
              <a:buNone/>
            </a:pPr>
            <a:r>
              <a:rPr lang="zh-CN" altLang="en-US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电路如</a:t>
            </a:r>
            <a:r>
              <a:rPr lang="zh-CN" altLang="en-US" sz="2400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图所示</a:t>
            </a:r>
            <a:r>
              <a:rPr lang="zh-CN" altLang="en-US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，试求门限电压，画出传输特性</a:t>
            </a:r>
            <a:r>
              <a:rPr lang="zh-CN" altLang="en-US" sz="2400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和输入信号</a:t>
            </a:r>
            <a:r>
              <a:rPr lang="zh-CN" altLang="en-US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下的输出电压波形。</a:t>
            </a:r>
          </a:p>
        </p:txBody>
      </p:sp>
      <p:sp>
        <p:nvSpPr>
          <p:cNvPr id="13" name="Rectangle 12"/>
          <p:cNvSpPr>
            <a:spLocks noChangeArrowheads="1"/>
          </p:cNvSpPr>
          <p:nvPr/>
        </p:nvSpPr>
        <p:spPr bwMode="auto">
          <a:xfrm>
            <a:off x="539750" y="5216525"/>
            <a:ext cx="2652713" cy="4801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1pPr>
            <a:lvl2pPr marL="762000" indent="-285750"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30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2pPr>
            <a:lvl3pPr marL="1181100" indent="-228600"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8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4pPr>
            <a:lvl5pPr marL="2057400" indent="-228600" eaLnBrk="0" hangingPunct="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9pPr>
          </a:lstStyle>
          <a:p>
            <a:pPr algn="just" eaLnBrk="1" hangingPunct="1">
              <a:lnSpc>
                <a:spcPct val="13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（</a:t>
            </a:r>
            <a:r>
              <a:rPr lang="en-US" altLang="zh-CN" sz="240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2</a:t>
            </a:r>
            <a:r>
              <a:rPr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）传输特性</a:t>
            </a:r>
          </a:p>
        </p:txBody>
      </p:sp>
      <p:graphicFrame>
        <p:nvGraphicFramePr>
          <p:cNvPr id="17" name="Object 16"/>
          <p:cNvGraphicFramePr>
            <a:graphicFrameLocks noChangeAspect="1"/>
          </p:cNvGraphicFramePr>
          <p:nvPr>
            <p:extLst/>
          </p:nvPr>
        </p:nvGraphicFramePr>
        <p:xfrm>
          <a:off x="1330072" y="3717032"/>
          <a:ext cx="3027680" cy="711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4574" name="Equation" r:id="rId6" imgW="1892300" imgH="444500" progId="Equation.3">
                  <p:embed/>
                </p:oleObj>
              </mc:Choice>
              <mc:Fallback>
                <p:oleObj name="Equation" r:id="rId6" imgW="1892300" imgH="444500" progId="Equation.3">
                  <p:embed/>
                  <p:pic>
                    <p:nvPicPr>
                      <p:cNvPr id="17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30072" y="3717032"/>
                        <a:ext cx="3027680" cy="711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Object 17"/>
          <p:cNvGraphicFramePr>
            <a:graphicFrameLocks noChangeAspect="1"/>
          </p:cNvGraphicFramePr>
          <p:nvPr>
            <p:extLst/>
          </p:nvPr>
        </p:nvGraphicFramePr>
        <p:xfrm>
          <a:off x="1330072" y="4473575"/>
          <a:ext cx="3169920" cy="711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4575" name="Equation" r:id="rId8" imgW="1981200" imgH="444500" progId="Equation.3">
                  <p:embed/>
                </p:oleObj>
              </mc:Choice>
              <mc:Fallback>
                <p:oleObj name="Equation" r:id="rId8" imgW="1981200" imgH="444500" progId="Equation.3">
                  <p:embed/>
                  <p:pic>
                    <p:nvPicPr>
                      <p:cNvPr id="18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30072" y="4473575"/>
                        <a:ext cx="3169920" cy="711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Object 18"/>
          <p:cNvGraphicFramePr>
            <a:graphicFrameLocks noChangeAspect="1"/>
          </p:cNvGraphicFramePr>
          <p:nvPr>
            <p:extLst/>
          </p:nvPr>
        </p:nvGraphicFramePr>
        <p:xfrm>
          <a:off x="1475656" y="3224088"/>
          <a:ext cx="993775" cy="366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4576" name="Equation" r:id="rId10" imgW="596641" imgH="215806" progId="Equation.3">
                  <p:embed/>
                </p:oleObj>
              </mc:Choice>
              <mc:Fallback>
                <p:oleObj name="Equation" r:id="rId10" imgW="596641" imgH="215806" progId="Equation.3">
                  <p:embed/>
                  <p:pic>
                    <p:nvPicPr>
                      <p:cNvPr id="19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75656" y="3224088"/>
                        <a:ext cx="993775" cy="3667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Object 19"/>
          <p:cNvGraphicFramePr>
            <a:graphicFrameLocks noChangeAspect="1"/>
          </p:cNvGraphicFramePr>
          <p:nvPr>
            <p:extLst/>
          </p:nvPr>
        </p:nvGraphicFramePr>
        <p:xfrm>
          <a:off x="2920281" y="3212976"/>
          <a:ext cx="1266825" cy="3889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4577" name="Equation" r:id="rId12" imgW="761669" imgH="228501" progId="Equation.3">
                  <p:embed/>
                </p:oleObj>
              </mc:Choice>
              <mc:Fallback>
                <p:oleObj name="Equation" r:id="rId12" imgW="761669" imgH="228501" progId="Equation.3">
                  <p:embed/>
                  <p:pic>
                    <p:nvPicPr>
                      <p:cNvPr id="20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20281" y="3212976"/>
                        <a:ext cx="1266825" cy="3889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" name="Rectangle 25"/>
          <p:cNvSpPr>
            <a:spLocks noChangeArrowheads="1"/>
          </p:cNvSpPr>
          <p:nvPr/>
        </p:nvSpPr>
        <p:spPr bwMode="auto">
          <a:xfrm>
            <a:off x="3276600" y="5229225"/>
            <a:ext cx="2052638" cy="110799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1pPr>
            <a:lvl2pPr marL="762000" indent="-285750"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30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2pPr>
            <a:lvl3pPr marL="1181100" indent="-228600"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8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4pPr>
            <a:lvl5pPr marL="2057400" indent="-228600" eaLnBrk="0" hangingPunct="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9pPr>
          </a:lstStyle>
          <a:p>
            <a:pPr algn="just" eaLnBrk="1" hangingPunct="1">
              <a:lnSpc>
                <a:spcPct val="12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zh-CN" altLang="en-US" sz="2000">
                <a:solidFill>
                  <a:schemeClr val="accent2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与单门限相比，迟滞比较器在电路翻转时有何特点</a:t>
            </a:r>
            <a:r>
              <a:rPr lang="en-US" altLang="zh-CN" sz="2000">
                <a:solidFill>
                  <a:schemeClr val="accent2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34518265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00"/>
                            </p:stCondLst>
                            <p:childTnLst>
                              <p:par>
                                <p:cTn id="34" presetID="6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4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500"/>
                            </p:stCondLst>
                            <p:childTnLst>
                              <p:par>
                                <p:cTn id="4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5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utoUpdateAnimBg="0"/>
      <p:bldP spid="10" grpId="0" autoUpdateAnimBg="0"/>
      <p:bldP spid="13" grpId="0" autoUpdateAnimBg="0"/>
      <p:bldP spid="25" grpId="0" animBg="1" autoUpdateAnimBg="0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8"/>
          <p:cNvSpPr>
            <a:spLocks noChangeArrowheads="1"/>
          </p:cNvSpPr>
          <p:nvPr/>
        </p:nvSpPr>
        <p:spPr bwMode="auto">
          <a:xfrm>
            <a:off x="182563" y="3352359"/>
            <a:ext cx="1069975" cy="5667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1pPr>
            <a:lvl2pPr marL="762000" indent="-285750"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30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2pPr>
            <a:lvl3pPr marL="1181100" indent="-228600"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8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4pPr>
            <a:lvl5pPr marL="2057400" indent="-228600" eaLnBrk="0" hangingPunct="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9pPr>
          </a:lstStyle>
          <a:p>
            <a:pPr algn="just" eaLnBrk="1" hangingPunct="1">
              <a:lnSpc>
                <a:spcPct val="13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zh-CN" altLang="en-US" sz="2400">
                <a:solidFill>
                  <a:srgbClr val="FF0000"/>
                </a:solidFill>
              </a:rPr>
              <a:t>解：</a:t>
            </a:r>
          </a:p>
        </p:txBody>
      </p:sp>
      <p:sp>
        <p:nvSpPr>
          <p:cNvPr id="4" name="Rectangle 9"/>
          <p:cNvSpPr>
            <a:spLocks noChangeArrowheads="1"/>
          </p:cNvSpPr>
          <p:nvPr/>
        </p:nvSpPr>
        <p:spPr bwMode="auto">
          <a:xfrm>
            <a:off x="831850" y="3395663"/>
            <a:ext cx="2625725" cy="4801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1pPr>
            <a:lvl2pPr marL="762000" indent="-285750"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30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2pPr>
            <a:lvl3pPr marL="1181100" indent="-228600"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8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4pPr>
            <a:lvl5pPr marL="2057400" indent="-228600" eaLnBrk="0" hangingPunct="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9pPr>
          </a:lstStyle>
          <a:p>
            <a:pPr algn="just" eaLnBrk="1" hangingPunct="1">
              <a:lnSpc>
                <a:spcPct val="13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zh-CN" alt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（</a:t>
            </a:r>
            <a:r>
              <a:rPr lang="en-US" altLang="zh-CN" sz="24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1</a:t>
            </a:r>
            <a:r>
              <a:rPr lang="zh-CN" alt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）门限电压</a:t>
            </a:r>
          </a:p>
        </p:txBody>
      </p:sp>
      <p:sp>
        <p:nvSpPr>
          <p:cNvPr id="57348" name="Text Box 11"/>
          <p:cNvSpPr txBox="1">
            <a:spLocks noChangeArrowheads="1"/>
          </p:cNvSpPr>
          <p:nvPr/>
        </p:nvSpPr>
        <p:spPr bwMode="auto">
          <a:xfrm>
            <a:off x="228600" y="657225"/>
            <a:ext cx="725488" cy="701675"/>
          </a:xfrm>
          <a:prstGeom prst="rect">
            <a:avLst/>
          </a:prstGeom>
          <a:solidFill>
            <a:srgbClr val="FFCC9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30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8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4pPr>
            <a:lvl5pPr marL="2057400" indent="-228600" eaLnBrk="0" hangingPunct="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kumimoji="1" lang="zh-CN" altLang="en-US" sz="4000">
                <a:solidFill>
                  <a:schemeClr val="accent2"/>
                </a:solidFill>
                <a:latin typeface="Times New Roman" panose="02020603050405020304" pitchFamily="18" charset="0"/>
              </a:rPr>
              <a:t>例</a:t>
            </a:r>
            <a:endParaRPr kumimoji="1" lang="zh-CN" altLang="en-US" sz="4000">
              <a:solidFill>
                <a:srgbClr val="8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57349" name="Rectangle 12"/>
          <p:cNvSpPr>
            <a:spLocks noChangeArrowheads="1"/>
          </p:cNvSpPr>
          <p:nvPr/>
        </p:nvSpPr>
        <p:spPr bwMode="auto">
          <a:xfrm>
            <a:off x="1171575" y="817563"/>
            <a:ext cx="7937500" cy="4062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1pPr>
            <a:lvl2pPr marL="762000" indent="-285750"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30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2pPr>
            <a:lvl3pPr marL="1181100" indent="-228600"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8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4pPr>
            <a:lvl5pPr marL="2057400" indent="-228600" eaLnBrk="0" hangingPunct="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9pPr>
          </a:lstStyle>
          <a:p>
            <a:pPr algn="just" eaLnBrk="1" hangingPunct="1">
              <a:lnSpc>
                <a:spcPct val="110000"/>
              </a:lnSpc>
              <a:buFont typeface="Wingdings" panose="05000000000000000000" pitchFamily="2" charset="2"/>
              <a:buNone/>
            </a:pPr>
            <a:r>
              <a:rPr lang="zh-CN" altLang="en-US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电路如图示，试求门限电压，画出传输特性。</a:t>
            </a:r>
          </a:p>
        </p:txBody>
      </p:sp>
      <p:sp>
        <p:nvSpPr>
          <p:cNvPr id="7" name="Rectangle 13"/>
          <p:cNvSpPr>
            <a:spLocks noChangeArrowheads="1"/>
          </p:cNvSpPr>
          <p:nvPr/>
        </p:nvSpPr>
        <p:spPr bwMode="auto">
          <a:xfrm>
            <a:off x="5364163" y="1435100"/>
            <a:ext cx="2652712" cy="4801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1pPr>
            <a:lvl2pPr marL="762000" indent="-285750"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30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2pPr>
            <a:lvl3pPr marL="1181100" indent="-228600"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8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4pPr>
            <a:lvl5pPr marL="2057400" indent="-228600" eaLnBrk="0" hangingPunct="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9pPr>
          </a:lstStyle>
          <a:p>
            <a:pPr algn="just" eaLnBrk="1" hangingPunct="1">
              <a:lnSpc>
                <a:spcPct val="13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（</a:t>
            </a:r>
            <a:r>
              <a:rPr lang="en-US" altLang="zh-CN" sz="240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2</a:t>
            </a:r>
            <a:r>
              <a:rPr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）传输特性</a:t>
            </a:r>
          </a:p>
        </p:txBody>
      </p:sp>
      <p:graphicFrame>
        <p:nvGraphicFramePr>
          <p:cNvPr id="57351" name="Object 16"/>
          <p:cNvGraphicFramePr>
            <a:graphicFrameLocks noChangeAspect="1"/>
          </p:cNvGraphicFramePr>
          <p:nvPr/>
        </p:nvGraphicFramePr>
        <p:xfrm>
          <a:off x="908050" y="1508125"/>
          <a:ext cx="3736975" cy="1771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5643" name="图片" r:id="rId3" imgW="2873394" imgH="1363606" progId="Word.Picture.8">
                  <p:embed/>
                </p:oleObj>
              </mc:Choice>
              <mc:Fallback>
                <p:oleObj name="图片" r:id="rId3" imgW="2873394" imgH="1363606" progId="Word.Picture.8">
                  <p:embed/>
                  <p:pic>
                    <p:nvPicPr>
                      <p:cNvPr id="57351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08050" y="1508125"/>
                        <a:ext cx="3736975" cy="177165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20"/>
          <p:cNvGraphicFramePr>
            <a:graphicFrameLocks noChangeAspect="1"/>
          </p:cNvGraphicFramePr>
          <p:nvPr/>
        </p:nvGraphicFramePr>
        <p:xfrm>
          <a:off x="3924300" y="4810125"/>
          <a:ext cx="1281113" cy="454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5644" name="公式" r:id="rId5" imgW="660400" imgH="228600" progId="Equation.3">
                  <p:embed/>
                </p:oleObj>
              </mc:Choice>
              <mc:Fallback>
                <p:oleObj name="公式" r:id="rId5" imgW="660400" imgH="228600" progId="Equation.3">
                  <p:embed/>
                  <p:pic>
                    <p:nvPicPr>
                      <p:cNvPr id="9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24300" y="4810125"/>
                        <a:ext cx="1281113" cy="454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22"/>
          <p:cNvGraphicFramePr>
            <a:graphicFrameLocks noChangeAspect="1"/>
          </p:cNvGraphicFramePr>
          <p:nvPr>
            <p:extLst/>
          </p:nvPr>
        </p:nvGraphicFramePr>
        <p:xfrm>
          <a:off x="5796136" y="2060848"/>
          <a:ext cx="2703512" cy="23606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5645" name="图片" r:id="rId7" imgW="1798345" imgH="1572981" progId="Word.Picture.8">
                  <p:embed/>
                </p:oleObj>
              </mc:Choice>
              <mc:Fallback>
                <p:oleObj name="图片" r:id="rId7" imgW="1798345" imgH="1572981" progId="Word.Picture.8">
                  <p:embed/>
                  <p:pic>
                    <p:nvPicPr>
                      <p:cNvPr id="10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96136" y="2060848"/>
                        <a:ext cx="2703512" cy="23606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25"/>
          <p:cNvGraphicFramePr>
            <a:graphicFrameLocks noChangeAspect="1"/>
          </p:cNvGraphicFramePr>
          <p:nvPr/>
        </p:nvGraphicFramePr>
        <p:xfrm>
          <a:off x="1476375" y="3884613"/>
          <a:ext cx="2651125" cy="803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5646" name="公式" r:id="rId9" imgW="1473200" imgH="444500" progId="Equation.3">
                  <p:embed/>
                </p:oleObj>
              </mc:Choice>
              <mc:Fallback>
                <p:oleObj name="公式" r:id="rId9" imgW="1473200" imgH="444500" progId="Equation.3">
                  <p:embed/>
                  <p:pic>
                    <p:nvPicPr>
                      <p:cNvPr id="11" name="Object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76375" y="3884613"/>
                        <a:ext cx="2651125" cy="803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Rectangle 26"/>
          <p:cNvSpPr>
            <a:spLocks noChangeArrowheads="1"/>
          </p:cNvSpPr>
          <p:nvPr/>
        </p:nvSpPr>
        <p:spPr bwMode="auto">
          <a:xfrm>
            <a:off x="900113" y="4737100"/>
            <a:ext cx="2952750" cy="4801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1pPr>
            <a:lvl2pPr marL="762000" indent="-285750"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30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2pPr>
            <a:lvl3pPr marL="1181100" indent="-228600"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8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4pPr>
            <a:lvl5pPr marL="2057400" indent="-228600" eaLnBrk="0" hangingPunct="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9pPr>
          </a:lstStyle>
          <a:p>
            <a:pPr algn="just" eaLnBrk="1" hangingPunct="1">
              <a:lnSpc>
                <a:spcPct val="13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zh-CN" alt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翻转时刻，</a:t>
            </a:r>
            <a:r>
              <a:rPr lang="en-US" altLang="zh-CN" sz="2400" i="1" dirty="0" err="1">
                <a:solidFill>
                  <a:srgbClr val="000000"/>
                </a:solidFill>
                <a:latin typeface="Book Antiqua" panose="0204060205030503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v</a:t>
            </a:r>
            <a:r>
              <a:rPr lang="en-US" altLang="zh-CN" sz="2400" baseline="-25000" dirty="0" err="1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P</a:t>
            </a:r>
            <a:r>
              <a:rPr lang="en-US" altLang="zh-CN" sz="24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=</a:t>
            </a:r>
            <a:r>
              <a:rPr lang="en-US" altLang="zh-CN" sz="2400" i="1" dirty="0" err="1">
                <a:solidFill>
                  <a:srgbClr val="000000"/>
                </a:solidFill>
                <a:latin typeface="Book Antiqua" panose="0204060205030503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v</a:t>
            </a:r>
            <a:r>
              <a:rPr lang="en-US" altLang="zh-CN" sz="2400" baseline="-25000" dirty="0" err="1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N</a:t>
            </a:r>
            <a:r>
              <a:rPr lang="en-US" altLang="zh-CN" sz="24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=0</a:t>
            </a:r>
          </a:p>
        </p:txBody>
      </p:sp>
      <p:graphicFrame>
        <p:nvGraphicFramePr>
          <p:cNvPr id="13" name="Object 27"/>
          <p:cNvGraphicFramePr>
            <a:graphicFrameLocks noChangeAspect="1"/>
          </p:cNvGraphicFramePr>
          <p:nvPr/>
        </p:nvGraphicFramePr>
        <p:xfrm>
          <a:off x="1187450" y="5384800"/>
          <a:ext cx="1827213" cy="803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5647" name="公式" r:id="rId11" imgW="1015559" imgH="444307" progId="Equation.3">
                  <p:embed/>
                </p:oleObj>
              </mc:Choice>
              <mc:Fallback>
                <p:oleObj name="公式" r:id="rId11" imgW="1015559" imgH="444307" progId="Equation.3">
                  <p:embed/>
                  <p:pic>
                    <p:nvPicPr>
                      <p:cNvPr id="13" name="Object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87450" y="5384800"/>
                        <a:ext cx="1827213" cy="803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Object 28"/>
          <p:cNvGraphicFramePr>
            <a:graphicFrameLocks noChangeAspect="1"/>
          </p:cNvGraphicFramePr>
          <p:nvPr/>
        </p:nvGraphicFramePr>
        <p:xfrm>
          <a:off x="3636963" y="5384800"/>
          <a:ext cx="1985962" cy="803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5648" name="公式" r:id="rId13" imgW="1104900" imgH="444500" progId="Equation.3">
                  <p:embed/>
                </p:oleObj>
              </mc:Choice>
              <mc:Fallback>
                <p:oleObj name="公式" r:id="rId13" imgW="1104900" imgH="444500" progId="Equation.3">
                  <p:embed/>
                  <p:pic>
                    <p:nvPicPr>
                      <p:cNvPr id="14" name="Object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36963" y="5384800"/>
                        <a:ext cx="1985962" cy="803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Object 29"/>
          <p:cNvGraphicFramePr>
            <a:graphicFrameLocks noChangeAspect="1"/>
          </p:cNvGraphicFramePr>
          <p:nvPr/>
        </p:nvGraphicFramePr>
        <p:xfrm>
          <a:off x="6173788" y="5373688"/>
          <a:ext cx="1711325" cy="803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5649" name="公式" r:id="rId15" imgW="952087" imgH="444307" progId="Equation.3">
                  <p:embed/>
                </p:oleObj>
              </mc:Choice>
              <mc:Fallback>
                <p:oleObj name="公式" r:id="rId15" imgW="952087" imgH="444307" progId="Equation.3">
                  <p:embed/>
                  <p:pic>
                    <p:nvPicPr>
                      <p:cNvPr id="15" name="Object 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73788" y="5373688"/>
                        <a:ext cx="1711325" cy="803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Rectangle 4"/>
          <p:cNvSpPr>
            <a:spLocks noChangeArrowheads="1"/>
          </p:cNvSpPr>
          <p:nvPr/>
        </p:nvSpPr>
        <p:spPr bwMode="auto">
          <a:xfrm>
            <a:off x="755650" y="116632"/>
            <a:ext cx="7516813" cy="5540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FF00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30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8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4pPr>
            <a:lvl5pPr marL="2057400" indent="-228600" eaLnBrk="0" hangingPunct="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9pPr>
          </a:lstStyle>
          <a:p>
            <a:pPr algn="just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dirty="0" smtClean="0">
                <a:solidFill>
                  <a:srgbClr val="0000CC"/>
                </a:solidFill>
                <a:latin typeface="Times New Roman" panose="02020603050405020304" pitchFamily="18" charset="0"/>
              </a:rPr>
              <a:t>9.8.1  </a:t>
            </a:r>
            <a:r>
              <a:rPr lang="zh-CN" altLang="en-US" dirty="0">
                <a:solidFill>
                  <a:srgbClr val="0000CC"/>
                </a:solidFill>
                <a:latin typeface="Times New Roman" panose="02020603050405020304" pitchFamily="18" charset="0"/>
              </a:rPr>
              <a:t>电压比较器</a:t>
            </a:r>
          </a:p>
        </p:txBody>
      </p:sp>
      <p:sp>
        <p:nvSpPr>
          <p:cNvPr id="17" name="Rectangle 11"/>
          <p:cNvSpPr>
            <a:spLocks noChangeArrowheads="1"/>
          </p:cNvSpPr>
          <p:nvPr/>
        </p:nvSpPr>
        <p:spPr bwMode="auto">
          <a:xfrm>
            <a:off x="6466061" y="4236360"/>
            <a:ext cx="131799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FF00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30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8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4pPr>
            <a:lvl5pPr marL="2057400" indent="-228600" eaLnBrk="0" hangingPunct="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800" i="1" dirty="0" err="1" smtClean="0">
                <a:solidFill>
                  <a:srgbClr val="0000CC"/>
                </a:solidFill>
                <a:latin typeface="Book Antiqua" panose="0204060205030503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v</a:t>
            </a:r>
            <a:r>
              <a:rPr lang="en-US" altLang="zh-CN" sz="1800" baseline="-25000" dirty="0" err="1" smtClean="0">
                <a:solidFill>
                  <a:srgbClr val="0000CC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O</a:t>
            </a:r>
            <a:r>
              <a:rPr lang="zh-CN" altLang="en-US" sz="1800" dirty="0" smtClean="0">
                <a:solidFill>
                  <a:srgbClr val="0000CC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与</a:t>
            </a:r>
            <a:r>
              <a:rPr lang="en-US" altLang="zh-CN" sz="1800" i="1" dirty="0" err="1">
                <a:solidFill>
                  <a:srgbClr val="0000CC"/>
                </a:solidFill>
                <a:latin typeface="Book Antiqua" panose="0204060205030503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v</a:t>
            </a:r>
            <a:r>
              <a:rPr lang="en-US" altLang="zh-CN" sz="1800" baseline="-25000" dirty="0" err="1">
                <a:solidFill>
                  <a:srgbClr val="0000CC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I</a:t>
            </a:r>
            <a:r>
              <a:rPr lang="zh-CN" altLang="en-US" sz="1800" dirty="0" smtClean="0">
                <a:solidFill>
                  <a:srgbClr val="0000CC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同相</a:t>
            </a:r>
            <a:endParaRPr lang="zh-CN" altLang="en-US" sz="1800" dirty="0">
              <a:solidFill>
                <a:srgbClr val="0000CC"/>
              </a:solidFill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8" name="Rectangle 11"/>
          <p:cNvSpPr>
            <a:spLocks noChangeArrowheads="1"/>
          </p:cNvSpPr>
          <p:nvPr/>
        </p:nvSpPr>
        <p:spPr bwMode="auto">
          <a:xfrm>
            <a:off x="2376488" y="1373751"/>
            <a:ext cx="1811714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FF00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30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8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4pPr>
            <a:lvl5pPr marL="2057400" indent="-228600" eaLnBrk="0" hangingPunct="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1800" dirty="0" smtClean="0">
                <a:solidFill>
                  <a:srgbClr val="0000CC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同相迟滞比较器</a:t>
            </a:r>
            <a:endParaRPr lang="zh-CN" altLang="en-US" sz="1800" dirty="0">
              <a:solidFill>
                <a:srgbClr val="0000CC"/>
              </a:solidFill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484340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4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4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500"/>
                            </p:stCondLst>
                            <p:childTnLst>
                              <p:par>
                                <p:cTn id="4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utoUpdateAnimBg="0"/>
      <p:bldP spid="7" grpId="0" autoUpdateAnimBg="0"/>
      <p:bldP spid="12" grpId="0" autoUpdateAnimBg="0"/>
      <p:bldP spid="17" grpId="0"/>
      <p:bldP spid="18" grpId="0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6"/>
          <p:cNvSpPr>
            <a:spLocks noChangeArrowheads="1"/>
          </p:cNvSpPr>
          <p:nvPr/>
        </p:nvSpPr>
        <p:spPr bwMode="auto">
          <a:xfrm>
            <a:off x="684213" y="1304925"/>
            <a:ext cx="8108950" cy="16430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30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8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4pPr>
            <a:lvl5pPr marL="2057400" indent="-228600" eaLnBrk="0" hangingPunct="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9pPr>
          </a:lstStyle>
          <a:p>
            <a:pPr algn="just" eaLnBrk="1" hangingPunct="1">
              <a:lnSpc>
                <a:spcPct val="140000"/>
              </a:lnSpc>
              <a:spcBef>
                <a:spcPct val="0"/>
              </a:spcBef>
              <a:buClrTx/>
              <a:buFontTx/>
              <a:buNone/>
            </a:pPr>
            <a:r>
              <a:rPr kumimoji="1" lang="zh-CN" altLang="en-US" sz="240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集成电压比较器与集成运算放大器比较：</a:t>
            </a:r>
          </a:p>
          <a:p>
            <a:pPr algn="just" eaLnBrk="1" hangingPunct="1">
              <a:lnSpc>
                <a:spcPct val="140000"/>
              </a:lnSpc>
              <a:spcBef>
                <a:spcPct val="0"/>
              </a:spcBef>
              <a:buClrTx/>
              <a:buFontTx/>
              <a:buNone/>
            </a:pPr>
            <a:r>
              <a:rPr kumimoji="1" lang="zh-CN" altLang="en-US" sz="240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        开环增益低、失调电压大、共模抑制比小，灵敏度往往不如用集成运放构成的比较器高。</a:t>
            </a:r>
          </a:p>
        </p:txBody>
      </p:sp>
      <p:sp>
        <p:nvSpPr>
          <p:cNvPr id="4" name="Rectangle 7"/>
          <p:cNvSpPr>
            <a:spLocks noChangeArrowheads="1"/>
          </p:cNvSpPr>
          <p:nvPr/>
        </p:nvSpPr>
        <p:spPr bwMode="auto">
          <a:xfrm>
            <a:off x="684213" y="3035300"/>
            <a:ext cx="8180387" cy="1125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30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8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4pPr>
            <a:lvl5pPr marL="2057400" indent="-228600" eaLnBrk="0" hangingPunct="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9pPr>
          </a:lstStyle>
          <a:p>
            <a:pPr algn="just" eaLnBrk="1" hangingPunct="1">
              <a:lnSpc>
                <a:spcPct val="140000"/>
              </a:lnSpc>
              <a:spcBef>
                <a:spcPct val="0"/>
              </a:spcBef>
              <a:buClrTx/>
              <a:buFontTx/>
              <a:buNone/>
            </a:pPr>
            <a:r>
              <a:rPr kumimoji="1" lang="en-US" altLang="zh-CN" sz="240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        </a:t>
            </a:r>
            <a:r>
              <a:rPr kumimoji="1" lang="zh-CN" altLang="en-US" sz="240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但集成电压比较器中无频率补偿电容，因此转换速率高，改变输出状态的典型响应时间是</a:t>
            </a:r>
            <a:r>
              <a:rPr kumimoji="1" lang="en-US" altLang="zh-CN" sz="240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30</a:t>
            </a:r>
            <a:r>
              <a:rPr kumimoji="1" lang="zh-CN" altLang="en-US" sz="240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～</a:t>
            </a:r>
            <a:r>
              <a:rPr kumimoji="1" lang="en-US" altLang="zh-CN" sz="240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200ns</a:t>
            </a:r>
            <a:r>
              <a:rPr kumimoji="1" lang="zh-CN" altLang="en-US" sz="240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。</a:t>
            </a:r>
            <a:endParaRPr kumimoji="1" lang="zh-CN" altLang="en-US" sz="240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5" name="Rectangle 8"/>
          <p:cNvSpPr>
            <a:spLocks noChangeArrowheads="1"/>
          </p:cNvSpPr>
          <p:nvPr/>
        </p:nvSpPr>
        <p:spPr bwMode="auto">
          <a:xfrm>
            <a:off x="601663" y="4232275"/>
            <a:ext cx="8002587" cy="609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30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8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4pPr>
            <a:lvl5pPr marL="2057400" indent="-228600" eaLnBrk="0" hangingPunct="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9pPr>
          </a:lstStyle>
          <a:p>
            <a:pPr algn="just" eaLnBrk="1" hangingPunct="1">
              <a:lnSpc>
                <a:spcPct val="140000"/>
              </a:lnSpc>
              <a:spcBef>
                <a:spcPct val="0"/>
              </a:spcBef>
              <a:buClrTx/>
              <a:buFontTx/>
              <a:buNone/>
            </a:pPr>
            <a:r>
              <a:rPr kumimoji="1" lang="en-US" altLang="zh-CN" sz="240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 </a:t>
            </a:r>
            <a:r>
              <a:rPr kumimoji="1" lang="zh-CN" altLang="en-US" sz="240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相同条件下</a:t>
            </a:r>
            <a:r>
              <a:rPr kumimoji="1" lang="en-US" altLang="zh-CN" sz="240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741</a:t>
            </a:r>
            <a:r>
              <a:rPr kumimoji="1" lang="zh-CN" altLang="en-US" sz="240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集成运算放大器的响应时间为</a:t>
            </a:r>
            <a:r>
              <a:rPr kumimoji="1" lang="en-US" altLang="zh-CN" sz="240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30</a:t>
            </a:r>
            <a:r>
              <a:rPr kumimoji="1" lang="en-US" altLang="zh-CN" sz="240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s</a:t>
            </a:r>
            <a:r>
              <a:rPr kumimoji="1" lang="zh-CN" altLang="en-US" sz="240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左右。</a:t>
            </a:r>
          </a:p>
        </p:txBody>
      </p:sp>
      <p:sp>
        <p:nvSpPr>
          <p:cNvPr id="59397" name="Rectangle 3"/>
          <p:cNvSpPr>
            <a:spLocks noChangeArrowheads="1"/>
          </p:cNvSpPr>
          <p:nvPr/>
        </p:nvSpPr>
        <p:spPr bwMode="auto">
          <a:xfrm>
            <a:off x="576263" y="792510"/>
            <a:ext cx="6227762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FF00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bIns="0"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30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8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4pPr>
            <a:lvl5pPr marL="2057400" indent="-228600" eaLnBrk="0" hangingPunct="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CN" sz="2800" dirty="0">
                <a:solidFill>
                  <a:schemeClr val="accent2"/>
                </a:solidFill>
                <a:latin typeface="Times New Roman" panose="02020603050405020304" pitchFamily="18" charset="0"/>
              </a:rPr>
              <a:t>3. </a:t>
            </a:r>
            <a:r>
              <a:rPr kumimoji="1" lang="zh-CN" altLang="en-US" sz="2800" dirty="0">
                <a:solidFill>
                  <a:schemeClr val="accent2"/>
                </a:solidFill>
                <a:latin typeface="Times New Roman" panose="02020603050405020304" pitchFamily="18" charset="0"/>
              </a:rPr>
              <a:t>集成电压比较器</a:t>
            </a:r>
            <a:endParaRPr kumimoji="1" lang="zh-CN" altLang="en-US" sz="2800" dirty="0">
              <a:solidFill>
                <a:schemeClr val="accent2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" name="Rectangle 4"/>
          <p:cNvSpPr>
            <a:spLocks noChangeArrowheads="1"/>
          </p:cNvSpPr>
          <p:nvPr/>
        </p:nvSpPr>
        <p:spPr bwMode="auto">
          <a:xfrm>
            <a:off x="755650" y="116632"/>
            <a:ext cx="7516813" cy="5540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FF00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30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8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4pPr>
            <a:lvl5pPr marL="2057400" indent="-228600" eaLnBrk="0" hangingPunct="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9pPr>
          </a:lstStyle>
          <a:p>
            <a:pPr algn="just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dirty="0" smtClean="0">
                <a:solidFill>
                  <a:srgbClr val="0000CC"/>
                </a:solidFill>
                <a:latin typeface="Times New Roman" panose="02020603050405020304" pitchFamily="18" charset="0"/>
              </a:rPr>
              <a:t>9.8.1  </a:t>
            </a:r>
            <a:r>
              <a:rPr lang="zh-CN" altLang="en-US" dirty="0">
                <a:solidFill>
                  <a:srgbClr val="0000CC"/>
                </a:solidFill>
                <a:latin typeface="Times New Roman" panose="02020603050405020304" pitchFamily="18" charset="0"/>
              </a:rPr>
              <a:t>电压比较器</a:t>
            </a:r>
          </a:p>
        </p:txBody>
      </p:sp>
    </p:spTree>
    <p:extLst>
      <p:ext uri="{BB962C8B-B14F-4D97-AF65-F5344CB8AC3E}">
        <p14:creationId xmlns:p14="http://schemas.microsoft.com/office/powerpoint/2010/main" val="14405951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utoUpdateAnimBg="0"/>
      <p:bldP spid="4" grpId="0" autoUpdateAnimBg="0"/>
      <p:bldP spid="5" grpId="0" autoUpdateAnimBg="0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4"/>
          <p:cNvSpPr>
            <a:spLocks noChangeArrowheads="1"/>
          </p:cNvSpPr>
          <p:nvPr/>
        </p:nvSpPr>
        <p:spPr bwMode="auto">
          <a:xfrm>
            <a:off x="755650" y="116632"/>
            <a:ext cx="7516813" cy="5540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FF00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30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8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4pPr>
            <a:lvl5pPr marL="2057400" indent="-228600" eaLnBrk="0" hangingPunct="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9pPr>
          </a:lstStyle>
          <a:p>
            <a:pPr algn="just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dirty="0" smtClean="0">
                <a:solidFill>
                  <a:srgbClr val="0000CC"/>
                </a:solidFill>
                <a:latin typeface="Times New Roman" panose="02020603050405020304" pitchFamily="18" charset="0"/>
              </a:rPr>
              <a:t>10.8.1  </a:t>
            </a:r>
            <a:r>
              <a:rPr lang="zh-CN" altLang="en-US" dirty="0">
                <a:solidFill>
                  <a:srgbClr val="0000CC"/>
                </a:solidFill>
                <a:latin typeface="Times New Roman" panose="02020603050405020304" pitchFamily="18" charset="0"/>
              </a:rPr>
              <a:t>电压比较器</a:t>
            </a:r>
          </a:p>
        </p:txBody>
      </p:sp>
      <p:sp>
        <p:nvSpPr>
          <p:cNvPr id="9" name="Rectangle 3"/>
          <p:cNvSpPr>
            <a:spLocks noChangeArrowheads="1"/>
          </p:cNvSpPr>
          <p:nvPr/>
        </p:nvSpPr>
        <p:spPr bwMode="auto">
          <a:xfrm>
            <a:off x="576263" y="792510"/>
            <a:ext cx="6227762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FF00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bIns="0"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30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8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4pPr>
            <a:lvl5pPr marL="2057400" indent="-228600" eaLnBrk="0" hangingPunct="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CN" sz="2800" dirty="0" smtClean="0">
                <a:solidFill>
                  <a:schemeClr val="accent2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4. </a:t>
            </a:r>
            <a:r>
              <a:rPr kumimoji="1" lang="zh-CN" altLang="en-US" sz="2800" dirty="0" smtClean="0">
                <a:solidFill>
                  <a:schemeClr val="accent2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窗口比较器</a:t>
            </a:r>
            <a:endParaRPr kumimoji="1" lang="zh-CN" altLang="en-US" sz="2800" dirty="0">
              <a:solidFill>
                <a:schemeClr val="accent2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pic>
        <p:nvPicPr>
          <p:cNvPr id="2" name="图片 1" descr="屏幕剪辑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3568" y="1585379"/>
            <a:ext cx="3238952" cy="3643821"/>
          </a:xfrm>
          <a:prstGeom prst="rect">
            <a:avLst/>
          </a:prstGeom>
        </p:spPr>
      </p:pic>
      <p:pic>
        <p:nvPicPr>
          <p:cNvPr id="3" name="图片 2" descr="屏幕剪辑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37615" y="3283769"/>
            <a:ext cx="2829320" cy="2991268"/>
          </a:xfrm>
          <a:prstGeom prst="rect">
            <a:avLst/>
          </a:prstGeom>
        </p:spPr>
      </p:pic>
      <p:sp>
        <p:nvSpPr>
          <p:cNvPr id="11" name="Rectangle 26"/>
          <p:cNvSpPr>
            <a:spLocks noChangeArrowheads="1"/>
          </p:cNvSpPr>
          <p:nvPr/>
        </p:nvSpPr>
        <p:spPr bwMode="auto">
          <a:xfrm>
            <a:off x="3690144" y="837811"/>
            <a:ext cx="4778051" cy="24006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>
            <a:lvl1pPr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1pPr>
            <a:lvl2pPr marL="762000" indent="-285750"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30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2pPr>
            <a:lvl3pPr marL="1181100" indent="-228600"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8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4pPr>
            <a:lvl5pPr marL="2057400" indent="-228600" eaLnBrk="0" hangingPunct="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9pPr>
          </a:lstStyle>
          <a:p>
            <a:pPr algn="just" eaLnBrk="1" hangingPunct="1">
              <a:lnSpc>
                <a:spcPct val="130000"/>
              </a:lnSpc>
              <a:spcBef>
                <a:spcPct val="0"/>
              </a:spcBef>
              <a:buNone/>
            </a:pPr>
            <a:r>
              <a:rPr lang="en-US" altLang="zh-CN" sz="2400" dirty="0" smtClean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LM339</a:t>
            </a:r>
            <a:r>
              <a:rPr lang="zh-CN" alt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为片内</a:t>
            </a:r>
            <a:r>
              <a:rPr lang="en-US" altLang="zh-CN" sz="2400" dirty="0" smtClean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4</a:t>
            </a:r>
            <a:r>
              <a:rPr lang="zh-CN" altLang="en-US" sz="2400" dirty="0" smtClean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个独立的集成电压比较器，且输出端</a:t>
            </a:r>
            <a:r>
              <a:rPr lang="en-US" altLang="zh-CN" sz="2400" dirty="0" smtClean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BJT</a:t>
            </a:r>
            <a:r>
              <a:rPr lang="zh-CN" altLang="en-US" sz="2400" dirty="0" smtClean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的集电极</a:t>
            </a:r>
            <a:r>
              <a:rPr lang="zh-CN" alt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是</a:t>
            </a:r>
            <a:r>
              <a:rPr lang="zh-CN" altLang="en-US" sz="2400" dirty="0" smtClean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开路的，所以可以将多个输出端并接“线与”，但需要外接上拉电阻</a:t>
            </a:r>
            <a:r>
              <a:rPr lang="en-US" altLang="zh-CN" sz="2400" i="1" dirty="0" smtClean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R</a:t>
            </a:r>
            <a:r>
              <a:rPr lang="zh-CN" altLang="en-US" sz="2400" dirty="0" smtClean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才有高电平输出。</a:t>
            </a:r>
            <a:endParaRPr lang="en-US" altLang="zh-CN" sz="2400" dirty="0">
              <a:solidFill>
                <a:srgbClr val="000000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295959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utoUpdateAnimBg="0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/>
          <p:cNvSpPr>
            <a:spLocks noGrp="1" noChangeArrowheads="1"/>
          </p:cNvSpPr>
          <p:nvPr>
            <p:ph type="ctrTitle"/>
          </p:nvPr>
        </p:nvSpPr>
        <p:spPr>
          <a:xfrm>
            <a:off x="395288" y="908050"/>
            <a:ext cx="6019800" cy="504825"/>
          </a:xfrm>
          <a:noFill/>
          <a:extLst>
            <a:ext uri="{909E8E84-426E-40DD-AFC4-6F175D3DCCD1}">
              <a14:hiddenFill xmlns:a14="http://schemas.microsoft.com/office/drawing/2010/main">
                <a:gradFill rotWithShape="0">
                  <a:gsLst>
                    <a:gs pos="0">
                      <a:srgbClr val="CC9900">
                        <a:gamma/>
                        <a:shade val="46275"/>
                        <a:invGamma/>
                      </a:srgbClr>
                    </a:gs>
                    <a:gs pos="50000">
                      <a:srgbClr val="CC9900"/>
                    </a:gs>
                    <a:gs pos="100000">
                      <a:srgbClr val="CC9900">
                        <a:gamma/>
                        <a:shade val="46275"/>
                        <a:invGamma/>
                      </a:srgbClr>
                    </a:gs>
                  </a:gsLst>
                  <a:lin ang="5400000" scaled="1"/>
                </a:gradFill>
              </a14:hiddenFill>
            </a:ext>
          </a:extLst>
        </p:spPr>
        <p:txBody>
          <a:bodyPr anchor="ctr"/>
          <a:lstStyle/>
          <a:p>
            <a:pPr algn="l"/>
            <a:r>
              <a:rPr lang="zh-CN" altLang="en-US" sz="3200">
                <a:solidFill>
                  <a:schemeClr val="tx1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一、常见的非正弦波</a:t>
            </a:r>
          </a:p>
        </p:txBody>
      </p:sp>
      <p:pic>
        <p:nvPicPr>
          <p:cNvPr id="41987" name="Picture 3" descr="Dz080301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6400" y="2286000"/>
            <a:ext cx="5638800" cy="2543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1988" name="AutoShape 4"/>
          <p:cNvSpPr>
            <a:spLocks/>
          </p:cNvSpPr>
          <p:nvPr/>
        </p:nvSpPr>
        <p:spPr bwMode="auto">
          <a:xfrm>
            <a:off x="838200" y="1676400"/>
            <a:ext cx="1125538" cy="487363"/>
          </a:xfrm>
          <a:prstGeom prst="borderCallout2">
            <a:avLst>
              <a:gd name="adj1" fmla="val 23454"/>
              <a:gd name="adj2" fmla="val 106769"/>
              <a:gd name="adj3" fmla="val 23454"/>
              <a:gd name="adj4" fmla="val 115940"/>
              <a:gd name="adj5" fmla="val 130620"/>
              <a:gd name="adj6" fmla="val 125389"/>
            </a:avLst>
          </a:prstGeom>
          <a:solidFill>
            <a:srgbClr val="66FFFF"/>
          </a:solidFill>
          <a:ln w="19050">
            <a:solidFill>
              <a:srgbClr val="FF33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ctr"/>
            <a:r>
              <a:rPr kumimoji="1" lang="zh-CN" altLang="en-US" sz="2400" b="1">
                <a:latin typeface="Times New Roman" panose="02020603050405020304" pitchFamily="18" charset="0"/>
              </a:rPr>
              <a:t>矩形波</a:t>
            </a:r>
          </a:p>
        </p:txBody>
      </p:sp>
      <p:sp>
        <p:nvSpPr>
          <p:cNvPr id="41989" name="AutoShape 5"/>
          <p:cNvSpPr>
            <a:spLocks/>
          </p:cNvSpPr>
          <p:nvPr/>
        </p:nvSpPr>
        <p:spPr bwMode="auto">
          <a:xfrm>
            <a:off x="2916238" y="1628775"/>
            <a:ext cx="1125537" cy="487363"/>
          </a:xfrm>
          <a:prstGeom prst="borderCallout2">
            <a:avLst>
              <a:gd name="adj1" fmla="val 23454"/>
              <a:gd name="adj2" fmla="val 106769"/>
              <a:gd name="adj3" fmla="val 23454"/>
              <a:gd name="adj4" fmla="val 125954"/>
              <a:gd name="adj5" fmla="val 138435"/>
              <a:gd name="adj6" fmla="val 145838"/>
            </a:avLst>
          </a:prstGeom>
          <a:solidFill>
            <a:srgbClr val="66FFFF"/>
          </a:solidFill>
          <a:ln w="19050">
            <a:solidFill>
              <a:srgbClr val="FF33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ctr"/>
            <a:r>
              <a:rPr kumimoji="1" lang="zh-CN" altLang="en-US" sz="2400" b="1">
                <a:latin typeface="Times New Roman" panose="02020603050405020304" pitchFamily="18" charset="0"/>
              </a:rPr>
              <a:t>三角波</a:t>
            </a:r>
          </a:p>
        </p:txBody>
      </p:sp>
      <p:sp>
        <p:nvSpPr>
          <p:cNvPr id="41990" name="AutoShape 6"/>
          <p:cNvSpPr>
            <a:spLocks/>
          </p:cNvSpPr>
          <p:nvPr/>
        </p:nvSpPr>
        <p:spPr bwMode="auto">
          <a:xfrm>
            <a:off x="5003800" y="1628775"/>
            <a:ext cx="1125538" cy="487363"/>
          </a:xfrm>
          <a:prstGeom prst="borderCallout2">
            <a:avLst>
              <a:gd name="adj1" fmla="val 23454"/>
              <a:gd name="adj2" fmla="val 106769"/>
              <a:gd name="adj3" fmla="val 23454"/>
              <a:gd name="adj4" fmla="val 138787"/>
              <a:gd name="adj5" fmla="val 147556"/>
              <a:gd name="adj6" fmla="val 171227"/>
            </a:avLst>
          </a:prstGeom>
          <a:solidFill>
            <a:srgbClr val="66FFFF"/>
          </a:solidFill>
          <a:ln w="19050">
            <a:solidFill>
              <a:srgbClr val="FF33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ctr"/>
            <a:r>
              <a:rPr kumimoji="1" lang="zh-CN" altLang="en-US" sz="2400" b="1">
                <a:latin typeface="Times New Roman" panose="02020603050405020304" pitchFamily="18" charset="0"/>
              </a:rPr>
              <a:t>锯齿波</a:t>
            </a:r>
          </a:p>
        </p:txBody>
      </p:sp>
      <p:sp>
        <p:nvSpPr>
          <p:cNvPr id="41991" name="AutoShape 7"/>
          <p:cNvSpPr>
            <a:spLocks/>
          </p:cNvSpPr>
          <p:nvPr/>
        </p:nvSpPr>
        <p:spPr bwMode="auto">
          <a:xfrm>
            <a:off x="838200" y="4572000"/>
            <a:ext cx="1125538" cy="487363"/>
          </a:xfrm>
          <a:prstGeom prst="borderCallout2">
            <a:avLst>
              <a:gd name="adj1" fmla="val 23454"/>
              <a:gd name="adj2" fmla="val 106769"/>
              <a:gd name="adj3" fmla="val 23454"/>
              <a:gd name="adj4" fmla="val 126940"/>
              <a:gd name="adj5" fmla="val -121171"/>
              <a:gd name="adj6" fmla="val 147815"/>
            </a:avLst>
          </a:prstGeom>
          <a:solidFill>
            <a:srgbClr val="66FFFF"/>
          </a:solidFill>
          <a:ln w="19050">
            <a:solidFill>
              <a:srgbClr val="FF33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ctr"/>
            <a:r>
              <a:rPr kumimoji="1" lang="zh-CN" altLang="en-US" sz="2400" b="1">
                <a:latin typeface="Times New Roman" panose="02020603050405020304" pitchFamily="18" charset="0"/>
              </a:rPr>
              <a:t>尖顶波</a:t>
            </a:r>
          </a:p>
        </p:txBody>
      </p:sp>
      <p:sp>
        <p:nvSpPr>
          <p:cNvPr id="41992" name="AutoShape 8"/>
          <p:cNvSpPr>
            <a:spLocks/>
          </p:cNvSpPr>
          <p:nvPr/>
        </p:nvSpPr>
        <p:spPr bwMode="auto">
          <a:xfrm>
            <a:off x="3505200" y="4648200"/>
            <a:ext cx="1125538" cy="487363"/>
          </a:xfrm>
          <a:prstGeom prst="borderCallout2">
            <a:avLst>
              <a:gd name="adj1" fmla="val 23454"/>
              <a:gd name="adj2" fmla="val 106769"/>
              <a:gd name="adj3" fmla="val 23454"/>
              <a:gd name="adj4" fmla="val 122991"/>
              <a:gd name="adj5" fmla="val -81759"/>
              <a:gd name="adj6" fmla="val 139917"/>
            </a:avLst>
          </a:prstGeom>
          <a:solidFill>
            <a:srgbClr val="66FFFF"/>
          </a:solidFill>
          <a:ln w="19050">
            <a:solidFill>
              <a:srgbClr val="FF33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ctr"/>
            <a:r>
              <a:rPr kumimoji="1" lang="zh-CN" altLang="en-US" sz="2400" b="1">
                <a:latin typeface="Times New Roman" panose="02020603050405020304" pitchFamily="18" charset="0"/>
              </a:rPr>
              <a:t>阶梯波</a:t>
            </a:r>
          </a:p>
        </p:txBody>
      </p:sp>
      <p:sp>
        <p:nvSpPr>
          <p:cNvPr id="41993" name="Text Box 9"/>
          <p:cNvSpPr txBox="1">
            <a:spLocks noChangeArrowheads="1"/>
          </p:cNvSpPr>
          <p:nvPr/>
        </p:nvSpPr>
        <p:spPr bwMode="auto">
          <a:xfrm>
            <a:off x="900113" y="5229225"/>
            <a:ext cx="7705725" cy="9787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20000"/>
              </a:lnSpc>
            </a:pPr>
            <a:r>
              <a:rPr kumimoji="1" lang="zh-CN" altLang="en-US" sz="2400" b="1" dirty="0">
                <a:latin typeface="Times New Roman" panose="02020603050405020304" pitchFamily="18" charset="0"/>
              </a:rPr>
              <a:t>矩形波是基础波形，可通过波形变换得到其它波形。</a:t>
            </a:r>
          </a:p>
          <a:p>
            <a:pPr>
              <a:lnSpc>
                <a:spcPct val="120000"/>
              </a:lnSpc>
            </a:pPr>
            <a:r>
              <a:rPr kumimoji="1" lang="zh-CN" altLang="en-US" sz="2400" b="1" dirty="0" smtClean="0">
                <a:latin typeface="Times New Roman" panose="02020603050405020304" pitchFamily="18" charset="0"/>
              </a:rPr>
              <a:t> </a:t>
            </a:r>
            <a:endParaRPr kumimoji="1" lang="zh-CN" altLang="en-US" sz="2400" b="1" dirty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784902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19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9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9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9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9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9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9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4199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9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4199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988" grpId="0" animBg="1" autoUpdateAnimBg="0"/>
      <p:bldP spid="41989" grpId="0" animBg="1" autoUpdateAnimBg="0"/>
      <p:bldP spid="41990" grpId="0" animBg="1" autoUpdateAnimBg="0"/>
      <p:bldP spid="41991" grpId="0" animBg="1" autoUpdateAnimBg="0"/>
      <p:bldP spid="41992" grpId="0" animBg="1" autoUpdateAnimBg="0"/>
      <p:bldP spid="41993" grpId="0" build="p" autoUpdateAnimBg="0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/>
          <p:cNvSpPr>
            <a:spLocks noGrp="1" noChangeArrowheads="1"/>
          </p:cNvSpPr>
          <p:nvPr>
            <p:ph type="title"/>
          </p:nvPr>
        </p:nvSpPr>
        <p:spPr>
          <a:xfrm>
            <a:off x="395288" y="908050"/>
            <a:ext cx="5551487" cy="503238"/>
          </a:xfrm>
          <a:noFill/>
          <a:extLst>
            <a:ext uri="{909E8E84-426E-40DD-AFC4-6F175D3DCCD1}">
              <a14:hiddenFill xmlns:a14="http://schemas.microsoft.com/office/drawing/2010/main">
                <a:gradFill rotWithShape="0">
                  <a:gsLst>
                    <a:gs pos="0">
                      <a:srgbClr val="FF9900">
                        <a:gamma/>
                        <a:shade val="46275"/>
                        <a:invGamma/>
                      </a:srgbClr>
                    </a:gs>
                    <a:gs pos="50000">
                      <a:srgbClr val="FF9900"/>
                    </a:gs>
                    <a:gs pos="100000">
                      <a:srgbClr val="FF9900">
                        <a:gamma/>
                        <a:shade val="46275"/>
                        <a:invGamma/>
                      </a:srgbClr>
                    </a:gs>
                  </a:gsLst>
                  <a:lin ang="5400000" scaled="1"/>
                </a:gradFill>
              </a14:hiddenFill>
            </a:ext>
          </a:extLst>
        </p:spPr>
        <p:txBody>
          <a:bodyPr/>
          <a:lstStyle/>
          <a:p>
            <a:pPr algn="l"/>
            <a:r>
              <a:rPr lang="zh-CN" altLang="en-US" sz="3200">
                <a:ea typeface="华文行楷" panose="02010800040101010101" pitchFamily="2" charset="-122"/>
              </a:rPr>
              <a:t>二、矩形波发生电路</a:t>
            </a:r>
            <a:endParaRPr lang="zh-CN" altLang="en-US" sz="3200">
              <a:solidFill>
                <a:srgbClr val="FFFF99"/>
              </a:solidFill>
              <a:latin typeface="隶书" panose="02010509060101010101" pitchFamily="49" charset="-122"/>
              <a:ea typeface="华文行楷" panose="02010800040101010101" pitchFamily="2" charset="-122"/>
            </a:endParaRPr>
          </a:p>
        </p:txBody>
      </p:sp>
      <p:sp>
        <p:nvSpPr>
          <p:cNvPr id="430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3213" y="1498600"/>
            <a:ext cx="8305800" cy="1066800"/>
          </a:xfrm>
          <a:noFill/>
          <a:ln/>
        </p:spPr>
        <p:txBody>
          <a:bodyPr/>
          <a:lstStyle/>
          <a:p>
            <a:pPr>
              <a:lnSpc>
                <a:spcPct val="110000"/>
              </a:lnSpc>
              <a:spcBef>
                <a:spcPct val="0"/>
              </a:spcBef>
              <a:buFontTx/>
              <a:buNone/>
            </a:pPr>
            <a:r>
              <a:rPr lang="en-US" altLang="zh-CN" sz="2400"/>
              <a:t>         </a:t>
            </a:r>
            <a:r>
              <a:rPr lang="zh-CN" altLang="en-US" sz="2800" b="1"/>
              <a:t>输出</a:t>
            </a:r>
            <a:r>
              <a:rPr lang="zh-CN" altLang="en-US" sz="2800" b="1">
                <a:solidFill>
                  <a:srgbClr val="A50021"/>
                </a:solidFill>
              </a:rPr>
              <a:t>无稳态</a:t>
            </a:r>
            <a:r>
              <a:rPr lang="zh-CN" altLang="en-US" sz="2800" b="1"/>
              <a:t>，</a:t>
            </a:r>
            <a:r>
              <a:rPr lang="zh-CN" altLang="en-US" sz="2800" b="1">
                <a:solidFill>
                  <a:srgbClr val="A50021"/>
                </a:solidFill>
              </a:rPr>
              <a:t>有两个暂态</a:t>
            </a:r>
            <a:r>
              <a:rPr lang="zh-CN" altLang="en-US" sz="2800" b="1"/>
              <a:t>；若输出为高电平时定义为第一暂态，则输出为低电平为第二暂态。</a:t>
            </a:r>
          </a:p>
        </p:txBody>
      </p:sp>
      <p:sp>
        <p:nvSpPr>
          <p:cNvPr id="43012" name="Text Box 4"/>
          <p:cNvSpPr txBox="1">
            <a:spLocks noChangeArrowheads="1"/>
          </p:cNvSpPr>
          <p:nvPr/>
        </p:nvSpPr>
        <p:spPr bwMode="auto">
          <a:xfrm>
            <a:off x="684213" y="2565400"/>
            <a:ext cx="8077200" cy="3448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10000"/>
              </a:lnSpc>
            </a:pPr>
            <a:r>
              <a:rPr kumimoji="1" lang="en-US" altLang="zh-CN" sz="3200">
                <a:latin typeface="华文行楷" panose="02010800040101010101" pitchFamily="2" charset="-122"/>
                <a:ea typeface="华文行楷" panose="02010800040101010101" pitchFamily="2" charset="-122"/>
              </a:rPr>
              <a:t>1.  </a:t>
            </a:r>
            <a:r>
              <a:rPr kumimoji="1" lang="zh-CN" altLang="en-US" sz="3200">
                <a:latin typeface="华文行楷" panose="02010800040101010101" pitchFamily="2" charset="-122"/>
                <a:ea typeface="华文行楷" panose="02010800040101010101" pitchFamily="2" charset="-122"/>
              </a:rPr>
              <a:t>基本组成部分</a:t>
            </a:r>
          </a:p>
          <a:p>
            <a:pPr>
              <a:lnSpc>
                <a:spcPct val="110000"/>
              </a:lnSpc>
            </a:pPr>
            <a:r>
              <a:rPr kumimoji="1" lang="zh-CN" altLang="en-US" sz="2800" b="1">
                <a:latin typeface="Times New Roman" panose="02020603050405020304" pitchFamily="18" charset="0"/>
              </a:rPr>
              <a:t>    </a:t>
            </a:r>
            <a:r>
              <a:rPr kumimoji="1" lang="zh-CN" altLang="en-US" sz="2800" b="1">
                <a:solidFill>
                  <a:srgbClr val="A50021"/>
                </a:solidFill>
                <a:latin typeface="Times New Roman" panose="02020603050405020304" pitchFamily="18" charset="0"/>
              </a:rPr>
              <a:t>（</a:t>
            </a:r>
            <a:r>
              <a:rPr kumimoji="1" lang="en-US" altLang="zh-CN" sz="2800" b="1">
                <a:solidFill>
                  <a:srgbClr val="A50021"/>
                </a:solidFill>
                <a:latin typeface="Times New Roman" panose="02020603050405020304" pitchFamily="18" charset="0"/>
              </a:rPr>
              <a:t>1</a:t>
            </a:r>
            <a:r>
              <a:rPr kumimoji="1" lang="zh-CN" altLang="en-US" sz="2800" b="1">
                <a:solidFill>
                  <a:srgbClr val="A50021"/>
                </a:solidFill>
                <a:latin typeface="Times New Roman" panose="02020603050405020304" pitchFamily="18" charset="0"/>
              </a:rPr>
              <a:t>）开关电路</a:t>
            </a:r>
            <a:r>
              <a:rPr kumimoji="1" lang="zh-CN" altLang="en-US" sz="2800" b="1">
                <a:latin typeface="Times New Roman" panose="02020603050405020304" pitchFamily="18" charset="0"/>
              </a:rPr>
              <a:t>：因为输出只有高电平和低电平两种情况，即两个暂态；故采用电压比较器。</a:t>
            </a:r>
          </a:p>
          <a:p>
            <a:pPr>
              <a:lnSpc>
                <a:spcPct val="110000"/>
              </a:lnSpc>
            </a:pPr>
            <a:r>
              <a:rPr kumimoji="1" lang="zh-CN" altLang="en-US" sz="2800" b="1">
                <a:latin typeface="Times New Roman" panose="02020603050405020304" pitchFamily="18" charset="0"/>
              </a:rPr>
              <a:t>    </a:t>
            </a:r>
            <a:r>
              <a:rPr kumimoji="1" lang="zh-CN" altLang="en-US" sz="2800" b="1">
                <a:solidFill>
                  <a:srgbClr val="A50021"/>
                </a:solidFill>
                <a:latin typeface="Times New Roman" panose="02020603050405020304" pitchFamily="18" charset="0"/>
              </a:rPr>
              <a:t>（</a:t>
            </a:r>
            <a:r>
              <a:rPr kumimoji="1" lang="en-US" altLang="zh-CN" sz="2800" b="1">
                <a:solidFill>
                  <a:srgbClr val="A50021"/>
                </a:solidFill>
                <a:latin typeface="Times New Roman" panose="02020603050405020304" pitchFamily="18" charset="0"/>
              </a:rPr>
              <a:t>2</a:t>
            </a:r>
            <a:r>
              <a:rPr kumimoji="1" lang="zh-CN" altLang="en-US" sz="2800" b="1">
                <a:solidFill>
                  <a:srgbClr val="A50021"/>
                </a:solidFill>
                <a:latin typeface="Times New Roman" panose="02020603050405020304" pitchFamily="18" charset="0"/>
              </a:rPr>
              <a:t>）反馈网络</a:t>
            </a:r>
            <a:r>
              <a:rPr kumimoji="1" lang="zh-CN" altLang="en-US" sz="2800" b="1">
                <a:latin typeface="Times New Roman" panose="02020603050405020304" pitchFamily="18" charset="0"/>
              </a:rPr>
              <a:t>：因需自控，在输出为某一暂态时孕育翻转成另一暂态的条件，故应引入反馈。</a:t>
            </a:r>
          </a:p>
          <a:p>
            <a:pPr>
              <a:lnSpc>
                <a:spcPct val="110000"/>
              </a:lnSpc>
            </a:pPr>
            <a:r>
              <a:rPr kumimoji="1" lang="zh-CN" altLang="en-US" sz="2800" b="1">
                <a:latin typeface="Times New Roman" panose="02020603050405020304" pitchFamily="18" charset="0"/>
              </a:rPr>
              <a:t>    </a:t>
            </a:r>
            <a:r>
              <a:rPr kumimoji="1" lang="zh-CN" altLang="en-US" sz="2800" b="1">
                <a:solidFill>
                  <a:srgbClr val="A50021"/>
                </a:solidFill>
                <a:latin typeface="Times New Roman" panose="02020603050405020304" pitchFamily="18" charset="0"/>
              </a:rPr>
              <a:t>（</a:t>
            </a:r>
            <a:r>
              <a:rPr kumimoji="1" lang="en-US" altLang="zh-CN" sz="2800" b="1">
                <a:solidFill>
                  <a:srgbClr val="A50021"/>
                </a:solidFill>
                <a:latin typeface="Times New Roman" panose="02020603050405020304" pitchFamily="18" charset="0"/>
              </a:rPr>
              <a:t>3</a:t>
            </a:r>
            <a:r>
              <a:rPr kumimoji="1" lang="zh-CN" altLang="en-US" sz="2800" b="1">
                <a:solidFill>
                  <a:srgbClr val="A50021"/>
                </a:solidFill>
                <a:latin typeface="Times New Roman" panose="02020603050405020304" pitchFamily="18" charset="0"/>
              </a:rPr>
              <a:t>）延迟环节</a:t>
            </a:r>
            <a:r>
              <a:rPr kumimoji="1" lang="zh-CN" altLang="en-US" sz="2800" b="1">
                <a:latin typeface="Times New Roman" panose="02020603050405020304" pitchFamily="18" charset="0"/>
              </a:rPr>
              <a:t>：要使两个暂态均维持一定的时间，故采用</a:t>
            </a:r>
            <a:r>
              <a:rPr kumimoji="1" lang="en-US" altLang="zh-CN" sz="2800" b="1" i="1">
                <a:latin typeface="Times New Roman" panose="02020603050405020304" pitchFamily="18" charset="0"/>
              </a:rPr>
              <a:t>RC</a:t>
            </a:r>
            <a:r>
              <a:rPr kumimoji="1" lang="zh-CN" altLang="en-US" sz="2800" b="1">
                <a:latin typeface="Times New Roman" panose="02020603050405020304" pitchFamily="18" charset="0"/>
              </a:rPr>
              <a:t>环节</a:t>
            </a:r>
            <a:r>
              <a:rPr kumimoji="1" lang="zh-CN" altLang="zh-CN" sz="2800" b="1">
                <a:latin typeface="Times New Roman" panose="02020603050405020304" pitchFamily="18" charset="0"/>
              </a:rPr>
              <a:t>实现</a:t>
            </a:r>
            <a:r>
              <a:rPr kumimoji="1" lang="zh-CN" altLang="en-US" sz="2800" b="1">
                <a:latin typeface="Times New Roman" panose="02020603050405020304" pitchFamily="18" charset="0"/>
              </a:rPr>
              <a:t>，从而决定振荡频率</a:t>
            </a:r>
            <a:r>
              <a:rPr kumimoji="1" lang="zh-CN" altLang="zh-CN" sz="2800" b="1">
                <a:latin typeface="Times New Roman" panose="02020603050405020304" pitchFamily="18" charset="0"/>
              </a:rPr>
              <a:t> 。</a:t>
            </a:r>
            <a:endParaRPr kumimoji="1" lang="zh-CN" altLang="en-US" sz="2800" b="1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925785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30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30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30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30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30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011" grpId="0" build="p" autoUpdateAnimBg="0"/>
      <p:bldP spid="43012" grpId="0" build="p" autoUpdateAnimBg="0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 descr="屏幕剪辑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24150" y="1650381"/>
            <a:ext cx="4096322" cy="3362795"/>
          </a:xfrm>
          <a:prstGeom prst="rect">
            <a:avLst/>
          </a:prstGeom>
        </p:spPr>
      </p:pic>
      <p:pic>
        <p:nvPicPr>
          <p:cNvPr id="2" name="图片 1" descr="屏幕剪辑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03676" y="1831942"/>
            <a:ext cx="3153215" cy="3253242"/>
          </a:xfrm>
          <a:prstGeom prst="rect">
            <a:avLst/>
          </a:prstGeom>
        </p:spPr>
      </p:pic>
      <p:sp>
        <p:nvSpPr>
          <p:cNvPr id="61443" name="Rectangle 4"/>
          <p:cNvSpPr>
            <a:spLocks noChangeArrowheads="1"/>
          </p:cNvSpPr>
          <p:nvPr/>
        </p:nvSpPr>
        <p:spPr bwMode="auto">
          <a:xfrm>
            <a:off x="755650" y="116632"/>
            <a:ext cx="7516813" cy="5540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FF00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30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8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4pPr>
            <a:lvl5pPr marL="2057400" indent="-228600" eaLnBrk="0" hangingPunct="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9pPr>
          </a:lstStyle>
          <a:p>
            <a:pPr algn="just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dirty="0" smtClean="0">
                <a:solidFill>
                  <a:srgbClr val="0000CC"/>
                </a:solidFill>
                <a:latin typeface="Times New Roman" panose="02020603050405020304" pitchFamily="18" charset="0"/>
              </a:rPr>
              <a:t>9.8.2  </a:t>
            </a:r>
            <a:r>
              <a:rPr lang="zh-CN" altLang="en-US" dirty="0" smtClean="0">
                <a:solidFill>
                  <a:srgbClr val="0000CC"/>
                </a:solidFill>
                <a:latin typeface="Times New Roman" panose="02020603050405020304" pitchFamily="18" charset="0"/>
              </a:rPr>
              <a:t>方波产生</a:t>
            </a:r>
            <a:r>
              <a:rPr lang="zh-CN" altLang="en-US" dirty="0">
                <a:solidFill>
                  <a:srgbClr val="0000CC"/>
                </a:solidFill>
                <a:latin typeface="Times New Roman" panose="02020603050405020304" pitchFamily="18" charset="0"/>
              </a:rPr>
              <a:t>电路</a:t>
            </a:r>
          </a:p>
        </p:txBody>
      </p:sp>
      <p:sp>
        <p:nvSpPr>
          <p:cNvPr id="4" name="Rectangle 5" descr="羊皮纸"/>
          <p:cNvSpPr>
            <a:spLocks noChangeArrowheads="1"/>
          </p:cNvSpPr>
          <p:nvPr/>
        </p:nvSpPr>
        <p:spPr bwMode="auto">
          <a:xfrm>
            <a:off x="2266475" y="2564904"/>
            <a:ext cx="1915195" cy="2492503"/>
          </a:xfrm>
          <a:prstGeom prst="rect">
            <a:avLst/>
          </a:prstGeom>
          <a:noFill/>
          <a:ln w="22225">
            <a:solidFill>
              <a:srgbClr val="FF0000"/>
            </a:solidFill>
            <a:prstDash val="dash"/>
          </a:ln>
          <a:effectLst/>
          <a:extLst/>
        </p:spPr>
        <p:txBody>
          <a:bodyPr wrap="square"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30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8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4pPr>
            <a:lvl5pPr marL="2057400" indent="-228600" eaLnBrk="0" hangingPunct="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zh-CN" altLang="en-US" sz="2400">
              <a:latin typeface="Times New Roman" panose="02020603050405020304" pitchFamily="18" charset="0"/>
            </a:endParaRPr>
          </a:p>
        </p:txBody>
      </p:sp>
      <p:sp>
        <p:nvSpPr>
          <p:cNvPr id="61445" name="Rectangle 6"/>
          <p:cNvSpPr>
            <a:spLocks noChangeArrowheads="1"/>
          </p:cNvSpPr>
          <p:nvPr/>
        </p:nvSpPr>
        <p:spPr bwMode="auto">
          <a:xfrm>
            <a:off x="593724" y="764704"/>
            <a:ext cx="5922491" cy="5922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1pPr>
            <a:lvl2pPr marL="762000" indent="-285750"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30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2pPr>
            <a:lvl3pPr marL="1181100" indent="-228600"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8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4pPr>
            <a:lvl5pPr marL="2057400" indent="-228600" eaLnBrk="0" hangingPunct="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9pPr>
          </a:lstStyle>
          <a:p>
            <a:pPr algn="just" eaLnBrk="1" hangingPunct="1">
              <a:lnSpc>
                <a:spcPct val="13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8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1) </a:t>
            </a:r>
            <a:r>
              <a:rPr lang="zh-CN" altLang="en-US" sz="2800" dirty="0">
                <a:solidFill>
                  <a:srgbClr val="C00000"/>
                </a:solidFill>
              </a:rPr>
              <a:t>电路组成（多谐振荡电路）</a:t>
            </a:r>
          </a:p>
        </p:txBody>
      </p:sp>
      <p:sp>
        <p:nvSpPr>
          <p:cNvPr id="61460" name="AutoShape 10"/>
          <p:cNvSpPr>
            <a:spLocks noChangeArrowheads="1"/>
          </p:cNvSpPr>
          <p:nvPr/>
        </p:nvSpPr>
        <p:spPr bwMode="auto">
          <a:xfrm>
            <a:off x="1646432" y="5444673"/>
            <a:ext cx="1765300" cy="511175"/>
          </a:xfrm>
          <a:prstGeom prst="wedgeRoundRectCallout">
            <a:avLst>
              <a:gd name="adj1" fmla="val 44267"/>
              <a:gd name="adj2" fmla="val -122880"/>
              <a:gd name="adj3" fmla="val 16667"/>
            </a:avLst>
          </a:prstGeom>
          <a:solidFill>
            <a:srgbClr val="CCFFCC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30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8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4pPr>
            <a:lvl5pPr marL="2057400" indent="-228600" eaLnBrk="0" hangingPunct="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kumimoji="1" lang="zh-CN" altLang="en-US" sz="24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迟滞比较器</a:t>
            </a:r>
          </a:p>
        </p:txBody>
      </p:sp>
      <p:sp>
        <p:nvSpPr>
          <p:cNvPr id="61456" name="AutoShape 15"/>
          <p:cNvSpPr>
            <a:spLocks noChangeArrowheads="1"/>
          </p:cNvSpPr>
          <p:nvPr/>
        </p:nvSpPr>
        <p:spPr bwMode="auto">
          <a:xfrm>
            <a:off x="539552" y="4012287"/>
            <a:ext cx="1406295" cy="919401"/>
          </a:xfrm>
          <a:prstGeom prst="wedgeRoundRectCallout">
            <a:avLst>
              <a:gd name="adj1" fmla="val 39774"/>
              <a:gd name="adj2" fmla="val -79056"/>
              <a:gd name="adj3" fmla="val 16667"/>
            </a:avLst>
          </a:prstGeom>
          <a:solidFill>
            <a:srgbClr val="CCFFCC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400" b="1" i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RC</a:t>
            </a:r>
            <a:r>
              <a:rPr kumimoji="1"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充放电支路</a:t>
            </a:r>
          </a:p>
        </p:txBody>
      </p:sp>
      <p:grpSp>
        <p:nvGrpSpPr>
          <p:cNvPr id="16" name="Group 17"/>
          <p:cNvGrpSpPr>
            <a:grpSpLocks/>
          </p:cNvGrpSpPr>
          <p:nvPr/>
        </p:nvGrpSpPr>
        <p:grpSpPr bwMode="auto">
          <a:xfrm>
            <a:off x="5978946" y="3069552"/>
            <a:ext cx="2752724" cy="2451101"/>
            <a:chOff x="4231" y="1174"/>
            <a:chExt cx="1734" cy="1544"/>
          </a:xfrm>
        </p:grpSpPr>
        <p:sp>
          <p:nvSpPr>
            <p:cNvPr id="61453" name="Rectangle 18"/>
            <p:cNvSpPr>
              <a:spLocks noChangeArrowheads="1"/>
            </p:cNvSpPr>
            <p:nvPr/>
          </p:nvSpPr>
          <p:spPr bwMode="auto">
            <a:xfrm>
              <a:off x="5295" y="1174"/>
              <a:ext cx="670" cy="907"/>
            </a:xfrm>
            <a:prstGeom prst="rect">
              <a:avLst/>
            </a:prstGeom>
            <a:noFill/>
            <a:ln w="22225">
              <a:solidFill>
                <a:srgbClr val="FF0000"/>
              </a:solidFill>
              <a:prstDash val="dash"/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anchor="ctr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 b="1">
                  <a:solidFill>
                    <a:schemeClr val="tx1"/>
                  </a:solidFill>
                  <a:latin typeface="Arial Narrow" panose="020B0606020202030204" pitchFamily="34" charset="0"/>
                  <a:ea typeface="楷体_GB2312"/>
                  <a:cs typeface="楷体_GB231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3000" b="1">
                  <a:solidFill>
                    <a:schemeClr val="tx1"/>
                  </a:solidFill>
                  <a:latin typeface="Arial Narrow" panose="020B0606020202030204" pitchFamily="34" charset="0"/>
                  <a:ea typeface="楷体_GB2312"/>
                  <a:cs typeface="楷体_GB231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800" b="1">
                  <a:solidFill>
                    <a:schemeClr val="tx1"/>
                  </a:solidFill>
                  <a:latin typeface="Arial Narrow" panose="020B0606020202030204" pitchFamily="34" charset="0"/>
                  <a:ea typeface="楷体_GB2312"/>
                  <a:cs typeface="楷体_GB231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 Narrow" panose="020B0606020202030204" pitchFamily="34" charset="0"/>
                  <a:ea typeface="楷体_GB2312"/>
                  <a:cs typeface="楷体_GB2312"/>
                </a:defRPr>
              </a:lvl4pPr>
              <a:lvl5pPr marL="2057400" indent="-228600" eaLnBrk="0" hangingPunct="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400" b="1">
                  <a:solidFill>
                    <a:schemeClr val="tx1"/>
                  </a:solidFill>
                  <a:latin typeface="Arial Narrow" panose="020B0606020202030204" pitchFamily="34" charset="0"/>
                  <a:ea typeface="楷体_GB2312"/>
                  <a:cs typeface="楷体_GB231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400" b="1">
                  <a:solidFill>
                    <a:schemeClr val="tx1"/>
                  </a:solidFill>
                  <a:latin typeface="Arial Narrow" panose="020B0606020202030204" pitchFamily="34" charset="0"/>
                  <a:ea typeface="楷体_GB2312"/>
                  <a:cs typeface="楷体_GB231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400" b="1">
                  <a:solidFill>
                    <a:schemeClr val="tx1"/>
                  </a:solidFill>
                  <a:latin typeface="Arial Narrow" panose="020B0606020202030204" pitchFamily="34" charset="0"/>
                  <a:ea typeface="楷体_GB2312"/>
                  <a:cs typeface="楷体_GB231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400" b="1">
                  <a:solidFill>
                    <a:schemeClr val="tx1"/>
                  </a:solidFill>
                  <a:latin typeface="Arial Narrow" panose="020B0606020202030204" pitchFamily="34" charset="0"/>
                  <a:ea typeface="楷体_GB2312"/>
                  <a:cs typeface="楷体_GB231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400" b="1">
                  <a:solidFill>
                    <a:schemeClr val="tx1"/>
                  </a:solidFill>
                  <a:latin typeface="Arial Narrow" panose="020B0606020202030204" pitchFamily="34" charset="0"/>
                  <a:ea typeface="楷体_GB2312"/>
                  <a:cs typeface="楷体_GB231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61454" name="AutoShape 19"/>
            <p:cNvSpPr>
              <a:spLocks noChangeArrowheads="1"/>
            </p:cNvSpPr>
            <p:nvPr/>
          </p:nvSpPr>
          <p:spPr bwMode="auto">
            <a:xfrm>
              <a:off x="4231" y="2396"/>
              <a:ext cx="1509" cy="322"/>
            </a:xfrm>
            <a:prstGeom prst="wedgeRoundRectCallout">
              <a:avLst>
                <a:gd name="adj1" fmla="val 25707"/>
                <a:gd name="adj2" fmla="val -144163"/>
                <a:gd name="adj3" fmla="val 16667"/>
              </a:avLst>
            </a:prstGeom>
            <a:solidFill>
              <a:srgbClr val="CCFF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zh-CN" altLang="en-US" sz="2400" b="1" dirty="0">
                  <a:solidFill>
                    <a:srgbClr val="FF0000"/>
                  </a:solidFill>
                  <a:latin typeface="楷体" panose="02010609060101010101" pitchFamily="49" charset="-122"/>
                  <a:ea typeface="楷体" panose="02010609060101010101" pitchFamily="49" charset="-122"/>
                  <a:cs typeface="楷体_GB2312"/>
                </a:rPr>
                <a:t>稳压管双向限幅</a:t>
              </a:r>
            </a:p>
          </p:txBody>
        </p:sp>
      </p:grpSp>
      <p:sp>
        <p:nvSpPr>
          <p:cNvPr id="20" name="AutoShape 21"/>
          <p:cNvSpPr>
            <a:spLocks noChangeArrowheads="1"/>
          </p:cNvSpPr>
          <p:nvPr/>
        </p:nvSpPr>
        <p:spPr bwMode="auto">
          <a:xfrm>
            <a:off x="5576888" y="1050925"/>
            <a:ext cx="3198812" cy="596900"/>
          </a:xfrm>
          <a:prstGeom prst="wedgeRoundRectCallout">
            <a:avLst>
              <a:gd name="adj1" fmla="val 125"/>
              <a:gd name="adj2" fmla="val 254787"/>
              <a:gd name="adj3" fmla="val 16667"/>
            </a:avLst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30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8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4pPr>
            <a:lvl5pPr marL="2057400" indent="-228600" eaLnBrk="0" hangingPunct="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kumimoji="1" lang="zh-CN" altLang="en-US" sz="2400">
                <a:solidFill>
                  <a:srgbClr val="FF0000"/>
                </a:solidFill>
                <a:latin typeface="楷体_GB2312"/>
              </a:rPr>
              <a:t>能否不串入该电阻？</a:t>
            </a:r>
          </a:p>
        </p:txBody>
      </p:sp>
      <p:sp>
        <p:nvSpPr>
          <p:cNvPr id="5" name="任意多边形 4"/>
          <p:cNvSpPr/>
          <p:nvPr/>
        </p:nvSpPr>
        <p:spPr>
          <a:xfrm>
            <a:off x="1447879" y="1854558"/>
            <a:ext cx="2610614" cy="1880315"/>
          </a:xfrm>
          <a:custGeom>
            <a:avLst/>
            <a:gdLst>
              <a:gd name="connsiteX0" fmla="*/ 2362709 w 2646044"/>
              <a:gd name="connsiteY0" fmla="*/ 92397 h 1972712"/>
              <a:gd name="connsiteX1" fmla="*/ 2362709 w 2646044"/>
              <a:gd name="connsiteY1" fmla="*/ 92397 h 1972712"/>
              <a:gd name="connsiteX2" fmla="*/ 1409672 w 2646044"/>
              <a:gd name="connsiteY2" fmla="*/ 15124 h 1972712"/>
              <a:gd name="connsiteX3" fmla="*/ 1358157 w 2646044"/>
              <a:gd name="connsiteY3" fmla="*/ 40881 h 1972712"/>
              <a:gd name="connsiteX4" fmla="*/ 1293762 w 2646044"/>
              <a:gd name="connsiteY4" fmla="*/ 53760 h 1972712"/>
              <a:gd name="connsiteX5" fmla="*/ 1216489 w 2646044"/>
              <a:gd name="connsiteY5" fmla="*/ 79518 h 1972712"/>
              <a:gd name="connsiteX6" fmla="*/ 1177852 w 2646044"/>
              <a:gd name="connsiteY6" fmla="*/ 92397 h 1972712"/>
              <a:gd name="connsiteX7" fmla="*/ 1113458 w 2646044"/>
              <a:gd name="connsiteY7" fmla="*/ 105276 h 1972712"/>
              <a:gd name="connsiteX8" fmla="*/ 1074821 w 2646044"/>
              <a:gd name="connsiteY8" fmla="*/ 118154 h 1972712"/>
              <a:gd name="connsiteX9" fmla="*/ 997548 w 2646044"/>
              <a:gd name="connsiteY9" fmla="*/ 131033 h 1972712"/>
              <a:gd name="connsiteX10" fmla="*/ 881638 w 2646044"/>
              <a:gd name="connsiteY10" fmla="*/ 182549 h 1972712"/>
              <a:gd name="connsiteX11" fmla="*/ 778607 w 2646044"/>
              <a:gd name="connsiteY11" fmla="*/ 208307 h 1972712"/>
              <a:gd name="connsiteX12" fmla="*/ 739971 w 2646044"/>
              <a:gd name="connsiteY12" fmla="*/ 221185 h 1972712"/>
              <a:gd name="connsiteX13" fmla="*/ 688455 w 2646044"/>
              <a:gd name="connsiteY13" fmla="*/ 234064 h 1972712"/>
              <a:gd name="connsiteX14" fmla="*/ 649819 w 2646044"/>
              <a:gd name="connsiteY14" fmla="*/ 246943 h 1972712"/>
              <a:gd name="connsiteX15" fmla="*/ 598303 w 2646044"/>
              <a:gd name="connsiteY15" fmla="*/ 259822 h 1972712"/>
              <a:gd name="connsiteX16" fmla="*/ 521030 w 2646044"/>
              <a:gd name="connsiteY16" fmla="*/ 285580 h 1972712"/>
              <a:gd name="connsiteX17" fmla="*/ 405120 w 2646044"/>
              <a:gd name="connsiteY17" fmla="*/ 349974 h 1972712"/>
              <a:gd name="connsiteX18" fmla="*/ 327847 w 2646044"/>
              <a:gd name="connsiteY18" fmla="*/ 427247 h 1972712"/>
              <a:gd name="connsiteX19" fmla="*/ 289210 w 2646044"/>
              <a:gd name="connsiteY19" fmla="*/ 453005 h 1972712"/>
              <a:gd name="connsiteX20" fmla="*/ 160421 w 2646044"/>
              <a:gd name="connsiteY20" fmla="*/ 568915 h 1972712"/>
              <a:gd name="connsiteX21" fmla="*/ 108906 w 2646044"/>
              <a:gd name="connsiteY21" fmla="*/ 633309 h 1972712"/>
              <a:gd name="connsiteX22" fmla="*/ 96027 w 2646044"/>
              <a:gd name="connsiteY22" fmla="*/ 684825 h 1972712"/>
              <a:gd name="connsiteX23" fmla="*/ 83148 w 2646044"/>
              <a:gd name="connsiteY23" fmla="*/ 723462 h 1972712"/>
              <a:gd name="connsiteX24" fmla="*/ 31633 w 2646044"/>
              <a:gd name="connsiteY24" fmla="*/ 800735 h 1972712"/>
              <a:gd name="connsiteX25" fmla="*/ 31633 w 2646044"/>
              <a:gd name="connsiteY25" fmla="*/ 1431800 h 1972712"/>
              <a:gd name="connsiteX26" fmla="*/ 44512 w 2646044"/>
              <a:gd name="connsiteY26" fmla="*/ 1534831 h 1972712"/>
              <a:gd name="connsiteX27" fmla="*/ 57390 w 2646044"/>
              <a:gd name="connsiteY27" fmla="*/ 1599225 h 1972712"/>
              <a:gd name="connsiteX28" fmla="*/ 83148 w 2646044"/>
              <a:gd name="connsiteY28" fmla="*/ 1676498 h 1972712"/>
              <a:gd name="connsiteX29" fmla="*/ 108906 w 2646044"/>
              <a:gd name="connsiteY29" fmla="*/ 1753771 h 1972712"/>
              <a:gd name="connsiteX30" fmla="*/ 121785 w 2646044"/>
              <a:gd name="connsiteY30" fmla="*/ 1792408 h 1972712"/>
              <a:gd name="connsiteX31" fmla="*/ 134664 w 2646044"/>
              <a:gd name="connsiteY31" fmla="*/ 1843924 h 1972712"/>
              <a:gd name="connsiteX32" fmla="*/ 173300 w 2646044"/>
              <a:gd name="connsiteY32" fmla="*/ 1856802 h 1972712"/>
              <a:gd name="connsiteX33" fmla="*/ 250573 w 2646044"/>
              <a:gd name="connsiteY33" fmla="*/ 1921197 h 1972712"/>
              <a:gd name="connsiteX34" fmla="*/ 327847 w 2646044"/>
              <a:gd name="connsiteY34" fmla="*/ 1946954 h 1972712"/>
              <a:gd name="connsiteX35" fmla="*/ 366483 w 2646044"/>
              <a:gd name="connsiteY35" fmla="*/ 1959833 h 1972712"/>
              <a:gd name="connsiteX36" fmla="*/ 405120 w 2646044"/>
              <a:gd name="connsiteY36" fmla="*/ 1972712 h 1972712"/>
              <a:gd name="connsiteX37" fmla="*/ 611182 w 2646044"/>
              <a:gd name="connsiteY37" fmla="*/ 1959833 h 1972712"/>
              <a:gd name="connsiteX38" fmla="*/ 649819 w 2646044"/>
              <a:gd name="connsiteY38" fmla="*/ 1921197 h 1972712"/>
              <a:gd name="connsiteX39" fmla="*/ 727092 w 2646044"/>
              <a:gd name="connsiteY39" fmla="*/ 1856802 h 1972712"/>
              <a:gd name="connsiteX40" fmla="*/ 752850 w 2646044"/>
              <a:gd name="connsiteY40" fmla="*/ 1418921 h 1972712"/>
              <a:gd name="connsiteX41" fmla="*/ 765728 w 2646044"/>
              <a:gd name="connsiteY41" fmla="*/ 1341647 h 1972712"/>
              <a:gd name="connsiteX42" fmla="*/ 778607 w 2646044"/>
              <a:gd name="connsiteY42" fmla="*/ 1225738 h 1972712"/>
              <a:gd name="connsiteX43" fmla="*/ 804365 w 2646044"/>
              <a:gd name="connsiteY43" fmla="*/ 1109828 h 1972712"/>
              <a:gd name="connsiteX44" fmla="*/ 817244 w 2646044"/>
              <a:gd name="connsiteY44" fmla="*/ 762098 h 1972712"/>
              <a:gd name="connsiteX45" fmla="*/ 843002 w 2646044"/>
              <a:gd name="connsiteY45" fmla="*/ 710583 h 1972712"/>
              <a:gd name="connsiteX46" fmla="*/ 881638 w 2646044"/>
              <a:gd name="connsiteY46" fmla="*/ 684825 h 1972712"/>
              <a:gd name="connsiteX47" fmla="*/ 1010427 w 2646044"/>
              <a:gd name="connsiteY47" fmla="*/ 659067 h 1972712"/>
              <a:gd name="connsiteX48" fmla="*/ 1164973 w 2646044"/>
              <a:gd name="connsiteY48" fmla="*/ 646188 h 1972712"/>
              <a:gd name="connsiteX49" fmla="*/ 1757402 w 2646044"/>
              <a:gd name="connsiteY49" fmla="*/ 659067 h 1972712"/>
              <a:gd name="connsiteX50" fmla="*/ 1937706 w 2646044"/>
              <a:gd name="connsiteY50" fmla="*/ 671946 h 1972712"/>
              <a:gd name="connsiteX51" fmla="*/ 2388466 w 2646044"/>
              <a:gd name="connsiteY51" fmla="*/ 646188 h 1972712"/>
              <a:gd name="connsiteX52" fmla="*/ 2465740 w 2646044"/>
              <a:gd name="connsiteY52" fmla="*/ 620431 h 1972712"/>
              <a:gd name="connsiteX53" fmla="*/ 2555892 w 2646044"/>
              <a:gd name="connsiteY53" fmla="*/ 594673 h 1972712"/>
              <a:gd name="connsiteX54" fmla="*/ 2594528 w 2646044"/>
              <a:gd name="connsiteY54" fmla="*/ 568915 h 1972712"/>
              <a:gd name="connsiteX55" fmla="*/ 2633165 w 2646044"/>
              <a:gd name="connsiteY55" fmla="*/ 491642 h 1972712"/>
              <a:gd name="connsiteX56" fmla="*/ 2646044 w 2646044"/>
              <a:gd name="connsiteY56" fmla="*/ 440126 h 1972712"/>
              <a:gd name="connsiteX57" fmla="*/ 2607407 w 2646044"/>
              <a:gd name="connsiteY57" fmla="*/ 234064 h 1972712"/>
              <a:gd name="connsiteX58" fmla="*/ 2594528 w 2646044"/>
              <a:gd name="connsiteY58" fmla="*/ 195428 h 1972712"/>
              <a:gd name="connsiteX59" fmla="*/ 2517255 w 2646044"/>
              <a:gd name="connsiteY59" fmla="*/ 156791 h 1972712"/>
              <a:gd name="connsiteX60" fmla="*/ 2478619 w 2646044"/>
              <a:gd name="connsiteY60" fmla="*/ 118154 h 1972712"/>
              <a:gd name="connsiteX61" fmla="*/ 2362709 w 2646044"/>
              <a:gd name="connsiteY61" fmla="*/ 92397 h 1972712"/>
              <a:gd name="connsiteX0" fmla="*/ 2362709 w 2646044"/>
              <a:gd name="connsiteY0" fmla="*/ 92397 h 1972712"/>
              <a:gd name="connsiteX1" fmla="*/ 2362709 w 2646044"/>
              <a:gd name="connsiteY1" fmla="*/ 92397 h 1972712"/>
              <a:gd name="connsiteX2" fmla="*/ 1409672 w 2646044"/>
              <a:gd name="connsiteY2" fmla="*/ 15124 h 1972712"/>
              <a:gd name="connsiteX3" fmla="*/ 1358157 w 2646044"/>
              <a:gd name="connsiteY3" fmla="*/ 40881 h 1972712"/>
              <a:gd name="connsiteX4" fmla="*/ 1293762 w 2646044"/>
              <a:gd name="connsiteY4" fmla="*/ 53760 h 1972712"/>
              <a:gd name="connsiteX5" fmla="*/ 1216489 w 2646044"/>
              <a:gd name="connsiteY5" fmla="*/ 79518 h 1972712"/>
              <a:gd name="connsiteX6" fmla="*/ 1177852 w 2646044"/>
              <a:gd name="connsiteY6" fmla="*/ 92397 h 1972712"/>
              <a:gd name="connsiteX7" fmla="*/ 1113458 w 2646044"/>
              <a:gd name="connsiteY7" fmla="*/ 105276 h 1972712"/>
              <a:gd name="connsiteX8" fmla="*/ 1074821 w 2646044"/>
              <a:gd name="connsiteY8" fmla="*/ 118154 h 1972712"/>
              <a:gd name="connsiteX9" fmla="*/ 997548 w 2646044"/>
              <a:gd name="connsiteY9" fmla="*/ 131033 h 1972712"/>
              <a:gd name="connsiteX10" fmla="*/ 881638 w 2646044"/>
              <a:gd name="connsiteY10" fmla="*/ 182549 h 1972712"/>
              <a:gd name="connsiteX11" fmla="*/ 778607 w 2646044"/>
              <a:gd name="connsiteY11" fmla="*/ 208307 h 1972712"/>
              <a:gd name="connsiteX12" fmla="*/ 739971 w 2646044"/>
              <a:gd name="connsiteY12" fmla="*/ 221185 h 1972712"/>
              <a:gd name="connsiteX13" fmla="*/ 688455 w 2646044"/>
              <a:gd name="connsiteY13" fmla="*/ 234064 h 1972712"/>
              <a:gd name="connsiteX14" fmla="*/ 649819 w 2646044"/>
              <a:gd name="connsiteY14" fmla="*/ 246943 h 1972712"/>
              <a:gd name="connsiteX15" fmla="*/ 598303 w 2646044"/>
              <a:gd name="connsiteY15" fmla="*/ 259822 h 1972712"/>
              <a:gd name="connsiteX16" fmla="*/ 521030 w 2646044"/>
              <a:gd name="connsiteY16" fmla="*/ 285580 h 1972712"/>
              <a:gd name="connsiteX17" fmla="*/ 405120 w 2646044"/>
              <a:gd name="connsiteY17" fmla="*/ 349974 h 1972712"/>
              <a:gd name="connsiteX18" fmla="*/ 327847 w 2646044"/>
              <a:gd name="connsiteY18" fmla="*/ 427247 h 1972712"/>
              <a:gd name="connsiteX19" fmla="*/ 289210 w 2646044"/>
              <a:gd name="connsiteY19" fmla="*/ 453005 h 1972712"/>
              <a:gd name="connsiteX20" fmla="*/ 160421 w 2646044"/>
              <a:gd name="connsiteY20" fmla="*/ 568915 h 1972712"/>
              <a:gd name="connsiteX21" fmla="*/ 108906 w 2646044"/>
              <a:gd name="connsiteY21" fmla="*/ 633309 h 1972712"/>
              <a:gd name="connsiteX22" fmla="*/ 96027 w 2646044"/>
              <a:gd name="connsiteY22" fmla="*/ 684825 h 1972712"/>
              <a:gd name="connsiteX23" fmla="*/ 83148 w 2646044"/>
              <a:gd name="connsiteY23" fmla="*/ 723462 h 1972712"/>
              <a:gd name="connsiteX24" fmla="*/ 31633 w 2646044"/>
              <a:gd name="connsiteY24" fmla="*/ 800735 h 1972712"/>
              <a:gd name="connsiteX25" fmla="*/ 31633 w 2646044"/>
              <a:gd name="connsiteY25" fmla="*/ 1431800 h 1972712"/>
              <a:gd name="connsiteX26" fmla="*/ 44512 w 2646044"/>
              <a:gd name="connsiteY26" fmla="*/ 1534831 h 1972712"/>
              <a:gd name="connsiteX27" fmla="*/ 57390 w 2646044"/>
              <a:gd name="connsiteY27" fmla="*/ 1599225 h 1972712"/>
              <a:gd name="connsiteX28" fmla="*/ 83148 w 2646044"/>
              <a:gd name="connsiteY28" fmla="*/ 1676498 h 1972712"/>
              <a:gd name="connsiteX29" fmla="*/ 108906 w 2646044"/>
              <a:gd name="connsiteY29" fmla="*/ 1753771 h 1972712"/>
              <a:gd name="connsiteX30" fmla="*/ 121785 w 2646044"/>
              <a:gd name="connsiteY30" fmla="*/ 1792408 h 1972712"/>
              <a:gd name="connsiteX31" fmla="*/ 134664 w 2646044"/>
              <a:gd name="connsiteY31" fmla="*/ 1843924 h 1972712"/>
              <a:gd name="connsiteX32" fmla="*/ 173300 w 2646044"/>
              <a:gd name="connsiteY32" fmla="*/ 1856802 h 1972712"/>
              <a:gd name="connsiteX33" fmla="*/ 250573 w 2646044"/>
              <a:gd name="connsiteY33" fmla="*/ 1921197 h 1972712"/>
              <a:gd name="connsiteX34" fmla="*/ 327847 w 2646044"/>
              <a:gd name="connsiteY34" fmla="*/ 1946954 h 1972712"/>
              <a:gd name="connsiteX35" fmla="*/ 366483 w 2646044"/>
              <a:gd name="connsiteY35" fmla="*/ 1959833 h 1972712"/>
              <a:gd name="connsiteX36" fmla="*/ 405120 w 2646044"/>
              <a:gd name="connsiteY36" fmla="*/ 1972712 h 1972712"/>
              <a:gd name="connsiteX37" fmla="*/ 611182 w 2646044"/>
              <a:gd name="connsiteY37" fmla="*/ 1959833 h 1972712"/>
              <a:gd name="connsiteX38" fmla="*/ 649819 w 2646044"/>
              <a:gd name="connsiteY38" fmla="*/ 1921197 h 1972712"/>
              <a:gd name="connsiteX39" fmla="*/ 727092 w 2646044"/>
              <a:gd name="connsiteY39" fmla="*/ 1856802 h 1972712"/>
              <a:gd name="connsiteX40" fmla="*/ 752850 w 2646044"/>
              <a:gd name="connsiteY40" fmla="*/ 1418921 h 1972712"/>
              <a:gd name="connsiteX41" fmla="*/ 765728 w 2646044"/>
              <a:gd name="connsiteY41" fmla="*/ 1341647 h 1972712"/>
              <a:gd name="connsiteX42" fmla="*/ 778607 w 2646044"/>
              <a:gd name="connsiteY42" fmla="*/ 1225738 h 1972712"/>
              <a:gd name="connsiteX43" fmla="*/ 817244 w 2646044"/>
              <a:gd name="connsiteY43" fmla="*/ 762098 h 1972712"/>
              <a:gd name="connsiteX44" fmla="*/ 843002 w 2646044"/>
              <a:gd name="connsiteY44" fmla="*/ 710583 h 1972712"/>
              <a:gd name="connsiteX45" fmla="*/ 881638 w 2646044"/>
              <a:gd name="connsiteY45" fmla="*/ 684825 h 1972712"/>
              <a:gd name="connsiteX46" fmla="*/ 1010427 w 2646044"/>
              <a:gd name="connsiteY46" fmla="*/ 659067 h 1972712"/>
              <a:gd name="connsiteX47" fmla="*/ 1164973 w 2646044"/>
              <a:gd name="connsiteY47" fmla="*/ 646188 h 1972712"/>
              <a:gd name="connsiteX48" fmla="*/ 1757402 w 2646044"/>
              <a:gd name="connsiteY48" fmla="*/ 659067 h 1972712"/>
              <a:gd name="connsiteX49" fmla="*/ 1937706 w 2646044"/>
              <a:gd name="connsiteY49" fmla="*/ 671946 h 1972712"/>
              <a:gd name="connsiteX50" fmla="*/ 2388466 w 2646044"/>
              <a:gd name="connsiteY50" fmla="*/ 646188 h 1972712"/>
              <a:gd name="connsiteX51" fmla="*/ 2465740 w 2646044"/>
              <a:gd name="connsiteY51" fmla="*/ 620431 h 1972712"/>
              <a:gd name="connsiteX52" fmla="*/ 2555892 w 2646044"/>
              <a:gd name="connsiteY52" fmla="*/ 594673 h 1972712"/>
              <a:gd name="connsiteX53" fmla="*/ 2594528 w 2646044"/>
              <a:gd name="connsiteY53" fmla="*/ 568915 h 1972712"/>
              <a:gd name="connsiteX54" fmla="*/ 2633165 w 2646044"/>
              <a:gd name="connsiteY54" fmla="*/ 491642 h 1972712"/>
              <a:gd name="connsiteX55" fmla="*/ 2646044 w 2646044"/>
              <a:gd name="connsiteY55" fmla="*/ 440126 h 1972712"/>
              <a:gd name="connsiteX56" fmla="*/ 2607407 w 2646044"/>
              <a:gd name="connsiteY56" fmla="*/ 234064 h 1972712"/>
              <a:gd name="connsiteX57" fmla="*/ 2594528 w 2646044"/>
              <a:gd name="connsiteY57" fmla="*/ 195428 h 1972712"/>
              <a:gd name="connsiteX58" fmla="*/ 2517255 w 2646044"/>
              <a:gd name="connsiteY58" fmla="*/ 156791 h 1972712"/>
              <a:gd name="connsiteX59" fmla="*/ 2478619 w 2646044"/>
              <a:gd name="connsiteY59" fmla="*/ 118154 h 1972712"/>
              <a:gd name="connsiteX60" fmla="*/ 2362709 w 2646044"/>
              <a:gd name="connsiteY60" fmla="*/ 92397 h 1972712"/>
              <a:gd name="connsiteX0" fmla="*/ 2362709 w 2646044"/>
              <a:gd name="connsiteY0" fmla="*/ 92397 h 1972712"/>
              <a:gd name="connsiteX1" fmla="*/ 2362709 w 2646044"/>
              <a:gd name="connsiteY1" fmla="*/ 92397 h 1972712"/>
              <a:gd name="connsiteX2" fmla="*/ 1409672 w 2646044"/>
              <a:gd name="connsiteY2" fmla="*/ 15124 h 1972712"/>
              <a:gd name="connsiteX3" fmla="*/ 1358157 w 2646044"/>
              <a:gd name="connsiteY3" fmla="*/ 40881 h 1972712"/>
              <a:gd name="connsiteX4" fmla="*/ 1293762 w 2646044"/>
              <a:gd name="connsiteY4" fmla="*/ 53760 h 1972712"/>
              <a:gd name="connsiteX5" fmla="*/ 1216489 w 2646044"/>
              <a:gd name="connsiteY5" fmla="*/ 79518 h 1972712"/>
              <a:gd name="connsiteX6" fmla="*/ 1177852 w 2646044"/>
              <a:gd name="connsiteY6" fmla="*/ 92397 h 1972712"/>
              <a:gd name="connsiteX7" fmla="*/ 1113458 w 2646044"/>
              <a:gd name="connsiteY7" fmla="*/ 105276 h 1972712"/>
              <a:gd name="connsiteX8" fmla="*/ 1074821 w 2646044"/>
              <a:gd name="connsiteY8" fmla="*/ 118154 h 1972712"/>
              <a:gd name="connsiteX9" fmla="*/ 997548 w 2646044"/>
              <a:gd name="connsiteY9" fmla="*/ 131033 h 1972712"/>
              <a:gd name="connsiteX10" fmla="*/ 881638 w 2646044"/>
              <a:gd name="connsiteY10" fmla="*/ 182549 h 1972712"/>
              <a:gd name="connsiteX11" fmla="*/ 778607 w 2646044"/>
              <a:gd name="connsiteY11" fmla="*/ 208307 h 1972712"/>
              <a:gd name="connsiteX12" fmla="*/ 739971 w 2646044"/>
              <a:gd name="connsiteY12" fmla="*/ 221185 h 1972712"/>
              <a:gd name="connsiteX13" fmla="*/ 688455 w 2646044"/>
              <a:gd name="connsiteY13" fmla="*/ 234064 h 1972712"/>
              <a:gd name="connsiteX14" fmla="*/ 649819 w 2646044"/>
              <a:gd name="connsiteY14" fmla="*/ 246943 h 1972712"/>
              <a:gd name="connsiteX15" fmla="*/ 598303 w 2646044"/>
              <a:gd name="connsiteY15" fmla="*/ 259822 h 1972712"/>
              <a:gd name="connsiteX16" fmla="*/ 521030 w 2646044"/>
              <a:gd name="connsiteY16" fmla="*/ 285580 h 1972712"/>
              <a:gd name="connsiteX17" fmla="*/ 405120 w 2646044"/>
              <a:gd name="connsiteY17" fmla="*/ 349974 h 1972712"/>
              <a:gd name="connsiteX18" fmla="*/ 327847 w 2646044"/>
              <a:gd name="connsiteY18" fmla="*/ 427247 h 1972712"/>
              <a:gd name="connsiteX19" fmla="*/ 289210 w 2646044"/>
              <a:gd name="connsiteY19" fmla="*/ 453005 h 1972712"/>
              <a:gd name="connsiteX20" fmla="*/ 160421 w 2646044"/>
              <a:gd name="connsiteY20" fmla="*/ 568915 h 1972712"/>
              <a:gd name="connsiteX21" fmla="*/ 108906 w 2646044"/>
              <a:gd name="connsiteY21" fmla="*/ 633309 h 1972712"/>
              <a:gd name="connsiteX22" fmla="*/ 96027 w 2646044"/>
              <a:gd name="connsiteY22" fmla="*/ 684825 h 1972712"/>
              <a:gd name="connsiteX23" fmla="*/ 83148 w 2646044"/>
              <a:gd name="connsiteY23" fmla="*/ 723462 h 1972712"/>
              <a:gd name="connsiteX24" fmla="*/ 31633 w 2646044"/>
              <a:gd name="connsiteY24" fmla="*/ 800735 h 1972712"/>
              <a:gd name="connsiteX25" fmla="*/ 31633 w 2646044"/>
              <a:gd name="connsiteY25" fmla="*/ 1431800 h 1972712"/>
              <a:gd name="connsiteX26" fmla="*/ 44512 w 2646044"/>
              <a:gd name="connsiteY26" fmla="*/ 1534831 h 1972712"/>
              <a:gd name="connsiteX27" fmla="*/ 57390 w 2646044"/>
              <a:gd name="connsiteY27" fmla="*/ 1599225 h 1972712"/>
              <a:gd name="connsiteX28" fmla="*/ 83148 w 2646044"/>
              <a:gd name="connsiteY28" fmla="*/ 1676498 h 1972712"/>
              <a:gd name="connsiteX29" fmla="*/ 108906 w 2646044"/>
              <a:gd name="connsiteY29" fmla="*/ 1753771 h 1972712"/>
              <a:gd name="connsiteX30" fmla="*/ 121785 w 2646044"/>
              <a:gd name="connsiteY30" fmla="*/ 1792408 h 1972712"/>
              <a:gd name="connsiteX31" fmla="*/ 134664 w 2646044"/>
              <a:gd name="connsiteY31" fmla="*/ 1843924 h 1972712"/>
              <a:gd name="connsiteX32" fmla="*/ 173300 w 2646044"/>
              <a:gd name="connsiteY32" fmla="*/ 1856802 h 1972712"/>
              <a:gd name="connsiteX33" fmla="*/ 250573 w 2646044"/>
              <a:gd name="connsiteY33" fmla="*/ 1921197 h 1972712"/>
              <a:gd name="connsiteX34" fmla="*/ 327847 w 2646044"/>
              <a:gd name="connsiteY34" fmla="*/ 1946954 h 1972712"/>
              <a:gd name="connsiteX35" fmla="*/ 366483 w 2646044"/>
              <a:gd name="connsiteY35" fmla="*/ 1959833 h 1972712"/>
              <a:gd name="connsiteX36" fmla="*/ 405120 w 2646044"/>
              <a:gd name="connsiteY36" fmla="*/ 1972712 h 1972712"/>
              <a:gd name="connsiteX37" fmla="*/ 611182 w 2646044"/>
              <a:gd name="connsiteY37" fmla="*/ 1959833 h 1972712"/>
              <a:gd name="connsiteX38" fmla="*/ 649819 w 2646044"/>
              <a:gd name="connsiteY38" fmla="*/ 1921197 h 1972712"/>
              <a:gd name="connsiteX39" fmla="*/ 727092 w 2646044"/>
              <a:gd name="connsiteY39" fmla="*/ 1856802 h 1972712"/>
              <a:gd name="connsiteX40" fmla="*/ 752850 w 2646044"/>
              <a:gd name="connsiteY40" fmla="*/ 1418921 h 1972712"/>
              <a:gd name="connsiteX41" fmla="*/ 765728 w 2646044"/>
              <a:gd name="connsiteY41" fmla="*/ 1341647 h 1972712"/>
              <a:gd name="connsiteX42" fmla="*/ 817244 w 2646044"/>
              <a:gd name="connsiteY42" fmla="*/ 762098 h 1972712"/>
              <a:gd name="connsiteX43" fmla="*/ 843002 w 2646044"/>
              <a:gd name="connsiteY43" fmla="*/ 710583 h 1972712"/>
              <a:gd name="connsiteX44" fmla="*/ 881638 w 2646044"/>
              <a:gd name="connsiteY44" fmla="*/ 684825 h 1972712"/>
              <a:gd name="connsiteX45" fmla="*/ 1010427 w 2646044"/>
              <a:gd name="connsiteY45" fmla="*/ 659067 h 1972712"/>
              <a:gd name="connsiteX46" fmla="*/ 1164973 w 2646044"/>
              <a:gd name="connsiteY46" fmla="*/ 646188 h 1972712"/>
              <a:gd name="connsiteX47" fmla="*/ 1757402 w 2646044"/>
              <a:gd name="connsiteY47" fmla="*/ 659067 h 1972712"/>
              <a:gd name="connsiteX48" fmla="*/ 1937706 w 2646044"/>
              <a:gd name="connsiteY48" fmla="*/ 671946 h 1972712"/>
              <a:gd name="connsiteX49" fmla="*/ 2388466 w 2646044"/>
              <a:gd name="connsiteY49" fmla="*/ 646188 h 1972712"/>
              <a:gd name="connsiteX50" fmla="*/ 2465740 w 2646044"/>
              <a:gd name="connsiteY50" fmla="*/ 620431 h 1972712"/>
              <a:gd name="connsiteX51" fmla="*/ 2555892 w 2646044"/>
              <a:gd name="connsiteY51" fmla="*/ 594673 h 1972712"/>
              <a:gd name="connsiteX52" fmla="*/ 2594528 w 2646044"/>
              <a:gd name="connsiteY52" fmla="*/ 568915 h 1972712"/>
              <a:gd name="connsiteX53" fmla="*/ 2633165 w 2646044"/>
              <a:gd name="connsiteY53" fmla="*/ 491642 h 1972712"/>
              <a:gd name="connsiteX54" fmla="*/ 2646044 w 2646044"/>
              <a:gd name="connsiteY54" fmla="*/ 440126 h 1972712"/>
              <a:gd name="connsiteX55" fmla="*/ 2607407 w 2646044"/>
              <a:gd name="connsiteY55" fmla="*/ 234064 h 1972712"/>
              <a:gd name="connsiteX56" fmla="*/ 2594528 w 2646044"/>
              <a:gd name="connsiteY56" fmla="*/ 195428 h 1972712"/>
              <a:gd name="connsiteX57" fmla="*/ 2517255 w 2646044"/>
              <a:gd name="connsiteY57" fmla="*/ 156791 h 1972712"/>
              <a:gd name="connsiteX58" fmla="*/ 2478619 w 2646044"/>
              <a:gd name="connsiteY58" fmla="*/ 118154 h 1972712"/>
              <a:gd name="connsiteX59" fmla="*/ 2362709 w 2646044"/>
              <a:gd name="connsiteY59" fmla="*/ 92397 h 1972712"/>
              <a:gd name="connsiteX0" fmla="*/ 2362709 w 2646044"/>
              <a:gd name="connsiteY0" fmla="*/ 92397 h 1972712"/>
              <a:gd name="connsiteX1" fmla="*/ 2362709 w 2646044"/>
              <a:gd name="connsiteY1" fmla="*/ 92397 h 1972712"/>
              <a:gd name="connsiteX2" fmla="*/ 1409672 w 2646044"/>
              <a:gd name="connsiteY2" fmla="*/ 15124 h 1972712"/>
              <a:gd name="connsiteX3" fmla="*/ 1358157 w 2646044"/>
              <a:gd name="connsiteY3" fmla="*/ 40881 h 1972712"/>
              <a:gd name="connsiteX4" fmla="*/ 1293762 w 2646044"/>
              <a:gd name="connsiteY4" fmla="*/ 53760 h 1972712"/>
              <a:gd name="connsiteX5" fmla="*/ 1216489 w 2646044"/>
              <a:gd name="connsiteY5" fmla="*/ 79518 h 1972712"/>
              <a:gd name="connsiteX6" fmla="*/ 1177852 w 2646044"/>
              <a:gd name="connsiteY6" fmla="*/ 92397 h 1972712"/>
              <a:gd name="connsiteX7" fmla="*/ 1113458 w 2646044"/>
              <a:gd name="connsiteY7" fmla="*/ 105276 h 1972712"/>
              <a:gd name="connsiteX8" fmla="*/ 1074821 w 2646044"/>
              <a:gd name="connsiteY8" fmla="*/ 118154 h 1972712"/>
              <a:gd name="connsiteX9" fmla="*/ 997548 w 2646044"/>
              <a:gd name="connsiteY9" fmla="*/ 131033 h 1972712"/>
              <a:gd name="connsiteX10" fmla="*/ 881638 w 2646044"/>
              <a:gd name="connsiteY10" fmla="*/ 182549 h 1972712"/>
              <a:gd name="connsiteX11" fmla="*/ 778607 w 2646044"/>
              <a:gd name="connsiteY11" fmla="*/ 208307 h 1972712"/>
              <a:gd name="connsiteX12" fmla="*/ 739971 w 2646044"/>
              <a:gd name="connsiteY12" fmla="*/ 221185 h 1972712"/>
              <a:gd name="connsiteX13" fmla="*/ 688455 w 2646044"/>
              <a:gd name="connsiteY13" fmla="*/ 234064 h 1972712"/>
              <a:gd name="connsiteX14" fmla="*/ 649819 w 2646044"/>
              <a:gd name="connsiteY14" fmla="*/ 246943 h 1972712"/>
              <a:gd name="connsiteX15" fmla="*/ 598303 w 2646044"/>
              <a:gd name="connsiteY15" fmla="*/ 259822 h 1972712"/>
              <a:gd name="connsiteX16" fmla="*/ 521030 w 2646044"/>
              <a:gd name="connsiteY16" fmla="*/ 285580 h 1972712"/>
              <a:gd name="connsiteX17" fmla="*/ 405120 w 2646044"/>
              <a:gd name="connsiteY17" fmla="*/ 349974 h 1972712"/>
              <a:gd name="connsiteX18" fmla="*/ 327847 w 2646044"/>
              <a:gd name="connsiteY18" fmla="*/ 427247 h 1972712"/>
              <a:gd name="connsiteX19" fmla="*/ 289210 w 2646044"/>
              <a:gd name="connsiteY19" fmla="*/ 453005 h 1972712"/>
              <a:gd name="connsiteX20" fmla="*/ 160421 w 2646044"/>
              <a:gd name="connsiteY20" fmla="*/ 568915 h 1972712"/>
              <a:gd name="connsiteX21" fmla="*/ 108906 w 2646044"/>
              <a:gd name="connsiteY21" fmla="*/ 633309 h 1972712"/>
              <a:gd name="connsiteX22" fmla="*/ 96027 w 2646044"/>
              <a:gd name="connsiteY22" fmla="*/ 684825 h 1972712"/>
              <a:gd name="connsiteX23" fmla="*/ 83148 w 2646044"/>
              <a:gd name="connsiteY23" fmla="*/ 723462 h 1972712"/>
              <a:gd name="connsiteX24" fmla="*/ 31633 w 2646044"/>
              <a:gd name="connsiteY24" fmla="*/ 800735 h 1972712"/>
              <a:gd name="connsiteX25" fmla="*/ 31633 w 2646044"/>
              <a:gd name="connsiteY25" fmla="*/ 1431800 h 1972712"/>
              <a:gd name="connsiteX26" fmla="*/ 44512 w 2646044"/>
              <a:gd name="connsiteY26" fmla="*/ 1534831 h 1972712"/>
              <a:gd name="connsiteX27" fmla="*/ 57390 w 2646044"/>
              <a:gd name="connsiteY27" fmla="*/ 1599225 h 1972712"/>
              <a:gd name="connsiteX28" fmla="*/ 83148 w 2646044"/>
              <a:gd name="connsiteY28" fmla="*/ 1676498 h 1972712"/>
              <a:gd name="connsiteX29" fmla="*/ 108906 w 2646044"/>
              <a:gd name="connsiteY29" fmla="*/ 1753771 h 1972712"/>
              <a:gd name="connsiteX30" fmla="*/ 121785 w 2646044"/>
              <a:gd name="connsiteY30" fmla="*/ 1792408 h 1972712"/>
              <a:gd name="connsiteX31" fmla="*/ 134664 w 2646044"/>
              <a:gd name="connsiteY31" fmla="*/ 1843924 h 1972712"/>
              <a:gd name="connsiteX32" fmla="*/ 173300 w 2646044"/>
              <a:gd name="connsiteY32" fmla="*/ 1856802 h 1972712"/>
              <a:gd name="connsiteX33" fmla="*/ 250573 w 2646044"/>
              <a:gd name="connsiteY33" fmla="*/ 1921197 h 1972712"/>
              <a:gd name="connsiteX34" fmla="*/ 327847 w 2646044"/>
              <a:gd name="connsiteY34" fmla="*/ 1946954 h 1972712"/>
              <a:gd name="connsiteX35" fmla="*/ 366483 w 2646044"/>
              <a:gd name="connsiteY35" fmla="*/ 1959833 h 1972712"/>
              <a:gd name="connsiteX36" fmla="*/ 405120 w 2646044"/>
              <a:gd name="connsiteY36" fmla="*/ 1972712 h 1972712"/>
              <a:gd name="connsiteX37" fmla="*/ 611182 w 2646044"/>
              <a:gd name="connsiteY37" fmla="*/ 1959833 h 1972712"/>
              <a:gd name="connsiteX38" fmla="*/ 649819 w 2646044"/>
              <a:gd name="connsiteY38" fmla="*/ 1921197 h 1972712"/>
              <a:gd name="connsiteX39" fmla="*/ 727092 w 2646044"/>
              <a:gd name="connsiteY39" fmla="*/ 1856802 h 1972712"/>
              <a:gd name="connsiteX40" fmla="*/ 752850 w 2646044"/>
              <a:gd name="connsiteY40" fmla="*/ 1418921 h 1972712"/>
              <a:gd name="connsiteX41" fmla="*/ 765728 w 2646044"/>
              <a:gd name="connsiteY41" fmla="*/ 1341647 h 1972712"/>
              <a:gd name="connsiteX42" fmla="*/ 752850 w 2646044"/>
              <a:gd name="connsiteY42" fmla="*/ 903766 h 1972712"/>
              <a:gd name="connsiteX43" fmla="*/ 817244 w 2646044"/>
              <a:gd name="connsiteY43" fmla="*/ 762098 h 1972712"/>
              <a:gd name="connsiteX44" fmla="*/ 843002 w 2646044"/>
              <a:gd name="connsiteY44" fmla="*/ 710583 h 1972712"/>
              <a:gd name="connsiteX45" fmla="*/ 881638 w 2646044"/>
              <a:gd name="connsiteY45" fmla="*/ 684825 h 1972712"/>
              <a:gd name="connsiteX46" fmla="*/ 1010427 w 2646044"/>
              <a:gd name="connsiteY46" fmla="*/ 659067 h 1972712"/>
              <a:gd name="connsiteX47" fmla="*/ 1164973 w 2646044"/>
              <a:gd name="connsiteY47" fmla="*/ 646188 h 1972712"/>
              <a:gd name="connsiteX48" fmla="*/ 1757402 w 2646044"/>
              <a:gd name="connsiteY48" fmla="*/ 659067 h 1972712"/>
              <a:gd name="connsiteX49" fmla="*/ 1937706 w 2646044"/>
              <a:gd name="connsiteY49" fmla="*/ 671946 h 1972712"/>
              <a:gd name="connsiteX50" fmla="*/ 2388466 w 2646044"/>
              <a:gd name="connsiteY50" fmla="*/ 646188 h 1972712"/>
              <a:gd name="connsiteX51" fmla="*/ 2465740 w 2646044"/>
              <a:gd name="connsiteY51" fmla="*/ 620431 h 1972712"/>
              <a:gd name="connsiteX52" fmla="*/ 2555892 w 2646044"/>
              <a:gd name="connsiteY52" fmla="*/ 594673 h 1972712"/>
              <a:gd name="connsiteX53" fmla="*/ 2594528 w 2646044"/>
              <a:gd name="connsiteY53" fmla="*/ 568915 h 1972712"/>
              <a:gd name="connsiteX54" fmla="*/ 2633165 w 2646044"/>
              <a:gd name="connsiteY54" fmla="*/ 491642 h 1972712"/>
              <a:gd name="connsiteX55" fmla="*/ 2646044 w 2646044"/>
              <a:gd name="connsiteY55" fmla="*/ 440126 h 1972712"/>
              <a:gd name="connsiteX56" fmla="*/ 2607407 w 2646044"/>
              <a:gd name="connsiteY56" fmla="*/ 234064 h 1972712"/>
              <a:gd name="connsiteX57" fmla="*/ 2594528 w 2646044"/>
              <a:gd name="connsiteY57" fmla="*/ 195428 h 1972712"/>
              <a:gd name="connsiteX58" fmla="*/ 2517255 w 2646044"/>
              <a:gd name="connsiteY58" fmla="*/ 156791 h 1972712"/>
              <a:gd name="connsiteX59" fmla="*/ 2478619 w 2646044"/>
              <a:gd name="connsiteY59" fmla="*/ 118154 h 1972712"/>
              <a:gd name="connsiteX60" fmla="*/ 2362709 w 2646044"/>
              <a:gd name="connsiteY60" fmla="*/ 92397 h 1972712"/>
              <a:gd name="connsiteX0" fmla="*/ 2362709 w 2646044"/>
              <a:gd name="connsiteY0" fmla="*/ 78071 h 1958386"/>
              <a:gd name="connsiteX1" fmla="*/ 2362709 w 2646044"/>
              <a:gd name="connsiteY1" fmla="*/ 78071 h 1958386"/>
              <a:gd name="connsiteX2" fmla="*/ 1409672 w 2646044"/>
              <a:gd name="connsiteY2" fmla="*/ 798 h 1958386"/>
              <a:gd name="connsiteX3" fmla="*/ 1293762 w 2646044"/>
              <a:gd name="connsiteY3" fmla="*/ 39434 h 1958386"/>
              <a:gd name="connsiteX4" fmla="*/ 1216489 w 2646044"/>
              <a:gd name="connsiteY4" fmla="*/ 65192 h 1958386"/>
              <a:gd name="connsiteX5" fmla="*/ 1177852 w 2646044"/>
              <a:gd name="connsiteY5" fmla="*/ 78071 h 1958386"/>
              <a:gd name="connsiteX6" fmla="*/ 1113458 w 2646044"/>
              <a:gd name="connsiteY6" fmla="*/ 90950 h 1958386"/>
              <a:gd name="connsiteX7" fmla="*/ 1074821 w 2646044"/>
              <a:gd name="connsiteY7" fmla="*/ 103828 h 1958386"/>
              <a:gd name="connsiteX8" fmla="*/ 997548 w 2646044"/>
              <a:gd name="connsiteY8" fmla="*/ 116707 h 1958386"/>
              <a:gd name="connsiteX9" fmla="*/ 881638 w 2646044"/>
              <a:gd name="connsiteY9" fmla="*/ 168223 h 1958386"/>
              <a:gd name="connsiteX10" fmla="*/ 778607 w 2646044"/>
              <a:gd name="connsiteY10" fmla="*/ 193981 h 1958386"/>
              <a:gd name="connsiteX11" fmla="*/ 739971 w 2646044"/>
              <a:gd name="connsiteY11" fmla="*/ 206859 h 1958386"/>
              <a:gd name="connsiteX12" fmla="*/ 688455 w 2646044"/>
              <a:gd name="connsiteY12" fmla="*/ 219738 h 1958386"/>
              <a:gd name="connsiteX13" fmla="*/ 649819 w 2646044"/>
              <a:gd name="connsiteY13" fmla="*/ 232617 h 1958386"/>
              <a:gd name="connsiteX14" fmla="*/ 598303 w 2646044"/>
              <a:gd name="connsiteY14" fmla="*/ 245496 h 1958386"/>
              <a:gd name="connsiteX15" fmla="*/ 521030 w 2646044"/>
              <a:gd name="connsiteY15" fmla="*/ 271254 h 1958386"/>
              <a:gd name="connsiteX16" fmla="*/ 405120 w 2646044"/>
              <a:gd name="connsiteY16" fmla="*/ 335648 h 1958386"/>
              <a:gd name="connsiteX17" fmla="*/ 327847 w 2646044"/>
              <a:gd name="connsiteY17" fmla="*/ 412921 h 1958386"/>
              <a:gd name="connsiteX18" fmla="*/ 289210 w 2646044"/>
              <a:gd name="connsiteY18" fmla="*/ 438679 h 1958386"/>
              <a:gd name="connsiteX19" fmla="*/ 160421 w 2646044"/>
              <a:gd name="connsiteY19" fmla="*/ 554589 h 1958386"/>
              <a:gd name="connsiteX20" fmla="*/ 108906 w 2646044"/>
              <a:gd name="connsiteY20" fmla="*/ 618983 h 1958386"/>
              <a:gd name="connsiteX21" fmla="*/ 96027 w 2646044"/>
              <a:gd name="connsiteY21" fmla="*/ 670499 h 1958386"/>
              <a:gd name="connsiteX22" fmla="*/ 83148 w 2646044"/>
              <a:gd name="connsiteY22" fmla="*/ 709136 h 1958386"/>
              <a:gd name="connsiteX23" fmla="*/ 31633 w 2646044"/>
              <a:gd name="connsiteY23" fmla="*/ 786409 h 1958386"/>
              <a:gd name="connsiteX24" fmla="*/ 31633 w 2646044"/>
              <a:gd name="connsiteY24" fmla="*/ 1417474 h 1958386"/>
              <a:gd name="connsiteX25" fmla="*/ 44512 w 2646044"/>
              <a:gd name="connsiteY25" fmla="*/ 1520505 h 1958386"/>
              <a:gd name="connsiteX26" fmla="*/ 57390 w 2646044"/>
              <a:gd name="connsiteY26" fmla="*/ 1584899 h 1958386"/>
              <a:gd name="connsiteX27" fmla="*/ 83148 w 2646044"/>
              <a:gd name="connsiteY27" fmla="*/ 1662172 h 1958386"/>
              <a:gd name="connsiteX28" fmla="*/ 108906 w 2646044"/>
              <a:gd name="connsiteY28" fmla="*/ 1739445 h 1958386"/>
              <a:gd name="connsiteX29" fmla="*/ 121785 w 2646044"/>
              <a:gd name="connsiteY29" fmla="*/ 1778082 h 1958386"/>
              <a:gd name="connsiteX30" fmla="*/ 134664 w 2646044"/>
              <a:gd name="connsiteY30" fmla="*/ 1829598 h 1958386"/>
              <a:gd name="connsiteX31" fmla="*/ 173300 w 2646044"/>
              <a:gd name="connsiteY31" fmla="*/ 1842476 h 1958386"/>
              <a:gd name="connsiteX32" fmla="*/ 250573 w 2646044"/>
              <a:gd name="connsiteY32" fmla="*/ 1906871 h 1958386"/>
              <a:gd name="connsiteX33" fmla="*/ 327847 w 2646044"/>
              <a:gd name="connsiteY33" fmla="*/ 1932628 h 1958386"/>
              <a:gd name="connsiteX34" fmla="*/ 366483 w 2646044"/>
              <a:gd name="connsiteY34" fmla="*/ 1945507 h 1958386"/>
              <a:gd name="connsiteX35" fmla="*/ 405120 w 2646044"/>
              <a:gd name="connsiteY35" fmla="*/ 1958386 h 1958386"/>
              <a:gd name="connsiteX36" fmla="*/ 611182 w 2646044"/>
              <a:gd name="connsiteY36" fmla="*/ 1945507 h 1958386"/>
              <a:gd name="connsiteX37" fmla="*/ 649819 w 2646044"/>
              <a:gd name="connsiteY37" fmla="*/ 1906871 h 1958386"/>
              <a:gd name="connsiteX38" fmla="*/ 727092 w 2646044"/>
              <a:gd name="connsiteY38" fmla="*/ 1842476 h 1958386"/>
              <a:gd name="connsiteX39" fmla="*/ 752850 w 2646044"/>
              <a:gd name="connsiteY39" fmla="*/ 1404595 h 1958386"/>
              <a:gd name="connsiteX40" fmla="*/ 765728 w 2646044"/>
              <a:gd name="connsiteY40" fmla="*/ 1327321 h 1958386"/>
              <a:gd name="connsiteX41" fmla="*/ 752850 w 2646044"/>
              <a:gd name="connsiteY41" fmla="*/ 889440 h 1958386"/>
              <a:gd name="connsiteX42" fmla="*/ 817244 w 2646044"/>
              <a:gd name="connsiteY42" fmla="*/ 747772 h 1958386"/>
              <a:gd name="connsiteX43" fmla="*/ 843002 w 2646044"/>
              <a:gd name="connsiteY43" fmla="*/ 696257 h 1958386"/>
              <a:gd name="connsiteX44" fmla="*/ 881638 w 2646044"/>
              <a:gd name="connsiteY44" fmla="*/ 670499 h 1958386"/>
              <a:gd name="connsiteX45" fmla="*/ 1010427 w 2646044"/>
              <a:gd name="connsiteY45" fmla="*/ 644741 h 1958386"/>
              <a:gd name="connsiteX46" fmla="*/ 1164973 w 2646044"/>
              <a:gd name="connsiteY46" fmla="*/ 631862 h 1958386"/>
              <a:gd name="connsiteX47" fmla="*/ 1757402 w 2646044"/>
              <a:gd name="connsiteY47" fmla="*/ 644741 h 1958386"/>
              <a:gd name="connsiteX48" fmla="*/ 1937706 w 2646044"/>
              <a:gd name="connsiteY48" fmla="*/ 657620 h 1958386"/>
              <a:gd name="connsiteX49" fmla="*/ 2388466 w 2646044"/>
              <a:gd name="connsiteY49" fmla="*/ 631862 h 1958386"/>
              <a:gd name="connsiteX50" fmla="*/ 2465740 w 2646044"/>
              <a:gd name="connsiteY50" fmla="*/ 606105 h 1958386"/>
              <a:gd name="connsiteX51" fmla="*/ 2555892 w 2646044"/>
              <a:gd name="connsiteY51" fmla="*/ 580347 h 1958386"/>
              <a:gd name="connsiteX52" fmla="*/ 2594528 w 2646044"/>
              <a:gd name="connsiteY52" fmla="*/ 554589 h 1958386"/>
              <a:gd name="connsiteX53" fmla="*/ 2633165 w 2646044"/>
              <a:gd name="connsiteY53" fmla="*/ 477316 h 1958386"/>
              <a:gd name="connsiteX54" fmla="*/ 2646044 w 2646044"/>
              <a:gd name="connsiteY54" fmla="*/ 425800 h 1958386"/>
              <a:gd name="connsiteX55" fmla="*/ 2607407 w 2646044"/>
              <a:gd name="connsiteY55" fmla="*/ 219738 h 1958386"/>
              <a:gd name="connsiteX56" fmla="*/ 2594528 w 2646044"/>
              <a:gd name="connsiteY56" fmla="*/ 181102 h 1958386"/>
              <a:gd name="connsiteX57" fmla="*/ 2517255 w 2646044"/>
              <a:gd name="connsiteY57" fmla="*/ 142465 h 1958386"/>
              <a:gd name="connsiteX58" fmla="*/ 2478619 w 2646044"/>
              <a:gd name="connsiteY58" fmla="*/ 103828 h 1958386"/>
              <a:gd name="connsiteX59" fmla="*/ 2362709 w 2646044"/>
              <a:gd name="connsiteY59" fmla="*/ 78071 h 1958386"/>
              <a:gd name="connsiteX0" fmla="*/ 2362709 w 2646044"/>
              <a:gd name="connsiteY0" fmla="*/ 38803 h 1919118"/>
              <a:gd name="connsiteX1" fmla="*/ 2362709 w 2646044"/>
              <a:gd name="connsiteY1" fmla="*/ 38803 h 1919118"/>
              <a:gd name="connsiteX2" fmla="*/ 1293762 w 2646044"/>
              <a:gd name="connsiteY2" fmla="*/ 166 h 1919118"/>
              <a:gd name="connsiteX3" fmla="*/ 1216489 w 2646044"/>
              <a:gd name="connsiteY3" fmla="*/ 25924 h 1919118"/>
              <a:gd name="connsiteX4" fmla="*/ 1177852 w 2646044"/>
              <a:gd name="connsiteY4" fmla="*/ 38803 h 1919118"/>
              <a:gd name="connsiteX5" fmla="*/ 1113458 w 2646044"/>
              <a:gd name="connsiteY5" fmla="*/ 51682 h 1919118"/>
              <a:gd name="connsiteX6" fmla="*/ 1074821 w 2646044"/>
              <a:gd name="connsiteY6" fmla="*/ 64560 h 1919118"/>
              <a:gd name="connsiteX7" fmla="*/ 997548 w 2646044"/>
              <a:gd name="connsiteY7" fmla="*/ 77439 h 1919118"/>
              <a:gd name="connsiteX8" fmla="*/ 881638 w 2646044"/>
              <a:gd name="connsiteY8" fmla="*/ 128955 h 1919118"/>
              <a:gd name="connsiteX9" fmla="*/ 778607 w 2646044"/>
              <a:gd name="connsiteY9" fmla="*/ 154713 h 1919118"/>
              <a:gd name="connsiteX10" fmla="*/ 739971 w 2646044"/>
              <a:gd name="connsiteY10" fmla="*/ 167591 h 1919118"/>
              <a:gd name="connsiteX11" fmla="*/ 688455 w 2646044"/>
              <a:gd name="connsiteY11" fmla="*/ 180470 h 1919118"/>
              <a:gd name="connsiteX12" fmla="*/ 649819 w 2646044"/>
              <a:gd name="connsiteY12" fmla="*/ 193349 h 1919118"/>
              <a:gd name="connsiteX13" fmla="*/ 598303 w 2646044"/>
              <a:gd name="connsiteY13" fmla="*/ 206228 h 1919118"/>
              <a:gd name="connsiteX14" fmla="*/ 521030 w 2646044"/>
              <a:gd name="connsiteY14" fmla="*/ 231986 h 1919118"/>
              <a:gd name="connsiteX15" fmla="*/ 405120 w 2646044"/>
              <a:gd name="connsiteY15" fmla="*/ 296380 h 1919118"/>
              <a:gd name="connsiteX16" fmla="*/ 327847 w 2646044"/>
              <a:gd name="connsiteY16" fmla="*/ 373653 h 1919118"/>
              <a:gd name="connsiteX17" fmla="*/ 289210 w 2646044"/>
              <a:gd name="connsiteY17" fmla="*/ 399411 h 1919118"/>
              <a:gd name="connsiteX18" fmla="*/ 160421 w 2646044"/>
              <a:gd name="connsiteY18" fmla="*/ 515321 h 1919118"/>
              <a:gd name="connsiteX19" fmla="*/ 108906 w 2646044"/>
              <a:gd name="connsiteY19" fmla="*/ 579715 h 1919118"/>
              <a:gd name="connsiteX20" fmla="*/ 96027 w 2646044"/>
              <a:gd name="connsiteY20" fmla="*/ 631231 h 1919118"/>
              <a:gd name="connsiteX21" fmla="*/ 83148 w 2646044"/>
              <a:gd name="connsiteY21" fmla="*/ 669868 h 1919118"/>
              <a:gd name="connsiteX22" fmla="*/ 31633 w 2646044"/>
              <a:gd name="connsiteY22" fmla="*/ 747141 h 1919118"/>
              <a:gd name="connsiteX23" fmla="*/ 31633 w 2646044"/>
              <a:gd name="connsiteY23" fmla="*/ 1378206 h 1919118"/>
              <a:gd name="connsiteX24" fmla="*/ 44512 w 2646044"/>
              <a:gd name="connsiteY24" fmla="*/ 1481237 h 1919118"/>
              <a:gd name="connsiteX25" fmla="*/ 57390 w 2646044"/>
              <a:gd name="connsiteY25" fmla="*/ 1545631 h 1919118"/>
              <a:gd name="connsiteX26" fmla="*/ 83148 w 2646044"/>
              <a:gd name="connsiteY26" fmla="*/ 1622904 h 1919118"/>
              <a:gd name="connsiteX27" fmla="*/ 108906 w 2646044"/>
              <a:gd name="connsiteY27" fmla="*/ 1700177 h 1919118"/>
              <a:gd name="connsiteX28" fmla="*/ 121785 w 2646044"/>
              <a:gd name="connsiteY28" fmla="*/ 1738814 h 1919118"/>
              <a:gd name="connsiteX29" fmla="*/ 134664 w 2646044"/>
              <a:gd name="connsiteY29" fmla="*/ 1790330 h 1919118"/>
              <a:gd name="connsiteX30" fmla="*/ 173300 w 2646044"/>
              <a:gd name="connsiteY30" fmla="*/ 1803208 h 1919118"/>
              <a:gd name="connsiteX31" fmla="*/ 250573 w 2646044"/>
              <a:gd name="connsiteY31" fmla="*/ 1867603 h 1919118"/>
              <a:gd name="connsiteX32" fmla="*/ 327847 w 2646044"/>
              <a:gd name="connsiteY32" fmla="*/ 1893360 h 1919118"/>
              <a:gd name="connsiteX33" fmla="*/ 366483 w 2646044"/>
              <a:gd name="connsiteY33" fmla="*/ 1906239 h 1919118"/>
              <a:gd name="connsiteX34" fmla="*/ 405120 w 2646044"/>
              <a:gd name="connsiteY34" fmla="*/ 1919118 h 1919118"/>
              <a:gd name="connsiteX35" fmla="*/ 611182 w 2646044"/>
              <a:gd name="connsiteY35" fmla="*/ 1906239 h 1919118"/>
              <a:gd name="connsiteX36" fmla="*/ 649819 w 2646044"/>
              <a:gd name="connsiteY36" fmla="*/ 1867603 h 1919118"/>
              <a:gd name="connsiteX37" fmla="*/ 727092 w 2646044"/>
              <a:gd name="connsiteY37" fmla="*/ 1803208 h 1919118"/>
              <a:gd name="connsiteX38" fmla="*/ 752850 w 2646044"/>
              <a:gd name="connsiteY38" fmla="*/ 1365327 h 1919118"/>
              <a:gd name="connsiteX39" fmla="*/ 765728 w 2646044"/>
              <a:gd name="connsiteY39" fmla="*/ 1288053 h 1919118"/>
              <a:gd name="connsiteX40" fmla="*/ 752850 w 2646044"/>
              <a:gd name="connsiteY40" fmla="*/ 850172 h 1919118"/>
              <a:gd name="connsiteX41" fmla="*/ 817244 w 2646044"/>
              <a:gd name="connsiteY41" fmla="*/ 708504 h 1919118"/>
              <a:gd name="connsiteX42" fmla="*/ 843002 w 2646044"/>
              <a:gd name="connsiteY42" fmla="*/ 656989 h 1919118"/>
              <a:gd name="connsiteX43" fmla="*/ 881638 w 2646044"/>
              <a:gd name="connsiteY43" fmla="*/ 631231 h 1919118"/>
              <a:gd name="connsiteX44" fmla="*/ 1010427 w 2646044"/>
              <a:gd name="connsiteY44" fmla="*/ 605473 h 1919118"/>
              <a:gd name="connsiteX45" fmla="*/ 1164973 w 2646044"/>
              <a:gd name="connsiteY45" fmla="*/ 592594 h 1919118"/>
              <a:gd name="connsiteX46" fmla="*/ 1757402 w 2646044"/>
              <a:gd name="connsiteY46" fmla="*/ 605473 h 1919118"/>
              <a:gd name="connsiteX47" fmla="*/ 1937706 w 2646044"/>
              <a:gd name="connsiteY47" fmla="*/ 618352 h 1919118"/>
              <a:gd name="connsiteX48" fmla="*/ 2388466 w 2646044"/>
              <a:gd name="connsiteY48" fmla="*/ 592594 h 1919118"/>
              <a:gd name="connsiteX49" fmla="*/ 2465740 w 2646044"/>
              <a:gd name="connsiteY49" fmla="*/ 566837 h 1919118"/>
              <a:gd name="connsiteX50" fmla="*/ 2555892 w 2646044"/>
              <a:gd name="connsiteY50" fmla="*/ 541079 h 1919118"/>
              <a:gd name="connsiteX51" fmla="*/ 2594528 w 2646044"/>
              <a:gd name="connsiteY51" fmla="*/ 515321 h 1919118"/>
              <a:gd name="connsiteX52" fmla="*/ 2633165 w 2646044"/>
              <a:gd name="connsiteY52" fmla="*/ 438048 h 1919118"/>
              <a:gd name="connsiteX53" fmla="*/ 2646044 w 2646044"/>
              <a:gd name="connsiteY53" fmla="*/ 386532 h 1919118"/>
              <a:gd name="connsiteX54" fmla="*/ 2607407 w 2646044"/>
              <a:gd name="connsiteY54" fmla="*/ 180470 h 1919118"/>
              <a:gd name="connsiteX55" fmla="*/ 2594528 w 2646044"/>
              <a:gd name="connsiteY55" fmla="*/ 141834 h 1919118"/>
              <a:gd name="connsiteX56" fmla="*/ 2517255 w 2646044"/>
              <a:gd name="connsiteY56" fmla="*/ 103197 h 1919118"/>
              <a:gd name="connsiteX57" fmla="*/ 2478619 w 2646044"/>
              <a:gd name="connsiteY57" fmla="*/ 64560 h 1919118"/>
              <a:gd name="connsiteX58" fmla="*/ 2362709 w 2646044"/>
              <a:gd name="connsiteY58" fmla="*/ 38803 h 1919118"/>
              <a:gd name="connsiteX0" fmla="*/ 2362709 w 2646044"/>
              <a:gd name="connsiteY0" fmla="*/ 38803 h 1919118"/>
              <a:gd name="connsiteX1" fmla="*/ 2362709 w 2646044"/>
              <a:gd name="connsiteY1" fmla="*/ 38803 h 1919118"/>
              <a:gd name="connsiteX2" fmla="*/ 1293762 w 2646044"/>
              <a:gd name="connsiteY2" fmla="*/ 166 h 1919118"/>
              <a:gd name="connsiteX3" fmla="*/ 1216489 w 2646044"/>
              <a:gd name="connsiteY3" fmla="*/ 25924 h 1919118"/>
              <a:gd name="connsiteX4" fmla="*/ 1113458 w 2646044"/>
              <a:gd name="connsiteY4" fmla="*/ 51682 h 1919118"/>
              <a:gd name="connsiteX5" fmla="*/ 1074821 w 2646044"/>
              <a:gd name="connsiteY5" fmla="*/ 64560 h 1919118"/>
              <a:gd name="connsiteX6" fmla="*/ 997548 w 2646044"/>
              <a:gd name="connsiteY6" fmla="*/ 77439 h 1919118"/>
              <a:gd name="connsiteX7" fmla="*/ 881638 w 2646044"/>
              <a:gd name="connsiteY7" fmla="*/ 128955 h 1919118"/>
              <a:gd name="connsiteX8" fmla="*/ 778607 w 2646044"/>
              <a:gd name="connsiteY8" fmla="*/ 154713 h 1919118"/>
              <a:gd name="connsiteX9" fmla="*/ 739971 w 2646044"/>
              <a:gd name="connsiteY9" fmla="*/ 167591 h 1919118"/>
              <a:gd name="connsiteX10" fmla="*/ 688455 w 2646044"/>
              <a:gd name="connsiteY10" fmla="*/ 180470 h 1919118"/>
              <a:gd name="connsiteX11" fmla="*/ 649819 w 2646044"/>
              <a:gd name="connsiteY11" fmla="*/ 193349 h 1919118"/>
              <a:gd name="connsiteX12" fmla="*/ 598303 w 2646044"/>
              <a:gd name="connsiteY12" fmla="*/ 206228 h 1919118"/>
              <a:gd name="connsiteX13" fmla="*/ 521030 w 2646044"/>
              <a:gd name="connsiteY13" fmla="*/ 231986 h 1919118"/>
              <a:gd name="connsiteX14" fmla="*/ 405120 w 2646044"/>
              <a:gd name="connsiteY14" fmla="*/ 296380 h 1919118"/>
              <a:gd name="connsiteX15" fmla="*/ 327847 w 2646044"/>
              <a:gd name="connsiteY15" fmla="*/ 373653 h 1919118"/>
              <a:gd name="connsiteX16" fmla="*/ 289210 w 2646044"/>
              <a:gd name="connsiteY16" fmla="*/ 399411 h 1919118"/>
              <a:gd name="connsiteX17" fmla="*/ 160421 w 2646044"/>
              <a:gd name="connsiteY17" fmla="*/ 515321 h 1919118"/>
              <a:gd name="connsiteX18" fmla="*/ 108906 w 2646044"/>
              <a:gd name="connsiteY18" fmla="*/ 579715 h 1919118"/>
              <a:gd name="connsiteX19" fmla="*/ 96027 w 2646044"/>
              <a:gd name="connsiteY19" fmla="*/ 631231 h 1919118"/>
              <a:gd name="connsiteX20" fmla="*/ 83148 w 2646044"/>
              <a:gd name="connsiteY20" fmla="*/ 669868 h 1919118"/>
              <a:gd name="connsiteX21" fmla="*/ 31633 w 2646044"/>
              <a:gd name="connsiteY21" fmla="*/ 747141 h 1919118"/>
              <a:gd name="connsiteX22" fmla="*/ 31633 w 2646044"/>
              <a:gd name="connsiteY22" fmla="*/ 1378206 h 1919118"/>
              <a:gd name="connsiteX23" fmla="*/ 44512 w 2646044"/>
              <a:gd name="connsiteY23" fmla="*/ 1481237 h 1919118"/>
              <a:gd name="connsiteX24" fmla="*/ 57390 w 2646044"/>
              <a:gd name="connsiteY24" fmla="*/ 1545631 h 1919118"/>
              <a:gd name="connsiteX25" fmla="*/ 83148 w 2646044"/>
              <a:gd name="connsiteY25" fmla="*/ 1622904 h 1919118"/>
              <a:gd name="connsiteX26" fmla="*/ 108906 w 2646044"/>
              <a:gd name="connsiteY26" fmla="*/ 1700177 h 1919118"/>
              <a:gd name="connsiteX27" fmla="*/ 121785 w 2646044"/>
              <a:gd name="connsiteY27" fmla="*/ 1738814 h 1919118"/>
              <a:gd name="connsiteX28" fmla="*/ 134664 w 2646044"/>
              <a:gd name="connsiteY28" fmla="*/ 1790330 h 1919118"/>
              <a:gd name="connsiteX29" fmla="*/ 173300 w 2646044"/>
              <a:gd name="connsiteY29" fmla="*/ 1803208 h 1919118"/>
              <a:gd name="connsiteX30" fmla="*/ 250573 w 2646044"/>
              <a:gd name="connsiteY30" fmla="*/ 1867603 h 1919118"/>
              <a:gd name="connsiteX31" fmla="*/ 327847 w 2646044"/>
              <a:gd name="connsiteY31" fmla="*/ 1893360 h 1919118"/>
              <a:gd name="connsiteX32" fmla="*/ 366483 w 2646044"/>
              <a:gd name="connsiteY32" fmla="*/ 1906239 h 1919118"/>
              <a:gd name="connsiteX33" fmla="*/ 405120 w 2646044"/>
              <a:gd name="connsiteY33" fmla="*/ 1919118 h 1919118"/>
              <a:gd name="connsiteX34" fmla="*/ 611182 w 2646044"/>
              <a:gd name="connsiteY34" fmla="*/ 1906239 h 1919118"/>
              <a:gd name="connsiteX35" fmla="*/ 649819 w 2646044"/>
              <a:gd name="connsiteY35" fmla="*/ 1867603 h 1919118"/>
              <a:gd name="connsiteX36" fmla="*/ 727092 w 2646044"/>
              <a:gd name="connsiteY36" fmla="*/ 1803208 h 1919118"/>
              <a:gd name="connsiteX37" fmla="*/ 752850 w 2646044"/>
              <a:gd name="connsiteY37" fmla="*/ 1365327 h 1919118"/>
              <a:gd name="connsiteX38" fmla="*/ 765728 w 2646044"/>
              <a:gd name="connsiteY38" fmla="*/ 1288053 h 1919118"/>
              <a:gd name="connsiteX39" fmla="*/ 752850 w 2646044"/>
              <a:gd name="connsiteY39" fmla="*/ 850172 h 1919118"/>
              <a:gd name="connsiteX40" fmla="*/ 817244 w 2646044"/>
              <a:gd name="connsiteY40" fmla="*/ 708504 h 1919118"/>
              <a:gd name="connsiteX41" fmla="*/ 843002 w 2646044"/>
              <a:gd name="connsiteY41" fmla="*/ 656989 h 1919118"/>
              <a:gd name="connsiteX42" fmla="*/ 881638 w 2646044"/>
              <a:gd name="connsiteY42" fmla="*/ 631231 h 1919118"/>
              <a:gd name="connsiteX43" fmla="*/ 1010427 w 2646044"/>
              <a:gd name="connsiteY43" fmla="*/ 605473 h 1919118"/>
              <a:gd name="connsiteX44" fmla="*/ 1164973 w 2646044"/>
              <a:gd name="connsiteY44" fmla="*/ 592594 h 1919118"/>
              <a:gd name="connsiteX45" fmla="*/ 1757402 w 2646044"/>
              <a:gd name="connsiteY45" fmla="*/ 605473 h 1919118"/>
              <a:gd name="connsiteX46" fmla="*/ 1937706 w 2646044"/>
              <a:gd name="connsiteY46" fmla="*/ 618352 h 1919118"/>
              <a:gd name="connsiteX47" fmla="*/ 2388466 w 2646044"/>
              <a:gd name="connsiteY47" fmla="*/ 592594 h 1919118"/>
              <a:gd name="connsiteX48" fmla="*/ 2465740 w 2646044"/>
              <a:gd name="connsiteY48" fmla="*/ 566837 h 1919118"/>
              <a:gd name="connsiteX49" fmla="*/ 2555892 w 2646044"/>
              <a:gd name="connsiteY49" fmla="*/ 541079 h 1919118"/>
              <a:gd name="connsiteX50" fmla="*/ 2594528 w 2646044"/>
              <a:gd name="connsiteY50" fmla="*/ 515321 h 1919118"/>
              <a:gd name="connsiteX51" fmla="*/ 2633165 w 2646044"/>
              <a:gd name="connsiteY51" fmla="*/ 438048 h 1919118"/>
              <a:gd name="connsiteX52" fmla="*/ 2646044 w 2646044"/>
              <a:gd name="connsiteY52" fmla="*/ 386532 h 1919118"/>
              <a:gd name="connsiteX53" fmla="*/ 2607407 w 2646044"/>
              <a:gd name="connsiteY53" fmla="*/ 180470 h 1919118"/>
              <a:gd name="connsiteX54" fmla="*/ 2594528 w 2646044"/>
              <a:gd name="connsiteY54" fmla="*/ 141834 h 1919118"/>
              <a:gd name="connsiteX55" fmla="*/ 2517255 w 2646044"/>
              <a:gd name="connsiteY55" fmla="*/ 103197 h 1919118"/>
              <a:gd name="connsiteX56" fmla="*/ 2478619 w 2646044"/>
              <a:gd name="connsiteY56" fmla="*/ 64560 h 1919118"/>
              <a:gd name="connsiteX57" fmla="*/ 2362709 w 2646044"/>
              <a:gd name="connsiteY57" fmla="*/ 38803 h 1919118"/>
              <a:gd name="connsiteX0" fmla="*/ 2362709 w 2646044"/>
              <a:gd name="connsiteY0" fmla="*/ 38755 h 1919070"/>
              <a:gd name="connsiteX1" fmla="*/ 2362709 w 2646044"/>
              <a:gd name="connsiteY1" fmla="*/ 38755 h 1919070"/>
              <a:gd name="connsiteX2" fmla="*/ 1293762 w 2646044"/>
              <a:gd name="connsiteY2" fmla="*/ 118 h 1919070"/>
              <a:gd name="connsiteX3" fmla="*/ 1113458 w 2646044"/>
              <a:gd name="connsiteY3" fmla="*/ 51634 h 1919070"/>
              <a:gd name="connsiteX4" fmla="*/ 1074821 w 2646044"/>
              <a:gd name="connsiteY4" fmla="*/ 64512 h 1919070"/>
              <a:gd name="connsiteX5" fmla="*/ 997548 w 2646044"/>
              <a:gd name="connsiteY5" fmla="*/ 77391 h 1919070"/>
              <a:gd name="connsiteX6" fmla="*/ 881638 w 2646044"/>
              <a:gd name="connsiteY6" fmla="*/ 128907 h 1919070"/>
              <a:gd name="connsiteX7" fmla="*/ 778607 w 2646044"/>
              <a:gd name="connsiteY7" fmla="*/ 154665 h 1919070"/>
              <a:gd name="connsiteX8" fmla="*/ 739971 w 2646044"/>
              <a:gd name="connsiteY8" fmla="*/ 167543 h 1919070"/>
              <a:gd name="connsiteX9" fmla="*/ 688455 w 2646044"/>
              <a:gd name="connsiteY9" fmla="*/ 180422 h 1919070"/>
              <a:gd name="connsiteX10" fmla="*/ 649819 w 2646044"/>
              <a:gd name="connsiteY10" fmla="*/ 193301 h 1919070"/>
              <a:gd name="connsiteX11" fmla="*/ 598303 w 2646044"/>
              <a:gd name="connsiteY11" fmla="*/ 206180 h 1919070"/>
              <a:gd name="connsiteX12" fmla="*/ 521030 w 2646044"/>
              <a:gd name="connsiteY12" fmla="*/ 231938 h 1919070"/>
              <a:gd name="connsiteX13" fmla="*/ 405120 w 2646044"/>
              <a:gd name="connsiteY13" fmla="*/ 296332 h 1919070"/>
              <a:gd name="connsiteX14" fmla="*/ 327847 w 2646044"/>
              <a:gd name="connsiteY14" fmla="*/ 373605 h 1919070"/>
              <a:gd name="connsiteX15" fmla="*/ 289210 w 2646044"/>
              <a:gd name="connsiteY15" fmla="*/ 399363 h 1919070"/>
              <a:gd name="connsiteX16" fmla="*/ 160421 w 2646044"/>
              <a:gd name="connsiteY16" fmla="*/ 515273 h 1919070"/>
              <a:gd name="connsiteX17" fmla="*/ 108906 w 2646044"/>
              <a:gd name="connsiteY17" fmla="*/ 579667 h 1919070"/>
              <a:gd name="connsiteX18" fmla="*/ 96027 w 2646044"/>
              <a:gd name="connsiteY18" fmla="*/ 631183 h 1919070"/>
              <a:gd name="connsiteX19" fmla="*/ 83148 w 2646044"/>
              <a:gd name="connsiteY19" fmla="*/ 669820 h 1919070"/>
              <a:gd name="connsiteX20" fmla="*/ 31633 w 2646044"/>
              <a:gd name="connsiteY20" fmla="*/ 747093 h 1919070"/>
              <a:gd name="connsiteX21" fmla="*/ 31633 w 2646044"/>
              <a:gd name="connsiteY21" fmla="*/ 1378158 h 1919070"/>
              <a:gd name="connsiteX22" fmla="*/ 44512 w 2646044"/>
              <a:gd name="connsiteY22" fmla="*/ 1481189 h 1919070"/>
              <a:gd name="connsiteX23" fmla="*/ 57390 w 2646044"/>
              <a:gd name="connsiteY23" fmla="*/ 1545583 h 1919070"/>
              <a:gd name="connsiteX24" fmla="*/ 83148 w 2646044"/>
              <a:gd name="connsiteY24" fmla="*/ 1622856 h 1919070"/>
              <a:gd name="connsiteX25" fmla="*/ 108906 w 2646044"/>
              <a:gd name="connsiteY25" fmla="*/ 1700129 h 1919070"/>
              <a:gd name="connsiteX26" fmla="*/ 121785 w 2646044"/>
              <a:gd name="connsiteY26" fmla="*/ 1738766 h 1919070"/>
              <a:gd name="connsiteX27" fmla="*/ 134664 w 2646044"/>
              <a:gd name="connsiteY27" fmla="*/ 1790282 h 1919070"/>
              <a:gd name="connsiteX28" fmla="*/ 173300 w 2646044"/>
              <a:gd name="connsiteY28" fmla="*/ 1803160 h 1919070"/>
              <a:gd name="connsiteX29" fmla="*/ 250573 w 2646044"/>
              <a:gd name="connsiteY29" fmla="*/ 1867555 h 1919070"/>
              <a:gd name="connsiteX30" fmla="*/ 327847 w 2646044"/>
              <a:gd name="connsiteY30" fmla="*/ 1893312 h 1919070"/>
              <a:gd name="connsiteX31" fmla="*/ 366483 w 2646044"/>
              <a:gd name="connsiteY31" fmla="*/ 1906191 h 1919070"/>
              <a:gd name="connsiteX32" fmla="*/ 405120 w 2646044"/>
              <a:gd name="connsiteY32" fmla="*/ 1919070 h 1919070"/>
              <a:gd name="connsiteX33" fmla="*/ 611182 w 2646044"/>
              <a:gd name="connsiteY33" fmla="*/ 1906191 h 1919070"/>
              <a:gd name="connsiteX34" fmla="*/ 649819 w 2646044"/>
              <a:gd name="connsiteY34" fmla="*/ 1867555 h 1919070"/>
              <a:gd name="connsiteX35" fmla="*/ 727092 w 2646044"/>
              <a:gd name="connsiteY35" fmla="*/ 1803160 h 1919070"/>
              <a:gd name="connsiteX36" fmla="*/ 752850 w 2646044"/>
              <a:gd name="connsiteY36" fmla="*/ 1365279 h 1919070"/>
              <a:gd name="connsiteX37" fmla="*/ 765728 w 2646044"/>
              <a:gd name="connsiteY37" fmla="*/ 1288005 h 1919070"/>
              <a:gd name="connsiteX38" fmla="*/ 752850 w 2646044"/>
              <a:gd name="connsiteY38" fmla="*/ 850124 h 1919070"/>
              <a:gd name="connsiteX39" fmla="*/ 817244 w 2646044"/>
              <a:gd name="connsiteY39" fmla="*/ 708456 h 1919070"/>
              <a:gd name="connsiteX40" fmla="*/ 843002 w 2646044"/>
              <a:gd name="connsiteY40" fmla="*/ 656941 h 1919070"/>
              <a:gd name="connsiteX41" fmla="*/ 881638 w 2646044"/>
              <a:gd name="connsiteY41" fmla="*/ 631183 h 1919070"/>
              <a:gd name="connsiteX42" fmla="*/ 1010427 w 2646044"/>
              <a:gd name="connsiteY42" fmla="*/ 605425 h 1919070"/>
              <a:gd name="connsiteX43" fmla="*/ 1164973 w 2646044"/>
              <a:gd name="connsiteY43" fmla="*/ 592546 h 1919070"/>
              <a:gd name="connsiteX44" fmla="*/ 1757402 w 2646044"/>
              <a:gd name="connsiteY44" fmla="*/ 605425 h 1919070"/>
              <a:gd name="connsiteX45" fmla="*/ 1937706 w 2646044"/>
              <a:gd name="connsiteY45" fmla="*/ 618304 h 1919070"/>
              <a:gd name="connsiteX46" fmla="*/ 2388466 w 2646044"/>
              <a:gd name="connsiteY46" fmla="*/ 592546 h 1919070"/>
              <a:gd name="connsiteX47" fmla="*/ 2465740 w 2646044"/>
              <a:gd name="connsiteY47" fmla="*/ 566789 h 1919070"/>
              <a:gd name="connsiteX48" fmla="*/ 2555892 w 2646044"/>
              <a:gd name="connsiteY48" fmla="*/ 541031 h 1919070"/>
              <a:gd name="connsiteX49" fmla="*/ 2594528 w 2646044"/>
              <a:gd name="connsiteY49" fmla="*/ 515273 h 1919070"/>
              <a:gd name="connsiteX50" fmla="*/ 2633165 w 2646044"/>
              <a:gd name="connsiteY50" fmla="*/ 438000 h 1919070"/>
              <a:gd name="connsiteX51" fmla="*/ 2646044 w 2646044"/>
              <a:gd name="connsiteY51" fmla="*/ 386484 h 1919070"/>
              <a:gd name="connsiteX52" fmla="*/ 2607407 w 2646044"/>
              <a:gd name="connsiteY52" fmla="*/ 180422 h 1919070"/>
              <a:gd name="connsiteX53" fmla="*/ 2594528 w 2646044"/>
              <a:gd name="connsiteY53" fmla="*/ 141786 h 1919070"/>
              <a:gd name="connsiteX54" fmla="*/ 2517255 w 2646044"/>
              <a:gd name="connsiteY54" fmla="*/ 103149 h 1919070"/>
              <a:gd name="connsiteX55" fmla="*/ 2478619 w 2646044"/>
              <a:gd name="connsiteY55" fmla="*/ 64512 h 1919070"/>
              <a:gd name="connsiteX56" fmla="*/ 2362709 w 2646044"/>
              <a:gd name="connsiteY56" fmla="*/ 38755 h 1919070"/>
              <a:gd name="connsiteX0" fmla="*/ 2362709 w 2646044"/>
              <a:gd name="connsiteY0" fmla="*/ 0 h 1880315"/>
              <a:gd name="connsiteX1" fmla="*/ 2362709 w 2646044"/>
              <a:gd name="connsiteY1" fmla="*/ 0 h 1880315"/>
              <a:gd name="connsiteX2" fmla="*/ 1113458 w 2646044"/>
              <a:gd name="connsiteY2" fmla="*/ 12879 h 1880315"/>
              <a:gd name="connsiteX3" fmla="*/ 1074821 w 2646044"/>
              <a:gd name="connsiteY3" fmla="*/ 25757 h 1880315"/>
              <a:gd name="connsiteX4" fmla="*/ 997548 w 2646044"/>
              <a:gd name="connsiteY4" fmla="*/ 38636 h 1880315"/>
              <a:gd name="connsiteX5" fmla="*/ 881638 w 2646044"/>
              <a:gd name="connsiteY5" fmla="*/ 90152 h 1880315"/>
              <a:gd name="connsiteX6" fmla="*/ 778607 w 2646044"/>
              <a:gd name="connsiteY6" fmla="*/ 115910 h 1880315"/>
              <a:gd name="connsiteX7" fmla="*/ 739971 w 2646044"/>
              <a:gd name="connsiteY7" fmla="*/ 128788 h 1880315"/>
              <a:gd name="connsiteX8" fmla="*/ 688455 w 2646044"/>
              <a:gd name="connsiteY8" fmla="*/ 141667 h 1880315"/>
              <a:gd name="connsiteX9" fmla="*/ 649819 w 2646044"/>
              <a:gd name="connsiteY9" fmla="*/ 154546 h 1880315"/>
              <a:gd name="connsiteX10" fmla="*/ 598303 w 2646044"/>
              <a:gd name="connsiteY10" fmla="*/ 167425 h 1880315"/>
              <a:gd name="connsiteX11" fmla="*/ 521030 w 2646044"/>
              <a:gd name="connsiteY11" fmla="*/ 193183 h 1880315"/>
              <a:gd name="connsiteX12" fmla="*/ 405120 w 2646044"/>
              <a:gd name="connsiteY12" fmla="*/ 257577 h 1880315"/>
              <a:gd name="connsiteX13" fmla="*/ 327847 w 2646044"/>
              <a:gd name="connsiteY13" fmla="*/ 334850 h 1880315"/>
              <a:gd name="connsiteX14" fmla="*/ 289210 w 2646044"/>
              <a:gd name="connsiteY14" fmla="*/ 360608 h 1880315"/>
              <a:gd name="connsiteX15" fmla="*/ 160421 w 2646044"/>
              <a:gd name="connsiteY15" fmla="*/ 476518 h 1880315"/>
              <a:gd name="connsiteX16" fmla="*/ 108906 w 2646044"/>
              <a:gd name="connsiteY16" fmla="*/ 540912 h 1880315"/>
              <a:gd name="connsiteX17" fmla="*/ 96027 w 2646044"/>
              <a:gd name="connsiteY17" fmla="*/ 592428 h 1880315"/>
              <a:gd name="connsiteX18" fmla="*/ 83148 w 2646044"/>
              <a:gd name="connsiteY18" fmla="*/ 631065 h 1880315"/>
              <a:gd name="connsiteX19" fmla="*/ 31633 w 2646044"/>
              <a:gd name="connsiteY19" fmla="*/ 708338 h 1880315"/>
              <a:gd name="connsiteX20" fmla="*/ 31633 w 2646044"/>
              <a:gd name="connsiteY20" fmla="*/ 1339403 h 1880315"/>
              <a:gd name="connsiteX21" fmla="*/ 44512 w 2646044"/>
              <a:gd name="connsiteY21" fmla="*/ 1442434 h 1880315"/>
              <a:gd name="connsiteX22" fmla="*/ 57390 w 2646044"/>
              <a:gd name="connsiteY22" fmla="*/ 1506828 h 1880315"/>
              <a:gd name="connsiteX23" fmla="*/ 83148 w 2646044"/>
              <a:gd name="connsiteY23" fmla="*/ 1584101 h 1880315"/>
              <a:gd name="connsiteX24" fmla="*/ 108906 w 2646044"/>
              <a:gd name="connsiteY24" fmla="*/ 1661374 h 1880315"/>
              <a:gd name="connsiteX25" fmla="*/ 121785 w 2646044"/>
              <a:gd name="connsiteY25" fmla="*/ 1700011 h 1880315"/>
              <a:gd name="connsiteX26" fmla="*/ 134664 w 2646044"/>
              <a:gd name="connsiteY26" fmla="*/ 1751527 h 1880315"/>
              <a:gd name="connsiteX27" fmla="*/ 173300 w 2646044"/>
              <a:gd name="connsiteY27" fmla="*/ 1764405 h 1880315"/>
              <a:gd name="connsiteX28" fmla="*/ 250573 w 2646044"/>
              <a:gd name="connsiteY28" fmla="*/ 1828800 h 1880315"/>
              <a:gd name="connsiteX29" fmla="*/ 327847 w 2646044"/>
              <a:gd name="connsiteY29" fmla="*/ 1854557 h 1880315"/>
              <a:gd name="connsiteX30" fmla="*/ 366483 w 2646044"/>
              <a:gd name="connsiteY30" fmla="*/ 1867436 h 1880315"/>
              <a:gd name="connsiteX31" fmla="*/ 405120 w 2646044"/>
              <a:gd name="connsiteY31" fmla="*/ 1880315 h 1880315"/>
              <a:gd name="connsiteX32" fmla="*/ 611182 w 2646044"/>
              <a:gd name="connsiteY32" fmla="*/ 1867436 h 1880315"/>
              <a:gd name="connsiteX33" fmla="*/ 649819 w 2646044"/>
              <a:gd name="connsiteY33" fmla="*/ 1828800 h 1880315"/>
              <a:gd name="connsiteX34" fmla="*/ 727092 w 2646044"/>
              <a:gd name="connsiteY34" fmla="*/ 1764405 h 1880315"/>
              <a:gd name="connsiteX35" fmla="*/ 752850 w 2646044"/>
              <a:gd name="connsiteY35" fmla="*/ 1326524 h 1880315"/>
              <a:gd name="connsiteX36" fmla="*/ 765728 w 2646044"/>
              <a:gd name="connsiteY36" fmla="*/ 1249250 h 1880315"/>
              <a:gd name="connsiteX37" fmla="*/ 752850 w 2646044"/>
              <a:gd name="connsiteY37" fmla="*/ 811369 h 1880315"/>
              <a:gd name="connsiteX38" fmla="*/ 817244 w 2646044"/>
              <a:gd name="connsiteY38" fmla="*/ 669701 h 1880315"/>
              <a:gd name="connsiteX39" fmla="*/ 843002 w 2646044"/>
              <a:gd name="connsiteY39" fmla="*/ 618186 h 1880315"/>
              <a:gd name="connsiteX40" fmla="*/ 881638 w 2646044"/>
              <a:gd name="connsiteY40" fmla="*/ 592428 h 1880315"/>
              <a:gd name="connsiteX41" fmla="*/ 1010427 w 2646044"/>
              <a:gd name="connsiteY41" fmla="*/ 566670 h 1880315"/>
              <a:gd name="connsiteX42" fmla="*/ 1164973 w 2646044"/>
              <a:gd name="connsiteY42" fmla="*/ 553791 h 1880315"/>
              <a:gd name="connsiteX43" fmla="*/ 1757402 w 2646044"/>
              <a:gd name="connsiteY43" fmla="*/ 566670 h 1880315"/>
              <a:gd name="connsiteX44" fmla="*/ 1937706 w 2646044"/>
              <a:gd name="connsiteY44" fmla="*/ 579549 h 1880315"/>
              <a:gd name="connsiteX45" fmla="*/ 2388466 w 2646044"/>
              <a:gd name="connsiteY45" fmla="*/ 553791 h 1880315"/>
              <a:gd name="connsiteX46" fmla="*/ 2465740 w 2646044"/>
              <a:gd name="connsiteY46" fmla="*/ 528034 h 1880315"/>
              <a:gd name="connsiteX47" fmla="*/ 2555892 w 2646044"/>
              <a:gd name="connsiteY47" fmla="*/ 502276 h 1880315"/>
              <a:gd name="connsiteX48" fmla="*/ 2594528 w 2646044"/>
              <a:gd name="connsiteY48" fmla="*/ 476518 h 1880315"/>
              <a:gd name="connsiteX49" fmla="*/ 2633165 w 2646044"/>
              <a:gd name="connsiteY49" fmla="*/ 399245 h 1880315"/>
              <a:gd name="connsiteX50" fmla="*/ 2646044 w 2646044"/>
              <a:gd name="connsiteY50" fmla="*/ 347729 h 1880315"/>
              <a:gd name="connsiteX51" fmla="*/ 2607407 w 2646044"/>
              <a:gd name="connsiteY51" fmla="*/ 141667 h 1880315"/>
              <a:gd name="connsiteX52" fmla="*/ 2594528 w 2646044"/>
              <a:gd name="connsiteY52" fmla="*/ 103031 h 1880315"/>
              <a:gd name="connsiteX53" fmla="*/ 2517255 w 2646044"/>
              <a:gd name="connsiteY53" fmla="*/ 64394 h 1880315"/>
              <a:gd name="connsiteX54" fmla="*/ 2478619 w 2646044"/>
              <a:gd name="connsiteY54" fmla="*/ 25757 h 1880315"/>
              <a:gd name="connsiteX55" fmla="*/ 2362709 w 2646044"/>
              <a:gd name="connsiteY55" fmla="*/ 0 h 1880315"/>
              <a:gd name="connsiteX0" fmla="*/ 2332732 w 2616067"/>
              <a:gd name="connsiteY0" fmla="*/ 0 h 1880315"/>
              <a:gd name="connsiteX1" fmla="*/ 2332732 w 2616067"/>
              <a:gd name="connsiteY1" fmla="*/ 0 h 1880315"/>
              <a:gd name="connsiteX2" fmla="*/ 1083481 w 2616067"/>
              <a:gd name="connsiteY2" fmla="*/ 12879 h 1880315"/>
              <a:gd name="connsiteX3" fmla="*/ 1044844 w 2616067"/>
              <a:gd name="connsiteY3" fmla="*/ 25757 h 1880315"/>
              <a:gd name="connsiteX4" fmla="*/ 967571 w 2616067"/>
              <a:gd name="connsiteY4" fmla="*/ 38636 h 1880315"/>
              <a:gd name="connsiteX5" fmla="*/ 851661 w 2616067"/>
              <a:gd name="connsiteY5" fmla="*/ 90152 h 1880315"/>
              <a:gd name="connsiteX6" fmla="*/ 748630 w 2616067"/>
              <a:gd name="connsiteY6" fmla="*/ 115910 h 1880315"/>
              <a:gd name="connsiteX7" fmla="*/ 709994 w 2616067"/>
              <a:gd name="connsiteY7" fmla="*/ 128788 h 1880315"/>
              <a:gd name="connsiteX8" fmla="*/ 658478 w 2616067"/>
              <a:gd name="connsiteY8" fmla="*/ 141667 h 1880315"/>
              <a:gd name="connsiteX9" fmla="*/ 619842 w 2616067"/>
              <a:gd name="connsiteY9" fmla="*/ 154546 h 1880315"/>
              <a:gd name="connsiteX10" fmla="*/ 568326 w 2616067"/>
              <a:gd name="connsiteY10" fmla="*/ 167425 h 1880315"/>
              <a:gd name="connsiteX11" fmla="*/ 491053 w 2616067"/>
              <a:gd name="connsiteY11" fmla="*/ 193183 h 1880315"/>
              <a:gd name="connsiteX12" fmla="*/ 375143 w 2616067"/>
              <a:gd name="connsiteY12" fmla="*/ 257577 h 1880315"/>
              <a:gd name="connsiteX13" fmla="*/ 297870 w 2616067"/>
              <a:gd name="connsiteY13" fmla="*/ 334850 h 1880315"/>
              <a:gd name="connsiteX14" fmla="*/ 259233 w 2616067"/>
              <a:gd name="connsiteY14" fmla="*/ 360608 h 1880315"/>
              <a:gd name="connsiteX15" fmla="*/ 130444 w 2616067"/>
              <a:gd name="connsiteY15" fmla="*/ 476518 h 1880315"/>
              <a:gd name="connsiteX16" fmla="*/ 78929 w 2616067"/>
              <a:gd name="connsiteY16" fmla="*/ 540912 h 1880315"/>
              <a:gd name="connsiteX17" fmla="*/ 66050 w 2616067"/>
              <a:gd name="connsiteY17" fmla="*/ 592428 h 1880315"/>
              <a:gd name="connsiteX18" fmla="*/ 53171 w 2616067"/>
              <a:gd name="connsiteY18" fmla="*/ 631065 h 1880315"/>
              <a:gd name="connsiteX19" fmla="*/ 1656 w 2616067"/>
              <a:gd name="connsiteY19" fmla="*/ 1339403 h 1880315"/>
              <a:gd name="connsiteX20" fmla="*/ 14535 w 2616067"/>
              <a:gd name="connsiteY20" fmla="*/ 1442434 h 1880315"/>
              <a:gd name="connsiteX21" fmla="*/ 27413 w 2616067"/>
              <a:gd name="connsiteY21" fmla="*/ 1506828 h 1880315"/>
              <a:gd name="connsiteX22" fmla="*/ 53171 w 2616067"/>
              <a:gd name="connsiteY22" fmla="*/ 1584101 h 1880315"/>
              <a:gd name="connsiteX23" fmla="*/ 78929 w 2616067"/>
              <a:gd name="connsiteY23" fmla="*/ 1661374 h 1880315"/>
              <a:gd name="connsiteX24" fmla="*/ 91808 w 2616067"/>
              <a:gd name="connsiteY24" fmla="*/ 1700011 h 1880315"/>
              <a:gd name="connsiteX25" fmla="*/ 104687 w 2616067"/>
              <a:gd name="connsiteY25" fmla="*/ 1751527 h 1880315"/>
              <a:gd name="connsiteX26" fmla="*/ 143323 w 2616067"/>
              <a:gd name="connsiteY26" fmla="*/ 1764405 h 1880315"/>
              <a:gd name="connsiteX27" fmla="*/ 220596 w 2616067"/>
              <a:gd name="connsiteY27" fmla="*/ 1828800 h 1880315"/>
              <a:gd name="connsiteX28" fmla="*/ 297870 w 2616067"/>
              <a:gd name="connsiteY28" fmla="*/ 1854557 h 1880315"/>
              <a:gd name="connsiteX29" fmla="*/ 336506 w 2616067"/>
              <a:gd name="connsiteY29" fmla="*/ 1867436 h 1880315"/>
              <a:gd name="connsiteX30" fmla="*/ 375143 w 2616067"/>
              <a:gd name="connsiteY30" fmla="*/ 1880315 h 1880315"/>
              <a:gd name="connsiteX31" fmla="*/ 581205 w 2616067"/>
              <a:gd name="connsiteY31" fmla="*/ 1867436 h 1880315"/>
              <a:gd name="connsiteX32" fmla="*/ 619842 w 2616067"/>
              <a:gd name="connsiteY32" fmla="*/ 1828800 h 1880315"/>
              <a:gd name="connsiteX33" fmla="*/ 697115 w 2616067"/>
              <a:gd name="connsiteY33" fmla="*/ 1764405 h 1880315"/>
              <a:gd name="connsiteX34" fmla="*/ 722873 w 2616067"/>
              <a:gd name="connsiteY34" fmla="*/ 1326524 h 1880315"/>
              <a:gd name="connsiteX35" fmla="*/ 735751 w 2616067"/>
              <a:gd name="connsiteY35" fmla="*/ 1249250 h 1880315"/>
              <a:gd name="connsiteX36" fmla="*/ 722873 w 2616067"/>
              <a:gd name="connsiteY36" fmla="*/ 811369 h 1880315"/>
              <a:gd name="connsiteX37" fmla="*/ 787267 w 2616067"/>
              <a:gd name="connsiteY37" fmla="*/ 669701 h 1880315"/>
              <a:gd name="connsiteX38" fmla="*/ 813025 w 2616067"/>
              <a:gd name="connsiteY38" fmla="*/ 618186 h 1880315"/>
              <a:gd name="connsiteX39" fmla="*/ 851661 w 2616067"/>
              <a:gd name="connsiteY39" fmla="*/ 592428 h 1880315"/>
              <a:gd name="connsiteX40" fmla="*/ 980450 w 2616067"/>
              <a:gd name="connsiteY40" fmla="*/ 566670 h 1880315"/>
              <a:gd name="connsiteX41" fmla="*/ 1134996 w 2616067"/>
              <a:gd name="connsiteY41" fmla="*/ 553791 h 1880315"/>
              <a:gd name="connsiteX42" fmla="*/ 1727425 w 2616067"/>
              <a:gd name="connsiteY42" fmla="*/ 566670 h 1880315"/>
              <a:gd name="connsiteX43" fmla="*/ 1907729 w 2616067"/>
              <a:gd name="connsiteY43" fmla="*/ 579549 h 1880315"/>
              <a:gd name="connsiteX44" fmla="*/ 2358489 w 2616067"/>
              <a:gd name="connsiteY44" fmla="*/ 553791 h 1880315"/>
              <a:gd name="connsiteX45" fmla="*/ 2435763 w 2616067"/>
              <a:gd name="connsiteY45" fmla="*/ 528034 h 1880315"/>
              <a:gd name="connsiteX46" fmla="*/ 2525915 w 2616067"/>
              <a:gd name="connsiteY46" fmla="*/ 502276 h 1880315"/>
              <a:gd name="connsiteX47" fmla="*/ 2564551 w 2616067"/>
              <a:gd name="connsiteY47" fmla="*/ 476518 h 1880315"/>
              <a:gd name="connsiteX48" fmla="*/ 2603188 w 2616067"/>
              <a:gd name="connsiteY48" fmla="*/ 399245 h 1880315"/>
              <a:gd name="connsiteX49" fmla="*/ 2616067 w 2616067"/>
              <a:gd name="connsiteY49" fmla="*/ 347729 h 1880315"/>
              <a:gd name="connsiteX50" fmla="*/ 2577430 w 2616067"/>
              <a:gd name="connsiteY50" fmla="*/ 141667 h 1880315"/>
              <a:gd name="connsiteX51" fmla="*/ 2564551 w 2616067"/>
              <a:gd name="connsiteY51" fmla="*/ 103031 h 1880315"/>
              <a:gd name="connsiteX52" fmla="*/ 2487278 w 2616067"/>
              <a:gd name="connsiteY52" fmla="*/ 64394 h 1880315"/>
              <a:gd name="connsiteX53" fmla="*/ 2448642 w 2616067"/>
              <a:gd name="connsiteY53" fmla="*/ 25757 h 1880315"/>
              <a:gd name="connsiteX54" fmla="*/ 2332732 w 2616067"/>
              <a:gd name="connsiteY54" fmla="*/ 0 h 1880315"/>
              <a:gd name="connsiteX0" fmla="*/ 2333539 w 2616874"/>
              <a:gd name="connsiteY0" fmla="*/ 0 h 1880315"/>
              <a:gd name="connsiteX1" fmla="*/ 2333539 w 2616874"/>
              <a:gd name="connsiteY1" fmla="*/ 0 h 1880315"/>
              <a:gd name="connsiteX2" fmla="*/ 1084288 w 2616874"/>
              <a:gd name="connsiteY2" fmla="*/ 12879 h 1880315"/>
              <a:gd name="connsiteX3" fmla="*/ 1045651 w 2616874"/>
              <a:gd name="connsiteY3" fmla="*/ 25757 h 1880315"/>
              <a:gd name="connsiteX4" fmla="*/ 968378 w 2616874"/>
              <a:gd name="connsiteY4" fmla="*/ 38636 h 1880315"/>
              <a:gd name="connsiteX5" fmla="*/ 852468 w 2616874"/>
              <a:gd name="connsiteY5" fmla="*/ 90152 h 1880315"/>
              <a:gd name="connsiteX6" fmla="*/ 749437 w 2616874"/>
              <a:gd name="connsiteY6" fmla="*/ 115910 h 1880315"/>
              <a:gd name="connsiteX7" fmla="*/ 710801 w 2616874"/>
              <a:gd name="connsiteY7" fmla="*/ 128788 h 1880315"/>
              <a:gd name="connsiteX8" fmla="*/ 659285 w 2616874"/>
              <a:gd name="connsiteY8" fmla="*/ 141667 h 1880315"/>
              <a:gd name="connsiteX9" fmla="*/ 620649 w 2616874"/>
              <a:gd name="connsiteY9" fmla="*/ 154546 h 1880315"/>
              <a:gd name="connsiteX10" fmla="*/ 569133 w 2616874"/>
              <a:gd name="connsiteY10" fmla="*/ 167425 h 1880315"/>
              <a:gd name="connsiteX11" fmla="*/ 491860 w 2616874"/>
              <a:gd name="connsiteY11" fmla="*/ 193183 h 1880315"/>
              <a:gd name="connsiteX12" fmla="*/ 375950 w 2616874"/>
              <a:gd name="connsiteY12" fmla="*/ 257577 h 1880315"/>
              <a:gd name="connsiteX13" fmla="*/ 298677 w 2616874"/>
              <a:gd name="connsiteY13" fmla="*/ 334850 h 1880315"/>
              <a:gd name="connsiteX14" fmla="*/ 260040 w 2616874"/>
              <a:gd name="connsiteY14" fmla="*/ 360608 h 1880315"/>
              <a:gd name="connsiteX15" fmla="*/ 131251 w 2616874"/>
              <a:gd name="connsiteY15" fmla="*/ 476518 h 1880315"/>
              <a:gd name="connsiteX16" fmla="*/ 79736 w 2616874"/>
              <a:gd name="connsiteY16" fmla="*/ 540912 h 1880315"/>
              <a:gd name="connsiteX17" fmla="*/ 66857 w 2616874"/>
              <a:gd name="connsiteY17" fmla="*/ 592428 h 1880315"/>
              <a:gd name="connsiteX18" fmla="*/ 2463 w 2616874"/>
              <a:gd name="connsiteY18" fmla="*/ 1339403 h 1880315"/>
              <a:gd name="connsiteX19" fmla="*/ 15342 w 2616874"/>
              <a:gd name="connsiteY19" fmla="*/ 1442434 h 1880315"/>
              <a:gd name="connsiteX20" fmla="*/ 28220 w 2616874"/>
              <a:gd name="connsiteY20" fmla="*/ 1506828 h 1880315"/>
              <a:gd name="connsiteX21" fmla="*/ 53978 w 2616874"/>
              <a:gd name="connsiteY21" fmla="*/ 1584101 h 1880315"/>
              <a:gd name="connsiteX22" fmla="*/ 79736 w 2616874"/>
              <a:gd name="connsiteY22" fmla="*/ 1661374 h 1880315"/>
              <a:gd name="connsiteX23" fmla="*/ 92615 w 2616874"/>
              <a:gd name="connsiteY23" fmla="*/ 1700011 h 1880315"/>
              <a:gd name="connsiteX24" fmla="*/ 105494 w 2616874"/>
              <a:gd name="connsiteY24" fmla="*/ 1751527 h 1880315"/>
              <a:gd name="connsiteX25" fmla="*/ 144130 w 2616874"/>
              <a:gd name="connsiteY25" fmla="*/ 1764405 h 1880315"/>
              <a:gd name="connsiteX26" fmla="*/ 221403 w 2616874"/>
              <a:gd name="connsiteY26" fmla="*/ 1828800 h 1880315"/>
              <a:gd name="connsiteX27" fmla="*/ 298677 w 2616874"/>
              <a:gd name="connsiteY27" fmla="*/ 1854557 h 1880315"/>
              <a:gd name="connsiteX28" fmla="*/ 337313 w 2616874"/>
              <a:gd name="connsiteY28" fmla="*/ 1867436 h 1880315"/>
              <a:gd name="connsiteX29" fmla="*/ 375950 w 2616874"/>
              <a:gd name="connsiteY29" fmla="*/ 1880315 h 1880315"/>
              <a:gd name="connsiteX30" fmla="*/ 582012 w 2616874"/>
              <a:gd name="connsiteY30" fmla="*/ 1867436 h 1880315"/>
              <a:gd name="connsiteX31" fmla="*/ 620649 w 2616874"/>
              <a:gd name="connsiteY31" fmla="*/ 1828800 h 1880315"/>
              <a:gd name="connsiteX32" fmla="*/ 697922 w 2616874"/>
              <a:gd name="connsiteY32" fmla="*/ 1764405 h 1880315"/>
              <a:gd name="connsiteX33" fmla="*/ 723680 w 2616874"/>
              <a:gd name="connsiteY33" fmla="*/ 1326524 h 1880315"/>
              <a:gd name="connsiteX34" fmla="*/ 736558 w 2616874"/>
              <a:gd name="connsiteY34" fmla="*/ 1249250 h 1880315"/>
              <a:gd name="connsiteX35" fmla="*/ 723680 w 2616874"/>
              <a:gd name="connsiteY35" fmla="*/ 811369 h 1880315"/>
              <a:gd name="connsiteX36" fmla="*/ 788074 w 2616874"/>
              <a:gd name="connsiteY36" fmla="*/ 669701 h 1880315"/>
              <a:gd name="connsiteX37" fmla="*/ 813832 w 2616874"/>
              <a:gd name="connsiteY37" fmla="*/ 618186 h 1880315"/>
              <a:gd name="connsiteX38" fmla="*/ 852468 w 2616874"/>
              <a:gd name="connsiteY38" fmla="*/ 592428 h 1880315"/>
              <a:gd name="connsiteX39" fmla="*/ 981257 w 2616874"/>
              <a:gd name="connsiteY39" fmla="*/ 566670 h 1880315"/>
              <a:gd name="connsiteX40" fmla="*/ 1135803 w 2616874"/>
              <a:gd name="connsiteY40" fmla="*/ 553791 h 1880315"/>
              <a:gd name="connsiteX41" fmla="*/ 1728232 w 2616874"/>
              <a:gd name="connsiteY41" fmla="*/ 566670 h 1880315"/>
              <a:gd name="connsiteX42" fmla="*/ 1908536 w 2616874"/>
              <a:gd name="connsiteY42" fmla="*/ 579549 h 1880315"/>
              <a:gd name="connsiteX43" fmla="*/ 2359296 w 2616874"/>
              <a:gd name="connsiteY43" fmla="*/ 553791 h 1880315"/>
              <a:gd name="connsiteX44" fmla="*/ 2436570 w 2616874"/>
              <a:gd name="connsiteY44" fmla="*/ 528034 h 1880315"/>
              <a:gd name="connsiteX45" fmla="*/ 2526722 w 2616874"/>
              <a:gd name="connsiteY45" fmla="*/ 502276 h 1880315"/>
              <a:gd name="connsiteX46" fmla="*/ 2565358 w 2616874"/>
              <a:gd name="connsiteY46" fmla="*/ 476518 h 1880315"/>
              <a:gd name="connsiteX47" fmla="*/ 2603995 w 2616874"/>
              <a:gd name="connsiteY47" fmla="*/ 399245 h 1880315"/>
              <a:gd name="connsiteX48" fmla="*/ 2616874 w 2616874"/>
              <a:gd name="connsiteY48" fmla="*/ 347729 h 1880315"/>
              <a:gd name="connsiteX49" fmla="*/ 2578237 w 2616874"/>
              <a:gd name="connsiteY49" fmla="*/ 141667 h 1880315"/>
              <a:gd name="connsiteX50" fmla="*/ 2565358 w 2616874"/>
              <a:gd name="connsiteY50" fmla="*/ 103031 h 1880315"/>
              <a:gd name="connsiteX51" fmla="*/ 2488085 w 2616874"/>
              <a:gd name="connsiteY51" fmla="*/ 64394 h 1880315"/>
              <a:gd name="connsiteX52" fmla="*/ 2449449 w 2616874"/>
              <a:gd name="connsiteY52" fmla="*/ 25757 h 1880315"/>
              <a:gd name="connsiteX53" fmla="*/ 2333539 w 2616874"/>
              <a:gd name="connsiteY53" fmla="*/ 0 h 1880315"/>
              <a:gd name="connsiteX0" fmla="*/ 2334385 w 2617720"/>
              <a:gd name="connsiteY0" fmla="*/ 0 h 1880315"/>
              <a:gd name="connsiteX1" fmla="*/ 2334385 w 2617720"/>
              <a:gd name="connsiteY1" fmla="*/ 0 h 1880315"/>
              <a:gd name="connsiteX2" fmla="*/ 1085134 w 2617720"/>
              <a:gd name="connsiteY2" fmla="*/ 12879 h 1880315"/>
              <a:gd name="connsiteX3" fmla="*/ 1046497 w 2617720"/>
              <a:gd name="connsiteY3" fmla="*/ 25757 h 1880315"/>
              <a:gd name="connsiteX4" fmla="*/ 969224 w 2617720"/>
              <a:gd name="connsiteY4" fmla="*/ 38636 h 1880315"/>
              <a:gd name="connsiteX5" fmla="*/ 853314 w 2617720"/>
              <a:gd name="connsiteY5" fmla="*/ 90152 h 1880315"/>
              <a:gd name="connsiteX6" fmla="*/ 750283 w 2617720"/>
              <a:gd name="connsiteY6" fmla="*/ 115910 h 1880315"/>
              <a:gd name="connsiteX7" fmla="*/ 711647 w 2617720"/>
              <a:gd name="connsiteY7" fmla="*/ 128788 h 1880315"/>
              <a:gd name="connsiteX8" fmla="*/ 660131 w 2617720"/>
              <a:gd name="connsiteY8" fmla="*/ 141667 h 1880315"/>
              <a:gd name="connsiteX9" fmla="*/ 621495 w 2617720"/>
              <a:gd name="connsiteY9" fmla="*/ 154546 h 1880315"/>
              <a:gd name="connsiteX10" fmla="*/ 569979 w 2617720"/>
              <a:gd name="connsiteY10" fmla="*/ 167425 h 1880315"/>
              <a:gd name="connsiteX11" fmla="*/ 492706 w 2617720"/>
              <a:gd name="connsiteY11" fmla="*/ 193183 h 1880315"/>
              <a:gd name="connsiteX12" fmla="*/ 376796 w 2617720"/>
              <a:gd name="connsiteY12" fmla="*/ 257577 h 1880315"/>
              <a:gd name="connsiteX13" fmla="*/ 299523 w 2617720"/>
              <a:gd name="connsiteY13" fmla="*/ 334850 h 1880315"/>
              <a:gd name="connsiteX14" fmla="*/ 260886 w 2617720"/>
              <a:gd name="connsiteY14" fmla="*/ 360608 h 1880315"/>
              <a:gd name="connsiteX15" fmla="*/ 132097 w 2617720"/>
              <a:gd name="connsiteY15" fmla="*/ 476518 h 1880315"/>
              <a:gd name="connsiteX16" fmla="*/ 80582 w 2617720"/>
              <a:gd name="connsiteY16" fmla="*/ 540912 h 1880315"/>
              <a:gd name="connsiteX17" fmla="*/ 3309 w 2617720"/>
              <a:gd name="connsiteY17" fmla="*/ 1339403 h 1880315"/>
              <a:gd name="connsiteX18" fmla="*/ 16188 w 2617720"/>
              <a:gd name="connsiteY18" fmla="*/ 1442434 h 1880315"/>
              <a:gd name="connsiteX19" fmla="*/ 29066 w 2617720"/>
              <a:gd name="connsiteY19" fmla="*/ 1506828 h 1880315"/>
              <a:gd name="connsiteX20" fmla="*/ 54824 w 2617720"/>
              <a:gd name="connsiteY20" fmla="*/ 1584101 h 1880315"/>
              <a:gd name="connsiteX21" fmla="*/ 80582 w 2617720"/>
              <a:gd name="connsiteY21" fmla="*/ 1661374 h 1880315"/>
              <a:gd name="connsiteX22" fmla="*/ 93461 w 2617720"/>
              <a:gd name="connsiteY22" fmla="*/ 1700011 h 1880315"/>
              <a:gd name="connsiteX23" fmla="*/ 106340 w 2617720"/>
              <a:gd name="connsiteY23" fmla="*/ 1751527 h 1880315"/>
              <a:gd name="connsiteX24" fmla="*/ 144976 w 2617720"/>
              <a:gd name="connsiteY24" fmla="*/ 1764405 h 1880315"/>
              <a:gd name="connsiteX25" fmla="*/ 222249 w 2617720"/>
              <a:gd name="connsiteY25" fmla="*/ 1828800 h 1880315"/>
              <a:gd name="connsiteX26" fmla="*/ 299523 w 2617720"/>
              <a:gd name="connsiteY26" fmla="*/ 1854557 h 1880315"/>
              <a:gd name="connsiteX27" fmla="*/ 338159 w 2617720"/>
              <a:gd name="connsiteY27" fmla="*/ 1867436 h 1880315"/>
              <a:gd name="connsiteX28" fmla="*/ 376796 w 2617720"/>
              <a:gd name="connsiteY28" fmla="*/ 1880315 h 1880315"/>
              <a:gd name="connsiteX29" fmla="*/ 582858 w 2617720"/>
              <a:gd name="connsiteY29" fmla="*/ 1867436 h 1880315"/>
              <a:gd name="connsiteX30" fmla="*/ 621495 w 2617720"/>
              <a:gd name="connsiteY30" fmla="*/ 1828800 h 1880315"/>
              <a:gd name="connsiteX31" fmla="*/ 698768 w 2617720"/>
              <a:gd name="connsiteY31" fmla="*/ 1764405 h 1880315"/>
              <a:gd name="connsiteX32" fmla="*/ 724526 w 2617720"/>
              <a:gd name="connsiteY32" fmla="*/ 1326524 h 1880315"/>
              <a:gd name="connsiteX33" fmla="*/ 737404 w 2617720"/>
              <a:gd name="connsiteY33" fmla="*/ 1249250 h 1880315"/>
              <a:gd name="connsiteX34" fmla="*/ 724526 w 2617720"/>
              <a:gd name="connsiteY34" fmla="*/ 811369 h 1880315"/>
              <a:gd name="connsiteX35" fmla="*/ 788920 w 2617720"/>
              <a:gd name="connsiteY35" fmla="*/ 669701 h 1880315"/>
              <a:gd name="connsiteX36" fmla="*/ 814678 w 2617720"/>
              <a:gd name="connsiteY36" fmla="*/ 618186 h 1880315"/>
              <a:gd name="connsiteX37" fmla="*/ 853314 w 2617720"/>
              <a:gd name="connsiteY37" fmla="*/ 592428 h 1880315"/>
              <a:gd name="connsiteX38" fmla="*/ 982103 w 2617720"/>
              <a:gd name="connsiteY38" fmla="*/ 566670 h 1880315"/>
              <a:gd name="connsiteX39" fmla="*/ 1136649 w 2617720"/>
              <a:gd name="connsiteY39" fmla="*/ 553791 h 1880315"/>
              <a:gd name="connsiteX40" fmla="*/ 1729078 w 2617720"/>
              <a:gd name="connsiteY40" fmla="*/ 566670 h 1880315"/>
              <a:gd name="connsiteX41" fmla="*/ 1909382 w 2617720"/>
              <a:gd name="connsiteY41" fmla="*/ 579549 h 1880315"/>
              <a:gd name="connsiteX42" fmla="*/ 2360142 w 2617720"/>
              <a:gd name="connsiteY42" fmla="*/ 553791 h 1880315"/>
              <a:gd name="connsiteX43" fmla="*/ 2437416 w 2617720"/>
              <a:gd name="connsiteY43" fmla="*/ 528034 h 1880315"/>
              <a:gd name="connsiteX44" fmla="*/ 2527568 w 2617720"/>
              <a:gd name="connsiteY44" fmla="*/ 502276 h 1880315"/>
              <a:gd name="connsiteX45" fmla="*/ 2566204 w 2617720"/>
              <a:gd name="connsiteY45" fmla="*/ 476518 h 1880315"/>
              <a:gd name="connsiteX46" fmla="*/ 2604841 w 2617720"/>
              <a:gd name="connsiteY46" fmla="*/ 399245 h 1880315"/>
              <a:gd name="connsiteX47" fmla="*/ 2617720 w 2617720"/>
              <a:gd name="connsiteY47" fmla="*/ 347729 h 1880315"/>
              <a:gd name="connsiteX48" fmla="*/ 2579083 w 2617720"/>
              <a:gd name="connsiteY48" fmla="*/ 141667 h 1880315"/>
              <a:gd name="connsiteX49" fmla="*/ 2566204 w 2617720"/>
              <a:gd name="connsiteY49" fmla="*/ 103031 h 1880315"/>
              <a:gd name="connsiteX50" fmla="*/ 2488931 w 2617720"/>
              <a:gd name="connsiteY50" fmla="*/ 64394 h 1880315"/>
              <a:gd name="connsiteX51" fmla="*/ 2450295 w 2617720"/>
              <a:gd name="connsiteY51" fmla="*/ 25757 h 1880315"/>
              <a:gd name="connsiteX52" fmla="*/ 2334385 w 2617720"/>
              <a:gd name="connsiteY52" fmla="*/ 0 h 1880315"/>
              <a:gd name="connsiteX0" fmla="*/ 2337958 w 2621293"/>
              <a:gd name="connsiteY0" fmla="*/ 0 h 1880315"/>
              <a:gd name="connsiteX1" fmla="*/ 2337958 w 2621293"/>
              <a:gd name="connsiteY1" fmla="*/ 0 h 1880315"/>
              <a:gd name="connsiteX2" fmla="*/ 1088707 w 2621293"/>
              <a:gd name="connsiteY2" fmla="*/ 12879 h 1880315"/>
              <a:gd name="connsiteX3" fmla="*/ 1050070 w 2621293"/>
              <a:gd name="connsiteY3" fmla="*/ 25757 h 1880315"/>
              <a:gd name="connsiteX4" fmla="*/ 972797 w 2621293"/>
              <a:gd name="connsiteY4" fmla="*/ 38636 h 1880315"/>
              <a:gd name="connsiteX5" fmla="*/ 856887 w 2621293"/>
              <a:gd name="connsiteY5" fmla="*/ 90152 h 1880315"/>
              <a:gd name="connsiteX6" fmla="*/ 753856 w 2621293"/>
              <a:gd name="connsiteY6" fmla="*/ 115910 h 1880315"/>
              <a:gd name="connsiteX7" fmla="*/ 715220 w 2621293"/>
              <a:gd name="connsiteY7" fmla="*/ 128788 h 1880315"/>
              <a:gd name="connsiteX8" fmla="*/ 663704 w 2621293"/>
              <a:gd name="connsiteY8" fmla="*/ 141667 h 1880315"/>
              <a:gd name="connsiteX9" fmla="*/ 625068 w 2621293"/>
              <a:gd name="connsiteY9" fmla="*/ 154546 h 1880315"/>
              <a:gd name="connsiteX10" fmla="*/ 573552 w 2621293"/>
              <a:gd name="connsiteY10" fmla="*/ 167425 h 1880315"/>
              <a:gd name="connsiteX11" fmla="*/ 496279 w 2621293"/>
              <a:gd name="connsiteY11" fmla="*/ 193183 h 1880315"/>
              <a:gd name="connsiteX12" fmla="*/ 380369 w 2621293"/>
              <a:gd name="connsiteY12" fmla="*/ 257577 h 1880315"/>
              <a:gd name="connsiteX13" fmla="*/ 303096 w 2621293"/>
              <a:gd name="connsiteY13" fmla="*/ 334850 h 1880315"/>
              <a:gd name="connsiteX14" fmla="*/ 264459 w 2621293"/>
              <a:gd name="connsiteY14" fmla="*/ 360608 h 1880315"/>
              <a:gd name="connsiteX15" fmla="*/ 135670 w 2621293"/>
              <a:gd name="connsiteY15" fmla="*/ 476518 h 1880315"/>
              <a:gd name="connsiteX16" fmla="*/ 6882 w 2621293"/>
              <a:gd name="connsiteY16" fmla="*/ 1339403 h 1880315"/>
              <a:gd name="connsiteX17" fmla="*/ 19761 w 2621293"/>
              <a:gd name="connsiteY17" fmla="*/ 1442434 h 1880315"/>
              <a:gd name="connsiteX18" fmla="*/ 32639 w 2621293"/>
              <a:gd name="connsiteY18" fmla="*/ 1506828 h 1880315"/>
              <a:gd name="connsiteX19" fmla="*/ 58397 w 2621293"/>
              <a:gd name="connsiteY19" fmla="*/ 1584101 h 1880315"/>
              <a:gd name="connsiteX20" fmla="*/ 84155 w 2621293"/>
              <a:gd name="connsiteY20" fmla="*/ 1661374 h 1880315"/>
              <a:gd name="connsiteX21" fmla="*/ 97034 w 2621293"/>
              <a:gd name="connsiteY21" fmla="*/ 1700011 h 1880315"/>
              <a:gd name="connsiteX22" fmla="*/ 109913 w 2621293"/>
              <a:gd name="connsiteY22" fmla="*/ 1751527 h 1880315"/>
              <a:gd name="connsiteX23" fmla="*/ 148549 w 2621293"/>
              <a:gd name="connsiteY23" fmla="*/ 1764405 h 1880315"/>
              <a:gd name="connsiteX24" fmla="*/ 225822 w 2621293"/>
              <a:gd name="connsiteY24" fmla="*/ 1828800 h 1880315"/>
              <a:gd name="connsiteX25" fmla="*/ 303096 w 2621293"/>
              <a:gd name="connsiteY25" fmla="*/ 1854557 h 1880315"/>
              <a:gd name="connsiteX26" fmla="*/ 341732 w 2621293"/>
              <a:gd name="connsiteY26" fmla="*/ 1867436 h 1880315"/>
              <a:gd name="connsiteX27" fmla="*/ 380369 w 2621293"/>
              <a:gd name="connsiteY27" fmla="*/ 1880315 h 1880315"/>
              <a:gd name="connsiteX28" fmla="*/ 586431 w 2621293"/>
              <a:gd name="connsiteY28" fmla="*/ 1867436 h 1880315"/>
              <a:gd name="connsiteX29" fmla="*/ 625068 w 2621293"/>
              <a:gd name="connsiteY29" fmla="*/ 1828800 h 1880315"/>
              <a:gd name="connsiteX30" fmla="*/ 702341 w 2621293"/>
              <a:gd name="connsiteY30" fmla="*/ 1764405 h 1880315"/>
              <a:gd name="connsiteX31" fmla="*/ 728099 w 2621293"/>
              <a:gd name="connsiteY31" fmla="*/ 1326524 h 1880315"/>
              <a:gd name="connsiteX32" fmla="*/ 740977 w 2621293"/>
              <a:gd name="connsiteY32" fmla="*/ 1249250 h 1880315"/>
              <a:gd name="connsiteX33" fmla="*/ 728099 w 2621293"/>
              <a:gd name="connsiteY33" fmla="*/ 811369 h 1880315"/>
              <a:gd name="connsiteX34" fmla="*/ 792493 w 2621293"/>
              <a:gd name="connsiteY34" fmla="*/ 669701 h 1880315"/>
              <a:gd name="connsiteX35" fmla="*/ 818251 w 2621293"/>
              <a:gd name="connsiteY35" fmla="*/ 618186 h 1880315"/>
              <a:gd name="connsiteX36" fmla="*/ 856887 w 2621293"/>
              <a:gd name="connsiteY36" fmla="*/ 592428 h 1880315"/>
              <a:gd name="connsiteX37" fmla="*/ 985676 w 2621293"/>
              <a:gd name="connsiteY37" fmla="*/ 566670 h 1880315"/>
              <a:gd name="connsiteX38" fmla="*/ 1140222 w 2621293"/>
              <a:gd name="connsiteY38" fmla="*/ 553791 h 1880315"/>
              <a:gd name="connsiteX39" fmla="*/ 1732651 w 2621293"/>
              <a:gd name="connsiteY39" fmla="*/ 566670 h 1880315"/>
              <a:gd name="connsiteX40" fmla="*/ 1912955 w 2621293"/>
              <a:gd name="connsiteY40" fmla="*/ 579549 h 1880315"/>
              <a:gd name="connsiteX41" fmla="*/ 2363715 w 2621293"/>
              <a:gd name="connsiteY41" fmla="*/ 553791 h 1880315"/>
              <a:gd name="connsiteX42" fmla="*/ 2440989 w 2621293"/>
              <a:gd name="connsiteY42" fmla="*/ 528034 h 1880315"/>
              <a:gd name="connsiteX43" fmla="*/ 2531141 w 2621293"/>
              <a:gd name="connsiteY43" fmla="*/ 502276 h 1880315"/>
              <a:gd name="connsiteX44" fmla="*/ 2569777 w 2621293"/>
              <a:gd name="connsiteY44" fmla="*/ 476518 h 1880315"/>
              <a:gd name="connsiteX45" fmla="*/ 2608414 w 2621293"/>
              <a:gd name="connsiteY45" fmla="*/ 399245 h 1880315"/>
              <a:gd name="connsiteX46" fmla="*/ 2621293 w 2621293"/>
              <a:gd name="connsiteY46" fmla="*/ 347729 h 1880315"/>
              <a:gd name="connsiteX47" fmla="*/ 2582656 w 2621293"/>
              <a:gd name="connsiteY47" fmla="*/ 141667 h 1880315"/>
              <a:gd name="connsiteX48" fmla="*/ 2569777 w 2621293"/>
              <a:gd name="connsiteY48" fmla="*/ 103031 h 1880315"/>
              <a:gd name="connsiteX49" fmla="*/ 2492504 w 2621293"/>
              <a:gd name="connsiteY49" fmla="*/ 64394 h 1880315"/>
              <a:gd name="connsiteX50" fmla="*/ 2453868 w 2621293"/>
              <a:gd name="connsiteY50" fmla="*/ 25757 h 1880315"/>
              <a:gd name="connsiteX51" fmla="*/ 2337958 w 2621293"/>
              <a:gd name="connsiteY51" fmla="*/ 0 h 1880315"/>
              <a:gd name="connsiteX0" fmla="*/ 2324241 w 2607576"/>
              <a:gd name="connsiteY0" fmla="*/ 0 h 1880315"/>
              <a:gd name="connsiteX1" fmla="*/ 2324241 w 2607576"/>
              <a:gd name="connsiteY1" fmla="*/ 0 h 1880315"/>
              <a:gd name="connsiteX2" fmla="*/ 1074990 w 2607576"/>
              <a:gd name="connsiteY2" fmla="*/ 12879 h 1880315"/>
              <a:gd name="connsiteX3" fmla="*/ 1036353 w 2607576"/>
              <a:gd name="connsiteY3" fmla="*/ 25757 h 1880315"/>
              <a:gd name="connsiteX4" fmla="*/ 959080 w 2607576"/>
              <a:gd name="connsiteY4" fmla="*/ 38636 h 1880315"/>
              <a:gd name="connsiteX5" fmla="*/ 843170 w 2607576"/>
              <a:gd name="connsiteY5" fmla="*/ 90152 h 1880315"/>
              <a:gd name="connsiteX6" fmla="*/ 740139 w 2607576"/>
              <a:gd name="connsiteY6" fmla="*/ 115910 h 1880315"/>
              <a:gd name="connsiteX7" fmla="*/ 701503 w 2607576"/>
              <a:gd name="connsiteY7" fmla="*/ 128788 h 1880315"/>
              <a:gd name="connsiteX8" fmla="*/ 649987 w 2607576"/>
              <a:gd name="connsiteY8" fmla="*/ 141667 h 1880315"/>
              <a:gd name="connsiteX9" fmla="*/ 611351 w 2607576"/>
              <a:gd name="connsiteY9" fmla="*/ 154546 h 1880315"/>
              <a:gd name="connsiteX10" fmla="*/ 559835 w 2607576"/>
              <a:gd name="connsiteY10" fmla="*/ 167425 h 1880315"/>
              <a:gd name="connsiteX11" fmla="*/ 482562 w 2607576"/>
              <a:gd name="connsiteY11" fmla="*/ 193183 h 1880315"/>
              <a:gd name="connsiteX12" fmla="*/ 366652 w 2607576"/>
              <a:gd name="connsiteY12" fmla="*/ 257577 h 1880315"/>
              <a:gd name="connsiteX13" fmla="*/ 289379 w 2607576"/>
              <a:gd name="connsiteY13" fmla="*/ 334850 h 1880315"/>
              <a:gd name="connsiteX14" fmla="*/ 250742 w 2607576"/>
              <a:gd name="connsiteY14" fmla="*/ 360608 h 1880315"/>
              <a:gd name="connsiteX15" fmla="*/ 121953 w 2607576"/>
              <a:gd name="connsiteY15" fmla="*/ 476518 h 1880315"/>
              <a:gd name="connsiteX16" fmla="*/ 6044 w 2607576"/>
              <a:gd name="connsiteY16" fmla="*/ 1442434 h 1880315"/>
              <a:gd name="connsiteX17" fmla="*/ 18922 w 2607576"/>
              <a:gd name="connsiteY17" fmla="*/ 1506828 h 1880315"/>
              <a:gd name="connsiteX18" fmla="*/ 44680 w 2607576"/>
              <a:gd name="connsiteY18" fmla="*/ 1584101 h 1880315"/>
              <a:gd name="connsiteX19" fmla="*/ 70438 w 2607576"/>
              <a:gd name="connsiteY19" fmla="*/ 1661374 h 1880315"/>
              <a:gd name="connsiteX20" fmla="*/ 83317 w 2607576"/>
              <a:gd name="connsiteY20" fmla="*/ 1700011 h 1880315"/>
              <a:gd name="connsiteX21" fmla="*/ 96196 w 2607576"/>
              <a:gd name="connsiteY21" fmla="*/ 1751527 h 1880315"/>
              <a:gd name="connsiteX22" fmla="*/ 134832 w 2607576"/>
              <a:gd name="connsiteY22" fmla="*/ 1764405 h 1880315"/>
              <a:gd name="connsiteX23" fmla="*/ 212105 w 2607576"/>
              <a:gd name="connsiteY23" fmla="*/ 1828800 h 1880315"/>
              <a:gd name="connsiteX24" fmla="*/ 289379 w 2607576"/>
              <a:gd name="connsiteY24" fmla="*/ 1854557 h 1880315"/>
              <a:gd name="connsiteX25" fmla="*/ 328015 w 2607576"/>
              <a:gd name="connsiteY25" fmla="*/ 1867436 h 1880315"/>
              <a:gd name="connsiteX26" fmla="*/ 366652 w 2607576"/>
              <a:gd name="connsiteY26" fmla="*/ 1880315 h 1880315"/>
              <a:gd name="connsiteX27" fmla="*/ 572714 w 2607576"/>
              <a:gd name="connsiteY27" fmla="*/ 1867436 h 1880315"/>
              <a:gd name="connsiteX28" fmla="*/ 611351 w 2607576"/>
              <a:gd name="connsiteY28" fmla="*/ 1828800 h 1880315"/>
              <a:gd name="connsiteX29" fmla="*/ 688624 w 2607576"/>
              <a:gd name="connsiteY29" fmla="*/ 1764405 h 1880315"/>
              <a:gd name="connsiteX30" fmla="*/ 714382 w 2607576"/>
              <a:gd name="connsiteY30" fmla="*/ 1326524 h 1880315"/>
              <a:gd name="connsiteX31" fmla="*/ 727260 w 2607576"/>
              <a:gd name="connsiteY31" fmla="*/ 1249250 h 1880315"/>
              <a:gd name="connsiteX32" fmla="*/ 714382 w 2607576"/>
              <a:gd name="connsiteY32" fmla="*/ 811369 h 1880315"/>
              <a:gd name="connsiteX33" fmla="*/ 778776 w 2607576"/>
              <a:gd name="connsiteY33" fmla="*/ 669701 h 1880315"/>
              <a:gd name="connsiteX34" fmla="*/ 804534 w 2607576"/>
              <a:gd name="connsiteY34" fmla="*/ 618186 h 1880315"/>
              <a:gd name="connsiteX35" fmla="*/ 843170 w 2607576"/>
              <a:gd name="connsiteY35" fmla="*/ 592428 h 1880315"/>
              <a:gd name="connsiteX36" fmla="*/ 971959 w 2607576"/>
              <a:gd name="connsiteY36" fmla="*/ 566670 h 1880315"/>
              <a:gd name="connsiteX37" fmla="*/ 1126505 w 2607576"/>
              <a:gd name="connsiteY37" fmla="*/ 553791 h 1880315"/>
              <a:gd name="connsiteX38" fmla="*/ 1718934 w 2607576"/>
              <a:gd name="connsiteY38" fmla="*/ 566670 h 1880315"/>
              <a:gd name="connsiteX39" fmla="*/ 1899238 w 2607576"/>
              <a:gd name="connsiteY39" fmla="*/ 579549 h 1880315"/>
              <a:gd name="connsiteX40" fmla="*/ 2349998 w 2607576"/>
              <a:gd name="connsiteY40" fmla="*/ 553791 h 1880315"/>
              <a:gd name="connsiteX41" fmla="*/ 2427272 w 2607576"/>
              <a:gd name="connsiteY41" fmla="*/ 528034 h 1880315"/>
              <a:gd name="connsiteX42" fmla="*/ 2517424 w 2607576"/>
              <a:gd name="connsiteY42" fmla="*/ 502276 h 1880315"/>
              <a:gd name="connsiteX43" fmla="*/ 2556060 w 2607576"/>
              <a:gd name="connsiteY43" fmla="*/ 476518 h 1880315"/>
              <a:gd name="connsiteX44" fmla="*/ 2594697 w 2607576"/>
              <a:gd name="connsiteY44" fmla="*/ 399245 h 1880315"/>
              <a:gd name="connsiteX45" fmla="*/ 2607576 w 2607576"/>
              <a:gd name="connsiteY45" fmla="*/ 347729 h 1880315"/>
              <a:gd name="connsiteX46" fmla="*/ 2568939 w 2607576"/>
              <a:gd name="connsiteY46" fmla="*/ 141667 h 1880315"/>
              <a:gd name="connsiteX47" fmla="*/ 2556060 w 2607576"/>
              <a:gd name="connsiteY47" fmla="*/ 103031 h 1880315"/>
              <a:gd name="connsiteX48" fmla="*/ 2478787 w 2607576"/>
              <a:gd name="connsiteY48" fmla="*/ 64394 h 1880315"/>
              <a:gd name="connsiteX49" fmla="*/ 2440151 w 2607576"/>
              <a:gd name="connsiteY49" fmla="*/ 25757 h 1880315"/>
              <a:gd name="connsiteX50" fmla="*/ 2324241 w 2607576"/>
              <a:gd name="connsiteY50" fmla="*/ 0 h 1880315"/>
              <a:gd name="connsiteX0" fmla="*/ 2327279 w 2610614"/>
              <a:gd name="connsiteY0" fmla="*/ 0 h 1880315"/>
              <a:gd name="connsiteX1" fmla="*/ 2327279 w 2610614"/>
              <a:gd name="connsiteY1" fmla="*/ 0 h 1880315"/>
              <a:gd name="connsiteX2" fmla="*/ 1078028 w 2610614"/>
              <a:gd name="connsiteY2" fmla="*/ 12879 h 1880315"/>
              <a:gd name="connsiteX3" fmla="*/ 1039391 w 2610614"/>
              <a:gd name="connsiteY3" fmla="*/ 25757 h 1880315"/>
              <a:gd name="connsiteX4" fmla="*/ 962118 w 2610614"/>
              <a:gd name="connsiteY4" fmla="*/ 38636 h 1880315"/>
              <a:gd name="connsiteX5" fmla="*/ 846208 w 2610614"/>
              <a:gd name="connsiteY5" fmla="*/ 90152 h 1880315"/>
              <a:gd name="connsiteX6" fmla="*/ 743177 w 2610614"/>
              <a:gd name="connsiteY6" fmla="*/ 115910 h 1880315"/>
              <a:gd name="connsiteX7" fmla="*/ 704541 w 2610614"/>
              <a:gd name="connsiteY7" fmla="*/ 128788 h 1880315"/>
              <a:gd name="connsiteX8" fmla="*/ 653025 w 2610614"/>
              <a:gd name="connsiteY8" fmla="*/ 141667 h 1880315"/>
              <a:gd name="connsiteX9" fmla="*/ 614389 w 2610614"/>
              <a:gd name="connsiteY9" fmla="*/ 154546 h 1880315"/>
              <a:gd name="connsiteX10" fmla="*/ 562873 w 2610614"/>
              <a:gd name="connsiteY10" fmla="*/ 167425 h 1880315"/>
              <a:gd name="connsiteX11" fmla="*/ 485600 w 2610614"/>
              <a:gd name="connsiteY11" fmla="*/ 193183 h 1880315"/>
              <a:gd name="connsiteX12" fmla="*/ 369690 w 2610614"/>
              <a:gd name="connsiteY12" fmla="*/ 257577 h 1880315"/>
              <a:gd name="connsiteX13" fmla="*/ 292417 w 2610614"/>
              <a:gd name="connsiteY13" fmla="*/ 334850 h 1880315"/>
              <a:gd name="connsiteX14" fmla="*/ 253780 w 2610614"/>
              <a:gd name="connsiteY14" fmla="*/ 360608 h 1880315"/>
              <a:gd name="connsiteX15" fmla="*/ 124991 w 2610614"/>
              <a:gd name="connsiteY15" fmla="*/ 476518 h 1880315"/>
              <a:gd name="connsiteX16" fmla="*/ 9082 w 2610614"/>
              <a:gd name="connsiteY16" fmla="*/ 1004552 h 1880315"/>
              <a:gd name="connsiteX17" fmla="*/ 9082 w 2610614"/>
              <a:gd name="connsiteY17" fmla="*/ 1442434 h 1880315"/>
              <a:gd name="connsiteX18" fmla="*/ 21960 w 2610614"/>
              <a:gd name="connsiteY18" fmla="*/ 1506828 h 1880315"/>
              <a:gd name="connsiteX19" fmla="*/ 47718 w 2610614"/>
              <a:gd name="connsiteY19" fmla="*/ 1584101 h 1880315"/>
              <a:gd name="connsiteX20" fmla="*/ 73476 w 2610614"/>
              <a:gd name="connsiteY20" fmla="*/ 1661374 h 1880315"/>
              <a:gd name="connsiteX21" fmla="*/ 86355 w 2610614"/>
              <a:gd name="connsiteY21" fmla="*/ 1700011 h 1880315"/>
              <a:gd name="connsiteX22" fmla="*/ 99234 w 2610614"/>
              <a:gd name="connsiteY22" fmla="*/ 1751527 h 1880315"/>
              <a:gd name="connsiteX23" fmla="*/ 137870 w 2610614"/>
              <a:gd name="connsiteY23" fmla="*/ 1764405 h 1880315"/>
              <a:gd name="connsiteX24" fmla="*/ 215143 w 2610614"/>
              <a:gd name="connsiteY24" fmla="*/ 1828800 h 1880315"/>
              <a:gd name="connsiteX25" fmla="*/ 292417 w 2610614"/>
              <a:gd name="connsiteY25" fmla="*/ 1854557 h 1880315"/>
              <a:gd name="connsiteX26" fmla="*/ 331053 w 2610614"/>
              <a:gd name="connsiteY26" fmla="*/ 1867436 h 1880315"/>
              <a:gd name="connsiteX27" fmla="*/ 369690 w 2610614"/>
              <a:gd name="connsiteY27" fmla="*/ 1880315 h 1880315"/>
              <a:gd name="connsiteX28" fmla="*/ 575752 w 2610614"/>
              <a:gd name="connsiteY28" fmla="*/ 1867436 h 1880315"/>
              <a:gd name="connsiteX29" fmla="*/ 614389 w 2610614"/>
              <a:gd name="connsiteY29" fmla="*/ 1828800 h 1880315"/>
              <a:gd name="connsiteX30" fmla="*/ 691662 w 2610614"/>
              <a:gd name="connsiteY30" fmla="*/ 1764405 h 1880315"/>
              <a:gd name="connsiteX31" fmla="*/ 717420 w 2610614"/>
              <a:gd name="connsiteY31" fmla="*/ 1326524 h 1880315"/>
              <a:gd name="connsiteX32" fmla="*/ 730298 w 2610614"/>
              <a:gd name="connsiteY32" fmla="*/ 1249250 h 1880315"/>
              <a:gd name="connsiteX33" fmla="*/ 717420 w 2610614"/>
              <a:gd name="connsiteY33" fmla="*/ 811369 h 1880315"/>
              <a:gd name="connsiteX34" fmla="*/ 781814 w 2610614"/>
              <a:gd name="connsiteY34" fmla="*/ 669701 h 1880315"/>
              <a:gd name="connsiteX35" fmla="*/ 807572 w 2610614"/>
              <a:gd name="connsiteY35" fmla="*/ 618186 h 1880315"/>
              <a:gd name="connsiteX36" fmla="*/ 846208 w 2610614"/>
              <a:gd name="connsiteY36" fmla="*/ 592428 h 1880315"/>
              <a:gd name="connsiteX37" fmla="*/ 974997 w 2610614"/>
              <a:gd name="connsiteY37" fmla="*/ 566670 h 1880315"/>
              <a:gd name="connsiteX38" fmla="*/ 1129543 w 2610614"/>
              <a:gd name="connsiteY38" fmla="*/ 553791 h 1880315"/>
              <a:gd name="connsiteX39" fmla="*/ 1721972 w 2610614"/>
              <a:gd name="connsiteY39" fmla="*/ 566670 h 1880315"/>
              <a:gd name="connsiteX40" fmla="*/ 1902276 w 2610614"/>
              <a:gd name="connsiteY40" fmla="*/ 579549 h 1880315"/>
              <a:gd name="connsiteX41" fmla="*/ 2353036 w 2610614"/>
              <a:gd name="connsiteY41" fmla="*/ 553791 h 1880315"/>
              <a:gd name="connsiteX42" fmla="*/ 2430310 w 2610614"/>
              <a:gd name="connsiteY42" fmla="*/ 528034 h 1880315"/>
              <a:gd name="connsiteX43" fmla="*/ 2520462 w 2610614"/>
              <a:gd name="connsiteY43" fmla="*/ 502276 h 1880315"/>
              <a:gd name="connsiteX44" fmla="*/ 2559098 w 2610614"/>
              <a:gd name="connsiteY44" fmla="*/ 476518 h 1880315"/>
              <a:gd name="connsiteX45" fmla="*/ 2597735 w 2610614"/>
              <a:gd name="connsiteY45" fmla="*/ 399245 h 1880315"/>
              <a:gd name="connsiteX46" fmla="*/ 2610614 w 2610614"/>
              <a:gd name="connsiteY46" fmla="*/ 347729 h 1880315"/>
              <a:gd name="connsiteX47" fmla="*/ 2571977 w 2610614"/>
              <a:gd name="connsiteY47" fmla="*/ 141667 h 1880315"/>
              <a:gd name="connsiteX48" fmla="*/ 2559098 w 2610614"/>
              <a:gd name="connsiteY48" fmla="*/ 103031 h 1880315"/>
              <a:gd name="connsiteX49" fmla="*/ 2481825 w 2610614"/>
              <a:gd name="connsiteY49" fmla="*/ 64394 h 1880315"/>
              <a:gd name="connsiteX50" fmla="*/ 2443189 w 2610614"/>
              <a:gd name="connsiteY50" fmla="*/ 25757 h 1880315"/>
              <a:gd name="connsiteX51" fmla="*/ 2327279 w 2610614"/>
              <a:gd name="connsiteY51" fmla="*/ 0 h 18803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2610614" h="1880315">
                <a:moveTo>
                  <a:pt x="2327279" y="0"/>
                </a:moveTo>
                <a:lnTo>
                  <a:pt x="2327279" y="0"/>
                </a:lnTo>
                <a:lnTo>
                  <a:pt x="1078028" y="12879"/>
                </a:lnTo>
                <a:cubicBezTo>
                  <a:pt x="863380" y="17172"/>
                  <a:pt x="1052643" y="22812"/>
                  <a:pt x="1039391" y="25757"/>
                </a:cubicBezTo>
                <a:cubicBezTo>
                  <a:pt x="1013900" y="31422"/>
                  <a:pt x="987876" y="34343"/>
                  <a:pt x="962118" y="38636"/>
                </a:cubicBezTo>
                <a:cubicBezTo>
                  <a:pt x="762766" y="105087"/>
                  <a:pt x="968661" y="28925"/>
                  <a:pt x="846208" y="90152"/>
                </a:cubicBezTo>
                <a:cubicBezTo>
                  <a:pt x="816768" y="104872"/>
                  <a:pt x="772569" y="108562"/>
                  <a:pt x="743177" y="115910"/>
                </a:cubicBezTo>
                <a:cubicBezTo>
                  <a:pt x="730007" y="119202"/>
                  <a:pt x="717594" y="125059"/>
                  <a:pt x="704541" y="128788"/>
                </a:cubicBezTo>
                <a:cubicBezTo>
                  <a:pt x="687522" y="133651"/>
                  <a:pt x="670044" y="136804"/>
                  <a:pt x="653025" y="141667"/>
                </a:cubicBezTo>
                <a:cubicBezTo>
                  <a:pt x="639972" y="145396"/>
                  <a:pt x="627442" y="150817"/>
                  <a:pt x="614389" y="154546"/>
                </a:cubicBezTo>
                <a:cubicBezTo>
                  <a:pt x="597370" y="159409"/>
                  <a:pt x="579827" y="162339"/>
                  <a:pt x="562873" y="167425"/>
                </a:cubicBezTo>
                <a:cubicBezTo>
                  <a:pt x="536867" y="175227"/>
                  <a:pt x="508191" y="178122"/>
                  <a:pt x="485600" y="193183"/>
                </a:cubicBezTo>
                <a:cubicBezTo>
                  <a:pt x="397031" y="252228"/>
                  <a:pt x="437695" y="234909"/>
                  <a:pt x="369690" y="257577"/>
                </a:cubicBezTo>
                <a:cubicBezTo>
                  <a:pt x="201324" y="383851"/>
                  <a:pt x="405411" y="221856"/>
                  <a:pt x="292417" y="334850"/>
                </a:cubicBezTo>
                <a:cubicBezTo>
                  <a:pt x="281472" y="345795"/>
                  <a:pt x="265349" y="350325"/>
                  <a:pt x="253780" y="360608"/>
                </a:cubicBezTo>
                <a:cubicBezTo>
                  <a:pt x="87367" y="508531"/>
                  <a:pt x="249232" y="383338"/>
                  <a:pt x="124991" y="476518"/>
                </a:cubicBezTo>
                <a:cubicBezTo>
                  <a:pt x="90647" y="577403"/>
                  <a:pt x="28400" y="843566"/>
                  <a:pt x="9082" y="1004552"/>
                </a:cubicBezTo>
                <a:cubicBezTo>
                  <a:pt x="-10236" y="1165538"/>
                  <a:pt x="6936" y="1358721"/>
                  <a:pt x="9082" y="1442434"/>
                </a:cubicBezTo>
                <a:cubicBezTo>
                  <a:pt x="11228" y="1526147"/>
                  <a:pt x="16201" y="1485710"/>
                  <a:pt x="21960" y="1506828"/>
                </a:cubicBezTo>
                <a:cubicBezTo>
                  <a:pt x="29104" y="1533022"/>
                  <a:pt x="39132" y="1558343"/>
                  <a:pt x="47718" y="1584101"/>
                </a:cubicBezTo>
                <a:lnTo>
                  <a:pt x="73476" y="1661374"/>
                </a:lnTo>
                <a:cubicBezTo>
                  <a:pt x="77769" y="1674253"/>
                  <a:pt x="83062" y="1686841"/>
                  <a:pt x="86355" y="1700011"/>
                </a:cubicBezTo>
                <a:cubicBezTo>
                  <a:pt x="90648" y="1717183"/>
                  <a:pt x="88177" y="1737705"/>
                  <a:pt x="99234" y="1751527"/>
                </a:cubicBezTo>
                <a:cubicBezTo>
                  <a:pt x="107714" y="1762127"/>
                  <a:pt x="124991" y="1760112"/>
                  <a:pt x="137870" y="1764405"/>
                </a:cubicBezTo>
                <a:cubicBezTo>
                  <a:pt x="162131" y="1788666"/>
                  <a:pt x="182871" y="1814457"/>
                  <a:pt x="215143" y="1828800"/>
                </a:cubicBezTo>
                <a:cubicBezTo>
                  <a:pt x="239954" y="1839827"/>
                  <a:pt x="266659" y="1845971"/>
                  <a:pt x="292417" y="1854557"/>
                </a:cubicBezTo>
                <a:lnTo>
                  <a:pt x="331053" y="1867436"/>
                </a:lnTo>
                <a:lnTo>
                  <a:pt x="369690" y="1880315"/>
                </a:lnTo>
                <a:cubicBezTo>
                  <a:pt x="438377" y="1876022"/>
                  <a:pt x="508407" y="1881614"/>
                  <a:pt x="575752" y="1867436"/>
                </a:cubicBezTo>
                <a:cubicBezTo>
                  <a:pt x="593575" y="1863684"/>
                  <a:pt x="600397" y="1840460"/>
                  <a:pt x="614389" y="1828800"/>
                </a:cubicBezTo>
                <a:cubicBezTo>
                  <a:pt x="721963" y="1739155"/>
                  <a:pt x="578792" y="1877275"/>
                  <a:pt x="691662" y="1764405"/>
                </a:cubicBezTo>
                <a:cubicBezTo>
                  <a:pt x="747743" y="1596167"/>
                  <a:pt x="693365" y="1771551"/>
                  <a:pt x="717420" y="1326524"/>
                </a:cubicBezTo>
                <a:cubicBezTo>
                  <a:pt x="718829" y="1300449"/>
                  <a:pt x="730298" y="1335109"/>
                  <a:pt x="730298" y="1249250"/>
                </a:cubicBezTo>
                <a:cubicBezTo>
                  <a:pt x="730298" y="1163391"/>
                  <a:pt x="708834" y="907960"/>
                  <a:pt x="717420" y="811369"/>
                </a:cubicBezTo>
                <a:cubicBezTo>
                  <a:pt x="726006" y="714778"/>
                  <a:pt x="766789" y="701898"/>
                  <a:pt x="781814" y="669701"/>
                </a:cubicBezTo>
                <a:cubicBezTo>
                  <a:pt x="796839" y="637504"/>
                  <a:pt x="795281" y="632935"/>
                  <a:pt x="807572" y="618186"/>
                </a:cubicBezTo>
                <a:cubicBezTo>
                  <a:pt x="817481" y="606295"/>
                  <a:pt x="832364" y="599350"/>
                  <a:pt x="846208" y="592428"/>
                </a:cubicBezTo>
                <a:cubicBezTo>
                  <a:pt x="880758" y="575153"/>
                  <a:pt x="944939" y="569834"/>
                  <a:pt x="974997" y="566670"/>
                </a:cubicBezTo>
                <a:cubicBezTo>
                  <a:pt x="1026407" y="561258"/>
                  <a:pt x="1078028" y="558084"/>
                  <a:pt x="1129543" y="553791"/>
                </a:cubicBezTo>
                <a:lnTo>
                  <a:pt x="1721972" y="566670"/>
                </a:lnTo>
                <a:cubicBezTo>
                  <a:pt x="1782193" y="568677"/>
                  <a:pt x="1842034" y="580778"/>
                  <a:pt x="1902276" y="579549"/>
                </a:cubicBezTo>
                <a:cubicBezTo>
                  <a:pt x="2052743" y="576478"/>
                  <a:pt x="2202783" y="562377"/>
                  <a:pt x="2353036" y="553791"/>
                </a:cubicBezTo>
                <a:cubicBezTo>
                  <a:pt x="2378794" y="545205"/>
                  <a:pt x="2403969" y="534619"/>
                  <a:pt x="2430310" y="528034"/>
                </a:cubicBezTo>
                <a:cubicBezTo>
                  <a:pt x="2494995" y="511862"/>
                  <a:pt x="2465033" y="520752"/>
                  <a:pt x="2520462" y="502276"/>
                </a:cubicBezTo>
                <a:cubicBezTo>
                  <a:pt x="2533341" y="493690"/>
                  <a:pt x="2548153" y="487463"/>
                  <a:pt x="2559098" y="476518"/>
                </a:cubicBezTo>
                <a:cubicBezTo>
                  <a:pt x="2581675" y="453941"/>
                  <a:pt x="2589355" y="428574"/>
                  <a:pt x="2597735" y="399245"/>
                </a:cubicBezTo>
                <a:cubicBezTo>
                  <a:pt x="2602598" y="382226"/>
                  <a:pt x="2606321" y="364901"/>
                  <a:pt x="2610614" y="347729"/>
                </a:cubicBezTo>
                <a:cubicBezTo>
                  <a:pt x="2591603" y="119599"/>
                  <a:pt x="2622538" y="259643"/>
                  <a:pt x="2571977" y="141667"/>
                </a:cubicBezTo>
                <a:cubicBezTo>
                  <a:pt x="2566629" y="129189"/>
                  <a:pt x="2567578" y="113632"/>
                  <a:pt x="2559098" y="103031"/>
                </a:cubicBezTo>
                <a:cubicBezTo>
                  <a:pt x="2540940" y="80334"/>
                  <a:pt x="2507278" y="72878"/>
                  <a:pt x="2481825" y="64394"/>
                </a:cubicBezTo>
                <a:cubicBezTo>
                  <a:pt x="2468946" y="51515"/>
                  <a:pt x="2459110" y="34602"/>
                  <a:pt x="2443189" y="25757"/>
                </a:cubicBezTo>
                <a:cubicBezTo>
                  <a:pt x="2389496" y="-4072"/>
                  <a:pt x="2346597" y="4293"/>
                  <a:pt x="2327279" y="0"/>
                </a:cubicBezTo>
                <a:close/>
              </a:path>
            </a:pathLst>
          </a:custGeom>
          <a:noFill/>
          <a:ln w="22225">
            <a:solidFill>
              <a:srgbClr val="0000CC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810315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614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614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1460" grpId="0" animBg="1"/>
      <p:bldP spid="61456" grpId="0" animBg="1"/>
      <p:bldP spid="20" grpId="0" animBg="1" autoUpdateAnimBg="0"/>
      <p:bldP spid="5" grpId="0" animBg="1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图片 25" descr="屏幕剪辑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81898" y="1556792"/>
            <a:ext cx="3850542" cy="3161027"/>
          </a:xfrm>
          <a:prstGeom prst="rect">
            <a:avLst/>
          </a:prstGeom>
        </p:spPr>
      </p:pic>
      <p:grpSp>
        <p:nvGrpSpPr>
          <p:cNvPr id="5" name="Group 5"/>
          <p:cNvGrpSpPr>
            <a:grpSpLocks/>
          </p:cNvGrpSpPr>
          <p:nvPr/>
        </p:nvGrpSpPr>
        <p:grpSpPr bwMode="auto">
          <a:xfrm>
            <a:off x="695325" y="3378101"/>
            <a:ext cx="3743325" cy="2740025"/>
            <a:chOff x="1597" y="2346"/>
            <a:chExt cx="2358" cy="1726"/>
          </a:xfrm>
        </p:grpSpPr>
        <p:sp>
          <p:nvSpPr>
            <p:cNvPr id="62486" name="AutoShape 6" descr="羊皮纸"/>
            <p:cNvSpPr>
              <a:spLocks noChangeArrowheads="1"/>
            </p:cNvSpPr>
            <p:nvPr/>
          </p:nvSpPr>
          <p:spPr bwMode="auto">
            <a:xfrm>
              <a:off x="1597" y="2346"/>
              <a:ext cx="2358" cy="1726"/>
            </a:xfrm>
            <a:prstGeom prst="roundRect">
              <a:avLst>
                <a:gd name="adj" fmla="val 16667"/>
              </a:avLst>
            </a:prstGeom>
            <a:blipFill dpi="0" rotWithShape="0">
              <a:blip r:embed="rId4"/>
              <a:srcRect/>
              <a:tile tx="0" ty="0" sx="100000" sy="100000" flip="none" algn="tl"/>
            </a:blip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 b="1">
                  <a:solidFill>
                    <a:schemeClr val="tx1"/>
                  </a:solidFill>
                  <a:latin typeface="Arial Narrow" panose="020B0606020202030204" pitchFamily="34" charset="0"/>
                  <a:ea typeface="楷体_GB2312"/>
                  <a:cs typeface="楷体_GB231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3000" b="1">
                  <a:solidFill>
                    <a:schemeClr val="tx1"/>
                  </a:solidFill>
                  <a:latin typeface="Arial Narrow" panose="020B0606020202030204" pitchFamily="34" charset="0"/>
                  <a:ea typeface="楷体_GB2312"/>
                  <a:cs typeface="楷体_GB231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800" b="1">
                  <a:solidFill>
                    <a:schemeClr val="tx1"/>
                  </a:solidFill>
                  <a:latin typeface="Arial Narrow" panose="020B0606020202030204" pitchFamily="34" charset="0"/>
                  <a:ea typeface="楷体_GB2312"/>
                  <a:cs typeface="楷体_GB231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 Narrow" panose="020B0606020202030204" pitchFamily="34" charset="0"/>
                  <a:ea typeface="楷体_GB2312"/>
                  <a:cs typeface="楷体_GB2312"/>
                </a:defRPr>
              </a:lvl4pPr>
              <a:lvl5pPr marL="2057400" indent="-228600" eaLnBrk="0" hangingPunct="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400" b="1">
                  <a:solidFill>
                    <a:schemeClr val="tx1"/>
                  </a:solidFill>
                  <a:latin typeface="Arial Narrow" panose="020B0606020202030204" pitchFamily="34" charset="0"/>
                  <a:ea typeface="楷体_GB2312"/>
                  <a:cs typeface="楷体_GB231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400" b="1">
                  <a:solidFill>
                    <a:schemeClr val="tx1"/>
                  </a:solidFill>
                  <a:latin typeface="Arial Narrow" panose="020B0606020202030204" pitchFamily="34" charset="0"/>
                  <a:ea typeface="楷体_GB2312"/>
                  <a:cs typeface="楷体_GB231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400" b="1">
                  <a:solidFill>
                    <a:schemeClr val="tx1"/>
                  </a:solidFill>
                  <a:latin typeface="Arial Narrow" panose="020B0606020202030204" pitchFamily="34" charset="0"/>
                  <a:ea typeface="楷体_GB2312"/>
                  <a:cs typeface="楷体_GB231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400" b="1">
                  <a:solidFill>
                    <a:schemeClr val="tx1"/>
                  </a:solidFill>
                  <a:latin typeface="Arial Narrow" panose="020B0606020202030204" pitchFamily="34" charset="0"/>
                  <a:ea typeface="楷体_GB2312"/>
                  <a:cs typeface="楷体_GB231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400" b="1">
                  <a:solidFill>
                    <a:schemeClr val="tx1"/>
                  </a:solidFill>
                  <a:latin typeface="Arial Narrow" panose="020B0606020202030204" pitchFamily="34" charset="0"/>
                  <a:ea typeface="楷体_GB2312"/>
                  <a:cs typeface="楷体_GB231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400">
                <a:latin typeface="Times New Roman" panose="02020603050405020304" pitchFamily="18" charset="0"/>
              </a:endParaRPr>
            </a:p>
          </p:txBody>
        </p:sp>
        <p:graphicFrame>
          <p:nvGraphicFramePr>
            <p:cNvPr id="62487" name="Object 7"/>
            <p:cNvGraphicFramePr>
              <a:graphicFrameLocks noChangeAspect="1"/>
            </p:cNvGraphicFramePr>
            <p:nvPr/>
          </p:nvGraphicFramePr>
          <p:xfrm>
            <a:off x="1757" y="2393"/>
            <a:ext cx="2179" cy="163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6682" name="Picture2" r:id="rId5" imgW="2305050" imgH="1733550" progId="Word.Picture.8">
                    <p:embed/>
                  </p:oleObj>
                </mc:Choice>
                <mc:Fallback>
                  <p:oleObj name="Picture2" r:id="rId5" imgW="2305050" imgH="1733550" progId="Word.Picture.8">
                    <p:embed/>
                    <p:pic>
                      <p:nvPicPr>
                        <p:cNvPr id="62487" name="Object 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757" y="2393"/>
                          <a:ext cx="2179" cy="163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62469" name="Rectangle 8"/>
          <p:cNvSpPr>
            <a:spLocks noChangeArrowheads="1"/>
          </p:cNvSpPr>
          <p:nvPr/>
        </p:nvSpPr>
        <p:spPr bwMode="auto">
          <a:xfrm>
            <a:off x="541338" y="764704"/>
            <a:ext cx="4775200" cy="5922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1pPr>
            <a:lvl2pPr marL="762000" indent="-285750"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30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2pPr>
            <a:lvl3pPr marL="1181100" indent="-228600"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8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4pPr>
            <a:lvl5pPr marL="2057400" indent="-228600" eaLnBrk="0" hangingPunct="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9pPr>
          </a:lstStyle>
          <a:p>
            <a:pPr algn="just" eaLnBrk="1" hangingPunct="1">
              <a:lnSpc>
                <a:spcPct val="13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8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2) </a:t>
            </a:r>
            <a:r>
              <a:rPr lang="zh-CN" altLang="en-US" sz="2800" dirty="0">
                <a:solidFill>
                  <a:srgbClr val="C00000"/>
                </a:solidFill>
              </a:rPr>
              <a:t>工作原理</a:t>
            </a:r>
          </a:p>
        </p:txBody>
      </p:sp>
      <p:sp>
        <p:nvSpPr>
          <p:cNvPr id="9" name="Rectangle 9"/>
          <p:cNvSpPr>
            <a:spLocks noChangeArrowheads="1"/>
          </p:cNvSpPr>
          <p:nvPr/>
        </p:nvSpPr>
        <p:spPr bwMode="auto">
          <a:xfrm>
            <a:off x="576263" y="1412776"/>
            <a:ext cx="3811587" cy="1320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1pPr>
            <a:lvl2pPr marL="762000" indent="-285750"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30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2pPr>
            <a:lvl3pPr marL="1181100" indent="-228600"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8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4pPr>
            <a:lvl5pPr marL="2057400" indent="-228600" eaLnBrk="0" hangingPunct="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9pPr>
          </a:lstStyle>
          <a:p>
            <a:pPr algn="just" eaLnBrk="1" hangingPunct="1">
              <a:lnSpc>
                <a:spcPct val="13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20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   </a:t>
            </a:r>
            <a:r>
              <a:rPr lang="zh-CN" altLang="en-US" sz="220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由于迟滞比较器中正反馈的作用，电源接通后瞬间，输出便进入饱和状态。</a:t>
            </a:r>
            <a:endParaRPr lang="zh-CN" altLang="en-US" sz="220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0" name="Rectangle 10"/>
          <p:cNvSpPr>
            <a:spLocks noChangeArrowheads="1"/>
          </p:cNvSpPr>
          <p:nvPr/>
        </p:nvSpPr>
        <p:spPr bwMode="auto">
          <a:xfrm>
            <a:off x="657225" y="2824064"/>
            <a:ext cx="3228975" cy="4401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1pPr>
            <a:lvl2pPr marL="762000" indent="-285750"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30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2pPr>
            <a:lvl3pPr marL="1181100" indent="-228600"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8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4pPr>
            <a:lvl5pPr marL="2057400" indent="-228600" eaLnBrk="0" hangingPunct="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9pPr>
          </a:lstStyle>
          <a:p>
            <a:pPr algn="just" eaLnBrk="1" hangingPunct="1">
              <a:lnSpc>
                <a:spcPct val="13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zh-CN" altLang="en-US" sz="220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假设为正向饱和状态</a:t>
            </a:r>
            <a:endParaRPr lang="zh-CN" altLang="en-US" sz="220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grpSp>
        <p:nvGrpSpPr>
          <p:cNvPr id="14" name="Group 14"/>
          <p:cNvGrpSpPr>
            <a:grpSpLocks/>
          </p:cNvGrpSpPr>
          <p:nvPr/>
        </p:nvGrpSpPr>
        <p:grpSpPr bwMode="auto">
          <a:xfrm>
            <a:off x="4464050" y="1019175"/>
            <a:ext cx="3314700" cy="1866900"/>
            <a:chOff x="2823" y="621"/>
            <a:chExt cx="2088" cy="1176"/>
          </a:xfrm>
        </p:grpSpPr>
        <p:graphicFrame>
          <p:nvGraphicFramePr>
            <p:cNvPr id="62482" name="Object 15"/>
            <p:cNvGraphicFramePr>
              <a:graphicFrameLocks noChangeAspect="1"/>
            </p:cNvGraphicFramePr>
            <p:nvPr/>
          </p:nvGraphicFramePr>
          <p:xfrm>
            <a:off x="3360" y="1301"/>
            <a:ext cx="1551" cy="49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6683" name="Picture2" r:id="rId7" imgW="1638300" imgH="524256" progId="Word.Picture.8">
                    <p:embed/>
                  </p:oleObj>
                </mc:Choice>
                <mc:Fallback>
                  <p:oleObj name="Picture2" r:id="rId7" imgW="1638300" imgH="524256" progId="Word.Picture.8">
                    <p:embed/>
                    <p:pic>
                      <p:nvPicPr>
                        <p:cNvPr id="62482" name="Object 1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360" y="1301"/>
                          <a:ext cx="1551" cy="49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62483" name="AutoShape 16"/>
            <p:cNvSpPr>
              <a:spLocks noChangeArrowheads="1"/>
            </p:cNvSpPr>
            <p:nvPr/>
          </p:nvSpPr>
          <p:spPr bwMode="auto">
            <a:xfrm>
              <a:off x="2823" y="621"/>
              <a:ext cx="870" cy="312"/>
            </a:xfrm>
            <a:prstGeom prst="wedgeRoundRectCallout">
              <a:avLst>
                <a:gd name="adj1" fmla="val 46782"/>
                <a:gd name="adj2" fmla="val 172292"/>
                <a:gd name="adj3" fmla="val 16667"/>
              </a:avLst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 b="1">
                  <a:solidFill>
                    <a:schemeClr val="tx1"/>
                  </a:solidFill>
                  <a:latin typeface="Arial Narrow" panose="020B0606020202030204" pitchFamily="34" charset="0"/>
                  <a:ea typeface="楷体_GB2312"/>
                  <a:cs typeface="楷体_GB231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3000" b="1">
                  <a:solidFill>
                    <a:schemeClr val="tx1"/>
                  </a:solidFill>
                  <a:latin typeface="Arial Narrow" panose="020B0606020202030204" pitchFamily="34" charset="0"/>
                  <a:ea typeface="楷体_GB2312"/>
                  <a:cs typeface="楷体_GB231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800" b="1">
                  <a:solidFill>
                    <a:schemeClr val="tx1"/>
                  </a:solidFill>
                  <a:latin typeface="Arial Narrow" panose="020B0606020202030204" pitchFamily="34" charset="0"/>
                  <a:ea typeface="楷体_GB2312"/>
                  <a:cs typeface="楷体_GB231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 Narrow" panose="020B0606020202030204" pitchFamily="34" charset="0"/>
                  <a:ea typeface="楷体_GB2312"/>
                  <a:cs typeface="楷体_GB2312"/>
                </a:defRPr>
              </a:lvl4pPr>
              <a:lvl5pPr marL="2057400" indent="-228600" eaLnBrk="0" hangingPunct="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400" b="1">
                  <a:solidFill>
                    <a:schemeClr val="tx1"/>
                  </a:solidFill>
                  <a:latin typeface="Arial Narrow" panose="020B0606020202030204" pitchFamily="34" charset="0"/>
                  <a:ea typeface="楷体_GB2312"/>
                  <a:cs typeface="楷体_GB231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400" b="1">
                  <a:solidFill>
                    <a:schemeClr val="tx1"/>
                  </a:solidFill>
                  <a:latin typeface="Arial Narrow" panose="020B0606020202030204" pitchFamily="34" charset="0"/>
                  <a:ea typeface="楷体_GB2312"/>
                  <a:cs typeface="楷体_GB231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400" b="1">
                  <a:solidFill>
                    <a:schemeClr val="tx1"/>
                  </a:solidFill>
                  <a:latin typeface="Arial Narrow" panose="020B0606020202030204" pitchFamily="34" charset="0"/>
                  <a:ea typeface="楷体_GB2312"/>
                  <a:cs typeface="楷体_GB231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400" b="1">
                  <a:solidFill>
                    <a:schemeClr val="tx1"/>
                  </a:solidFill>
                  <a:latin typeface="Arial Narrow" panose="020B0606020202030204" pitchFamily="34" charset="0"/>
                  <a:ea typeface="楷体_GB2312"/>
                  <a:cs typeface="楷体_GB231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400" b="1">
                  <a:solidFill>
                    <a:schemeClr val="tx1"/>
                  </a:solidFill>
                  <a:latin typeface="Arial Narrow" panose="020B0606020202030204" pitchFamily="34" charset="0"/>
                  <a:ea typeface="楷体_GB2312"/>
                  <a:cs typeface="楷体_GB231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kumimoji="1" lang="en-US" altLang="zh-CN" sz="2400" i="1">
                  <a:solidFill>
                    <a:srgbClr val="FF0000"/>
                  </a:solidFill>
                  <a:latin typeface="Times New Roman" panose="02020603050405020304" pitchFamily="18" charset="0"/>
                </a:rPr>
                <a:t>RC </a:t>
              </a:r>
              <a:r>
                <a:rPr kumimoji="1" lang="zh-CN" altLang="en-US" sz="2400">
                  <a:solidFill>
                    <a:srgbClr val="FF0000"/>
                  </a:solidFill>
                  <a:latin typeface="Times New Roman" panose="02020603050405020304" pitchFamily="18" charset="0"/>
                </a:rPr>
                <a:t>放电</a:t>
              </a:r>
            </a:p>
          </p:txBody>
        </p:sp>
      </p:grpSp>
      <p:grpSp>
        <p:nvGrpSpPr>
          <p:cNvPr id="17" name="Group 17"/>
          <p:cNvGrpSpPr>
            <a:grpSpLocks/>
          </p:cNvGrpSpPr>
          <p:nvPr/>
        </p:nvGrpSpPr>
        <p:grpSpPr bwMode="auto">
          <a:xfrm>
            <a:off x="5305425" y="944563"/>
            <a:ext cx="2471738" cy="1966912"/>
            <a:chOff x="3353" y="574"/>
            <a:chExt cx="1557" cy="1239"/>
          </a:xfrm>
        </p:grpSpPr>
        <p:graphicFrame>
          <p:nvGraphicFramePr>
            <p:cNvPr id="62480" name="Object 18"/>
            <p:cNvGraphicFramePr>
              <a:graphicFrameLocks noChangeAspect="1"/>
            </p:cNvGraphicFramePr>
            <p:nvPr/>
          </p:nvGraphicFramePr>
          <p:xfrm>
            <a:off x="3353" y="1255"/>
            <a:ext cx="1557" cy="55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6684" name="Picture2" r:id="rId9" imgW="1647444" imgH="591312" progId="Word.Picture.8">
                    <p:embed/>
                  </p:oleObj>
                </mc:Choice>
                <mc:Fallback>
                  <p:oleObj name="Picture2" r:id="rId9" imgW="1647444" imgH="591312" progId="Word.Picture.8">
                    <p:embed/>
                    <p:pic>
                      <p:nvPicPr>
                        <p:cNvPr id="62480" name="Object 1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353" y="1255"/>
                          <a:ext cx="1557" cy="55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62481" name="AutoShape 19"/>
            <p:cNvSpPr>
              <a:spLocks noChangeArrowheads="1"/>
            </p:cNvSpPr>
            <p:nvPr/>
          </p:nvSpPr>
          <p:spPr bwMode="auto">
            <a:xfrm>
              <a:off x="3998" y="574"/>
              <a:ext cx="870" cy="312"/>
            </a:xfrm>
            <a:prstGeom prst="wedgeRoundRectCallout">
              <a:avLst>
                <a:gd name="adj1" fmla="val 4829"/>
                <a:gd name="adj2" fmla="val 198407"/>
                <a:gd name="adj3" fmla="val 16667"/>
              </a:avLst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 b="1">
                  <a:solidFill>
                    <a:schemeClr val="tx1"/>
                  </a:solidFill>
                  <a:latin typeface="Arial Narrow" panose="020B0606020202030204" pitchFamily="34" charset="0"/>
                  <a:ea typeface="楷体_GB2312"/>
                  <a:cs typeface="楷体_GB231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3000" b="1">
                  <a:solidFill>
                    <a:schemeClr val="tx1"/>
                  </a:solidFill>
                  <a:latin typeface="Arial Narrow" panose="020B0606020202030204" pitchFamily="34" charset="0"/>
                  <a:ea typeface="楷体_GB2312"/>
                  <a:cs typeface="楷体_GB231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800" b="1">
                  <a:solidFill>
                    <a:schemeClr val="tx1"/>
                  </a:solidFill>
                  <a:latin typeface="Arial Narrow" panose="020B0606020202030204" pitchFamily="34" charset="0"/>
                  <a:ea typeface="楷体_GB2312"/>
                  <a:cs typeface="楷体_GB231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 Narrow" panose="020B0606020202030204" pitchFamily="34" charset="0"/>
                  <a:ea typeface="楷体_GB2312"/>
                  <a:cs typeface="楷体_GB2312"/>
                </a:defRPr>
              </a:lvl4pPr>
              <a:lvl5pPr marL="2057400" indent="-228600" eaLnBrk="0" hangingPunct="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400" b="1">
                  <a:solidFill>
                    <a:schemeClr val="tx1"/>
                  </a:solidFill>
                  <a:latin typeface="Arial Narrow" panose="020B0606020202030204" pitchFamily="34" charset="0"/>
                  <a:ea typeface="楷体_GB2312"/>
                  <a:cs typeface="楷体_GB231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400" b="1">
                  <a:solidFill>
                    <a:schemeClr val="tx1"/>
                  </a:solidFill>
                  <a:latin typeface="Arial Narrow" panose="020B0606020202030204" pitchFamily="34" charset="0"/>
                  <a:ea typeface="楷体_GB2312"/>
                  <a:cs typeface="楷体_GB231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400" b="1">
                  <a:solidFill>
                    <a:schemeClr val="tx1"/>
                  </a:solidFill>
                  <a:latin typeface="Arial Narrow" panose="020B0606020202030204" pitchFamily="34" charset="0"/>
                  <a:ea typeface="楷体_GB2312"/>
                  <a:cs typeface="楷体_GB231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400" b="1">
                  <a:solidFill>
                    <a:schemeClr val="tx1"/>
                  </a:solidFill>
                  <a:latin typeface="Arial Narrow" panose="020B0606020202030204" pitchFamily="34" charset="0"/>
                  <a:ea typeface="楷体_GB2312"/>
                  <a:cs typeface="楷体_GB231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400" b="1">
                  <a:solidFill>
                    <a:schemeClr val="tx1"/>
                  </a:solidFill>
                  <a:latin typeface="Arial Narrow" panose="020B0606020202030204" pitchFamily="34" charset="0"/>
                  <a:ea typeface="楷体_GB2312"/>
                  <a:cs typeface="楷体_GB231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kumimoji="1" lang="en-US" altLang="zh-CN" sz="2400" i="1">
                  <a:solidFill>
                    <a:srgbClr val="FF0000"/>
                  </a:solidFill>
                  <a:latin typeface="Times New Roman" panose="02020603050405020304" pitchFamily="18" charset="0"/>
                </a:rPr>
                <a:t>RC </a:t>
              </a:r>
              <a:r>
                <a:rPr kumimoji="1" lang="zh-CN" altLang="en-US" sz="2400">
                  <a:solidFill>
                    <a:srgbClr val="FF0000"/>
                  </a:solidFill>
                  <a:latin typeface="Times New Roman" panose="02020603050405020304" pitchFamily="18" charset="0"/>
                </a:rPr>
                <a:t>充电</a:t>
              </a:r>
            </a:p>
          </p:txBody>
        </p:sp>
      </p:grpSp>
      <p:graphicFrame>
        <p:nvGraphicFramePr>
          <p:cNvPr id="20" name="Object 20"/>
          <p:cNvGraphicFramePr>
            <a:graphicFrameLocks noChangeAspect="1"/>
          </p:cNvGraphicFramePr>
          <p:nvPr>
            <p:extLst/>
          </p:nvPr>
        </p:nvGraphicFramePr>
        <p:xfrm>
          <a:off x="949325" y="3452714"/>
          <a:ext cx="3459163" cy="2601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6685" name="Picture2" r:id="rId11" imgW="2305050" imgH="1733550" progId="Word.Picture.8">
                  <p:embed/>
                </p:oleObj>
              </mc:Choice>
              <mc:Fallback>
                <p:oleObj name="Picture2" r:id="rId11" imgW="2305050" imgH="1733550" progId="Word.Picture.8">
                  <p:embed/>
                  <p:pic>
                    <p:nvPicPr>
                      <p:cNvPr id="20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49325" y="3452714"/>
                        <a:ext cx="3459163" cy="26019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Object 21"/>
          <p:cNvGraphicFramePr>
            <a:graphicFrameLocks noChangeAspect="1"/>
          </p:cNvGraphicFramePr>
          <p:nvPr>
            <p:extLst/>
          </p:nvPr>
        </p:nvGraphicFramePr>
        <p:xfrm>
          <a:off x="949325" y="3452714"/>
          <a:ext cx="3459163" cy="2601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6686" name="Picture2" r:id="rId13" imgW="2305050" imgH="1733550" progId="Word.Picture.8">
                  <p:embed/>
                </p:oleObj>
              </mc:Choice>
              <mc:Fallback>
                <p:oleObj name="Picture2" r:id="rId13" imgW="2305050" imgH="1733550" progId="Word.Picture.8">
                  <p:embed/>
                  <p:pic>
                    <p:nvPicPr>
                      <p:cNvPr id="21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49325" y="3452714"/>
                        <a:ext cx="3459163" cy="26019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" name="Object 22"/>
          <p:cNvGraphicFramePr>
            <a:graphicFrameLocks noChangeAspect="1"/>
          </p:cNvGraphicFramePr>
          <p:nvPr>
            <p:extLst/>
          </p:nvPr>
        </p:nvGraphicFramePr>
        <p:xfrm>
          <a:off x="949325" y="3452714"/>
          <a:ext cx="3459163" cy="2601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6687" name="Picture2" r:id="rId15" imgW="2305050" imgH="1733550" progId="Word.Picture.8">
                  <p:embed/>
                </p:oleObj>
              </mc:Choice>
              <mc:Fallback>
                <p:oleObj name="Picture2" r:id="rId15" imgW="2305050" imgH="1733550" progId="Word.Picture.8">
                  <p:embed/>
                  <p:pic>
                    <p:nvPicPr>
                      <p:cNvPr id="22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49325" y="3452714"/>
                        <a:ext cx="3459163" cy="26019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" name="Object 23"/>
          <p:cNvGraphicFramePr>
            <a:graphicFrameLocks noChangeAspect="1"/>
          </p:cNvGraphicFramePr>
          <p:nvPr>
            <p:extLst/>
          </p:nvPr>
        </p:nvGraphicFramePr>
        <p:xfrm>
          <a:off x="949325" y="3452714"/>
          <a:ext cx="3459163" cy="2601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6688" name="Picture2" r:id="rId17" imgW="2305050" imgH="1733550" progId="Word.Picture.8">
                  <p:embed/>
                </p:oleObj>
              </mc:Choice>
              <mc:Fallback>
                <p:oleObj name="Picture2" r:id="rId17" imgW="2305050" imgH="1733550" progId="Word.Picture.8">
                  <p:embed/>
                  <p:pic>
                    <p:nvPicPr>
                      <p:cNvPr id="23" name="Objec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49325" y="3452714"/>
                        <a:ext cx="3459163" cy="26019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" name="Object 25"/>
          <p:cNvGraphicFramePr>
            <a:graphicFrameLocks noChangeAspect="1"/>
          </p:cNvGraphicFramePr>
          <p:nvPr/>
        </p:nvGraphicFramePr>
        <p:xfrm>
          <a:off x="5018088" y="4797425"/>
          <a:ext cx="1738312" cy="938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6689" name="公式" r:id="rId19" imgW="825142" imgH="444307" progId="Equation.3">
                  <p:embed/>
                </p:oleObj>
              </mc:Choice>
              <mc:Fallback>
                <p:oleObj name="公式" r:id="rId19" imgW="825142" imgH="444307" progId="Equation.3">
                  <p:embed/>
                  <p:pic>
                    <p:nvPicPr>
                      <p:cNvPr id="24" name="Object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18088" y="4797425"/>
                        <a:ext cx="1738312" cy="9382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" name="Rectangle 4"/>
          <p:cNvSpPr>
            <a:spLocks noChangeArrowheads="1"/>
          </p:cNvSpPr>
          <p:nvPr/>
        </p:nvSpPr>
        <p:spPr bwMode="auto">
          <a:xfrm>
            <a:off x="755650" y="116632"/>
            <a:ext cx="7516813" cy="5540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FF00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30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8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4pPr>
            <a:lvl5pPr marL="2057400" indent="-228600" eaLnBrk="0" hangingPunct="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9pPr>
          </a:lstStyle>
          <a:p>
            <a:pPr algn="just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dirty="0" smtClean="0">
                <a:solidFill>
                  <a:srgbClr val="0000CC"/>
                </a:solidFill>
                <a:latin typeface="Times New Roman" panose="02020603050405020304" pitchFamily="18" charset="0"/>
              </a:rPr>
              <a:t>9.8.2  </a:t>
            </a:r>
            <a:r>
              <a:rPr lang="zh-CN" altLang="en-US" dirty="0" smtClean="0">
                <a:solidFill>
                  <a:srgbClr val="0000CC"/>
                </a:solidFill>
                <a:latin typeface="Times New Roman" panose="02020603050405020304" pitchFamily="18" charset="0"/>
              </a:rPr>
              <a:t>方波产生</a:t>
            </a:r>
            <a:r>
              <a:rPr lang="zh-CN" altLang="en-US" dirty="0">
                <a:solidFill>
                  <a:srgbClr val="0000CC"/>
                </a:solidFill>
                <a:latin typeface="Times New Roman" panose="02020603050405020304" pitchFamily="18" charset="0"/>
              </a:rPr>
              <a:t>电路</a:t>
            </a:r>
          </a:p>
        </p:txBody>
      </p:sp>
    </p:spTree>
    <p:extLst>
      <p:ext uri="{BB962C8B-B14F-4D97-AF65-F5344CB8AC3E}">
        <p14:creationId xmlns:p14="http://schemas.microsoft.com/office/powerpoint/2010/main" val="24517477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3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4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4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5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utoUpdateAnimBg="0"/>
      <p:bldP spid="10" grpId="0" autoUpdateAnimBg="0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4"/>
          <p:cNvGraphicFramePr>
            <a:graphicFrameLocks noChangeAspect="1"/>
          </p:cNvGraphicFramePr>
          <p:nvPr>
            <p:extLst/>
          </p:nvPr>
        </p:nvGraphicFramePr>
        <p:xfrm>
          <a:off x="611560" y="1916113"/>
          <a:ext cx="4137660" cy="6400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7826" name="公式" r:id="rId3" imgW="2298700" imgH="355600" progId="Equation.3">
                  <p:embed/>
                </p:oleObj>
              </mc:Choice>
              <mc:Fallback>
                <p:oleObj name="公式" r:id="rId3" imgW="2298700" imgH="355600" progId="Equation.3">
                  <p:embed/>
                  <p:pic>
                    <p:nvPicPr>
                      <p:cNvPr id="4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1560" y="1916113"/>
                        <a:ext cx="4137660" cy="64008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63493" name="Group 9"/>
          <p:cNvGrpSpPr>
            <a:grpSpLocks/>
          </p:cNvGrpSpPr>
          <p:nvPr/>
        </p:nvGrpSpPr>
        <p:grpSpPr bwMode="auto">
          <a:xfrm>
            <a:off x="5292725" y="401638"/>
            <a:ext cx="3743325" cy="2740025"/>
            <a:chOff x="1597" y="2346"/>
            <a:chExt cx="2358" cy="1726"/>
          </a:xfrm>
        </p:grpSpPr>
        <p:sp>
          <p:nvSpPr>
            <p:cNvPr id="63520" name="AutoShape 10" descr="羊皮纸"/>
            <p:cNvSpPr>
              <a:spLocks noChangeArrowheads="1"/>
            </p:cNvSpPr>
            <p:nvPr/>
          </p:nvSpPr>
          <p:spPr bwMode="auto">
            <a:xfrm>
              <a:off x="1597" y="2346"/>
              <a:ext cx="2358" cy="1726"/>
            </a:xfrm>
            <a:prstGeom prst="roundRect">
              <a:avLst>
                <a:gd name="adj" fmla="val 16667"/>
              </a:avLst>
            </a:prstGeom>
            <a:blipFill dpi="0" rotWithShape="0">
              <a:blip r:embed="rId5"/>
              <a:srcRect/>
              <a:tile tx="0" ty="0" sx="100000" sy="100000" flip="none" algn="tl"/>
            </a:blip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 b="1">
                  <a:solidFill>
                    <a:schemeClr val="tx1"/>
                  </a:solidFill>
                  <a:latin typeface="Arial Narrow" panose="020B0606020202030204" pitchFamily="34" charset="0"/>
                  <a:ea typeface="楷体_GB2312"/>
                  <a:cs typeface="楷体_GB231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3000" b="1">
                  <a:solidFill>
                    <a:schemeClr val="tx1"/>
                  </a:solidFill>
                  <a:latin typeface="Arial Narrow" panose="020B0606020202030204" pitchFamily="34" charset="0"/>
                  <a:ea typeface="楷体_GB2312"/>
                  <a:cs typeface="楷体_GB231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800" b="1">
                  <a:solidFill>
                    <a:schemeClr val="tx1"/>
                  </a:solidFill>
                  <a:latin typeface="Arial Narrow" panose="020B0606020202030204" pitchFamily="34" charset="0"/>
                  <a:ea typeface="楷体_GB2312"/>
                  <a:cs typeface="楷体_GB231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 Narrow" panose="020B0606020202030204" pitchFamily="34" charset="0"/>
                  <a:ea typeface="楷体_GB2312"/>
                  <a:cs typeface="楷体_GB2312"/>
                </a:defRPr>
              </a:lvl4pPr>
              <a:lvl5pPr marL="2057400" indent="-228600" eaLnBrk="0" hangingPunct="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400" b="1">
                  <a:solidFill>
                    <a:schemeClr val="tx1"/>
                  </a:solidFill>
                  <a:latin typeface="Arial Narrow" panose="020B0606020202030204" pitchFamily="34" charset="0"/>
                  <a:ea typeface="楷体_GB2312"/>
                  <a:cs typeface="楷体_GB231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400" b="1">
                  <a:solidFill>
                    <a:schemeClr val="tx1"/>
                  </a:solidFill>
                  <a:latin typeface="Arial Narrow" panose="020B0606020202030204" pitchFamily="34" charset="0"/>
                  <a:ea typeface="楷体_GB2312"/>
                  <a:cs typeface="楷体_GB231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400" b="1">
                  <a:solidFill>
                    <a:schemeClr val="tx1"/>
                  </a:solidFill>
                  <a:latin typeface="Arial Narrow" panose="020B0606020202030204" pitchFamily="34" charset="0"/>
                  <a:ea typeface="楷体_GB2312"/>
                  <a:cs typeface="楷体_GB231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400" b="1">
                  <a:solidFill>
                    <a:schemeClr val="tx1"/>
                  </a:solidFill>
                  <a:latin typeface="Arial Narrow" panose="020B0606020202030204" pitchFamily="34" charset="0"/>
                  <a:ea typeface="楷体_GB2312"/>
                  <a:cs typeface="楷体_GB231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400" b="1">
                  <a:solidFill>
                    <a:schemeClr val="tx1"/>
                  </a:solidFill>
                  <a:latin typeface="Arial Narrow" panose="020B0606020202030204" pitchFamily="34" charset="0"/>
                  <a:ea typeface="楷体_GB2312"/>
                  <a:cs typeface="楷体_GB231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400">
                <a:latin typeface="Times New Roman" panose="02020603050405020304" pitchFamily="18" charset="0"/>
              </a:endParaRPr>
            </a:p>
          </p:txBody>
        </p:sp>
        <p:graphicFrame>
          <p:nvGraphicFramePr>
            <p:cNvPr id="63521" name="Object 11"/>
            <p:cNvGraphicFramePr>
              <a:graphicFrameLocks noChangeAspect="1"/>
            </p:cNvGraphicFramePr>
            <p:nvPr/>
          </p:nvGraphicFramePr>
          <p:xfrm>
            <a:off x="1757" y="2393"/>
            <a:ext cx="2179" cy="163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7827" name="Picture2" r:id="rId6" imgW="2305050" imgH="1733550" progId="Word.Picture.8">
                    <p:embed/>
                  </p:oleObj>
                </mc:Choice>
                <mc:Fallback>
                  <p:oleObj name="Picture2" r:id="rId6" imgW="2305050" imgH="1733550" progId="Word.Picture.8">
                    <p:embed/>
                    <p:pic>
                      <p:nvPicPr>
                        <p:cNvPr id="63521" name="Object 1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757" y="2393"/>
                          <a:ext cx="2179" cy="163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63494" name="Object 13"/>
          <p:cNvGraphicFramePr>
            <a:graphicFrameLocks noChangeAspect="1"/>
          </p:cNvGraphicFramePr>
          <p:nvPr/>
        </p:nvGraphicFramePr>
        <p:xfrm>
          <a:off x="5546725" y="476250"/>
          <a:ext cx="3459163" cy="2601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7828" name="Picture2" r:id="rId8" imgW="2305050" imgH="1733550" progId="Word.Picture.8">
                  <p:embed/>
                </p:oleObj>
              </mc:Choice>
              <mc:Fallback>
                <p:oleObj name="Picture2" r:id="rId8" imgW="2305050" imgH="1733550" progId="Word.Picture.8">
                  <p:embed/>
                  <p:pic>
                    <p:nvPicPr>
                      <p:cNvPr id="63494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46725" y="476250"/>
                        <a:ext cx="3459163" cy="2601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3495" name="Object 14"/>
          <p:cNvGraphicFramePr>
            <a:graphicFrameLocks noChangeAspect="1"/>
          </p:cNvGraphicFramePr>
          <p:nvPr/>
        </p:nvGraphicFramePr>
        <p:xfrm>
          <a:off x="5546725" y="476250"/>
          <a:ext cx="3459163" cy="2601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7829" name="Picture2" r:id="rId10" imgW="2305050" imgH="1733550" progId="Word.Picture.8">
                  <p:embed/>
                </p:oleObj>
              </mc:Choice>
              <mc:Fallback>
                <p:oleObj name="Picture2" r:id="rId10" imgW="2305050" imgH="1733550" progId="Word.Picture.8">
                  <p:embed/>
                  <p:pic>
                    <p:nvPicPr>
                      <p:cNvPr id="63495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46725" y="476250"/>
                        <a:ext cx="3459163" cy="2601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3496" name="Object 15"/>
          <p:cNvGraphicFramePr>
            <a:graphicFrameLocks noChangeAspect="1"/>
          </p:cNvGraphicFramePr>
          <p:nvPr/>
        </p:nvGraphicFramePr>
        <p:xfrm>
          <a:off x="5546725" y="476250"/>
          <a:ext cx="3459163" cy="2601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7830" name="Picture2" r:id="rId12" imgW="2305050" imgH="1733550" progId="Word.Picture.8">
                  <p:embed/>
                </p:oleObj>
              </mc:Choice>
              <mc:Fallback>
                <p:oleObj name="Picture2" r:id="rId12" imgW="2305050" imgH="1733550" progId="Word.Picture.8">
                  <p:embed/>
                  <p:pic>
                    <p:nvPicPr>
                      <p:cNvPr id="63496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46725" y="476250"/>
                        <a:ext cx="3459163" cy="2601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3497" name="Object 16"/>
          <p:cNvGraphicFramePr>
            <a:graphicFrameLocks noChangeAspect="1"/>
          </p:cNvGraphicFramePr>
          <p:nvPr/>
        </p:nvGraphicFramePr>
        <p:xfrm>
          <a:off x="5546725" y="476250"/>
          <a:ext cx="3459163" cy="2601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7831" name="Picture2" r:id="rId14" imgW="2305050" imgH="1733550" progId="Word.Picture.8">
                  <p:embed/>
                </p:oleObj>
              </mc:Choice>
              <mc:Fallback>
                <p:oleObj name="Picture2" r:id="rId14" imgW="2305050" imgH="1733550" progId="Word.Picture.8">
                  <p:embed/>
                  <p:pic>
                    <p:nvPicPr>
                      <p:cNvPr id="63497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46725" y="476250"/>
                        <a:ext cx="3459163" cy="2601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Rectangle 17"/>
          <p:cNvSpPr>
            <a:spLocks noChangeArrowheads="1"/>
          </p:cNvSpPr>
          <p:nvPr/>
        </p:nvSpPr>
        <p:spPr bwMode="auto">
          <a:xfrm>
            <a:off x="611560" y="1484784"/>
            <a:ext cx="3228975" cy="4801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1pPr>
            <a:lvl2pPr marL="762000" indent="-285750"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30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2pPr>
            <a:lvl3pPr marL="1181100" indent="-228600"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8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4pPr>
            <a:lvl5pPr marL="2057400" indent="-228600" eaLnBrk="0" hangingPunct="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9pPr>
          </a:lstStyle>
          <a:p>
            <a:pPr algn="just" eaLnBrk="1" hangingPunct="1">
              <a:lnSpc>
                <a:spcPct val="13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zh-CN" alt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利用三要素法公式</a:t>
            </a:r>
          </a:p>
        </p:txBody>
      </p:sp>
      <p:grpSp>
        <p:nvGrpSpPr>
          <p:cNvPr id="2" name="组合 1"/>
          <p:cNvGrpSpPr/>
          <p:nvPr/>
        </p:nvGrpSpPr>
        <p:grpSpPr>
          <a:xfrm>
            <a:off x="1331640" y="2772763"/>
            <a:ext cx="3518128" cy="411480"/>
            <a:chOff x="1331640" y="2772763"/>
            <a:chExt cx="3518128" cy="411480"/>
          </a:xfrm>
        </p:grpSpPr>
        <p:graphicFrame>
          <p:nvGraphicFramePr>
            <p:cNvPr id="13" name="Object 18"/>
            <p:cNvGraphicFramePr>
              <a:graphicFrameLocks noChangeAspect="1"/>
            </p:cNvGraphicFramePr>
            <p:nvPr>
              <p:extLst/>
            </p:nvPr>
          </p:nvGraphicFramePr>
          <p:xfrm>
            <a:off x="3203848" y="2772763"/>
            <a:ext cx="1645920" cy="41148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7832" name="公式" r:id="rId16" imgW="914400" imgH="228600" progId="Equation.3">
                    <p:embed/>
                  </p:oleObj>
                </mc:Choice>
                <mc:Fallback>
                  <p:oleObj name="公式" r:id="rId16" imgW="914400" imgH="228600" progId="Equation.3">
                    <p:embed/>
                    <p:pic>
                      <p:nvPicPr>
                        <p:cNvPr id="13" name="Object 1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203848" y="2772763"/>
                          <a:ext cx="1645920" cy="41148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4" name="Object 19"/>
            <p:cNvGraphicFramePr>
              <a:graphicFrameLocks noChangeAspect="1"/>
            </p:cNvGraphicFramePr>
            <p:nvPr>
              <p:extLst/>
            </p:nvPr>
          </p:nvGraphicFramePr>
          <p:xfrm>
            <a:off x="1331640" y="2772763"/>
            <a:ext cx="1485900" cy="41148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7833" name="公式" r:id="rId18" imgW="825500" imgH="228600" progId="Equation.3">
                    <p:embed/>
                  </p:oleObj>
                </mc:Choice>
                <mc:Fallback>
                  <p:oleObj name="公式" r:id="rId18" imgW="825500" imgH="228600" progId="Equation.3">
                    <p:embed/>
                    <p:pic>
                      <p:nvPicPr>
                        <p:cNvPr id="14" name="Object 1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31640" y="2772763"/>
                          <a:ext cx="1485900" cy="41148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7" name="Group 25"/>
          <p:cNvGrpSpPr>
            <a:grpSpLocks/>
          </p:cNvGrpSpPr>
          <p:nvPr/>
        </p:nvGrpSpPr>
        <p:grpSpPr bwMode="auto">
          <a:xfrm>
            <a:off x="6340432" y="836712"/>
            <a:ext cx="414337" cy="2424113"/>
            <a:chOff x="3854" y="619"/>
            <a:chExt cx="261" cy="1527"/>
          </a:xfrm>
        </p:grpSpPr>
        <p:sp>
          <p:nvSpPr>
            <p:cNvPr id="63518" name="Line 23"/>
            <p:cNvSpPr>
              <a:spLocks noChangeShapeType="1"/>
            </p:cNvSpPr>
            <p:nvPr/>
          </p:nvSpPr>
          <p:spPr bwMode="auto">
            <a:xfrm>
              <a:off x="3990" y="619"/>
              <a:ext cx="0" cy="1316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prstDash val="dash"/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endParaRPr lang="zh-CN" altLang="en-US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3519" name="Rectangle 24"/>
            <p:cNvSpPr>
              <a:spLocks noChangeArrowheads="1"/>
            </p:cNvSpPr>
            <p:nvPr/>
          </p:nvSpPr>
          <p:spPr bwMode="auto">
            <a:xfrm>
              <a:off x="3854" y="1844"/>
              <a:ext cx="261" cy="302"/>
            </a:xfrm>
            <a:prstGeom prst="rect">
              <a:avLst/>
            </a:prstGeom>
            <a:noFill/>
            <a:ln w="12700" cap="sq">
              <a:noFill/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 b="1">
                  <a:solidFill>
                    <a:schemeClr val="tx1"/>
                  </a:solidFill>
                  <a:latin typeface="Arial Narrow" panose="020B0606020202030204" pitchFamily="34" charset="0"/>
                  <a:ea typeface="楷体_GB2312"/>
                  <a:cs typeface="楷体_GB2312"/>
                </a:defRPr>
              </a:lvl1pPr>
              <a:lvl2pPr marL="762000" indent="-285750" eaLnBrk="0" hangingPunct="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3000" b="1">
                  <a:solidFill>
                    <a:schemeClr val="tx1"/>
                  </a:solidFill>
                  <a:latin typeface="Arial Narrow" panose="020B0606020202030204" pitchFamily="34" charset="0"/>
                  <a:ea typeface="楷体_GB2312"/>
                  <a:cs typeface="楷体_GB2312"/>
                </a:defRPr>
              </a:lvl2pPr>
              <a:lvl3pPr marL="1181100" indent="-228600" eaLnBrk="0" hangingPunct="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800" b="1">
                  <a:solidFill>
                    <a:schemeClr val="tx1"/>
                  </a:solidFill>
                  <a:latin typeface="Arial Narrow" panose="020B0606020202030204" pitchFamily="34" charset="0"/>
                  <a:ea typeface="楷体_GB2312"/>
                  <a:cs typeface="楷体_GB231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 Narrow" panose="020B0606020202030204" pitchFamily="34" charset="0"/>
                  <a:ea typeface="楷体_GB2312"/>
                  <a:cs typeface="楷体_GB2312"/>
                </a:defRPr>
              </a:lvl4pPr>
              <a:lvl5pPr marL="2057400" indent="-228600" eaLnBrk="0" hangingPunct="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400" b="1">
                  <a:solidFill>
                    <a:schemeClr val="tx1"/>
                  </a:solidFill>
                  <a:latin typeface="Arial Narrow" panose="020B0606020202030204" pitchFamily="34" charset="0"/>
                  <a:ea typeface="楷体_GB2312"/>
                  <a:cs typeface="楷体_GB231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400" b="1">
                  <a:solidFill>
                    <a:schemeClr val="tx1"/>
                  </a:solidFill>
                  <a:latin typeface="Arial Narrow" panose="020B0606020202030204" pitchFamily="34" charset="0"/>
                  <a:ea typeface="楷体_GB2312"/>
                  <a:cs typeface="楷体_GB231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400" b="1">
                  <a:solidFill>
                    <a:schemeClr val="tx1"/>
                  </a:solidFill>
                  <a:latin typeface="Arial Narrow" panose="020B0606020202030204" pitchFamily="34" charset="0"/>
                  <a:ea typeface="楷体_GB2312"/>
                  <a:cs typeface="楷体_GB231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400" b="1">
                  <a:solidFill>
                    <a:schemeClr val="tx1"/>
                  </a:solidFill>
                  <a:latin typeface="Arial Narrow" panose="020B0606020202030204" pitchFamily="34" charset="0"/>
                  <a:ea typeface="楷体_GB2312"/>
                  <a:cs typeface="楷体_GB231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400" b="1">
                  <a:solidFill>
                    <a:schemeClr val="tx1"/>
                  </a:solidFill>
                  <a:latin typeface="Arial Narrow" panose="020B0606020202030204" pitchFamily="34" charset="0"/>
                  <a:ea typeface="楷体_GB2312"/>
                  <a:cs typeface="楷体_GB2312"/>
                </a:defRPr>
              </a:lvl9pPr>
            </a:lstStyle>
            <a:p>
              <a:pPr algn="just" eaLnBrk="1" hangingPunct="1">
                <a:lnSpc>
                  <a:spcPct val="130000"/>
                </a:lnSpc>
                <a:spcBef>
                  <a:spcPct val="0"/>
                </a:spcBef>
                <a:buFont typeface="Wingdings" panose="05000000000000000000" pitchFamily="2" charset="2"/>
                <a:buNone/>
              </a:pPr>
              <a:r>
                <a:rPr lang="en-US" altLang="zh-CN" sz="2400" i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</a:t>
              </a:r>
              <a:r>
                <a:rPr lang="en-US" altLang="zh-CN" sz="240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=0</a:t>
              </a:r>
            </a:p>
          </p:txBody>
        </p:sp>
      </p:grpSp>
      <p:graphicFrame>
        <p:nvGraphicFramePr>
          <p:cNvPr id="20" name="Object 26"/>
          <p:cNvGraphicFramePr>
            <a:graphicFrameLocks noChangeAspect="1"/>
          </p:cNvGraphicFramePr>
          <p:nvPr>
            <p:extLst/>
          </p:nvPr>
        </p:nvGraphicFramePr>
        <p:xfrm>
          <a:off x="1084263" y="3869039"/>
          <a:ext cx="3383280" cy="6400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7834" name="公式" r:id="rId20" imgW="1879600" imgH="355600" progId="Equation.3">
                  <p:embed/>
                </p:oleObj>
              </mc:Choice>
              <mc:Fallback>
                <p:oleObj name="公式" r:id="rId20" imgW="1879600" imgH="355600" progId="Equation.3">
                  <p:embed/>
                  <p:pic>
                    <p:nvPicPr>
                      <p:cNvPr id="20" name="Object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84263" y="3869039"/>
                        <a:ext cx="3383280" cy="64008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" name="组合 2"/>
          <p:cNvGrpSpPr/>
          <p:nvPr/>
        </p:nvGrpSpPr>
        <p:grpSpPr>
          <a:xfrm>
            <a:off x="1300164" y="3140968"/>
            <a:ext cx="4757092" cy="799753"/>
            <a:chOff x="1300164" y="3152776"/>
            <a:chExt cx="4757092" cy="799753"/>
          </a:xfrm>
        </p:grpSpPr>
        <p:graphicFrame>
          <p:nvGraphicFramePr>
            <p:cNvPr id="15" name="Object 21"/>
            <p:cNvGraphicFramePr>
              <a:graphicFrameLocks noChangeAspect="1"/>
            </p:cNvGraphicFramePr>
            <p:nvPr>
              <p:extLst/>
            </p:nvPr>
          </p:nvGraphicFramePr>
          <p:xfrm>
            <a:off x="1300164" y="3358511"/>
            <a:ext cx="982127" cy="38828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7835" name="公式" r:id="rId22" imgW="545626" imgH="215713" progId="Equation.3">
                    <p:embed/>
                  </p:oleObj>
                </mc:Choice>
                <mc:Fallback>
                  <p:oleObj name="公式" r:id="rId22" imgW="545626" imgH="215713" progId="Equation.3">
                    <p:embed/>
                    <p:pic>
                      <p:nvPicPr>
                        <p:cNvPr id="15" name="Object 2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00164" y="3358511"/>
                          <a:ext cx="982127" cy="38828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6" name="Object 22"/>
            <p:cNvGraphicFramePr>
              <a:graphicFrameLocks noChangeAspect="1"/>
            </p:cNvGraphicFramePr>
            <p:nvPr>
              <p:extLst/>
            </p:nvPr>
          </p:nvGraphicFramePr>
          <p:xfrm>
            <a:off x="2555776" y="3346912"/>
            <a:ext cx="1760220" cy="41148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7836" name="公式" r:id="rId24" imgW="977900" imgH="228600" progId="Equation.3">
                    <p:embed/>
                  </p:oleObj>
                </mc:Choice>
                <mc:Fallback>
                  <p:oleObj name="公式" r:id="rId24" imgW="977900" imgH="228600" progId="Equation.3">
                    <p:embed/>
                    <p:pic>
                      <p:nvPicPr>
                        <p:cNvPr id="16" name="Object 2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555776" y="3346912"/>
                          <a:ext cx="1760220" cy="41148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3" name="Object 30"/>
            <p:cNvGraphicFramePr>
              <a:graphicFrameLocks noChangeAspect="1"/>
            </p:cNvGraphicFramePr>
            <p:nvPr>
              <p:extLst/>
            </p:nvPr>
          </p:nvGraphicFramePr>
          <p:xfrm>
            <a:off x="4572000" y="3152776"/>
            <a:ext cx="1485256" cy="79975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7837" name="公式" r:id="rId26" imgW="825142" imgH="444307" progId="Equation.3">
                    <p:embed/>
                  </p:oleObj>
                </mc:Choice>
                <mc:Fallback>
                  <p:oleObj name="公式" r:id="rId26" imgW="825142" imgH="444307" progId="Equation.3">
                    <p:embed/>
                    <p:pic>
                      <p:nvPicPr>
                        <p:cNvPr id="23" name="Object 3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572000" y="3152776"/>
                          <a:ext cx="1485256" cy="79975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4" name="Rectangle 31"/>
          <p:cNvSpPr>
            <a:spLocks noChangeArrowheads="1"/>
          </p:cNvSpPr>
          <p:nvPr/>
        </p:nvSpPr>
        <p:spPr bwMode="auto">
          <a:xfrm>
            <a:off x="468313" y="2738438"/>
            <a:ext cx="1223962" cy="4801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1pPr>
            <a:lvl2pPr marL="762000" indent="-285750"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30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2pPr>
            <a:lvl3pPr marL="1181100" indent="-228600"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8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4pPr>
            <a:lvl5pPr marL="2057400" indent="-228600" eaLnBrk="0" hangingPunct="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9pPr>
          </a:lstStyle>
          <a:p>
            <a:pPr algn="just" eaLnBrk="1" hangingPunct="1">
              <a:lnSpc>
                <a:spcPct val="13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其中</a:t>
            </a:r>
          </a:p>
        </p:txBody>
      </p:sp>
      <p:sp>
        <p:nvSpPr>
          <p:cNvPr id="25" name="Rectangle 32"/>
          <p:cNvSpPr>
            <a:spLocks noChangeArrowheads="1"/>
          </p:cNvSpPr>
          <p:nvPr/>
        </p:nvSpPr>
        <p:spPr bwMode="auto">
          <a:xfrm>
            <a:off x="468313" y="4028988"/>
            <a:ext cx="1223962" cy="4801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1pPr>
            <a:lvl2pPr marL="762000" indent="-285750"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30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2pPr>
            <a:lvl3pPr marL="1181100" indent="-228600"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8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4pPr>
            <a:lvl5pPr marL="2057400" indent="-228600" eaLnBrk="0" hangingPunct="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9pPr>
          </a:lstStyle>
          <a:p>
            <a:pPr algn="just" eaLnBrk="1" hangingPunct="1">
              <a:lnSpc>
                <a:spcPct val="13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zh-CN" alt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则</a:t>
            </a:r>
          </a:p>
        </p:txBody>
      </p:sp>
      <p:grpSp>
        <p:nvGrpSpPr>
          <p:cNvPr id="5" name="组合 4"/>
          <p:cNvGrpSpPr/>
          <p:nvPr/>
        </p:nvGrpSpPr>
        <p:grpSpPr>
          <a:xfrm>
            <a:off x="1916013" y="4581128"/>
            <a:ext cx="4830202" cy="799753"/>
            <a:chOff x="1916013" y="4581129"/>
            <a:chExt cx="4830202" cy="799753"/>
          </a:xfrm>
        </p:grpSpPr>
        <p:graphicFrame>
          <p:nvGraphicFramePr>
            <p:cNvPr id="21" name="Object 28"/>
            <p:cNvGraphicFramePr>
              <a:graphicFrameLocks noChangeAspect="1"/>
            </p:cNvGraphicFramePr>
            <p:nvPr>
              <p:extLst/>
            </p:nvPr>
          </p:nvGraphicFramePr>
          <p:xfrm>
            <a:off x="2563713" y="4615404"/>
            <a:ext cx="2033658" cy="73120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7838" name="公式" r:id="rId28" imgW="1129810" imgH="406224" progId="Equation.3">
                    <p:embed/>
                  </p:oleObj>
                </mc:Choice>
                <mc:Fallback>
                  <p:oleObj name="公式" r:id="rId28" imgW="1129810" imgH="406224" progId="Equation.3">
                    <p:embed/>
                    <p:pic>
                      <p:nvPicPr>
                        <p:cNvPr id="21" name="Object 2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563713" y="4615404"/>
                          <a:ext cx="2033658" cy="73120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2" name="Object 29"/>
            <p:cNvGraphicFramePr>
              <a:graphicFrameLocks noChangeAspect="1"/>
            </p:cNvGraphicFramePr>
            <p:nvPr>
              <p:extLst/>
            </p:nvPr>
          </p:nvGraphicFramePr>
          <p:xfrm>
            <a:off x="4644008" y="4581129"/>
            <a:ext cx="2102207" cy="79975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7839" name="公式" r:id="rId30" imgW="1167893" imgH="444307" progId="Equation.3">
                    <p:embed/>
                  </p:oleObj>
                </mc:Choice>
                <mc:Fallback>
                  <p:oleObj name="公式" r:id="rId30" imgW="1167893" imgH="444307" progId="Equation.3">
                    <p:embed/>
                    <p:pic>
                      <p:nvPicPr>
                        <p:cNvPr id="22" name="Object 2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644008" y="4581129"/>
                          <a:ext cx="2102207" cy="79975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6" name="AutoShape 33"/>
            <p:cNvSpPr>
              <a:spLocks noChangeArrowheads="1"/>
            </p:cNvSpPr>
            <p:nvPr/>
          </p:nvSpPr>
          <p:spPr bwMode="auto">
            <a:xfrm>
              <a:off x="1916013" y="4908774"/>
              <a:ext cx="431800" cy="144463"/>
            </a:xfrm>
            <a:prstGeom prst="rightArrow">
              <a:avLst>
                <a:gd name="adj1" fmla="val 50000"/>
                <a:gd name="adj2" fmla="val 74725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 b="1">
                  <a:solidFill>
                    <a:schemeClr val="tx1"/>
                  </a:solidFill>
                  <a:latin typeface="Arial Narrow" panose="020B0606020202030204" pitchFamily="34" charset="0"/>
                  <a:ea typeface="楷体_GB2312"/>
                  <a:cs typeface="楷体_GB231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3000" b="1">
                  <a:solidFill>
                    <a:schemeClr val="tx1"/>
                  </a:solidFill>
                  <a:latin typeface="Arial Narrow" panose="020B0606020202030204" pitchFamily="34" charset="0"/>
                  <a:ea typeface="楷体_GB2312"/>
                  <a:cs typeface="楷体_GB231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800" b="1">
                  <a:solidFill>
                    <a:schemeClr val="tx1"/>
                  </a:solidFill>
                  <a:latin typeface="Arial Narrow" panose="020B0606020202030204" pitchFamily="34" charset="0"/>
                  <a:ea typeface="楷体_GB2312"/>
                  <a:cs typeface="楷体_GB231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 Narrow" panose="020B0606020202030204" pitchFamily="34" charset="0"/>
                  <a:ea typeface="楷体_GB2312"/>
                  <a:cs typeface="楷体_GB2312"/>
                </a:defRPr>
              </a:lvl4pPr>
              <a:lvl5pPr marL="2057400" indent="-228600" eaLnBrk="0" hangingPunct="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400" b="1">
                  <a:solidFill>
                    <a:schemeClr val="tx1"/>
                  </a:solidFill>
                  <a:latin typeface="Arial Narrow" panose="020B0606020202030204" pitchFamily="34" charset="0"/>
                  <a:ea typeface="楷体_GB2312"/>
                  <a:cs typeface="楷体_GB231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400" b="1">
                  <a:solidFill>
                    <a:schemeClr val="tx1"/>
                  </a:solidFill>
                  <a:latin typeface="Arial Narrow" panose="020B0606020202030204" pitchFamily="34" charset="0"/>
                  <a:ea typeface="楷体_GB2312"/>
                  <a:cs typeface="楷体_GB231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400" b="1">
                  <a:solidFill>
                    <a:schemeClr val="tx1"/>
                  </a:solidFill>
                  <a:latin typeface="Arial Narrow" panose="020B0606020202030204" pitchFamily="34" charset="0"/>
                  <a:ea typeface="楷体_GB2312"/>
                  <a:cs typeface="楷体_GB231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400" b="1">
                  <a:solidFill>
                    <a:schemeClr val="tx1"/>
                  </a:solidFill>
                  <a:latin typeface="Arial Narrow" panose="020B0606020202030204" pitchFamily="34" charset="0"/>
                  <a:ea typeface="楷体_GB2312"/>
                  <a:cs typeface="楷体_GB231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400" b="1">
                  <a:solidFill>
                    <a:schemeClr val="tx1"/>
                  </a:solidFill>
                  <a:latin typeface="Arial Narrow" panose="020B0606020202030204" pitchFamily="34" charset="0"/>
                  <a:ea typeface="楷体_GB2312"/>
                  <a:cs typeface="楷体_GB231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40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6" name="组合 5"/>
          <p:cNvGrpSpPr/>
          <p:nvPr/>
        </p:nvGrpSpPr>
        <p:grpSpPr>
          <a:xfrm>
            <a:off x="768603" y="5612874"/>
            <a:ext cx="1398867" cy="480131"/>
            <a:chOff x="768603" y="5721667"/>
            <a:chExt cx="1398867" cy="480131"/>
          </a:xfrm>
        </p:grpSpPr>
        <p:sp>
          <p:nvSpPr>
            <p:cNvPr id="27" name="Rectangle 34"/>
            <p:cNvSpPr>
              <a:spLocks noChangeArrowheads="1"/>
            </p:cNvSpPr>
            <p:nvPr/>
          </p:nvSpPr>
          <p:spPr bwMode="auto">
            <a:xfrm>
              <a:off x="768603" y="5721667"/>
              <a:ext cx="1223963" cy="4801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 b="1">
                  <a:solidFill>
                    <a:schemeClr val="tx1"/>
                  </a:solidFill>
                  <a:latin typeface="Arial Narrow" panose="020B0606020202030204" pitchFamily="34" charset="0"/>
                  <a:ea typeface="楷体_GB2312"/>
                  <a:cs typeface="楷体_GB2312"/>
                </a:defRPr>
              </a:lvl1pPr>
              <a:lvl2pPr marL="762000" indent="-285750" eaLnBrk="0" hangingPunct="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3000" b="1">
                  <a:solidFill>
                    <a:schemeClr val="tx1"/>
                  </a:solidFill>
                  <a:latin typeface="Arial Narrow" panose="020B0606020202030204" pitchFamily="34" charset="0"/>
                  <a:ea typeface="楷体_GB2312"/>
                  <a:cs typeface="楷体_GB2312"/>
                </a:defRPr>
              </a:lvl2pPr>
              <a:lvl3pPr marL="1181100" indent="-228600" eaLnBrk="0" hangingPunct="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800" b="1">
                  <a:solidFill>
                    <a:schemeClr val="tx1"/>
                  </a:solidFill>
                  <a:latin typeface="Arial Narrow" panose="020B0606020202030204" pitchFamily="34" charset="0"/>
                  <a:ea typeface="楷体_GB2312"/>
                  <a:cs typeface="楷体_GB231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 Narrow" panose="020B0606020202030204" pitchFamily="34" charset="0"/>
                  <a:ea typeface="楷体_GB2312"/>
                  <a:cs typeface="楷体_GB2312"/>
                </a:defRPr>
              </a:lvl4pPr>
              <a:lvl5pPr marL="2057400" indent="-228600" eaLnBrk="0" hangingPunct="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400" b="1">
                  <a:solidFill>
                    <a:schemeClr val="tx1"/>
                  </a:solidFill>
                  <a:latin typeface="Arial Narrow" panose="020B0606020202030204" pitchFamily="34" charset="0"/>
                  <a:ea typeface="楷体_GB2312"/>
                  <a:cs typeface="楷体_GB231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400" b="1">
                  <a:solidFill>
                    <a:schemeClr val="tx1"/>
                  </a:solidFill>
                  <a:latin typeface="Arial Narrow" panose="020B0606020202030204" pitchFamily="34" charset="0"/>
                  <a:ea typeface="楷体_GB2312"/>
                  <a:cs typeface="楷体_GB231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400" b="1">
                  <a:solidFill>
                    <a:schemeClr val="tx1"/>
                  </a:solidFill>
                  <a:latin typeface="Arial Narrow" panose="020B0606020202030204" pitchFamily="34" charset="0"/>
                  <a:ea typeface="楷体_GB2312"/>
                  <a:cs typeface="楷体_GB231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400" b="1">
                  <a:solidFill>
                    <a:schemeClr val="tx1"/>
                  </a:solidFill>
                  <a:latin typeface="Arial Narrow" panose="020B0606020202030204" pitchFamily="34" charset="0"/>
                  <a:ea typeface="楷体_GB2312"/>
                  <a:cs typeface="楷体_GB231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400" b="1">
                  <a:solidFill>
                    <a:schemeClr val="tx1"/>
                  </a:solidFill>
                  <a:latin typeface="Arial Narrow" panose="020B0606020202030204" pitchFamily="34" charset="0"/>
                  <a:ea typeface="楷体_GB2312"/>
                  <a:cs typeface="楷体_GB2312"/>
                </a:defRPr>
              </a:lvl9pPr>
            </a:lstStyle>
            <a:p>
              <a:pPr algn="just" eaLnBrk="1" hangingPunct="1">
                <a:lnSpc>
                  <a:spcPct val="130000"/>
                </a:lnSpc>
                <a:spcBef>
                  <a:spcPct val="0"/>
                </a:spcBef>
                <a:buFont typeface="Wingdings" panose="05000000000000000000" pitchFamily="2" charset="2"/>
                <a:buNone/>
              </a:pPr>
              <a:r>
                <a:rPr lang="zh-CN" altLang="en-US" sz="240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又</a:t>
              </a:r>
            </a:p>
          </p:txBody>
        </p:sp>
        <p:graphicFrame>
          <p:nvGraphicFramePr>
            <p:cNvPr id="28" name="Object 35"/>
            <p:cNvGraphicFramePr>
              <a:graphicFrameLocks noChangeAspect="1"/>
            </p:cNvGraphicFramePr>
            <p:nvPr>
              <p:extLst/>
            </p:nvPr>
          </p:nvGraphicFramePr>
          <p:xfrm>
            <a:off x="1344866" y="5767507"/>
            <a:ext cx="822604" cy="38845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7840" name="公式" r:id="rId32" imgW="457002" imgH="215806" progId="Equation.3">
                    <p:embed/>
                  </p:oleObj>
                </mc:Choice>
                <mc:Fallback>
                  <p:oleObj name="公式" r:id="rId32" imgW="457002" imgH="215806" progId="Equation.3">
                    <p:embed/>
                    <p:pic>
                      <p:nvPicPr>
                        <p:cNvPr id="28" name="Object 3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44866" y="5767507"/>
                          <a:ext cx="822604" cy="38845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7" name="组合 6"/>
          <p:cNvGrpSpPr/>
          <p:nvPr/>
        </p:nvGrpSpPr>
        <p:grpSpPr>
          <a:xfrm>
            <a:off x="2715628" y="5452889"/>
            <a:ext cx="3174365" cy="800100"/>
            <a:chOff x="2715628" y="5517232"/>
            <a:chExt cx="3174365" cy="800100"/>
          </a:xfrm>
        </p:grpSpPr>
        <p:graphicFrame>
          <p:nvGraphicFramePr>
            <p:cNvPr id="29" name="Object 36"/>
            <p:cNvGraphicFramePr>
              <a:graphicFrameLocks noChangeAspect="1"/>
            </p:cNvGraphicFramePr>
            <p:nvPr>
              <p:extLst/>
            </p:nvPr>
          </p:nvGraphicFramePr>
          <p:xfrm>
            <a:off x="3398253" y="5517232"/>
            <a:ext cx="2491740" cy="8001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7841" name="公式" r:id="rId34" imgW="1384300" imgH="444500" progId="Equation.3">
                    <p:embed/>
                  </p:oleObj>
                </mc:Choice>
                <mc:Fallback>
                  <p:oleObj name="公式" r:id="rId34" imgW="1384300" imgH="444500" progId="Equation.3">
                    <p:embed/>
                    <p:pic>
                      <p:nvPicPr>
                        <p:cNvPr id="29" name="Object 3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398253" y="5517232"/>
                          <a:ext cx="2491740" cy="8001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0" name="AutoShape 37"/>
            <p:cNvSpPr>
              <a:spLocks noChangeArrowheads="1"/>
            </p:cNvSpPr>
            <p:nvPr/>
          </p:nvSpPr>
          <p:spPr bwMode="auto">
            <a:xfrm>
              <a:off x="2715628" y="5845051"/>
              <a:ext cx="431800" cy="144463"/>
            </a:xfrm>
            <a:prstGeom prst="rightArrow">
              <a:avLst>
                <a:gd name="adj1" fmla="val 50000"/>
                <a:gd name="adj2" fmla="val 74725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 b="1">
                  <a:solidFill>
                    <a:schemeClr val="tx1"/>
                  </a:solidFill>
                  <a:latin typeface="Arial Narrow" panose="020B0606020202030204" pitchFamily="34" charset="0"/>
                  <a:ea typeface="楷体_GB2312"/>
                  <a:cs typeface="楷体_GB231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3000" b="1">
                  <a:solidFill>
                    <a:schemeClr val="tx1"/>
                  </a:solidFill>
                  <a:latin typeface="Arial Narrow" panose="020B0606020202030204" pitchFamily="34" charset="0"/>
                  <a:ea typeface="楷体_GB2312"/>
                  <a:cs typeface="楷体_GB231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800" b="1">
                  <a:solidFill>
                    <a:schemeClr val="tx1"/>
                  </a:solidFill>
                  <a:latin typeface="Arial Narrow" panose="020B0606020202030204" pitchFamily="34" charset="0"/>
                  <a:ea typeface="楷体_GB2312"/>
                  <a:cs typeface="楷体_GB231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 Narrow" panose="020B0606020202030204" pitchFamily="34" charset="0"/>
                  <a:ea typeface="楷体_GB2312"/>
                  <a:cs typeface="楷体_GB2312"/>
                </a:defRPr>
              </a:lvl4pPr>
              <a:lvl5pPr marL="2057400" indent="-228600" eaLnBrk="0" hangingPunct="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400" b="1">
                  <a:solidFill>
                    <a:schemeClr val="tx1"/>
                  </a:solidFill>
                  <a:latin typeface="Arial Narrow" panose="020B0606020202030204" pitchFamily="34" charset="0"/>
                  <a:ea typeface="楷体_GB2312"/>
                  <a:cs typeface="楷体_GB231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400" b="1">
                  <a:solidFill>
                    <a:schemeClr val="tx1"/>
                  </a:solidFill>
                  <a:latin typeface="Arial Narrow" panose="020B0606020202030204" pitchFamily="34" charset="0"/>
                  <a:ea typeface="楷体_GB2312"/>
                  <a:cs typeface="楷体_GB231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400" b="1">
                  <a:solidFill>
                    <a:schemeClr val="tx1"/>
                  </a:solidFill>
                  <a:latin typeface="Arial Narrow" panose="020B0606020202030204" pitchFamily="34" charset="0"/>
                  <a:ea typeface="楷体_GB2312"/>
                  <a:cs typeface="楷体_GB231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400" b="1">
                  <a:solidFill>
                    <a:schemeClr val="tx1"/>
                  </a:solidFill>
                  <a:latin typeface="Arial Narrow" panose="020B0606020202030204" pitchFamily="34" charset="0"/>
                  <a:ea typeface="楷体_GB2312"/>
                  <a:cs typeface="楷体_GB231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400" b="1">
                  <a:solidFill>
                    <a:schemeClr val="tx1"/>
                  </a:solidFill>
                  <a:latin typeface="Arial Narrow" panose="020B0606020202030204" pitchFamily="34" charset="0"/>
                  <a:ea typeface="楷体_GB2312"/>
                  <a:cs typeface="楷体_GB231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400">
                <a:latin typeface="Times New Roman" panose="02020603050405020304" pitchFamily="18" charset="0"/>
              </a:endParaRPr>
            </a:p>
          </p:txBody>
        </p:sp>
      </p:grpSp>
      <p:sp>
        <p:nvSpPr>
          <p:cNvPr id="63517" name="Rectangle 12"/>
          <p:cNvSpPr>
            <a:spLocks noChangeArrowheads="1"/>
          </p:cNvSpPr>
          <p:nvPr/>
        </p:nvSpPr>
        <p:spPr bwMode="auto">
          <a:xfrm>
            <a:off x="539749" y="764704"/>
            <a:ext cx="2847975" cy="5922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1pPr>
            <a:lvl2pPr marL="762000" indent="-285750"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30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2pPr>
            <a:lvl3pPr marL="1181100" indent="-228600"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8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4pPr>
            <a:lvl5pPr marL="2057400" indent="-228600" eaLnBrk="0" hangingPunct="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9pPr>
          </a:lstStyle>
          <a:p>
            <a:pPr algn="just" eaLnBrk="1" hangingPunct="1">
              <a:lnSpc>
                <a:spcPct val="13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8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3)</a:t>
            </a:r>
            <a:r>
              <a:rPr lang="en-US" altLang="zh-CN" sz="2800" dirty="0">
                <a:solidFill>
                  <a:srgbClr val="C00000"/>
                </a:solidFill>
              </a:rPr>
              <a:t> </a:t>
            </a:r>
            <a:r>
              <a:rPr lang="zh-CN" altLang="en-US" sz="2800" dirty="0">
                <a:solidFill>
                  <a:srgbClr val="C00000"/>
                </a:solidFill>
              </a:rPr>
              <a:t>振荡周期</a:t>
            </a:r>
          </a:p>
        </p:txBody>
      </p:sp>
      <p:sp>
        <p:nvSpPr>
          <p:cNvPr id="34" name="Rectangle 4"/>
          <p:cNvSpPr>
            <a:spLocks noChangeArrowheads="1"/>
          </p:cNvSpPr>
          <p:nvPr/>
        </p:nvSpPr>
        <p:spPr bwMode="auto">
          <a:xfrm>
            <a:off x="755650" y="116632"/>
            <a:ext cx="7516813" cy="5540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FF00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30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8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4pPr>
            <a:lvl5pPr marL="2057400" indent="-228600" eaLnBrk="0" hangingPunct="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9pPr>
          </a:lstStyle>
          <a:p>
            <a:pPr algn="just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dirty="0" smtClean="0">
                <a:solidFill>
                  <a:srgbClr val="0000CC"/>
                </a:solidFill>
                <a:latin typeface="Times New Roman" panose="02020603050405020304" pitchFamily="18" charset="0"/>
              </a:rPr>
              <a:t>9.8.2  </a:t>
            </a:r>
            <a:r>
              <a:rPr lang="zh-CN" altLang="en-US" dirty="0" smtClean="0">
                <a:solidFill>
                  <a:srgbClr val="0000CC"/>
                </a:solidFill>
                <a:latin typeface="Times New Roman" panose="02020603050405020304" pitchFamily="18" charset="0"/>
              </a:rPr>
              <a:t>方波产生</a:t>
            </a:r>
            <a:r>
              <a:rPr lang="zh-CN" altLang="en-US" dirty="0">
                <a:solidFill>
                  <a:srgbClr val="0000CC"/>
                </a:solidFill>
                <a:latin typeface="Times New Roman" panose="02020603050405020304" pitchFamily="18" charset="0"/>
              </a:rPr>
              <a:t>电路</a:t>
            </a:r>
          </a:p>
        </p:txBody>
      </p:sp>
    </p:spTree>
    <p:extLst>
      <p:ext uri="{BB962C8B-B14F-4D97-AF65-F5344CB8AC3E}">
        <p14:creationId xmlns:p14="http://schemas.microsoft.com/office/powerpoint/2010/main" val="23535395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18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withGroup">
                            <p:stCondLst>
                              <p:cond delay="500"/>
                            </p:stCondLst>
                            <p:childTnLst>
                              <p:par>
                                <p:cTn id="2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8" presetClass="entr" presetSubtype="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utoUpdateAnimBg="0"/>
      <p:bldP spid="24" grpId="0" autoUpdateAnimBg="0"/>
      <p:bldP spid="25" grpId="0" autoUpdateAnimBg="0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屏幕剪辑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1560" y="1483869"/>
            <a:ext cx="4012490" cy="4105371"/>
          </a:xfrm>
          <a:prstGeom prst="rect">
            <a:avLst/>
          </a:prstGeom>
        </p:spPr>
      </p:pic>
      <p:sp>
        <p:nvSpPr>
          <p:cNvPr id="64516" name="Rectangle 2"/>
          <p:cNvSpPr>
            <a:spLocks noChangeArrowheads="1"/>
          </p:cNvSpPr>
          <p:nvPr/>
        </p:nvSpPr>
        <p:spPr bwMode="auto">
          <a:xfrm>
            <a:off x="628650" y="764704"/>
            <a:ext cx="5964238" cy="6524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just">
              <a:lnSpc>
                <a:spcPct val="130000"/>
              </a:lnSpc>
              <a:spcBef>
                <a:spcPct val="0"/>
              </a:spcBef>
              <a:buClr>
                <a:schemeClr val="accent2"/>
              </a:buClr>
              <a:buFont typeface="Wingdings" panose="05000000000000000000" pitchFamily="2" charset="2"/>
              <a:buNone/>
            </a:pPr>
            <a:r>
              <a:rPr lang="en-US" altLang="zh-CN" sz="2800" b="1" dirty="0">
                <a:solidFill>
                  <a:srgbClr val="C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4) </a:t>
            </a:r>
            <a:r>
              <a:rPr lang="zh-CN" altLang="en-US" sz="2800" b="1" dirty="0" smtClean="0">
                <a:solidFill>
                  <a:srgbClr val="C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占空比调</a:t>
            </a:r>
            <a:endParaRPr lang="zh-CN" altLang="en-US" sz="2800" b="1" dirty="0">
              <a:solidFill>
                <a:srgbClr val="C00000"/>
              </a:solidFill>
              <a:latin typeface="Times New Roman" panose="02020603050405020304" pitchFamily="18" charset="0"/>
              <a:ea typeface="楷体_GB2312"/>
              <a:cs typeface="Times New Roman" panose="02020603050405020304" pitchFamily="18" charset="0"/>
            </a:endParaRPr>
          </a:p>
        </p:txBody>
      </p:sp>
      <p:sp>
        <p:nvSpPr>
          <p:cNvPr id="8" name="Rectangle 4"/>
          <p:cNvSpPr>
            <a:spLocks noChangeArrowheads="1"/>
          </p:cNvSpPr>
          <p:nvPr/>
        </p:nvSpPr>
        <p:spPr bwMode="auto">
          <a:xfrm>
            <a:off x="755650" y="116632"/>
            <a:ext cx="7516813" cy="5540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FF00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30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8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4pPr>
            <a:lvl5pPr marL="2057400" indent="-228600" eaLnBrk="0" hangingPunct="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9pPr>
          </a:lstStyle>
          <a:p>
            <a:pPr algn="just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dirty="0" smtClean="0">
                <a:solidFill>
                  <a:srgbClr val="0000CC"/>
                </a:solidFill>
                <a:latin typeface="Times New Roman" panose="02020603050405020304" pitchFamily="18" charset="0"/>
              </a:rPr>
              <a:t>9.8.2  </a:t>
            </a:r>
            <a:r>
              <a:rPr lang="zh-CN" altLang="en-US" dirty="0" smtClean="0">
                <a:solidFill>
                  <a:srgbClr val="0000CC"/>
                </a:solidFill>
                <a:latin typeface="Times New Roman" panose="02020603050405020304" pitchFamily="18" charset="0"/>
              </a:rPr>
              <a:t>方波产生</a:t>
            </a:r>
            <a:r>
              <a:rPr lang="zh-CN" altLang="en-US" dirty="0">
                <a:solidFill>
                  <a:srgbClr val="0000CC"/>
                </a:solidFill>
                <a:latin typeface="Times New Roman" panose="02020603050405020304" pitchFamily="18" charset="0"/>
              </a:rPr>
              <a:t>电路</a:t>
            </a:r>
          </a:p>
        </p:txBody>
      </p:sp>
      <p:pic>
        <p:nvPicPr>
          <p:cNvPr id="4" name="图片 3" descr="屏幕剪辑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63263" y="1482392"/>
            <a:ext cx="3387086" cy="40310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29125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800" y="914400"/>
            <a:ext cx="7086599" cy="1163268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800" y="2514600"/>
            <a:ext cx="2389742" cy="1447800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48200" y="2514600"/>
            <a:ext cx="2807492" cy="1421184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" y="4572000"/>
            <a:ext cx="8085959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30104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1502</TotalTime>
  <Words>2564</Words>
  <Application>Microsoft Office PowerPoint</Application>
  <PresentationFormat>全屏显示(4:3)</PresentationFormat>
  <Paragraphs>359</Paragraphs>
  <Slides>63</Slides>
  <Notes>1</Notes>
  <HiddenSlides>0</HiddenSlides>
  <MMClips>0</MMClips>
  <ScaleCrop>false</ScaleCrop>
  <HeadingPairs>
    <vt:vector size="8" baseType="variant">
      <vt:variant>
        <vt:lpstr>已用的字体</vt:lpstr>
      </vt:variant>
      <vt:variant>
        <vt:i4>18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9</vt:i4>
      </vt:variant>
      <vt:variant>
        <vt:lpstr>幻灯片标题</vt:lpstr>
      </vt:variant>
      <vt:variant>
        <vt:i4>63</vt:i4>
      </vt:variant>
    </vt:vector>
  </HeadingPairs>
  <TitlesOfParts>
    <vt:vector size="91" baseType="lpstr">
      <vt:lpstr>黑体</vt:lpstr>
      <vt:lpstr>华康简宋</vt:lpstr>
      <vt:lpstr>华文新魏</vt:lpstr>
      <vt:lpstr>华文行楷</vt:lpstr>
      <vt:lpstr>楷体</vt:lpstr>
      <vt:lpstr>楷体_GB2312</vt:lpstr>
      <vt:lpstr>隶书</vt:lpstr>
      <vt:lpstr>宋体</vt:lpstr>
      <vt:lpstr>幼圆</vt:lpstr>
      <vt:lpstr>Arial</vt:lpstr>
      <vt:lpstr>Arial Narrow</vt:lpstr>
      <vt:lpstr>Book Antiqua</vt:lpstr>
      <vt:lpstr>Calibri</vt:lpstr>
      <vt:lpstr>Marlett</vt:lpstr>
      <vt:lpstr>Symbol</vt:lpstr>
      <vt:lpstr>Times New Roman</vt:lpstr>
      <vt:lpstr>Verdana</vt:lpstr>
      <vt:lpstr>Wingdings</vt:lpstr>
      <vt:lpstr>Office 主题</vt:lpstr>
      <vt:lpstr>BMP 图象</vt:lpstr>
      <vt:lpstr>公式</vt:lpstr>
      <vt:lpstr>Equation</vt:lpstr>
      <vt:lpstr>Photo Editor 照片</vt:lpstr>
      <vt:lpstr>Picture</vt:lpstr>
      <vt:lpstr>图片</vt:lpstr>
      <vt:lpstr>Picture2</vt:lpstr>
      <vt:lpstr>Microsoft 公式 3.0</vt:lpstr>
      <vt:lpstr>Microsoft Photo Editor 3.0 照片</vt:lpstr>
      <vt:lpstr>PowerPoint 演示文稿</vt:lpstr>
      <vt:lpstr>PowerPoint 演示文稿</vt:lpstr>
      <vt:lpstr>PowerPoint 演示文稿</vt:lpstr>
      <vt:lpstr> 无源滤波电路和有源滤波电路</vt:lpstr>
      <vt:lpstr>有源滤波电路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 输出电压从幅值很小、含有丰富频率，到仅有一种频率且幅值由小逐渐增大直至稳幅。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例 1 ：</vt:lpstr>
      <vt:lpstr>⑵.估算输出电压V0m (VD=0.6V)</vt:lpstr>
      <vt:lpstr>⑶.若R2短路时</vt:lpstr>
      <vt:lpstr>讨论一：合理连接电路，组成文氏桥振荡电路</vt:lpstr>
      <vt:lpstr>频率可调的文氏桥振荡器</vt:lpstr>
      <vt:lpstr>PowerPoint 演示文稿</vt:lpstr>
      <vt:lpstr>一、概述</vt:lpstr>
      <vt:lpstr>3. 几种常用的电压比较器</vt:lpstr>
      <vt:lpstr>4、集成运放的非线性工作区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输出限幅电路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一、常见的非正弦波</vt:lpstr>
      <vt:lpstr>二、矩形波发生电路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sunru</dc:creator>
  <cp:lastModifiedBy>sunrui@hfut.edu.cn</cp:lastModifiedBy>
  <cp:revision>39</cp:revision>
  <cp:lastPrinted>1601-01-01T00:00:00Z</cp:lastPrinted>
  <dcterms:created xsi:type="dcterms:W3CDTF">1601-01-01T00:00:00Z</dcterms:created>
  <dcterms:modified xsi:type="dcterms:W3CDTF">2024-06-04T09:22:07Z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1</vt:i4>
  </property>
</Properties>
</file>